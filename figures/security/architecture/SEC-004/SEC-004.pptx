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be590350814e37" /><Relationship Type="http://schemas.openxmlformats.org/officeDocument/2006/relationships/extended-properties" Target="/docProps/app.xml" Id="Redd3d69299034b53" /><Relationship Type="http://schemas.openxmlformats.org/officeDocument/2006/relationships/officeDocument" Target="/ppt/presentation.xml" Id="R1c658323f6394c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bd61b5623d49de"/>
  </p:sldMasterIdLst>
  <p:notesMasterIdLst>
    <p:notesMasterId xmlns:r="http://schemas.openxmlformats.org/officeDocument/2006/relationships" r:id="Rb94f58551b5c45ea"/>
  </p:notesMasterIdLst>
  <p:sldIdLst>
    <p:sldId xmlns:r="http://schemas.openxmlformats.org/officeDocument/2006/relationships" id="256" r:id="R7b2bb8dfd80d44e8"/>
  </p:sldIdLst>
  <p:sldSz cx="13916025" cy="42291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bc79b5948d4c54" /><Relationship Type="http://schemas.openxmlformats.org/officeDocument/2006/relationships/slideMaster" Target="/ppt/slideMasters/slideMaster1.xml" Id="Raebd61b5623d49de" /><Relationship Type="http://schemas.openxmlformats.org/officeDocument/2006/relationships/notesMaster" Target="/ppt/notesMasters/notesMaster1.xml" Id="Rb94f58551b5c45ea" /><Relationship Type="http://schemas.openxmlformats.org/officeDocument/2006/relationships/presProps" Target="/ppt/presProps.xml" Id="R5abcbb70ac714de2" /><Relationship Type="http://schemas.openxmlformats.org/officeDocument/2006/relationships/tableStyles" Target="/ppt/tableStyles.xml" Id="R72d136e8068c4fc7" /><Relationship Type="http://schemas.openxmlformats.org/officeDocument/2006/relationships/slide" Target="/ppt/slides/slide1.xml" Id="R7b2bb8dfd80d44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e00917d60340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7168cfd9ca4ad1" /><Relationship Type="http://schemas.openxmlformats.org/officeDocument/2006/relationships/notesMaster" Target="/ppt/notesMasters/notesMaster1.xml" Id="R290af3f6ed1148bc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素材ID：SEC-004</ns1:t>
            </ns1:r>
          </ns1:p>
          <ns1:p>
            <ns1:r>
              <ns1:t>论文：PropertyGPT: LLM-driven Formal Verification of Smart Contracts through Retrieval-Augmented Property Generation</ns1:t>
            </ns1:r>
          </ns1:p>
          <ns1:p>
            <ns1:r>
              <ns1:t>会议：NDSS 2025</ns1:t>
            </ns1:r>
          </ns1:p>
          <ns1:p>
            <ns1:r>
              <ns1:t>奖项：Distinguished Paper Award</ns1:t>
            </ns1:r>
          </ns1:p>
          <ns1:p>
            <ns1:r>
              <ns1:t>图号：Figure 1，PDF第3页</ns1:t>
            </ns1:r>
          </ns1:p>
          <ns1:p>
            <ns1:r>
              <ns1:t>类型：系统架构</ns1:t>
            </ns1:r>
          </ns1:p>
          <ns1:p>
            <ns1:r>
              <ns1:t>借鉴点：从知识库、代码到生成-编译反馈循环，再到排序与证明，适合RAG、Agent验证和自动修复系统。</ns1:t>
            </ns1:r>
          </ns1:p>
          <ns1:p>
            <ns1:r>
              <ns1:t>论文URL：https://www.ndss-symposium.org/wp-content/uploads/2025-1357-paper.pdf</ns1:t>
            </ns1:r>
          </ns1:p>
          <ns1:p>
            <ns1:r>
              <ns1:t>官方获奖URL：https://www.ndss-symposium.org/ndss2025/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f98640496d4e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02690e7ac84533" /><Relationship Type="http://schemas.openxmlformats.org/officeDocument/2006/relationships/slideLayout" Target="/ppt/slideLayouts/slideLayout1.xml" Id="R0cd3c19571bf46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d3c19571bf46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101c6e8ae4ea2" /><Relationship Type="http://schemas.openxmlformats.org/officeDocument/2006/relationships/image" Target="/ppt/media/image.png" Id="R7c8c2394fa434c66" /><Relationship Type="http://schemas.openxmlformats.org/officeDocument/2006/relationships/image" Target="/ppt/media/image2.png" Id="R9ca8a6e9f80e434a" /><Relationship Type="http://schemas.openxmlformats.org/officeDocument/2006/relationships/notesSlide" Target="/ppt/notesSlides/notesSlide1.xml" Id="Rc4d8f2d787f34a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AEC1BF-78A6-4E44-B12E-7735C288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3" y="0"/>
            <a:ext cx="13428361" cy="4222842"/>
          </a:xfrm>
          <a:custGeom xmlns:a="http://schemas.openxmlformats.org/drawingml/2006/main">
            <a:pathLst>
              <a:path w="13428361" h="4222842">
                <a:moveTo>
                  <a:pt x="13428361" y="4222842"/>
                </a:moveTo>
                <a:lnTo>
                  <a:pt x="13428361" y="0"/>
                </a:lnTo>
                <a:lnTo>
                  <a:pt x="0" y="0"/>
                </a:lnTo>
                <a:lnTo>
                  <a:pt x="0" y="4222842"/>
                </a:lnTo>
                <a:lnTo>
                  <a:pt x="13428361" y="422284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79840B-2484-4356-A211-4F7BE6DE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3" y="0"/>
            <a:ext cx="13428361" cy="4222842"/>
          </a:xfrm>
          <a:custGeom xmlns:a="http://schemas.openxmlformats.org/drawingml/2006/main">
            <a:pathLst>
              <a:path w="13428361" h="4222842">
                <a:moveTo>
                  <a:pt x="0" y="4222842"/>
                </a:moveTo>
                <a:lnTo>
                  <a:pt x="13428361" y="4222842"/>
                </a:lnTo>
                <a:lnTo>
                  <a:pt x="13428361" y="0"/>
                </a:lnTo>
                <a:lnTo>
                  <a:pt x="0" y="0"/>
                </a:lnTo>
                <a:lnTo>
                  <a:pt x="0" y="422284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D72D4A-F556-4D6B-82E0-710AD135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64" y="3427733"/>
            <a:ext cx="1935718" cy="738072"/>
          </a:xfrm>
          <a:custGeom xmlns:a="http://schemas.openxmlformats.org/drawingml/2006/main">
            <a:pathLst>
              <a:path w="1935718" h="738072">
                <a:moveTo>
                  <a:pt x="0" y="123016"/>
                </a:moveTo>
                <a:cubicBezTo>
                  <a:pt x="0" y="55076"/>
                  <a:pt x="55076" y="0"/>
                  <a:pt x="123015" y="0"/>
                </a:cubicBezTo>
                <a:lnTo>
                  <a:pt x="1812704" y="0"/>
                </a:lnTo>
                <a:cubicBezTo>
                  <a:pt x="1880642" y="0"/>
                  <a:pt x="1935718" y="55076"/>
                  <a:pt x="1935718" y="123016"/>
                </a:cubicBezTo>
                <a:lnTo>
                  <a:pt x="1935718" y="615056"/>
                </a:lnTo>
                <a:cubicBezTo>
                  <a:pt x="1935718" y="682996"/>
                  <a:pt x="1880642" y="738072"/>
                  <a:pt x="1812704" y="738072"/>
                </a:cubicBezTo>
                <a:lnTo>
                  <a:pt x="123015" y="738072"/>
                </a:lnTo>
                <a:cubicBezTo>
                  <a:pt x="55076" y="738072"/>
                  <a:pt x="0" y="682996"/>
                  <a:pt x="0" y="615056"/>
                </a:cubicBezTo>
                <a:lnTo>
                  <a:pt x="0" y="123016"/>
                </a:lnTo>
                <a:close/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B3E486-9010-445D-9911-8D09417F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64" y="3427733"/>
            <a:ext cx="1935718" cy="738071"/>
          </a:xfrm>
          <a:custGeom xmlns:a="http://schemas.openxmlformats.org/drawingml/2006/main">
            <a:pathLst>
              <a:path w="1935718" h="738071" fill="none">
                <a:moveTo>
                  <a:pt x="0" y="123015"/>
                </a:moveTo>
                <a:cubicBezTo>
                  <a:pt x="0" y="55076"/>
                  <a:pt x="55076" y="0"/>
                  <a:pt x="123015" y="0"/>
                </a:cubicBezTo>
                <a:lnTo>
                  <a:pt x="1812703" y="0"/>
                </a:lnTo>
                <a:cubicBezTo>
                  <a:pt x="1880642" y="0"/>
                  <a:pt x="1935718" y="55076"/>
                  <a:pt x="1935718" y="123015"/>
                </a:cubicBezTo>
                <a:lnTo>
                  <a:pt x="1935718" y="615056"/>
                </a:lnTo>
                <a:cubicBezTo>
                  <a:pt x="1935718" y="682995"/>
                  <a:pt x="1880642" y="738071"/>
                  <a:pt x="1812703" y="738071"/>
                </a:cubicBezTo>
                <a:lnTo>
                  <a:pt x="123015" y="738071"/>
                </a:lnTo>
                <a:cubicBezTo>
                  <a:pt x="55076" y="738071"/>
                  <a:pt x="0" y="682995"/>
                  <a:pt x="0" y="615056"/>
                </a:cubicBezTo>
                <a:lnTo>
                  <a:pt x="0" y="12301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099" cap="flat">
            <a:solidFill>
              <a:srgbClr val="000000"/>
            </a:solidFill>
            <a:miter/>
          </a:ln>
        </p:spPr>
      </p:sp>
      <p:sp>
        <p:nvSpPr>
          <p:cNvPr id="5" name="Text Sub">
            <a:extLst xmlns:a="http://schemas.openxmlformats.org/drawingml/2006/main">
              <a:ext uri="{FF2B5EF4-FFF2-40B4-BE49-F238E27FC236}">
                <a16:creationId xmlns:a16="http://schemas.microsoft.com/office/drawing/2014/main" id="{00BE983D-7906-4F12-B8BA-BAE9EEA9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22" y="3569165"/>
            <a:ext cx="350326" cy="169930"/>
          </a:xfrm>
          <a:custGeom xmlns:a="http://schemas.openxmlformats.org/drawingml/2006/main">
            <a:pathLst>
              <a:path w="350326" h="169930">
                <a:moveTo>
                  <a:pt x="94913" y="4213"/>
                </a:moveTo>
                <a:lnTo>
                  <a:pt x="94913" y="58984"/>
                </a:lnTo>
                <a:lnTo>
                  <a:pt x="90583" y="58984"/>
                </a:lnTo>
                <a:cubicBezTo>
                  <a:pt x="89178" y="48451"/>
                  <a:pt x="86662" y="40064"/>
                  <a:pt x="83034" y="33822"/>
                </a:cubicBezTo>
                <a:cubicBezTo>
                  <a:pt x="79406" y="27581"/>
                  <a:pt x="74237" y="22626"/>
                  <a:pt x="67527" y="18959"/>
                </a:cubicBezTo>
                <a:cubicBezTo>
                  <a:pt x="60818" y="15292"/>
                  <a:pt x="53874" y="13459"/>
                  <a:pt x="46696" y="13459"/>
                </a:cubicBezTo>
                <a:cubicBezTo>
                  <a:pt x="38582" y="13459"/>
                  <a:pt x="31872" y="15935"/>
                  <a:pt x="26566" y="20887"/>
                </a:cubicBezTo>
                <a:cubicBezTo>
                  <a:pt x="21261" y="25836"/>
                  <a:pt x="18608" y="31468"/>
                  <a:pt x="18608" y="37783"/>
                </a:cubicBezTo>
                <a:cubicBezTo>
                  <a:pt x="18608" y="42618"/>
                  <a:pt x="20286" y="47022"/>
                  <a:pt x="23640" y="50997"/>
                </a:cubicBezTo>
                <a:cubicBezTo>
                  <a:pt x="28478" y="56846"/>
                  <a:pt x="39986" y="64643"/>
                  <a:pt x="58165" y="74388"/>
                </a:cubicBezTo>
                <a:cubicBezTo>
                  <a:pt x="72989" y="82339"/>
                  <a:pt x="83112" y="88440"/>
                  <a:pt x="88535" y="92689"/>
                </a:cubicBezTo>
                <a:cubicBezTo>
                  <a:pt x="93957" y="96937"/>
                  <a:pt x="98131" y="101946"/>
                  <a:pt x="101057" y="107717"/>
                </a:cubicBezTo>
                <a:cubicBezTo>
                  <a:pt x="103983" y="113486"/>
                  <a:pt x="105446" y="119527"/>
                  <a:pt x="105446" y="125842"/>
                </a:cubicBezTo>
                <a:cubicBezTo>
                  <a:pt x="105446" y="137848"/>
                  <a:pt x="100784" y="148198"/>
                  <a:pt x="91460" y="156892"/>
                </a:cubicBezTo>
                <a:cubicBezTo>
                  <a:pt x="82137" y="165584"/>
                  <a:pt x="70141" y="169930"/>
                  <a:pt x="55473" y="169930"/>
                </a:cubicBezTo>
                <a:cubicBezTo>
                  <a:pt x="50870" y="169930"/>
                  <a:pt x="46540" y="169584"/>
                  <a:pt x="42483" y="168892"/>
                </a:cubicBezTo>
                <a:cubicBezTo>
                  <a:pt x="40064" y="168506"/>
                  <a:pt x="35051" y="167101"/>
                  <a:pt x="27444" y="164675"/>
                </a:cubicBezTo>
                <a:cubicBezTo>
                  <a:pt x="19837" y="162249"/>
                  <a:pt x="15019" y="161036"/>
                  <a:pt x="12991" y="161036"/>
                </a:cubicBezTo>
                <a:cubicBezTo>
                  <a:pt x="11040" y="161036"/>
                  <a:pt x="9499" y="161614"/>
                  <a:pt x="8368" y="162769"/>
                </a:cubicBezTo>
                <a:cubicBezTo>
                  <a:pt x="7236" y="163925"/>
                  <a:pt x="6398" y="166312"/>
                  <a:pt x="5852" y="169930"/>
                </a:cubicBezTo>
                <a:lnTo>
                  <a:pt x="1521" y="169930"/>
                </a:lnTo>
                <a:lnTo>
                  <a:pt x="1521" y="115628"/>
                </a:lnTo>
                <a:lnTo>
                  <a:pt x="5852" y="115628"/>
                </a:lnTo>
                <a:cubicBezTo>
                  <a:pt x="7880" y="127019"/>
                  <a:pt x="10611" y="135542"/>
                  <a:pt x="14044" y="141199"/>
                </a:cubicBezTo>
                <a:cubicBezTo>
                  <a:pt x="17477" y="146856"/>
                  <a:pt x="22724" y="151556"/>
                  <a:pt x="29785" y="155301"/>
                </a:cubicBezTo>
                <a:cubicBezTo>
                  <a:pt x="36846" y="159046"/>
                  <a:pt x="44589" y="160919"/>
                  <a:pt x="53015" y="160919"/>
                </a:cubicBezTo>
                <a:cubicBezTo>
                  <a:pt x="62768" y="160919"/>
                  <a:pt x="70473" y="158347"/>
                  <a:pt x="76129" y="153202"/>
                </a:cubicBezTo>
                <a:cubicBezTo>
                  <a:pt x="81786" y="148055"/>
                  <a:pt x="84614" y="141973"/>
                  <a:pt x="84614" y="134956"/>
                </a:cubicBezTo>
                <a:cubicBezTo>
                  <a:pt x="84614" y="131057"/>
                  <a:pt x="83541" y="127121"/>
                  <a:pt x="81396" y="123147"/>
                </a:cubicBezTo>
                <a:cubicBezTo>
                  <a:pt x="79250" y="119170"/>
                  <a:pt x="75915" y="115467"/>
                  <a:pt x="71389" y="112036"/>
                </a:cubicBezTo>
                <a:cubicBezTo>
                  <a:pt x="68347" y="109698"/>
                  <a:pt x="60037" y="104728"/>
                  <a:pt x="46462" y="97126"/>
                </a:cubicBezTo>
                <a:cubicBezTo>
                  <a:pt x="32886" y="89523"/>
                  <a:pt x="23231" y="83462"/>
                  <a:pt x="17496" y="78942"/>
                </a:cubicBezTo>
                <a:cubicBezTo>
                  <a:pt x="11762" y="74419"/>
                  <a:pt x="7412" y="69429"/>
                  <a:pt x="4447" y="63973"/>
                </a:cubicBezTo>
                <a:cubicBezTo>
                  <a:pt x="1482" y="58514"/>
                  <a:pt x="0" y="52510"/>
                  <a:pt x="0" y="45961"/>
                </a:cubicBezTo>
                <a:cubicBezTo>
                  <a:pt x="0" y="34579"/>
                  <a:pt x="4369" y="24777"/>
                  <a:pt x="13108" y="16553"/>
                </a:cubicBezTo>
                <a:cubicBezTo>
                  <a:pt x="21846" y="8326"/>
                  <a:pt x="32964" y="4213"/>
                  <a:pt x="46462" y="4213"/>
                </a:cubicBezTo>
                <a:cubicBezTo>
                  <a:pt x="54888" y="4213"/>
                  <a:pt x="63821" y="6281"/>
                  <a:pt x="73262" y="10416"/>
                </a:cubicBezTo>
                <a:cubicBezTo>
                  <a:pt x="77631" y="12366"/>
                  <a:pt x="80713" y="13342"/>
                  <a:pt x="82508" y="13342"/>
                </a:cubicBezTo>
                <a:cubicBezTo>
                  <a:pt x="84536" y="13342"/>
                  <a:pt x="86194" y="12737"/>
                  <a:pt x="87481" y="11528"/>
                </a:cubicBezTo>
                <a:cubicBezTo>
                  <a:pt x="88769" y="10318"/>
                  <a:pt x="89802" y="7880"/>
                  <a:pt x="90583" y="4213"/>
                </a:cubicBezTo>
                <a:lnTo>
                  <a:pt x="94913" y="4213"/>
                </a:lnTo>
                <a:close/>
                <a:moveTo>
                  <a:pt x="220421" y="59218"/>
                </a:moveTo>
                <a:lnTo>
                  <a:pt x="220421" y="124171"/>
                </a:lnTo>
                <a:cubicBezTo>
                  <a:pt x="220421" y="136576"/>
                  <a:pt x="220713" y="144164"/>
                  <a:pt x="221298" y="146934"/>
                </a:cubicBezTo>
                <a:cubicBezTo>
                  <a:pt x="221883" y="149703"/>
                  <a:pt x="222820" y="151634"/>
                  <a:pt x="224107" y="152727"/>
                </a:cubicBezTo>
                <a:cubicBezTo>
                  <a:pt x="225394" y="153819"/>
                  <a:pt x="226896" y="154365"/>
                  <a:pt x="228613" y="154365"/>
                </a:cubicBezTo>
                <a:cubicBezTo>
                  <a:pt x="231031" y="154365"/>
                  <a:pt x="233762" y="153702"/>
                  <a:pt x="236805" y="152376"/>
                </a:cubicBezTo>
                <a:lnTo>
                  <a:pt x="238443" y="156472"/>
                </a:lnTo>
                <a:lnTo>
                  <a:pt x="206377" y="169696"/>
                </a:lnTo>
                <a:lnTo>
                  <a:pt x="201110" y="169696"/>
                </a:lnTo>
                <a:lnTo>
                  <a:pt x="201110" y="146992"/>
                </a:lnTo>
                <a:cubicBezTo>
                  <a:pt x="191904" y="156979"/>
                  <a:pt x="184882" y="163260"/>
                  <a:pt x="180045" y="165834"/>
                </a:cubicBezTo>
                <a:cubicBezTo>
                  <a:pt x="175207" y="168409"/>
                  <a:pt x="170097" y="169696"/>
                  <a:pt x="164713" y="169696"/>
                </a:cubicBezTo>
                <a:cubicBezTo>
                  <a:pt x="158706" y="169696"/>
                  <a:pt x="153498" y="167960"/>
                  <a:pt x="149090" y="164488"/>
                </a:cubicBezTo>
                <a:cubicBezTo>
                  <a:pt x="144681" y="161016"/>
                  <a:pt x="141619" y="156550"/>
                  <a:pt x="139903" y="151088"/>
                </a:cubicBezTo>
                <a:cubicBezTo>
                  <a:pt x="138186" y="145627"/>
                  <a:pt x="137328" y="137903"/>
                  <a:pt x="137328" y="127916"/>
                </a:cubicBezTo>
                <a:lnTo>
                  <a:pt x="137328" y="80050"/>
                </a:lnTo>
                <a:cubicBezTo>
                  <a:pt x="137328" y="74978"/>
                  <a:pt x="136782" y="71467"/>
                  <a:pt x="135689" y="69517"/>
                </a:cubicBezTo>
                <a:cubicBezTo>
                  <a:pt x="134597" y="67566"/>
                  <a:pt x="132978" y="66065"/>
                  <a:pt x="130833" y="65011"/>
                </a:cubicBezTo>
                <a:cubicBezTo>
                  <a:pt x="128687" y="63958"/>
                  <a:pt x="124805" y="63470"/>
                  <a:pt x="119188" y="63548"/>
                </a:cubicBezTo>
                <a:lnTo>
                  <a:pt x="119188" y="59218"/>
                </a:lnTo>
                <a:lnTo>
                  <a:pt x="156755" y="59218"/>
                </a:lnTo>
                <a:lnTo>
                  <a:pt x="156755" y="130783"/>
                </a:lnTo>
                <a:cubicBezTo>
                  <a:pt x="156755" y="140746"/>
                  <a:pt x="158491" y="147283"/>
                  <a:pt x="161963" y="150397"/>
                </a:cubicBezTo>
                <a:cubicBezTo>
                  <a:pt x="165435" y="153511"/>
                  <a:pt x="169629" y="155067"/>
                  <a:pt x="174544" y="155067"/>
                </a:cubicBezTo>
                <a:cubicBezTo>
                  <a:pt x="177899" y="155067"/>
                  <a:pt x="181702" y="154016"/>
                  <a:pt x="185955" y="151915"/>
                </a:cubicBezTo>
                <a:cubicBezTo>
                  <a:pt x="190207" y="149813"/>
                  <a:pt x="195259" y="145806"/>
                  <a:pt x="201110" y="139893"/>
                </a:cubicBezTo>
                <a:lnTo>
                  <a:pt x="201110" y="79307"/>
                </a:lnTo>
                <a:cubicBezTo>
                  <a:pt x="201110" y="73236"/>
                  <a:pt x="199998" y="69132"/>
                  <a:pt x="197775" y="66993"/>
                </a:cubicBezTo>
                <a:cubicBezTo>
                  <a:pt x="195551" y="64853"/>
                  <a:pt x="190928" y="63704"/>
                  <a:pt x="183907" y="63548"/>
                </a:cubicBezTo>
                <a:lnTo>
                  <a:pt x="183907" y="59218"/>
                </a:lnTo>
                <a:lnTo>
                  <a:pt x="220421" y="59218"/>
                </a:lnTo>
                <a:close/>
                <a:moveTo>
                  <a:pt x="275660" y="77826"/>
                </a:moveTo>
                <a:cubicBezTo>
                  <a:pt x="286036" y="63392"/>
                  <a:pt x="297232" y="56175"/>
                  <a:pt x="309248" y="56175"/>
                </a:cubicBezTo>
                <a:cubicBezTo>
                  <a:pt x="320249" y="56175"/>
                  <a:pt x="329845" y="60871"/>
                  <a:pt x="338038" y="70263"/>
                </a:cubicBezTo>
                <a:cubicBezTo>
                  <a:pt x="346230" y="79655"/>
                  <a:pt x="350326" y="92495"/>
                  <a:pt x="350326" y="108785"/>
                </a:cubicBezTo>
                <a:cubicBezTo>
                  <a:pt x="350326" y="127803"/>
                  <a:pt x="344006" y="143118"/>
                  <a:pt x="331367" y="154731"/>
                </a:cubicBezTo>
                <a:cubicBezTo>
                  <a:pt x="320522" y="164708"/>
                  <a:pt x="308429" y="169696"/>
                  <a:pt x="295087" y="169696"/>
                </a:cubicBezTo>
                <a:cubicBezTo>
                  <a:pt x="288845" y="169696"/>
                  <a:pt x="282506" y="168565"/>
                  <a:pt x="276069" y="166302"/>
                </a:cubicBezTo>
                <a:cubicBezTo>
                  <a:pt x="269632" y="164040"/>
                  <a:pt x="263059" y="160646"/>
                  <a:pt x="256349" y="156121"/>
                </a:cubicBezTo>
                <a:lnTo>
                  <a:pt x="256349" y="45057"/>
                </a:lnTo>
                <a:cubicBezTo>
                  <a:pt x="256349" y="32886"/>
                  <a:pt x="256057" y="25396"/>
                  <a:pt x="255472" y="22587"/>
                </a:cubicBezTo>
                <a:cubicBezTo>
                  <a:pt x="254886" y="19778"/>
                  <a:pt x="253970" y="17867"/>
                  <a:pt x="252721" y="16853"/>
                </a:cubicBezTo>
                <a:cubicBezTo>
                  <a:pt x="251473" y="15838"/>
                  <a:pt x="249913" y="15331"/>
                  <a:pt x="248040" y="15331"/>
                </a:cubicBezTo>
                <a:cubicBezTo>
                  <a:pt x="245855" y="15331"/>
                  <a:pt x="243125" y="15955"/>
                  <a:pt x="239848" y="17204"/>
                </a:cubicBezTo>
                <a:lnTo>
                  <a:pt x="238209" y="13108"/>
                </a:lnTo>
                <a:lnTo>
                  <a:pt x="270393" y="0"/>
                </a:lnTo>
                <a:lnTo>
                  <a:pt x="275660" y="0"/>
                </a:lnTo>
                <a:lnTo>
                  <a:pt x="275660" y="77826"/>
                </a:lnTo>
                <a:moveTo>
                  <a:pt x="275660" y="85283"/>
                </a:moveTo>
                <a:lnTo>
                  <a:pt x="275660" y="149249"/>
                </a:lnTo>
                <a:cubicBezTo>
                  <a:pt x="279639" y="153137"/>
                  <a:pt x="283754" y="156074"/>
                  <a:pt x="288006" y="158059"/>
                </a:cubicBezTo>
                <a:cubicBezTo>
                  <a:pt x="292259" y="160044"/>
                  <a:pt x="296608" y="161036"/>
                  <a:pt x="301056" y="161036"/>
                </a:cubicBezTo>
                <a:cubicBezTo>
                  <a:pt x="308155" y="161036"/>
                  <a:pt x="314768" y="157146"/>
                  <a:pt x="320892" y="149366"/>
                </a:cubicBezTo>
                <a:cubicBezTo>
                  <a:pt x="327017" y="141583"/>
                  <a:pt x="330079" y="130260"/>
                  <a:pt x="330079" y="115397"/>
                </a:cubicBezTo>
                <a:cubicBezTo>
                  <a:pt x="330079" y="101702"/>
                  <a:pt x="327017" y="91178"/>
                  <a:pt x="320892" y="83824"/>
                </a:cubicBezTo>
                <a:cubicBezTo>
                  <a:pt x="314768" y="76471"/>
                  <a:pt x="307804" y="72794"/>
                  <a:pt x="300002" y="72794"/>
                </a:cubicBezTo>
                <a:cubicBezTo>
                  <a:pt x="295867" y="72794"/>
                  <a:pt x="291732" y="73845"/>
                  <a:pt x="287597" y="75946"/>
                </a:cubicBezTo>
                <a:cubicBezTo>
                  <a:pt x="284476" y="77502"/>
                  <a:pt x="280497" y="80614"/>
                  <a:pt x="275660" y="852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Text jectCode">
            <a:extLst xmlns:a="http://schemas.openxmlformats.org/drawingml/2006/main">
              <a:ext uri="{FF2B5EF4-FFF2-40B4-BE49-F238E27FC236}">
                <a16:creationId xmlns:a16="http://schemas.microsoft.com/office/drawing/2014/main" id="{B1C2D993-426F-4237-B10F-75E4B198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83" y="3569165"/>
            <a:ext cx="923369" cy="218147"/>
          </a:xfrm>
          <a:custGeom xmlns:a="http://schemas.openxmlformats.org/drawingml/2006/main">
            <a:pathLst>
              <a:path w="923369" h="218147">
                <a:moveTo>
                  <a:pt x="53015" y="0"/>
                </a:moveTo>
                <a:cubicBezTo>
                  <a:pt x="56370" y="0"/>
                  <a:pt x="59218" y="1165"/>
                  <a:pt x="61559" y="3496"/>
                </a:cubicBezTo>
                <a:cubicBezTo>
                  <a:pt x="63899" y="5825"/>
                  <a:pt x="65070" y="8658"/>
                  <a:pt x="65070" y="11996"/>
                </a:cubicBezTo>
                <a:cubicBezTo>
                  <a:pt x="65070" y="15256"/>
                  <a:pt x="63899" y="18051"/>
                  <a:pt x="61559" y="20382"/>
                </a:cubicBezTo>
                <a:cubicBezTo>
                  <a:pt x="59218" y="22710"/>
                  <a:pt x="56370" y="23875"/>
                  <a:pt x="53015" y="23875"/>
                </a:cubicBezTo>
                <a:cubicBezTo>
                  <a:pt x="49739" y="23875"/>
                  <a:pt x="46930" y="22710"/>
                  <a:pt x="44589" y="20382"/>
                </a:cubicBezTo>
                <a:cubicBezTo>
                  <a:pt x="42249" y="18051"/>
                  <a:pt x="41078" y="15256"/>
                  <a:pt x="41078" y="11996"/>
                </a:cubicBezTo>
                <a:cubicBezTo>
                  <a:pt x="41078" y="8658"/>
                  <a:pt x="42249" y="5825"/>
                  <a:pt x="44589" y="3496"/>
                </a:cubicBezTo>
                <a:cubicBezTo>
                  <a:pt x="46930" y="1165"/>
                  <a:pt x="49739" y="0"/>
                  <a:pt x="53015" y="0"/>
                </a:cubicBezTo>
                <a:moveTo>
                  <a:pt x="63080" y="56175"/>
                </a:moveTo>
                <a:lnTo>
                  <a:pt x="63080" y="164002"/>
                </a:lnTo>
                <a:cubicBezTo>
                  <a:pt x="63080" y="182322"/>
                  <a:pt x="59179" y="195926"/>
                  <a:pt x="51377" y="204813"/>
                </a:cubicBezTo>
                <a:cubicBezTo>
                  <a:pt x="43575" y="213703"/>
                  <a:pt x="33432" y="218147"/>
                  <a:pt x="20949" y="218147"/>
                </a:cubicBezTo>
                <a:cubicBezTo>
                  <a:pt x="13849" y="218147"/>
                  <a:pt x="8582" y="216860"/>
                  <a:pt x="5149" y="214285"/>
                </a:cubicBezTo>
                <a:cubicBezTo>
                  <a:pt x="1716" y="211711"/>
                  <a:pt x="0" y="209058"/>
                  <a:pt x="0" y="206327"/>
                </a:cubicBezTo>
                <a:cubicBezTo>
                  <a:pt x="0" y="203597"/>
                  <a:pt x="956" y="201256"/>
                  <a:pt x="2867" y="199305"/>
                </a:cubicBezTo>
                <a:cubicBezTo>
                  <a:pt x="4779" y="197355"/>
                  <a:pt x="7022" y="196380"/>
                  <a:pt x="9597" y="196380"/>
                </a:cubicBezTo>
                <a:cubicBezTo>
                  <a:pt x="11625" y="196380"/>
                  <a:pt x="13693" y="196887"/>
                  <a:pt x="15799" y="197901"/>
                </a:cubicBezTo>
                <a:cubicBezTo>
                  <a:pt x="17126" y="198447"/>
                  <a:pt x="19681" y="200417"/>
                  <a:pt x="23465" y="203811"/>
                </a:cubicBezTo>
                <a:cubicBezTo>
                  <a:pt x="27249" y="207205"/>
                  <a:pt x="30428" y="208902"/>
                  <a:pt x="33003" y="208902"/>
                </a:cubicBezTo>
                <a:cubicBezTo>
                  <a:pt x="34876" y="208902"/>
                  <a:pt x="36709" y="208180"/>
                  <a:pt x="38504" y="206737"/>
                </a:cubicBezTo>
                <a:cubicBezTo>
                  <a:pt x="40298" y="205296"/>
                  <a:pt x="41624" y="202880"/>
                  <a:pt x="42483" y="199488"/>
                </a:cubicBezTo>
                <a:cubicBezTo>
                  <a:pt x="43341" y="196097"/>
                  <a:pt x="43770" y="188749"/>
                  <a:pt x="43770" y="177446"/>
                </a:cubicBezTo>
                <a:lnTo>
                  <a:pt x="43770" y="101200"/>
                </a:lnTo>
                <a:cubicBezTo>
                  <a:pt x="43770" y="89426"/>
                  <a:pt x="43419" y="81863"/>
                  <a:pt x="42717" y="78510"/>
                </a:cubicBezTo>
                <a:cubicBezTo>
                  <a:pt x="42170" y="75938"/>
                  <a:pt x="41312" y="74165"/>
                  <a:pt x="40142" y="73192"/>
                </a:cubicBezTo>
                <a:cubicBezTo>
                  <a:pt x="38972" y="72217"/>
                  <a:pt x="37372" y="71730"/>
                  <a:pt x="35344" y="71730"/>
                </a:cubicBezTo>
                <a:cubicBezTo>
                  <a:pt x="33159" y="71730"/>
                  <a:pt x="30506" y="72314"/>
                  <a:pt x="27385" y="73481"/>
                </a:cubicBezTo>
                <a:lnTo>
                  <a:pt x="25747" y="69272"/>
                </a:lnTo>
                <a:lnTo>
                  <a:pt x="58048" y="56175"/>
                </a:lnTo>
                <a:lnTo>
                  <a:pt x="63080" y="56175"/>
                </a:lnTo>
                <a:close/>
                <a:moveTo>
                  <a:pt x="110854" y="99711"/>
                </a:moveTo>
                <a:cubicBezTo>
                  <a:pt x="110776" y="115591"/>
                  <a:pt x="114638" y="128046"/>
                  <a:pt x="122440" y="137077"/>
                </a:cubicBezTo>
                <a:cubicBezTo>
                  <a:pt x="130242" y="146106"/>
                  <a:pt x="139410" y="150620"/>
                  <a:pt x="149943" y="150620"/>
                </a:cubicBezTo>
                <a:cubicBezTo>
                  <a:pt x="156965" y="150620"/>
                  <a:pt x="163070" y="148689"/>
                  <a:pt x="168258" y="144827"/>
                </a:cubicBezTo>
                <a:cubicBezTo>
                  <a:pt x="173447" y="140965"/>
                  <a:pt x="177796" y="134353"/>
                  <a:pt x="181307" y="124990"/>
                </a:cubicBezTo>
                <a:lnTo>
                  <a:pt x="184935" y="127331"/>
                </a:lnTo>
                <a:cubicBezTo>
                  <a:pt x="183297" y="138020"/>
                  <a:pt x="178537" y="147753"/>
                  <a:pt x="170657" y="156530"/>
                </a:cubicBezTo>
                <a:cubicBezTo>
                  <a:pt x="162777" y="165308"/>
                  <a:pt x="152907" y="169696"/>
                  <a:pt x="141048" y="169696"/>
                </a:cubicBezTo>
                <a:cubicBezTo>
                  <a:pt x="128175" y="169696"/>
                  <a:pt x="117154" y="164694"/>
                  <a:pt x="107987" y="154691"/>
                </a:cubicBezTo>
                <a:cubicBezTo>
                  <a:pt x="98819" y="144684"/>
                  <a:pt x="94235" y="131233"/>
                  <a:pt x="94235" y="114337"/>
                </a:cubicBezTo>
                <a:cubicBezTo>
                  <a:pt x="94235" y="96041"/>
                  <a:pt x="98936" y="81774"/>
                  <a:pt x="108338" y="71536"/>
                </a:cubicBezTo>
                <a:cubicBezTo>
                  <a:pt x="117739" y="61295"/>
                  <a:pt x="129540" y="56175"/>
                  <a:pt x="143740" y="56175"/>
                </a:cubicBezTo>
                <a:cubicBezTo>
                  <a:pt x="155755" y="56175"/>
                  <a:pt x="165625" y="60125"/>
                  <a:pt x="173349" y="68025"/>
                </a:cubicBezTo>
                <a:cubicBezTo>
                  <a:pt x="181073" y="75922"/>
                  <a:pt x="184935" y="86484"/>
                  <a:pt x="184935" y="99711"/>
                </a:cubicBezTo>
                <a:lnTo>
                  <a:pt x="110854" y="99711"/>
                </a:lnTo>
                <a:moveTo>
                  <a:pt x="110854" y="92923"/>
                </a:moveTo>
                <a:lnTo>
                  <a:pt x="160475" y="92923"/>
                </a:lnTo>
                <a:cubicBezTo>
                  <a:pt x="160085" y="86057"/>
                  <a:pt x="159266" y="81220"/>
                  <a:pt x="158018" y="78411"/>
                </a:cubicBezTo>
                <a:cubicBezTo>
                  <a:pt x="156067" y="74042"/>
                  <a:pt x="153161" y="70609"/>
                  <a:pt x="149299" y="68113"/>
                </a:cubicBezTo>
                <a:cubicBezTo>
                  <a:pt x="145437" y="65616"/>
                  <a:pt x="141399" y="64368"/>
                  <a:pt x="137186" y="64368"/>
                </a:cubicBezTo>
                <a:cubicBezTo>
                  <a:pt x="130710" y="64368"/>
                  <a:pt x="124917" y="66884"/>
                  <a:pt x="119807" y="71916"/>
                </a:cubicBezTo>
                <a:cubicBezTo>
                  <a:pt x="114697" y="76948"/>
                  <a:pt x="111712" y="83951"/>
                  <a:pt x="110854" y="92923"/>
                </a:cubicBezTo>
                <a:close/>
                <a:moveTo>
                  <a:pt x="289629" y="125692"/>
                </a:moveTo>
                <a:cubicBezTo>
                  <a:pt x="286743" y="139814"/>
                  <a:pt x="281086" y="150679"/>
                  <a:pt x="272660" y="158286"/>
                </a:cubicBezTo>
                <a:cubicBezTo>
                  <a:pt x="264233" y="165893"/>
                  <a:pt x="254910" y="169696"/>
                  <a:pt x="244689" y="169696"/>
                </a:cubicBezTo>
                <a:cubicBezTo>
                  <a:pt x="232518" y="169696"/>
                  <a:pt x="221907" y="164592"/>
                  <a:pt x="212856" y="154383"/>
                </a:cubicBezTo>
                <a:cubicBezTo>
                  <a:pt x="203806" y="144172"/>
                  <a:pt x="199281" y="130376"/>
                  <a:pt x="199281" y="112994"/>
                </a:cubicBezTo>
                <a:cubicBezTo>
                  <a:pt x="199281" y="96159"/>
                  <a:pt x="204294" y="82481"/>
                  <a:pt x="214319" y="71960"/>
                </a:cubicBezTo>
                <a:cubicBezTo>
                  <a:pt x="224345" y="61437"/>
                  <a:pt x="236380" y="56175"/>
                  <a:pt x="250424" y="56175"/>
                </a:cubicBezTo>
                <a:cubicBezTo>
                  <a:pt x="260957" y="56175"/>
                  <a:pt x="269617" y="58956"/>
                  <a:pt x="276405" y="64518"/>
                </a:cubicBezTo>
                <a:cubicBezTo>
                  <a:pt x="283193" y="70077"/>
                  <a:pt x="286587" y="75850"/>
                  <a:pt x="286587" y="81838"/>
                </a:cubicBezTo>
                <a:cubicBezTo>
                  <a:pt x="286587" y="84793"/>
                  <a:pt x="285631" y="87185"/>
                  <a:pt x="283719" y="89014"/>
                </a:cubicBezTo>
                <a:cubicBezTo>
                  <a:pt x="281808" y="90840"/>
                  <a:pt x="279136" y="91753"/>
                  <a:pt x="275703" y="91753"/>
                </a:cubicBezTo>
                <a:cubicBezTo>
                  <a:pt x="271099" y="91753"/>
                  <a:pt x="267627" y="90271"/>
                  <a:pt x="265287" y="87306"/>
                </a:cubicBezTo>
                <a:cubicBezTo>
                  <a:pt x="263960" y="85667"/>
                  <a:pt x="263083" y="82547"/>
                  <a:pt x="262654" y="77943"/>
                </a:cubicBezTo>
                <a:cubicBezTo>
                  <a:pt x="262224" y="73340"/>
                  <a:pt x="260644" y="69829"/>
                  <a:pt x="257914" y="67410"/>
                </a:cubicBezTo>
                <a:cubicBezTo>
                  <a:pt x="255183" y="65070"/>
                  <a:pt x="251399" y="63899"/>
                  <a:pt x="246562" y="63899"/>
                </a:cubicBezTo>
                <a:cubicBezTo>
                  <a:pt x="238760" y="63899"/>
                  <a:pt x="232479" y="66786"/>
                  <a:pt x="227720" y="72560"/>
                </a:cubicBezTo>
                <a:cubicBezTo>
                  <a:pt x="221400" y="80206"/>
                  <a:pt x="218240" y="90310"/>
                  <a:pt x="218240" y="102871"/>
                </a:cubicBezTo>
                <a:cubicBezTo>
                  <a:pt x="218240" y="115667"/>
                  <a:pt x="221380" y="126960"/>
                  <a:pt x="227661" y="136752"/>
                </a:cubicBezTo>
                <a:cubicBezTo>
                  <a:pt x="233942" y="146543"/>
                  <a:pt x="242427" y="151439"/>
                  <a:pt x="253115" y="151439"/>
                </a:cubicBezTo>
                <a:cubicBezTo>
                  <a:pt x="260762" y="151439"/>
                  <a:pt x="267627" y="148826"/>
                  <a:pt x="273713" y="143598"/>
                </a:cubicBezTo>
                <a:cubicBezTo>
                  <a:pt x="278004" y="140009"/>
                  <a:pt x="282178" y="133494"/>
                  <a:pt x="286235" y="124054"/>
                </a:cubicBezTo>
                <a:lnTo>
                  <a:pt x="289629" y="125692"/>
                </a:lnTo>
                <a:close/>
                <a:moveTo>
                  <a:pt x="335456" y="23875"/>
                </a:moveTo>
                <a:lnTo>
                  <a:pt x="335456" y="59218"/>
                </a:lnTo>
                <a:lnTo>
                  <a:pt x="360501" y="59218"/>
                </a:lnTo>
                <a:lnTo>
                  <a:pt x="360501" y="67410"/>
                </a:lnTo>
                <a:lnTo>
                  <a:pt x="335456" y="67410"/>
                </a:lnTo>
                <a:lnTo>
                  <a:pt x="335456" y="136832"/>
                </a:lnTo>
                <a:cubicBezTo>
                  <a:pt x="335456" y="143769"/>
                  <a:pt x="336451" y="148445"/>
                  <a:pt x="338441" y="150861"/>
                </a:cubicBezTo>
                <a:cubicBezTo>
                  <a:pt x="340430" y="153275"/>
                  <a:pt x="342985" y="154482"/>
                  <a:pt x="346106" y="154482"/>
                </a:cubicBezTo>
                <a:cubicBezTo>
                  <a:pt x="348681" y="154482"/>
                  <a:pt x="351178" y="153682"/>
                  <a:pt x="353596" y="152083"/>
                </a:cubicBezTo>
                <a:cubicBezTo>
                  <a:pt x="356015" y="150484"/>
                  <a:pt x="357888" y="148123"/>
                  <a:pt x="359214" y="145003"/>
                </a:cubicBezTo>
                <a:lnTo>
                  <a:pt x="363778" y="145003"/>
                </a:lnTo>
                <a:cubicBezTo>
                  <a:pt x="361047" y="152671"/>
                  <a:pt x="357185" y="158470"/>
                  <a:pt x="352192" y="162400"/>
                </a:cubicBezTo>
                <a:cubicBezTo>
                  <a:pt x="347199" y="166328"/>
                  <a:pt x="342049" y="168292"/>
                  <a:pt x="336744" y="168292"/>
                </a:cubicBezTo>
                <a:cubicBezTo>
                  <a:pt x="333155" y="168292"/>
                  <a:pt x="329644" y="167296"/>
                  <a:pt x="326211" y="165304"/>
                </a:cubicBezTo>
                <a:cubicBezTo>
                  <a:pt x="322778" y="163312"/>
                  <a:pt x="320242" y="160462"/>
                  <a:pt x="318604" y="156753"/>
                </a:cubicBezTo>
                <a:cubicBezTo>
                  <a:pt x="316965" y="153042"/>
                  <a:pt x="316146" y="147320"/>
                  <a:pt x="316146" y="139586"/>
                </a:cubicBezTo>
                <a:lnTo>
                  <a:pt x="316146" y="67410"/>
                </a:lnTo>
                <a:lnTo>
                  <a:pt x="299177" y="67410"/>
                </a:lnTo>
                <a:lnTo>
                  <a:pt x="299177" y="63548"/>
                </a:lnTo>
                <a:cubicBezTo>
                  <a:pt x="303468" y="61827"/>
                  <a:pt x="307856" y="58912"/>
                  <a:pt x="312343" y="54804"/>
                </a:cubicBezTo>
                <a:cubicBezTo>
                  <a:pt x="316829" y="50696"/>
                  <a:pt x="320827" y="45824"/>
                  <a:pt x="324338" y="40189"/>
                </a:cubicBezTo>
                <a:cubicBezTo>
                  <a:pt x="326133" y="37217"/>
                  <a:pt x="328630" y="31779"/>
                  <a:pt x="331828" y="23875"/>
                </a:cubicBezTo>
                <a:lnTo>
                  <a:pt x="335456" y="23875"/>
                </a:lnTo>
                <a:close/>
                <a:moveTo>
                  <a:pt x="568024" y="4213"/>
                </a:moveTo>
                <a:lnTo>
                  <a:pt x="571652" y="58048"/>
                </a:lnTo>
                <a:lnTo>
                  <a:pt x="568024" y="58048"/>
                </a:lnTo>
                <a:cubicBezTo>
                  <a:pt x="563186" y="41856"/>
                  <a:pt x="556281" y="30202"/>
                  <a:pt x="547309" y="23085"/>
                </a:cubicBezTo>
                <a:cubicBezTo>
                  <a:pt x="538336" y="15965"/>
                  <a:pt x="527570" y="12405"/>
                  <a:pt x="515008" y="12405"/>
                </a:cubicBezTo>
                <a:cubicBezTo>
                  <a:pt x="504475" y="12405"/>
                  <a:pt x="494957" y="15080"/>
                  <a:pt x="486452" y="20429"/>
                </a:cubicBezTo>
                <a:cubicBezTo>
                  <a:pt x="477948" y="25776"/>
                  <a:pt x="471258" y="34306"/>
                  <a:pt x="466381" y="46019"/>
                </a:cubicBezTo>
                <a:cubicBezTo>
                  <a:pt x="461505" y="57732"/>
                  <a:pt x="459067" y="72295"/>
                  <a:pt x="459067" y="89709"/>
                </a:cubicBezTo>
                <a:cubicBezTo>
                  <a:pt x="459067" y="104074"/>
                  <a:pt x="461368" y="116528"/>
                  <a:pt x="465972" y="127071"/>
                </a:cubicBezTo>
                <a:cubicBezTo>
                  <a:pt x="470575" y="137611"/>
                  <a:pt x="477499" y="145693"/>
                  <a:pt x="486745" y="151315"/>
                </a:cubicBezTo>
                <a:cubicBezTo>
                  <a:pt x="495990" y="156937"/>
                  <a:pt x="506543" y="159749"/>
                  <a:pt x="518402" y="159749"/>
                </a:cubicBezTo>
                <a:cubicBezTo>
                  <a:pt x="528701" y="159749"/>
                  <a:pt x="537790" y="157544"/>
                  <a:pt x="545670" y="153136"/>
                </a:cubicBezTo>
                <a:cubicBezTo>
                  <a:pt x="553551" y="148728"/>
                  <a:pt x="562211" y="139970"/>
                  <a:pt x="571652" y="126863"/>
                </a:cubicBezTo>
                <a:lnTo>
                  <a:pt x="575280" y="129196"/>
                </a:lnTo>
                <a:cubicBezTo>
                  <a:pt x="567321" y="143281"/>
                  <a:pt x="558037" y="153592"/>
                  <a:pt x="547426" y="160129"/>
                </a:cubicBezTo>
                <a:cubicBezTo>
                  <a:pt x="536815" y="166663"/>
                  <a:pt x="524215" y="169930"/>
                  <a:pt x="509625" y="169930"/>
                </a:cubicBezTo>
                <a:cubicBezTo>
                  <a:pt x="483331" y="169930"/>
                  <a:pt x="462968" y="160191"/>
                  <a:pt x="448534" y="140713"/>
                </a:cubicBezTo>
                <a:cubicBezTo>
                  <a:pt x="437767" y="126223"/>
                  <a:pt x="432384" y="109160"/>
                  <a:pt x="432384" y="89526"/>
                </a:cubicBezTo>
                <a:cubicBezTo>
                  <a:pt x="432384" y="73709"/>
                  <a:pt x="435934" y="59179"/>
                  <a:pt x="443033" y="45935"/>
                </a:cubicBezTo>
                <a:cubicBezTo>
                  <a:pt x="450133" y="32691"/>
                  <a:pt x="459906" y="22426"/>
                  <a:pt x="472350" y="15141"/>
                </a:cubicBezTo>
                <a:cubicBezTo>
                  <a:pt x="484794" y="7856"/>
                  <a:pt x="498390" y="4213"/>
                  <a:pt x="513136" y="4213"/>
                </a:cubicBezTo>
                <a:cubicBezTo>
                  <a:pt x="524605" y="4213"/>
                  <a:pt x="535918" y="7022"/>
                  <a:pt x="547075" y="12639"/>
                </a:cubicBezTo>
                <a:cubicBezTo>
                  <a:pt x="550352" y="14356"/>
                  <a:pt x="552692" y="15214"/>
                  <a:pt x="554097" y="15214"/>
                </a:cubicBezTo>
                <a:cubicBezTo>
                  <a:pt x="556203" y="15214"/>
                  <a:pt x="558037" y="14473"/>
                  <a:pt x="559597" y="12991"/>
                </a:cubicBezTo>
                <a:cubicBezTo>
                  <a:pt x="561626" y="10884"/>
                  <a:pt x="563069" y="7958"/>
                  <a:pt x="563927" y="4213"/>
                </a:cubicBezTo>
                <a:lnTo>
                  <a:pt x="568024" y="4213"/>
                </a:lnTo>
                <a:close/>
                <a:moveTo>
                  <a:pt x="644014" y="56175"/>
                </a:moveTo>
                <a:cubicBezTo>
                  <a:pt x="660243" y="56175"/>
                  <a:pt x="673272" y="62333"/>
                  <a:pt x="683103" y="74648"/>
                </a:cubicBezTo>
                <a:cubicBezTo>
                  <a:pt x="691451" y="85169"/>
                  <a:pt x="695625" y="97250"/>
                  <a:pt x="695625" y="110891"/>
                </a:cubicBezTo>
                <a:cubicBezTo>
                  <a:pt x="695625" y="120478"/>
                  <a:pt x="693324" y="130182"/>
                  <a:pt x="688720" y="140003"/>
                </a:cubicBezTo>
                <a:cubicBezTo>
                  <a:pt x="684117" y="149822"/>
                  <a:pt x="677778" y="157225"/>
                  <a:pt x="669703" y="162214"/>
                </a:cubicBezTo>
                <a:cubicBezTo>
                  <a:pt x="661628" y="167202"/>
                  <a:pt x="652636" y="169696"/>
                  <a:pt x="642727" y="169696"/>
                </a:cubicBezTo>
                <a:cubicBezTo>
                  <a:pt x="626577" y="169696"/>
                  <a:pt x="613742" y="163266"/>
                  <a:pt x="604223" y="150404"/>
                </a:cubicBezTo>
                <a:cubicBezTo>
                  <a:pt x="596187" y="139572"/>
                  <a:pt x="592169" y="127414"/>
                  <a:pt x="592169" y="113931"/>
                </a:cubicBezTo>
                <a:cubicBezTo>
                  <a:pt x="592169" y="104110"/>
                  <a:pt x="594607" y="94347"/>
                  <a:pt x="599484" y="84643"/>
                </a:cubicBezTo>
                <a:cubicBezTo>
                  <a:pt x="604360" y="74939"/>
                  <a:pt x="610777" y="67769"/>
                  <a:pt x="618735" y="63131"/>
                </a:cubicBezTo>
                <a:cubicBezTo>
                  <a:pt x="626694" y="58494"/>
                  <a:pt x="635120" y="56175"/>
                  <a:pt x="644014" y="56175"/>
                </a:cubicBezTo>
                <a:moveTo>
                  <a:pt x="640386" y="63899"/>
                </a:moveTo>
                <a:cubicBezTo>
                  <a:pt x="636251" y="63899"/>
                  <a:pt x="632097" y="65127"/>
                  <a:pt x="627922" y="67582"/>
                </a:cubicBezTo>
                <a:cubicBezTo>
                  <a:pt x="623748" y="70038"/>
                  <a:pt x="620374" y="74343"/>
                  <a:pt x="617799" y="80500"/>
                </a:cubicBezTo>
                <a:cubicBezTo>
                  <a:pt x="615224" y="86656"/>
                  <a:pt x="613937" y="94565"/>
                  <a:pt x="613937" y="104228"/>
                </a:cubicBezTo>
                <a:cubicBezTo>
                  <a:pt x="613937" y="119813"/>
                  <a:pt x="617038" y="133255"/>
                  <a:pt x="623241" y="144556"/>
                </a:cubicBezTo>
                <a:cubicBezTo>
                  <a:pt x="629444" y="155855"/>
                  <a:pt x="637617" y="161504"/>
                  <a:pt x="647759" y="161504"/>
                </a:cubicBezTo>
                <a:cubicBezTo>
                  <a:pt x="655327" y="161504"/>
                  <a:pt x="661569" y="158387"/>
                  <a:pt x="666484" y="152152"/>
                </a:cubicBezTo>
                <a:cubicBezTo>
                  <a:pt x="671400" y="145918"/>
                  <a:pt x="673857" y="135204"/>
                  <a:pt x="673857" y="120009"/>
                </a:cubicBezTo>
                <a:cubicBezTo>
                  <a:pt x="673857" y="100994"/>
                  <a:pt x="669761" y="86031"/>
                  <a:pt x="661569" y="75120"/>
                </a:cubicBezTo>
                <a:cubicBezTo>
                  <a:pt x="656030" y="67640"/>
                  <a:pt x="648969" y="63899"/>
                  <a:pt x="640386" y="63899"/>
                </a:cubicBezTo>
                <a:close/>
                <a:moveTo>
                  <a:pt x="787144" y="154365"/>
                </a:moveTo>
                <a:cubicBezTo>
                  <a:pt x="781917" y="159827"/>
                  <a:pt x="776807" y="163747"/>
                  <a:pt x="771813" y="166127"/>
                </a:cubicBezTo>
                <a:cubicBezTo>
                  <a:pt x="766820" y="168506"/>
                  <a:pt x="761436" y="169696"/>
                  <a:pt x="755663" y="169696"/>
                </a:cubicBezTo>
                <a:cubicBezTo>
                  <a:pt x="743960" y="169696"/>
                  <a:pt x="733739" y="164811"/>
                  <a:pt x="725000" y="155042"/>
                </a:cubicBezTo>
                <a:cubicBezTo>
                  <a:pt x="716262" y="145270"/>
                  <a:pt x="711893" y="132713"/>
                  <a:pt x="711893" y="117372"/>
                </a:cubicBezTo>
                <a:cubicBezTo>
                  <a:pt x="711893" y="102034"/>
                  <a:pt x="716730" y="87999"/>
                  <a:pt x="726405" y="75270"/>
                </a:cubicBezTo>
                <a:cubicBezTo>
                  <a:pt x="736079" y="62540"/>
                  <a:pt x="748524" y="56175"/>
                  <a:pt x="763738" y="56175"/>
                </a:cubicBezTo>
                <a:cubicBezTo>
                  <a:pt x="773179" y="56175"/>
                  <a:pt x="780981" y="59179"/>
                  <a:pt x="787144" y="65187"/>
                </a:cubicBezTo>
                <a:lnTo>
                  <a:pt x="787144" y="45365"/>
                </a:lnTo>
                <a:cubicBezTo>
                  <a:pt x="787144" y="33064"/>
                  <a:pt x="786852" y="25503"/>
                  <a:pt x="786267" y="22682"/>
                </a:cubicBezTo>
                <a:cubicBezTo>
                  <a:pt x="785681" y="19861"/>
                  <a:pt x="784765" y="17942"/>
                  <a:pt x="783516" y="16926"/>
                </a:cubicBezTo>
                <a:cubicBezTo>
                  <a:pt x="782268" y="15907"/>
                  <a:pt x="780708" y="15397"/>
                  <a:pt x="778835" y="15397"/>
                </a:cubicBezTo>
                <a:cubicBezTo>
                  <a:pt x="776807" y="15397"/>
                  <a:pt x="774115" y="16024"/>
                  <a:pt x="770760" y="17277"/>
                </a:cubicBezTo>
                <a:lnTo>
                  <a:pt x="769238" y="13162"/>
                </a:lnTo>
                <a:lnTo>
                  <a:pt x="801188" y="0"/>
                </a:lnTo>
                <a:lnTo>
                  <a:pt x="806455" y="0"/>
                </a:lnTo>
                <a:lnTo>
                  <a:pt x="806455" y="123937"/>
                </a:lnTo>
                <a:cubicBezTo>
                  <a:pt x="806455" y="136498"/>
                  <a:pt x="806747" y="144164"/>
                  <a:pt x="807332" y="146934"/>
                </a:cubicBezTo>
                <a:cubicBezTo>
                  <a:pt x="807917" y="149703"/>
                  <a:pt x="808854" y="151634"/>
                  <a:pt x="810141" y="152727"/>
                </a:cubicBezTo>
                <a:cubicBezTo>
                  <a:pt x="811428" y="153819"/>
                  <a:pt x="812930" y="154365"/>
                  <a:pt x="814647" y="154365"/>
                </a:cubicBezTo>
                <a:cubicBezTo>
                  <a:pt x="816753" y="154365"/>
                  <a:pt x="819562" y="153702"/>
                  <a:pt x="823073" y="152376"/>
                </a:cubicBezTo>
                <a:lnTo>
                  <a:pt x="824360" y="156472"/>
                </a:lnTo>
                <a:lnTo>
                  <a:pt x="792528" y="169696"/>
                </a:lnTo>
                <a:lnTo>
                  <a:pt x="787144" y="169696"/>
                </a:lnTo>
                <a:lnTo>
                  <a:pt x="787144" y="154365"/>
                </a:lnTo>
                <a:moveTo>
                  <a:pt x="787144" y="146198"/>
                </a:moveTo>
                <a:lnTo>
                  <a:pt x="787144" y="91098"/>
                </a:lnTo>
                <a:cubicBezTo>
                  <a:pt x="786676" y="85805"/>
                  <a:pt x="785272" y="80980"/>
                  <a:pt x="782931" y="76623"/>
                </a:cubicBezTo>
                <a:cubicBezTo>
                  <a:pt x="780591" y="72264"/>
                  <a:pt x="777489" y="68976"/>
                  <a:pt x="773627" y="66759"/>
                </a:cubicBezTo>
                <a:cubicBezTo>
                  <a:pt x="769765" y="64541"/>
                  <a:pt x="766001" y="63431"/>
                  <a:pt x="762334" y="63431"/>
                </a:cubicBezTo>
                <a:cubicBezTo>
                  <a:pt x="755468" y="63431"/>
                  <a:pt x="749343" y="66506"/>
                  <a:pt x="743960" y="72655"/>
                </a:cubicBezTo>
                <a:cubicBezTo>
                  <a:pt x="736860" y="80747"/>
                  <a:pt x="733310" y="92576"/>
                  <a:pt x="733310" y="108141"/>
                </a:cubicBezTo>
                <a:cubicBezTo>
                  <a:pt x="733310" y="123862"/>
                  <a:pt x="736743" y="135907"/>
                  <a:pt x="743608" y="144275"/>
                </a:cubicBezTo>
                <a:cubicBezTo>
                  <a:pt x="750474" y="152640"/>
                  <a:pt x="758120" y="156823"/>
                  <a:pt x="766547" y="156823"/>
                </a:cubicBezTo>
                <a:cubicBezTo>
                  <a:pt x="773647" y="156823"/>
                  <a:pt x="780513" y="153281"/>
                  <a:pt x="787144" y="146198"/>
                </a:cubicBezTo>
                <a:close/>
                <a:moveTo>
                  <a:pt x="849288" y="99711"/>
                </a:moveTo>
                <a:cubicBezTo>
                  <a:pt x="849210" y="115591"/>
                  <a:pt x="853072" y="128046"/>
                  <a:pt x="860874" y="137077"/>
                </a:cubicBezTo>
                <a:cubicBezTo>
                  <a:pt x="868677" y="146106"/>
                  <a:pt x="877844" y="150620"/>
                  <a:pt x="888377" y="150620"/>
                </a:cubicBezTo>
                <a:cubicBezTo>
                  <a:pt x="895399" y="150620"/>
                  <a:pt x="901504" y="148689"/>
                  <a:pt x="906692" y="144827"/>
                </a:cubicBezTo>
                <a:cubicBezTo>
                  <a:pt x="911881" y="140965"/>
                  <a:pt x="916231" y="134353"/>
                  <a:pt x="919741" y="124990"/>
                </a:cubicBezTo>
                <a:lnTo>
                  <a:pt x="923369" y="127331"/>
                </a:lnTo>
                <a:cubicBezTo>
                  <a:pt x="921731" y="138020"/>
                  <a:pt x="916972" y="147753"/>
                  <a:pt x="909092" y="156530"/>
                </a:cubicBezTo>
                <a:cubicBezTo>
                  <a:pt x="901211" y="165308"/>
                  <a:pt x="891342" y="169696"/>
                  <a:pt x="879482" y="169696"/>
                </a:cubicBezTo>
                <a:cubicBezTo>
                  <a:pt x="866609" y="169696"/>
                  <a:pt x="855588" y="164694"/>
                  <a:pt x="846421" y="154691"/>
                </a:cubicBezTo>
                <a:cubicBezTo>
                  <a:pt x="837253" y="144684"/>
                  <a:pt x="832670" y="131233"/>
                  <a:pt x="832670" y="114337"/>
                </a:cubicBezTo>
                <a:cubicBezTo>
                  <a:pt x="832670" y="96041"/>
                  <a:pt x="837371" y="81774"/>
                  <a:pt x="846772" y="71536"/>
                </a:cubicBezTo>
                <a:cubicBezTo>
                  <a:pt x="856174" y="61295"/>
                  <a:pt x="867974" y="56175"/>
                  <a:pt x="882174" y="56175"/>
                </a:cubicBezTo>
                <a:cubicBezTo>
                  <a:pt x="894190" y="56175"/>
                  <a:pt x="904059" y="60125"/>
                  <a:pt x="911783" y="68025"/>
                </a:cubicBezTo>
                <a:cubicBezTo>
                  <a:pt x="919507" y="75922"/>
                  <a:pt x="923369" y="86484"/>
                  <a:pt x="923369" y="99711"/>
                </a:cubicBezTo>
                <a:lnTo>
                  <a:pt x="849288" y="99711"/>
                </a:lnTo>
                <a:moveTo>
                  <a:pt x="849288" y="92923"/>
                </a:moveTo>
                <a:lnTo>
                  <a:pt x="898910" y="92923"/>
                </a:lnTo>
                <a:cubicBezTo>
                  <a:pt x="898520" y="86057"/>
                  <a:pt x="897700" y="81220"/>
                  <a:pt x="896452" y="78411"/>
                </a:cubicBezTo>
                <a:cubicBezTo>
                  <a:pt x="894502" y="74042"/>
                  <a:pt x="891595" y="70609"/>
                  <a:pt x="887733" y="68113"/>
                </a:cubicBezTo>
                <a:cubicBezTo>
                  <a:pt x="883871" y="65616"/>
                  <a:pt x="879834" y="64368"/>
                  <a:pt x="875620" y="64368"/>
                </a:cubicBezTo>
                <a:cubicBezTo>
                  <a:pt x="869145" y="64368"/>
                  <a:pt x="863352" y="66884"/>
                  <a:pt x="858241" y="71916"/>
                </a:cubicBezTo>
                <a:cubicBezTo>
                  <a:pt x="853131" y="76948"/>
                  <a:pt x="850146" y="83951"/>
                  <a:pt x="849288" y="929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undertesting">
            <a:extLst xmlns:a="http://schemas.openxmlformats.org/drawingml/2006/main">
              <a:ext uri="{FF2B5EF4-FFF2-40B4-BE49-F238E27FC236}">
                <a16:creationId xmlns:a16="http://schemas.microsoft.com/office/drawing/2014/main" id="{5AF5BDC8-FD0D-484D-BFC3-358A2707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08" y="3863549"/>
            <a:ext cx="1239670" cy="218147"/>
          </a:xfrm>
          <a:custGeom xmlns:a="http://schemas.openxmlformats.org/drawingml/2006/main">
            <a:pathLst>
              <a:path w="1239670" h="218147">
                <a:moveTo>
                  <a:pt x="101233" y="59218"/>
                </a:moveTo>
                <a:lnTo>
                  <a:pt x="101233" y="124171"/>
                </a:lnTo>
                <a:cubicBezTo>
                  <a:pt x="101233" y="136576"/>
                  <a:pt x="101525" y="144164"/>
                  <a:pt x="102110" y="146934"/>
                </a:cubicBezTo>
                <a:cubicBezTo>
                  <a:pt x="102696" y="149703"/>
                  <a:pt x="103632" y="151634"/>
                  <a:pt x="104919" y="152727"/>
                </a:cubicBezTo>
                <a:cubicBezTo>
                  <a:pt x="106206" y="153819"/>
                  <a:pt x="107708" y="154365"/>
                  <a:pt x="109425" y="154365"/>
                </a:cubicBezTo>
                <a:cubicBezTo>
                  <a:pt x="111844" y="154365"/>
                  <a:pt x="114574" y="153702"/>
                  <a:pt x="117617" y="152376"/>
                </a:cubicBezTo>
                <a:lnTo>
                  <a:pt x="119256" y="156472"/>
                </a:lnTo>
                <a:lnTo>
                  <a:pt x="87189" y="169696"/>
                </a:lnTo>
                <a:lnTo>
                  <a:pt x="81922" y="169696"/>
                </a:lnTo>
                <a:lnTo>
                  <a:pt x="81922" y="146992"/>
                </a:lnTo>
                <a:cubicBezTo>
                  <a:pt x="72716" y="156979"/>
                  <a:pt x="65694" y="163260"/>
                  <a:pt x="60857" y="165834"/>
                </a:cubicBezTo>
                <a:cubicBezTo>
                  <a:pt x="56019" y="168409"/>
                  <a:pt x="50909" y="169696"/>
                  <a:pt x="45525" y="169696"/>
                </a:cubicBezTo>
                <a:cubicBezTo>
                  <a:pt x="39518" y="169696"/>
                  <a:pt x="34310" y="167960"/>
                  <a:pt x="29902" y="164488"/>
                </a:cubicBezTo>
                <a:cubicBezTo>
                  <a:pt x="25493" y="161016"/>
                  <a:pt x="22431" y="156550"/>
                  <a:pt x="20715" y="151088"/>
                </a:cubicBezTo>
                <a:cubicBezTo>
                  <a:pt x="18998" y="145627"/>
                  <a:pt x="18140" y="137903"/>
                  <a:pt x="18140" y="127916"/>
                </a:cubicBezTo>
                <a:lnTo>
                  <a:pt x="18140" y="80050"/>
                </a:lnTo>
                <a:cubicBezTo>
                  <a:pt x="18140" y="74978"/>
                  <a:pt x="17594" y="71467"/>
                  <a:pt x="16501" y="69517"/>
                </a:cubicBezTo>
                <a:cubicBezTo>
                  <a:pt x="15409" y="67566"/>
                  <a:pt x="13790" y="66065"/>
                  <a:pt x="11645" y="65011"/>
                </a:cubicBezTo>
                <a:cubicBezTo>
                  <a:pt x="9499" y="63958"/>
                  <a:pt x="5618" y="63470"/>
                  <a:pt x="0" y="63548"/>
                </a:cubicBezTo>
                <a:lnTo>
                  <a:pt x="0" y="59218"/>
                </a:lnTo>
                <a:lnTo>
                  <a:pt x="37567" y="59218"/>
                </a:lnTo>
                <a:lnTo>
                  <a:pt x="37567" y="130783"/>
                </a:lnTo>
                <a:cubicBezTo>
                  <a:pt x="37567" y="140746"/>
                  <a:pt x="39303" y="147283"/>
                  <a:pt x="42775" y="150397"/>
                </a:cubicBezTo>
                <a:cubicBezTo>
                  <a:pt x="46247" y="153511"/>
                  <a:pt x="50441" y="155067"/>
                  <a:pt x="55356" y="155067"/>
                </a:cubicBezTo>
                <a:cubicBezTo>
                  <a:pt x="58711" y="155067"/>
                  <a:pt x="62515" y="154016"/>
                  <a:pt x="66767" y="151915"/>
                </a:cubicBezTo>
                <a:cubicBezTo>
                  <a:pt x="71019" y="149813"/>
                  <a:pt x="76071" y="145806"/>
                  <a:pt x="81922" y="139893"/>
                </a:cubicBezTo>
                <a:lnTo>
                  <a:pt x="81922" y="79307"/>
                </a:lnTo>
                <a:cubicBezTo>
                  <a:pt x="81922" y="73236"/>
                  <a:pt x="80811" y="69132"/>
                  <a:pt x="78587" y="66993"/>
                </a:cubicBezTo>
                <a:cubicBezTo>
                  <a:pt x="76363" y="64853"/>
                  <a:pt x="71741" y="63704"/>
                  <a:pt x="64719" y="63548"/>
                </a:cubicBezTo>
                <a:lnTo>
                  <a:pt x="64719" y="59218"/>
                </a:lnTo>
                <a:lnTo>
                  <a:pt x="101233" y="59218"/>
                </a:lnTo>
                <a:close/>
                <a:moveTo>
                  <a:pt x="158344" y="78880"/>
                </a:moveTo>
                <a:cubicBezTo>
                  <a:pt x="170906" y="63743"/>
                  <a:pt x="182882" y="56175"/>
                  <a:pt x="194273" y="56175"/>
                </a:cubicBezTo>
                <a:cubicBezTo>
                  <a:pt x="200125" y="56175"/>
                  <a:pt x="205157" y="57636"/>
                  <a:pt x="209370" y="60557"/>
                </a:cubicBezTo>
                <a:cubicBezTo>
                  <a:pt x="213583" y="63475"/>
                  <a:pt x="216938" y="68282"/>
                  <a:pt x="219435" y="74977"/>
                </a:cubicBezTo>
                <a:cubicBezTo>
                  <a:pt x="221151" y="79646"/>
                  <a:pt x="222010" y="86808"/>
                  <a:pt x="222010" y="96464"/>
                </a:cubicBezTo>
                <a:lnTo>
                  <a:pt x="222010" y="142121"/>
                </a:lnTo>
                <a:cubicBezTo>
                  <a:pt x="222010" y="148894"/>
                  <a:pt x="222556" y="153487"/>
                  <a:pt x="223648" y="155901"/>
                </a:cubicBezTo>
                <a:cubicBezTo>
                  <a:pt x="224506" y="157847"/>
                  <a:pt x="225891" y="159365"/>
                  <a:pt x="227803" y="160454"/>
                </a:cubicBezTo>
                <a:cubicBezTo>
                  <a:pt x="229714" y="161544"/>
                  <a:pt x="233245" y="162089"/>
                  <a:pt x="238394" y="162089"/>
                </a:cubicBezTo>
                <a:lnTo>
                  <a:pt x="238394" y="166419"/>
                </a:lnTo>
                <a:lnTo>
                  <a:pt x="185379" y="166419"/>
                </a:lnTo>
                <a:lnTo>
                  <a:pt x="185379" y="162089"/>
                </a:lnTo>
                <a:lnTo>
                  <a:pt x="187602" y="162089"/>
                </a:lnTo>
                <a:cubicBezTo>
                  <a:pt x="192596" y="162089"/>
                  <a:pt x="196087" y="161332"/>
                  <a:pt x="198077" y="159818"/>
                </a:cubicBezTo>
                <a:cubicBezTo>
                  <a:pt x="200066" y="158304"/>
                  <a:pt x="201451" y="156073"/>
                  <a:pt x="202231" y="153125"/>
                </a:cubicBezTo>
                <a:cubicBezTo>
                  <a:pt x="202543" y="151960"/>
                  <a:pt x="202699" y="148311"/>
                  <a:pt x="202699" y="142179"/>
                </a:cubicBezTo>
                <a:lnTo>
                  <a:pt x="202699" y="98515"/>
                </a:lnTo>
                <a:cubicBezTo>
                  <a:pt x="202699" y="88814"/>
                  <a:pt x="201431" y="81770"/>
                  <a:pt x="198896" y="77384"/>
                </a:cubicBezTo>
                <a:cubicBezTo>
                  <a:pt x="196360" y="72997"/>
                  <a:pt x="192088" y="70804"/>
                  <a:pt x="186081" y="70804"/>
                </a:cubicBezTo>
                <a:cubicBezTo>
                  <a:pt x="176796" y="70804"/>
                  <a:pt x="167551" y="75850"/>
                  <a:pt x="158344" y="85942"/>
                </a:cubicBezTo>
                <a:lnTo>
                  <a:pt x="158344" y="142179"/>
                </a:lnTo>
                <a:cubicBezTo>
                  <a:pt x="158344" y="149399"/>
                  <a:pt x="158773" y="153862"/>
                  <a:pt x="159632" y="155568"/>
                </a:cubicBezTo>
                <a:cubicBezTo>
                  <a:pt x="160724" y="157819"/>
                  <a:pt x="162226" y="159468"/>
                  <a:pt x="164137" y="160517"/>
                </a:cubicBezTo>
                <a:cubicBezTo>
                  <a:pt x="166049" y="161565"/>
                  <a:pt x="169930" y="162089"/>
                  <a:pt x="175782" y="162089"/>
                </a:cubicBezTo>
                <a:lnTo>
                  <a:pt x="175782" y="166419"/>
                </a:lnTo>
                <a:lnTo>
                  <a:pt x="122766" y="166419"/>
                </a:lnTo>
                <a:lnTo>
                  <a:pt x="122766" y="162089"/>
                </a:lnTo>
                <a:lnTo>
                  <a:pt x="125107" y="162089"/>
                </a:lnTo>
                <a:cubicBezTo>
                  <a:pt x="130569" y="162089"/>
                  <a:pt x="134255" y="160708"/>
                  <a:pt x="136167" y="157946"/>
                </a:cubicBezTo>
                <a:cubicBezTo>
                  <a:pt x="138078" y="155181"/>
                  <a:pt x="139034" y="149906"/>
                  <a:pt x="139034" y="142121"/>
                </a:cubicBezTo>
                <a:lnTo>
                  <a:pt x="139034" y="102418"/>
                </a:lnTo>
                <a:cubicBezTo>
                  <a:pt x="139034" y="89573"/>
                  <a:pt x="138741" y="81750"/>
                  <a:pt x="138156" y="78949"/>
                </a:cubicBezTo>
                <a:cubicBezTo>
                  <a:pt x="137571" y="76145"/>
                  <a:pt x="136674" y="74237"/>
                  <a:pt x="135464" y="73225"/>
                </a:cubicBezTo>
                <a:cubicBezTo>
                  <a:pt x="134255" y="72214"/>
                  <a:pt x="132636" y="71708"/>
                  <a:pt x="130608" y="71708"/>
                </a:cubicBezTo>
                <a:cubicBezTo>
                  <a:pt x="128423" y="71708"/>
                  <a:pt x="125809" y="72292"/>
                  <a:pt x="122766" y="73459"/>
                </a:cubicBezTo>
                <a:lnTo>
                  <a:pt x="121011" y="69254"/>
                </a:lnTo>
                <a:lnTo>
                  <a:pt x="153312" y="56175"/>
                </a:lnTo>
                <a:lnTo>
                  <a:pt x="158344" y="56175"/>
                </a:lnTo>
                <a:lnTo>
                  <a:pt x="158344" y="78880"/>
                </a:lnTo>
                <a:close/>
                <a:moveTo>
                  <a:pt x="322657" y="154365"/>
                </a:moveTo>
                <a:cubicBezTo>
                  <a:pt x="317430" y="159827"/>
                  <a:pt x="312319" y="163747"/>
                  <a:pt x="307326" y="166127"/>
                </a:cubicBezTo>
                <a:cubicBezTo>
                  <a:pt x="302332" y="168506"/>
                  <a:pt x="296949" y="169696"/>
                  <a:pt x="291175" y="169696"/>
                </a:cubicBezTo>
                <a:cubicBezTo>
                  <a:pt x="279472" y="169696"/>
                  <a:pt x="269251" y="164811"/>
                  <a:pt x="260513" y="155042"/>
                </a:cubicBezTo>
                <a:cubicBezTo>
                  <a:pt x="251775" y="145270"/>
                  <a:pt x="247406" y="132713"/>
                  <a:pt x="247406" y="117372"/>
                </a:cubicBezTo>
                <a:cubicBezTo>
                  <a:pt x="247406" y="102034"/>
                  <a:pt x="252243" y="87999"/>
                  <a:pt x="261917" y="75270"/>
                </a:cubicBezTo>
                <a:cubicBezTo>
                  <a:pt x="271592" y="62540"/>
                  <a:pt x="284037" y="56175"/>
                  <a:pt x="299251" y="56175"/>
                </a:cubicBezTo>
                <a:cubicBezTo>
                  <a:pt x="308691" y="56175"/>
                  <a:pt x="316493" y="59179"/>
                  <a:pt x="322657" y="65187"/>
                </a:cubicBezTo>
                <a:lnTo>
                  <a:pt x="322657" y="45365"/>
                </a:lnTo>
                <a:cubicBezTo>
                  <a:pt x="322657" y="33064"/>
                  <a:pt x="322364" y="25503"/>
                  <a:pt x="321779" y="22682"/>
                </a:cubicBezTo>
                <a:cubicBezTo>
                  <a:pt x="321194" y="19861"/>
                  <a:pt x="320277" y="17942"/>
                  <a:pt x="319029" y="16926"/>
                </a:cubicBezTo>
                <a:cubicBezTo>
                  <a:pt x="317781" y="15907"/>
                  <a:pt x="316220" y="15397"/>
                  <a:pt x="314348" y="15397"/>
                </a:cubicBezTo>
                <a:cubicBezTo>
                  <a:pt x="312319" y="15397"/>
                  <a:pt x="309627" y="16024"/>
                  <a:pt x="306273" y="17277"/>
                </a:cubicBezTo>
                <a:lnTo>
                  <a:pt x="304751" y="13162"/>
                </a:lnTo>
                <a:lnTo>
                  <a:pt x="336701" y="0"/>
                </a:lnTo>
                <a:lnTo>
                  <a:pt x="341967" y="0"/>
                </a:lnTo>
                <a:lnTo>
                  <a:pt x="341967" y="123937"/>
                </a:lnTo>
                <a:cubicBezTo>
                  <a:pt x="341967" y="136498"/>
                  <a:pt x="342260" y="144164"/>
                  <a:pt x="342845" y="146934"/>
                </a:cubicBezTo>
                <a:cubicBezTo>
                  <a:pt x="343430" y="149703"/>
                  <a:pt x="344366" y="151634"/>
                  <a:pt x="345654" y="152727"/>
                </a:cubicBezTo>
                <a:cubicBezTo>
                  <a:pt x="346941" y="153819"/>
                  <a:pt x="348443" y="154365"/>
                  <a:pt x="350160" y="154365"/>
                </a:cubicBezTo>
                <a:cubicBezTo>
                  <a:pt x="352266" y="154365"/>
                  <a:pt x="355075" y="153702"/>
                  <a:pt x="358586" y="152376"/>
                </a:cubicBezTo>
                <a:lnTo>
                  <a:pt x="359873" y="156472"/>
                </a:lnTo>
                <a:lnTo>
                  <a:pt x="328041" y="169696"/>
                </a:lnTo>
                <a:lnTo>
                  <a:pt x="322657" y="169696"/>
                </a:lnTo>
                <a:lnTo>
                  <a:pt x="322657" y="154365"/>
                </a:lnTo>
                <a:moveTo>
                  <a:pt x="322657" y="146198"/>
                </a:moveTo>
                <a:lnTo>
                  <a:pt x="322657" y="91098"/>
                </a:lnTo>
                <a:cubicBezTo>
                  <a:pt x="322189" y="85805"/>
                  <a:pt x="320785" y="80980"/>
                  <a:pt x="318444" y="76623"/>
                </a:cubicBezTo>
                <a:cubicBezTo>
                  <a:pt x="316103" y="72264"/>
                  <a:pt x="313002" y="68976"/>
                  <a:pt x="309140" y="66759"/>
                </a:cubicBezTo>
                <a:cubicBezTo>
                  <a:pt x="305278" y="64541"/>
                  <a:pt x="301513" y="63431"/>
                  <a:pt x="297846" y="63431"/>
                </a:cubicBezTo>
                <a:cubicBezTo>
                  <a:pt x="290980" y="63431"/>
                  <a:pt x="284856" y="66506"/>
                  <a:pt x="279472" y="72655"/>
                </a:cubicBezTo>
                <a:cubicBezTo>
                  <a:pt x="272372" y="80747"/>
                  <a:pt x="268822" y="92576"/>
                  <a:pt x="268822" y="108141"/>
                </a:cubicBezTo>
                <a:cubicBezTo>
                  <a:pt x="268822" y="123862"/>
                  <a:pt x="272255" y="135907"/>
                  <a:pt x="279121" y="144275"/>
                </a:cubicBezTo>
                <a:cubicBezTo>
                  <a:pt x="285987" y="152640"/>
                  <a:pt x="293633" y="156823"/>
                  <a:pt x="302059" y="156823"/>
                </a:cubicBezTo>
                <a:cubicBezTo>
                  <a:pt x="309159" y="156823"/>
                  <a:pt x="316025" y="153281"/>
                  <a:pt x="322657" y="146198"/>
                </a:cubicBezTo>
                <a:close/>
                <a:moveTo>
                  <a:pt x="384801" y="99711"/>
                </a:moveTo>
                <a:cubicBezTo>
                  <a:pt x="384723" y="115591"/>
                  <a:pt x="388585" y="128046"/>
                  <a:pt x="396387" y="137077"/>
                </a:cubicBezTo>
                <a:cubicBezTo>
                  <a:pt x="404189" y="146106"/>
                  <a:pt x="413357" y="150620"/>
                  <a:pt x="423890" y="150620"/>
                </a:cubicBezTo>
                <a:cubicBezTo>
                  <a:pt x="430911" y="150620"/>
                  <a:pt x="437017" y="148689"/>
                  <a:pt x="442205" y="144827"/>
                </a:cubicBezTo>
                <a:cubicBezTo>
                  <a:pt x="447393" y="140965"/>
                  <a:pt x="451743" y="134353"/>
                  <a:pt x="455254" y="124990"/>
                </a:cubicBezTo>
                <a:lnTo>
                  <a:pt x="458882" y="127331"/>
                </a:lnTo>
                <a:cubicBezTo>
                  <a:pt x="457244" y="138020"/>
                  <a:pt x="452484" y="147753"/>
                  <a:pt x="444604" y="156530"/>
                </a:cubicBezTo>
                <a:cubicBezTo>
                  <a:pt x="436724" y="165308"/>
                  <a:pt x="426854" y="169696"/>
                  <a:pt x="414995" y="169696"/>
                </a:cubicBezTo>
                <a:cubicBezTo>
                  <a:pt x="402122" y="169696"/>
                  <a:pt x="391101" y="164694"/>
                  <a:pt x="381934" y="154691"/>
                </a:cubicBezTo>
                <a:cubicBezTo>
                  <a:pt x="372766" y="144684"/>
                  <a:pt x="368182" y="131233"/>
                  <a:pt x="368182" y="114337"/>
                </a:cubicBezTo>
                <a:cubicBezTo>
                  <a:pt x="368182" y="96041"/>
                  <a:pt x="372883" y="81774"/>
                  <a:pt x="382285" y="71536"/>
                </a:cubicBezTo>
                <a:cubicBezTo>
                  <a:pt x="391686" y="61295"/>
                  <a:pt x="403487" y="56175"/>
                  <a:pt x="417687" y="56175"/>
                </a:cubicBezTo>
                <a:cubicBezTo>
                  <a:pt x="429702" y="56175"/>
                  <a:pt x="439572" y="60125"/>
                  <a:pt x="447296" y="68025"/>
                </a:cubicBezTo>
                <a:cubicBezTo>
                  <a:pt x="455020" y="75922"/>
                  <a:pt x="458882" y="86484"/>
                  <a:pt x="458882" y="99711"/>
                </a:cubicBezTo>
                <a:lnTo>
                  <a:pt x="384801" y="99711"/>
                </a:lnTo>
                <a:moveTo>
                  <a:pt x="384801" y="92923"/>
                </a:moveTo>
                <a:lnTo>
                  <a:pt x="434422" y="92923"/>
                </a:lnTo>
                <a:cubicBezTo>
                  <a:pt x="434032" y="86057"/>
                  <a:pt x="433213" y="81220"/>
                  <a:pt x="431965" y="78411"/>
                </a:cubicBezTo>
                <a:cubicBezTo>
                  <a:pt x="430014" y="74042"/>
                  <a:pt x="427108" y="70609"/>
                  <a:pt x="423246" y="68113"/>
                </a:cubicBezTo>
                <a:cubicBezTo>
                  <a:pt x="419384" y="65616"/>
                  <a:pt x="415346" y="64368"/>
                  <a:pt x="411133" y="64368"/>
                </a:cubicBezTo>
                <a:cubicBezTo>
                  <a:pt x="404657" y="64368"/>
                  <a:pt x="398864" y="66884"/>
                  <a:pt x="393754" y="71916"/>
                </a:cubicBezTo>
                <a:cubicBezTo>
                  <a:pt x="388643" y="76948"/>
                  <a:pt x="385659" y="83951"/>
                  <a:pt x="384801" y="92923"/>
                </a:cubicBezTo>
                <a:close/>
                <a:moveTo>
                  <a:pt x="503890" y="56175"/>
                </a:moveTo>
                <a:lnTo>
                  <a:pt x="503890" y="80284"/>
                </a:lnTo>
                <a:cubicBezTo>
                  <a:pt x="512862" y="64212"/>
                  <a:pt x="522069" y="56175"/>
                  <a:pt x="531510" y="56175"/>
                </a:cubicBezTo>
                <a:cubicBezTo>
                  <a:pt x="535801" y="56175"/>
                  <a:pt x="539351" y="57482"/>
                  <a:pt x="542159" y="60096"/>
                </a:cubicBezTo>
                <a:cubicBezTo>
                  <a:pt x="544968" y="62710"/>
                  <a:pt x="546373" y="65733"/>
                  <a:pt x="546373" y="69166"/>
                </a:cubicBezTo>
                <a:cubicBezTo>
                  <a:pt x="546373" y="72209"/>
                  <a:pt x="545358" y="74783"/>
                  <a:pt x="543330" y="76890"/>
                </a:cubicBezTo>
                <a:cubicBezTo>
                  <a:pt x="541301" y="78997"/>
                  <a:pt x="538883" y="80050"/>
                  <a:pt x="536074" y="80050"/>
                </a:cubicBezTo>
                <a:cubicBezTo>
                  <a:pt x="533343" y="80050"/>
                  <a:pt x="530281" y="78704"/>
                  <a:pt x="526887" y="76012"/>
                </a:cubicBezTo>
                <a:cubicBezTo>
                  <a:pt x="523493" y="73320"/>
                  <a:pt x="520977" y="71975"/>
                  <a:pt x="519338" y="71975"/>
                </a:cubicBezTo>
                <a:cubicBezTo>
                  <a:pt x="517934" y="71975"/>
                  <a:pt x="516412" y="72752"/>
                  <a:pt x="514774" y="74308"/>
                </a:cubicBezTo>
                <a:cubicBezTo>
                  <a:pt x="511263" y="77500"/>
                  <a:pt x="507635" y="82753"/>
                  <a:pt x="503890" y="90067"/>
                </a:cubicBezTo>
                <a:lnTo>
                  <a:pt x="503890" y="141312"/>
                </a:lnTo>
                <a:cubicBezTo>
                  <a:pt x="503890" y="147225"/>
                  <a:pt x="504631" y="151699"/>
                  <a:pt x="506114" y="154734"/>
                </a:cubicBezTo>
                <a:cubicBezTo>
                  <a:pt x="507128" y="156836"/>
                  <a:pt x="508922" y="158588"/>
                  <a:pt x="511497" y="159990"/>
                </a:cubicBezTo>
                <a:cubicBezTo>
                  <a:pt x="514072" y="161389"/>
                  <a:pt x="517778" y="162089"/>
                  <a:pt x="522615" y="162089"/>
                </a:cubicBezTo>
                <a:lnTo>
                  <a:pt x="522615" y="166419"/>
                </a:lnTo>
                <a:lnTo>
                  <a:pt x="467727" y="166419"/>
                </a:lnTo>
                <a:lnTo>
                  <a:pt x="467727" y="162089"/>
                </a:lnTo>
                <a:cubicBezTo>
                  <a:pt x="473189" y="162089"/>
                  <a:pt x="477246" y="161233"/>
                  <a:pt x="479898" y="159522"/>
                </a:cubicBezTo>
                <a:cubicBezTo>
                  <a:pt x="481849" y="158276"/>
                  <a:pt x="483214" y="156290"/>
                  <a:pt x="483995" y="153564"/>
                </a:cubicBezTo>
                <a:cubicBezTo>
                  <a:pt x="484385" y="152240"/>
                  <a:pt x="484580" y="148465"/>
                  <a:pt x="484580" y="142238"/>
                </a:cubicBezTo>
                <a:lnTo>
                  <a:pt x="484580" y="100783"/>
                </a:lnTo>
                <a:cubicBezTo>
                  <a:pt x="484580" y="88326"/>
                  <a:pt x="484326" y="80912"/>
                  <a:pt x="483819" y="78539"/>
                </a:cubicBezTo>
                <a:cubicBezTo>
                  <a:pt x="483312" y="76165"/>
                  <a:pt x="482376" y="74432"/>
                  <a:pt x="481010" y="73342"/>
                </a:cubicBezTo>
                <a:cubicBezTo>
                  <a:pt x="479645" y="72253"/>
                  <a:pt x="477948" y="71708"/>
                  <a:pt x="475919" y="71708"/>
                </a:cubicBezTo>
                <a:cubicBezTo>
                  <a:pt x="473501" y="71708"/>
                  <a:pt x="470770" y="72292"/>
                  <a:pt x="467727" y="73459"/>
                </a:cubicBezTo>
                <a:lnTo>
                  <a:pt x="466557" y="69254"/>
                </a:lnTo>
                <a:lnTo>
                  <a:pt x="498975" y="56175"/>
                </a:lnTo>
                <a:lnTo>
                  <a:pt x="503890" y="56175"/>
                </a:lnTo>
                <a:close/>
                <a:moveTo>
                  <a:pt x="642887" y="23875"/>
                </a:moveTo>
                <a:lnTo>
                  <a:pt x="642887" y="59218"/>
                </a:lnTo>
                <a:lnTo>
                  <a:pt x="667932" y="59218"/>
                </a:lnTo>
                <a:lnTo>
                  <a:pt x="667932" y="67410"/>
                </a:lnTo>
                <a:lnTo>
                  <a:pt x="642887" y="67410"/>
                </a:lnTo>
                <a:lnTo>
                  <a:pt x="642887" y="136832"/>
                </a:lnTo>
                <a:cubicBezTo>
                  <a:pt x="642887" y="143769"/>
                  <a:pt x="643882" y="148445"/>
                  <a:pt x="645871" y="150861"/>
                </a:cubicBezTo>
                <a:cubicBezTo>
                  <a:pt x="647861" y="153275"/>
                  <a:pt x="650416" y="154482"/>
                  <a:pt x="653537" y="154482"/>
                </a:cubicBezTo>
                <a:cubicBezTo>
                  <a:pt x="656111" y="154482"/>
                  <a:pt x="658608" y="153682"/>
                  <a:pt x="661027" y="152083"/>
                </a:cubicBezTo>
                <a:cubicBezTo>
                  <a:pt x="663445" y="150484"/>
                  <a:pt x="665318" y="148123"/>
                  <a:pt x="666644" y="145003"/>
                </a:cubicBezTo>
                <a:lnTo>
                  <a:pt x="671208" y="145003"/>
                </a:lnTo>
                <a:cubicBezTo>
                  <a:pt x="668478" y="152671"/>
                  <a:pt x="664616" y="158470"/>
                  <a:pt x="659622" y="162400"/>
                </a:cubicBezTo>
                <a:cubicBezTo>
                  <a:pt x="654629" y="166328"/>
                  <a:pt x="649480" y="168292"/>
                  <a:pt x="644174" y="168292"/>
                </a:cubicBezTo>
                <a:cubicBezTo>
                  <a:pt x="640585" y="168292"/>
                  <a:pt x="637074" y="167296"/>
                  <a:pt x="633641" y="165304"/>
                </a:cubicBezTo>
                <a:cubicBezTo>
                  <a:pt x="630208" y="163312"/>
                  <a:pt x="627673" y="160462"/>
                  <a:pt x="626034" y="156753"/>
                </a:cubicBezTo>
                <a:cubicBezTo>
                  <a:pt x="624396" y="153042"/>
                  <a:pt x="623576" y="147320"/>
                  <a:pt x="623576" y="139586"/>
                </a:cubicBezTo>
                <a:lnTo>
                  <a:pt x="623576" y="67410"/>
                </a:lnTo>
                <a:lnTo>
                  <a:pt x="606607" y="67410"/>
                </a:lnTo>
                <a:lnTo>
                  <a:pt x="606607" y="63548"/>
                </a:lnTo>
                <a:cubicBezTo>
                  <a:pt x="610898" y="61827"/>
                  <a:pt x="615287" y="58912"/>
                  <a:pt x="619773" y="54804"/>
                </a:cubicBezTo>
                <a:cubicBezTo>
                  <a:pt x="624259" y="50696"/>
                  <a:pt x="628258" y="45824"/>
                  <a:pt x="631769" y="40189"/>
                </a:cubicBezTo>
                <a:cubicBezTo>
                  <a:pt x="633563" y="37217"/>
                  <a:pt x="636060" y="31779"/>
                  <a:pt x="639259" y="23875"/>
                </a:cubicBezTo>
                <a:lnTo>
                  <a:pt x="642887" y="23875"/>
                </a:lnTo>
                <a:close/>
                <a:moveTo>
                  <a:pt x="696746" y="99711"/>
                </a:moveTo>
                <a:cubicBezTo>
                  <a:pt x="696668" y="115591"/>
                  <a:pt x="700530" y="128046"/>
                  <a:pt x="708332" y="137077"/>
                </a:cubicBezTo>
                <a:cubicBezTo>
                  <a:pt x="716135" y="146106"/>
                  <a:pt x="725302" y="150620"/>
                  <a:pt x="735835" y="150620"/>
                </a:cubicBezTo>
                <a:cubicBezTo>
                  <a:pt x="742857" y="150620"/>
                  <a:pt x="748962" y="148689"/>
                  <a:pt x="754150" y="144827"/>
                </a:cubicBezTo>
                <a:cubicBezTo>
                  <a:pt x="759339" y="140965"/>
                  <a:pt x="763689" y="134353"/>
                  <a:pt x="767199" y="124990"/>
                </a:cubicBezTo>
                <a:lnTo>
                  <a:pt x="770827" y="127331"/>
                </a:lnTo>
                <a:cubicBezTo>
                  <a:pt x="769189" y="138020"/>
                  <a:pt x="764430" y="147753"/>
                  <a:pt x="756550" y="156530"/>
                </a:cubicBezTo>
                <a:cubicBezTo>
                  <a:pt x="748669" y="165308"/>
                  <a:pt x="738800" y="169696"/>
                  <a:pt x="726940" y="169696"/>
                </a:cubicBezTo>
                <a:cubicBezTo>
                  <a:pt x="714067" y="169696"/>
                  <a:pt x="703046" y="164694"/>
                  <a:pt x="693879" y="154691"/>
                </a:cubicBezTo>
                <a:cubicBezTo>
                  <a:pt x="684711" y="144684"/>
                  <a:pt x="680128" y="131233"/>
                  <a:pt x="680128" y="114337"/>
                </a:cubicBezTo>
                <a:cubicBezTo>
                  <a:pt x="680128" y="96041"/>
                  <a:pt x="684828" y="81774"/>
                  <a:pt x="694230" y="71536"/>
                </a:cubicBezTo>
                <a:cubicBezTo>
                  <a:pt x="703632" y="61295"/>
                  <a:pt x="715432" y="56175"/>
                  <a:pt x="729632" y="56175"/>
                </a:cubicBezTo>
                <a:cubicBezTo>
                  <a:pt x="741647" y="56175"/>
                  <a:pt x="751517" y="60125"/>
                  <a:pt x="759241" y="68025"/>
                </a:cubicBezTo>
                <a:cubicBezTo>
                  <a:pt x="766965" y="75922"/>
                  <a:pt x="770827" y="86484"/>
                  <a:pt x="770827" y="99711"/>
                </a:cubicBezTo>
                <a:lnTo>
                  <a:pt x="696746" y="99711"/>
                </a:lnTo>
                <a:moveTo>
                  <a:pt x="696746" y="92923"/>
                </a:moveTo>
                <a:lnTo>
                  <a:pt x="746368" y="92923"/>
                </a:lnTo>
                <a:cubicBezTo>
                  <a:pt x="745978" y="86057"/>
                  <a:pt x="745158" y="81220"/>
                  <a:pt x="743910" y="78411"/>
                </a:cubicBezTo>
                <a:cubicBezTo>
                  <a:pt x="741960" y="74042"/>
                  <a:pt x="739053" y="70609"/>
                  <a:pt x="735191" y="68113"/>
                </a:cubicBezTo>
                <a:cubicBezTo>
                  <a:pt x="731329" y="65616"/>
                  <a:pt x="727292" y="64368"/>
                  <a:pt x="723078" y="64368"/>
                </a:cubicBezTo>
                <a:cubicBezTo>
                  <a:pt x="716603" y="64368"/>
                  <a:pt x="710810" y="66884"/>
                  <a:pt x="705699" y="71916"/>
                </a:cubicBezTo>
                <a:cubicBezTo>
                  <a:pt x="700589" y="76948"/>
                  <a:pt x="697604" y="83951"/>
                  <a:pt x="696746" y="92923"/>
                </a:cubicBezTo>
                <a:close/>
                <a:moveTo>
                  <a:pt x="853754" y="56175"/>
                </a:moveTo>
                <a:lnTo>
                  <a:pt x="853754" y="92455"/>
                </a:lnTo>
                <a:lnTo>
                  <a:pt x="849892" y="92455"/>
                </a:lnTo>
                <a:cubicBezTo>
                  <a:pt x="846927" y="81076"/>
                  <a:pt x="843123" y="73336"/>
                  <a:pt x="838481" y="69235"/>
                </a:cubicBezTo>
                <a:cubicBezTo>
                  <a:pt x="833839" y="65132"/>
                  <a:pt x="827929" y="63080"/>
                  <a:pt x="820751" y="63080"/>
                </a:cubicBezTo>
                <a:cubicBezTo>
                  <a:pt x="815289" y="63080"/>
                  <a:pt x="810881" y="64522"/>
                  <a:pt x="807526" y="67407"/>
                </a:cubicBezTo>
                <a:cubicBezTo>
                  <a:pt x="804171" y="70289"/>
                  <a:pt x="802494" y="73484"/>
                  <a:pt x="802494" y="76992"/>
                </a:cubicBezTo>
                <a:cubicBezTo>
                  <a:pt x="802494" y="81357"/>
                  <a:pt x="803742" y="85097"/>
                  <a:pt x="806239" y="88213"/>
                </a:cubicBezTo>
                <a:cubicBezTo>
                  <a:pt x="808657" y="91409"/>
                  <a:pt x="813573" y="94800"/>
                  <a:pt x="820985" y="98384"/>
                </a:cubicBezTo>
                <a:lnTo>
                  <a:pt x="838071" y="106686"/>
                </a:lnTo>
                <a:cubicBezTo>
                  <a:pt x="853910" y="114400"/>
                  <a:pt x="861829" y="124571"/>
                  <a:pt x="861829" y="137198"/>
                </a:cubicBezTo>
                <a:cubicBezTo>
                  <a:pt x="861829" y="146938"/>
                  <a:pt x="858142" y="154791"/>
                  <a:pt x="850769" y="160754"/>
                </a:cubicBezTo>
                <a:cubicBezTo>
                  <a:pt x="843396" y="166716"/>
                  <a:pt x="835146" y="169696"/>
                  <a:pt x="826017" y="169696"/>
                </a:cubicBezTo>
                <a:cubicBezTo>
                  <a:pt x="819463" y="169696"/>
                  <a:pt x="811973" y="168526"/>
                  <a:pt x="803547" y="166185"/>
                </a:cubicBezTo>
                <a:cubicBezTo>
                  <a:pt x="800972" y="165405"/>
                  <a:pt x="798866" y="165015"/>
                  <a:pt x="797227" y="165015"/>
                </a:cubicBezTo>
                <a:cubicBezTo>
                  <a:pt x="795433" y="165015"/>
                  <a:pt x="794028" y="166029"/>
                  <a:pt x="793014" y="168058"/>
                </a:cubicBezTo>
                <a:lnTo>
                  <a:pt x="789152" y="168058"/>
                </a:lnTo>
                <a:lnTo>
                  <a:pt x="789152" y="129671"/>
                </a:lnTo>
                <a:lnTo>
                  <a:pt x="793014" y="129671"/>
                </a:lnTo>
                <a:cubicBezTo>
                  <a:pt x="795199" y="140633"/>
                  <a:pt x="799373" y="148894"/>
                  <a:pt x="805536" y="154453"/>
                </a:cubicBezTo>
                <a:cubicBezTo>
                  <a:pt x="811700" y="160012"/>
                  <a:pt x="818605" y="162791"/>
                  <a:pt x="826251" y="162791"/>
                </a:cubicBezTo>
                <a:cubicBezTo>
                  <a:pt x="831635" y="162791"/>
                  <a:pt x="836023" y="161214"/>
                  <a:pt x="839417" y="158059"/>
                </a:cubicBezTo>
                <a:cubicBezTo>
                  <a:pt x="842811" y="154901"/>
                  <a:pt x="844508" y="151102"/>
                  <a:pt x="844508" y="146659"/>
                </a:cubicBezTo>
                <a:cubicBezTo>
                  <a:pt x="844508" y="141281"/>
                  <a:pt x="842616" y="136760"/>
                  <a:pt x="838832" y="133098"/>
                </a:cubicBezTo>
                <a:cubicBezTo>
                  <a:pt x="835048" y="129436"/>
                  <a:pt x="827499" y="124800"/>
                  <a:pt x="816186" y="119190"/>
                </a:cubicBezTo>
                <a:cubicBezTo>
                  <a:pt x="804873" y="113577"/>
                  <a:pt x="797461" y="108511"/>
                  <a:pt x="793950" y="103990"/>
                </a:cubicBezTo>
                <a:cubicBezTo>
                  <a:pt x="790439" y="99548"/>
                  <a:pt x="788684" y="93936"/>
                  <a:pt x="788684" y="87156"/>
                </a:cubicBezTo>
                <a:cubicBezTo>
                  <a:pt x="788684" y="78349"/>
                  <a:pt x="791707" y="70985"/>
                  <a:pt x="797754" y="65062"/>
                </a:cubicBezTo>
                <a:cubicBezTo>
                  <a:pt x="803800" y="59138"/>
                  <a:pt x="811622" y="56175"/>
                  <a:pt x="821219" y="56175"/>
                </a:cubicBezTo>
                <a:cubicBezTo>
                  <a:pt x="825432" y="56175"/>
                  <a:pt x="830542" y="57073"/>
                  <a:pt x="836550" y="58867"/>
                </a:cubicBezTo>
                <a:cubicBezTo>
                  <a:pt x="840529" y="60037"/>
                  <a:pt x="843182" y="60623"/>
                  <a:pt x="844508" y="60623"/>
                </a:cubicBezTo>
                <a:cubicBezTo>
                  <a:pt x="845756" y="60623"/>
                  <a:pt x="846732" y="60349"/>
                  <a:pt x="847434" y="59803"/>
                </a:cubicBezTo>
                <a:cubicBezTo>
                  <a:pt x="848136" y="59257"/>
                  <a:pt x="848955" y="58048"/>
                  <a:pt x="849892" y="56175"/>
                </a:cubicBezTo>
                <a:lnTo>
                  <a:pt x="853754" y="56175"/>
                </a:lnTo>
                <a:close/>
                <a:moveTo>
                  <a:pt x="909005" y="23875"/>
                </a:moveTo>
                <a:lnTo>
                  <a:pt x="909005" y="59218"/>
                </a:lnTo>
                <a:lnTo>
                  <a:pt x="934050" y="59218"/>
                </a:lnTo>
                <a:lnTo>
                  <a:pt x="934050" y="67410"/>
                </a:lnTo>
                <a:lnTo>
                  <a:pt x="909005" y="67410"/>
                </a:lnTo>
                <a:lnTo>
                  <a:pt x="909005" y="136832"/>
                </a:lnTo>
                <a:cubicBezTo>
                  <a:pt x="909005" y="143769"/>
                  <a:pt x="910000" y="148445"/>
                  <a:pt x="911989" y="150861"/>
                </a:cubicBezTo>
                <a:cubicBezTo>
                  <a:pt x="913979" y="153275"/>
                  <a:pt x="916534" y="154482"/>
                  <a:pt x="919655" y="154482"/>
                </a:cubicBezTo>
                <a:cubicBezTo>
                  <a:pt x="922230" y="154482"/>
                  <a:pt x="924726" y="153682"/>
                  <a:pt x="927145" y="152083"/>
                </a:cubicBezTo>
                <a:cubicBezTo>
                  <a:pt x="929564" y="150484"/>
                  <a:pt x="931436" y="148123"/>
                  <a:pt x="932763" y="145003"/>
                </a:cubicBezTo>
                <a:lnTo>
                  <a:pt x="937327" y="145003"/>
                </a:lnTo>
                <a:cubicBezTo>
                  <a:pt x="934596" y="152671"/>
                  <a:pt x="930734" y="158470"/>
                  <a:pt x="925741" y="162400"/>
                </a:cubicBezTo>
                <a:cubicBezTo>
                  <a:pt x="920747" y="166328"/>
                  <a:pt x="915598" y="168292"/>
                  <a:pt x="910292" y="168292"/>
                </a:cubicBezTo>
                <a:cubicBezTo>
                  <a:pt x="906703" y="168292"/>
                  <a:pt x="903192" y="167296"/>
                  <a:pt x="899760" y="165304"/>
                </a:cubicBezTo>
                <a:cubicBezTo>
                  <a:pt x="896327" y="163312"/>
                  <a:pt x="893791" y="160462"/>
                  <a:pt x="892152" y="156753"/>
                </a:cubicBezTo>
                <a:cubicBezTo>
                  <a:pt x="890514" y="153042"/>
                  <a:pt x="889695" y="147320"/>
                  <a:pt x="889695" y="139586"/>
                </a:cubicBezTo>
                <a:lnTo>
                  <a:pt x="889695" y="67410"/>
                </a:lnTo>
                <a:lnTo>
                  <a:pt x="872725" y="67410"/>
                </a:lnTo>
                <a:lnTo>
                  <a:pt x="872725" y="63548"/>
                </a:lnTo>
                <a:cubicBezTo>
                  <a:pt x="877016" y="61827"/>
                  <a:pt x="881405" y="58912"/>
                  <a:pt x="885891" y="54804"/>
                </a:cubicBezTo>
                <a:cubicBezTo>
                  <a:pt x="890377" y="50696"/>
                  <a:pt x="894376" y="45824"/>
                  <a:pt x="897887" y="40189"/>
                </a:cubicBezTo>
                <a:cubicBezTo>
                  <a:pt x="899682" y="37217"/>
                  <a:pt x="902178" y="31779"/>
                  <a:pt x="905377" y="23875"/>
                </a:cubicBezTo>
                <a:lnTo>
                  <a:pt x="909005" y="23875"/>
                </a:lnTo>
                <a:close/>
                <a:moveTo>
                  <a:pt x="972110" y="0"/>
                </a:moveTo>
                <a:cubicBezTo>
                  <a:pt x="975387" y="0"/>
                  <a:pt x="978176" y="1157"/>
                  <a:pt x="980478" y="3471"/>
                </a:cubicBezTo>
                <a:cubicBezTo>
                  <a:pt x="982779" y="5782"/>
                  <a:pt x="983930" y="8585"/>
                  <a:pt x="983930" y="11879"/>
                </a:cubicBezTo>
                <a:cubicBezTo>
                  <a:pt x="983930" y="15173"/>
                  <a:pt x="982779" y="17996"/>
                  <a:pt x="980478" y="20349"/>
                </a:cubicBezTo>
                <a:cubicBezTo>
                  <a:pt x="978176" y="22699"/>
                  <a:pt x="975387" y="23875"/>
                  <a:pt x="972110" y="23875"/>
                </a:cubicBezTo>
                <a:cubicBezTo>
                  <a:pt x="968833" y="23875"/>
                  <a:pt x="966024" y="22699"/>
                  <a:pt x="963684" y="20349"/>
                </a:cubicBezTo>
                <a:cubicBezTo>
                  <a:pt x="961343" y="17996"/>
                  <a:pt x="960173" y="15173"/>
                  <a:pt x="960173" y="11879"/>
                </a:cubicBezTo>
                <a:cubicBezTo>
                  <a:pt x="960173" y="8585"/>
                  <a:pt x="961324" y="5782"/>
                  <a:pt x="963625" y="3471"/>
                </a:cubicBezTo>
                <a:cubicBezTo>
                  <a:pt x="965927" y="1157"/>
                  <a:pt x="968755" y="0"/>
                  <a:pt x="972110" y="0"/>
                </a:cubicBezTo>
                <a:moveTo>
                  <a:pt x="981824" y="56175"/>
                </a:moveTo>
                <a:lnTo>
                  <a:pt x="981824" y="142121"/>
                </a:lnTo>
                <a:cubicBezTo>
                  <a:pt x="981824" y="148816"/>
                  <a:pt x="982311" y="153273"/>
                  <a:pt x="983287" y="155492"/>
                </a:cubicBezTo>
                <a:cubicBezTo>
                  <a:pt x="984262" y="157710"/>
                  <a:pt x="985705" y="159365"/>
                  <a:pt x="987617" y="160454"/>
                </a:cubicBezTo>
                <a:cubicBezTo>
                  <a:pt x="989528" y="161544"/>
                  <a:pt x="993020" y="162089"/>
                  <a:pt x="998091" y="162089"/>
                </a:cubicBezTo>
                <a:lnTo>
                  <a:pt x="998091" y="166419"/>
                </a:lnTo>
                <a:lnTo>
                  <a:pt x="946012" y="166419"/>
                </a:lnTo>
                <a:lnTo>
                  <a:pt x="946012" y="162089"/>
                </a:lnTo>
                <a:cubicBezTo>
                  <a:pt x="951239" y="162089"/>
                  <a:pt x="954750" y="161583"/>
                  <a:pt x="956545" y="160571"/>
                </a:cubicBezTo>
                <a:cubicBezTo>
                  <a:pt x="958339" y="159560"/>
                  <a:pt x="959763" y="157886"/>
                  <a:pt x="960816" y="155550"/>
                </a:cubicBezTo>
                <a:cubicBezTo>
                  <a:pt x="961870" y="153214"/>
                  <a:pt x="962396" y="148738"/>
                  <a:pt x="962396" y="142121"/>
                </a:cubicBezTo>
                <a:lnTo>
                  <a:pt x="962396" y="100900"/>
                </a:lnTo>
                <a:cubicBezTo>
                  <a:pt x="962396" y="89299"/>
                  <a:pt x="962045" y="81787"/>
                  <a:pt x="961343" y="78364"/>
                </a:cubicBezTo>
                <a:cubicBezTo>
                  <a:pt x="960797" y="75872"/>
                  <a:pt x="959939" y="74140"/>
                  <a:pt x="958768" y="73167"/>
                </a:cubicBezTo>
                <a:cubicBezTo>
                  <a:pt x="957598" y="72194"/>
                  <a:pt x="955999" y="71708"/>
                  <a:pt x="953970" y="71708"/>
                </a:cubicBezTo>
                <a:cubicBezTo>
                  <a:pt x="951785" y="71708"/>
                  <a:pt x="949133" y="72292"/>
                  <a:pt x="946012" y="73459"/>
                </a:cubicBezTo>
                <a:lnTo>
                  <a:pt x="944373" y="69254"/>
                </a:lnTo>
                <a:lnTo>
                  <a:pt x="976674" y="56175"/>
                </a:lnTo>
                <a:lnTo>
                  <a:pt x="981824" y="56175"/>
                </a:lnTo>
                <a:close/>
                <a:moveTo>
                  <a:pt x="1043056" y="78880"/>
                </a:moveTo>
                <a:cubicBezTo>
                  <a:pt x="1055617" y="63743"/>
                  <a:pt x="1067594" y="56175"/>
                  <a:pt x="1078985" y="56175"/>
                </a:cubicBezTo>
                <a:cubicBezTo>
                  <a:pt x="1084836" y="56175"/>
                  <a:pt x="1089869" y="57636"/>
                  <a:pt x="1094082" y="60557"/>
                </a:cubicBezTo>
                <a:cubicBezTo>
                  <a:pt x="1098295" y="63475"/>
                  <a:pt x="1101650" y="68282"/>
                  <a:pt x="1104147" y="74977"/>
                </a:cubicBezTo>
                <a:cubicBezTo>
                  <a:pt x="1105863" y="79646"/>
                  <a:pt x="1106721" y="86808"/>
                  <a:pt x="1106721" y="96464"/>
                </a:cubicBezTo>
                <a:lnTo>
                  <a:pt x="1106721" y="142121"/>
                </a:lnTo>
                <a:cubicBezTo>
                  <a:pt x="1106721" y="148894"/>
                  <a:pt x="1107268" y="153487"/>
                  <a:pt x="1108360" y="155901"/>
                </a:cubicBezTo>
                <a:cubicBezTo>
                  <a:pt x="1109218" y="157847"/>
                  <a:pt x="1110603" y="159365"/>
                  <a:pt x="1112514" y="160454"/>
                </a:cubicBezTo>
                <a:cubicBezTo>
                  <a:pt x="1114426" y="161544"/>
                  <a:pt x="1117956" y="162089"/>
                  <a:pt x="1123106" y="162089"/>
                </a:cubicBezTo>
                <a:lnTo>
                  <a:pt x="1123106" y="166419"/>
                </a:lnTo>
                <a:lnTo>
                  <a:pt x="1070090" y="166419"/>
                </a:lnTo>
                <a:lnTo>
                  <a:pt x="1070090" y="162089"/>
                </a:lnTo>
                <a:lnTo>
                  <a:pt x="1072314" y="162089"/>
                </a:lnTo>
                <a:cubicBezTo>
                  <a:pt x="1077307" y="162089"/>
                  <a:pt x="1080799" y="161332"/>
                  <a:pt x="1082788" y="159818"/>
                </a:cubicBezTo>
                <a:cubicBezTo>
                  <a:pt x="1084778" y="158304"/>
                  <a:pt x="1086163" y="156073"/>
                  <a:pt x="1086943" y="153125"/>
                </a:cubicBezTo>
                <a:cubicBezTo>
                  <a:pt x="1087255" y="151960"/>
                  <a:pt x="1087411" y="148311"/>
                  <a:pt x="1087411" y="142179"/>
                </a:cubicBezTo>
                <a:lnTo>
                  <a:pt x="1087411" y="98515"/>
                </a:lnTo>
                <a:cubicBezTo>
                  <a:pt x="1087411" y="88814"/>
                  <a:pt x="1086143" y="81770"/>
                  <a:pt x="1083608" y="77384"/>
                </a:cubicBezTo>
                <a:cubicBezTo>
                  <a:pt x="1081072" y="72997"/>
                  <a:pt x="1076800" y="70804"/>
                  <a:pt x="1070793" y="70804"/>
                </a:cubicBezTo>
                <a:cubicBezTo>
                  <a:pt x="1061508" y="70804"/>
                  <a:pt x="1052263" y="75850"/>
                  <a:pt x="1043056" y="85942"/>
                </a:cubicBezTo>
                <a:lnTo>
                  <a:pt x="1043056" y="142179"/>
                </a:lnTo>
                <a:cubicBezTo>
                  <a:pt x="1043056" y="149399"/>
                  <a:pt x="1043485" y="153862"/>
                  <a:pt x="1044343" y="155568"/>
                </a:cubicBezTo>
                <a:cubicBezTo>
                  <a:pt x="1045436" y="157819"/>
                  <a:pt x="1046938" y="159468"/>
                  <a:pt x="1048849" y="160517"/>
                </a:cubicBezTo>
                <a:cubicBezTo>
                  <a:pt x="1050761" y="161565"/>
                  <a:pt x="1054642" y="162089"/>
                  <a:pt x="1060494" y="162089"/>
                </a:cubicBezTo>
                <a:lnTo>
                  <a:pt x="1060494" y="166419"/>
                </a:lnTo>
                <a:lnTo>
                  <a:pt x="1007478" y="166419"/>
                </a:lnTo>
                <a:lnTo>
                  <a:pt x="1007478" y="162089"/>
                </a:lnTo>
                <a:lnTo>
                  <a:pt x="1009819" y="162089"/>
                </a:lnTo>
                <a:cubicBezTo>
                  <a:pt x="1015280" y="162089"/>
                  <a:pt x="1018967" y="160708"/>
                  <a:pt x="1020879" y="157946"/>
                </a:cubicBezTo>
                <a:cubicBezTo>
                  <a:pt x="1022790" y="155181"/>
                  <a:pt x="1023746" y="149906"/>
                  <a:pt x="1023746" y="142121"/>
                </a:cubicBezTo>
                <a:lnTo>
                  <a:pt x="1023746" y="102418"/>
                </a:lnTo>
                <a:cubicBezTo>
                  <a:pt x="1023746" y="89573"/>
                  <a:pt x="1023453" y="81750"/>
                  <a:pt x="1022868" y="78949"/>
                </a:cubicBezTo>
                <a:cubicBezTo>
                  <a:pt x="1022283" y="76145"/>
                  <a:pt x="1021386" y="74237"/>
                  <a:pt x="1020176" y="73225"/>
                </a:cubicBezTo>
                <a:cubicBezTo>
                  <a:pt x="1018967" y="72214"/>
                  <a:pt x="1017348" y="71708"/>
                  <a:pt x="1015319" y="71708"/>
                </a:cubicBezTo>
                <a:cubicBezTo>
                  <a:pt x="1013135" y="71708"/>
                  <a:pt x="1010521" y="72292"/>
                  <a:pt x="1007478" y="73459"/>
                </a:cubicBezTo>
                <a:lnTo>
                  <a:pt x="1005723" y="69254"/>
                </a:lnTo>
                <a:lnTo>
                  <a:pt x="1038024" y="56175"/>
                </a:lnTo>
                <a:lnTo>
                  <a:pt x="1043056" y="56175"/>
                </a:lnTo>
                <a:lnTo>
                  <a:pt x="1043056" y="78880"/>
                </a:lnTo>
                <a:close/>
                <a:moveTo>
                  <a:pt x="1160322" y="127356"/>
                </a:moveTo>
                <a:cubicBezTo>
                  <a:pt x="1153768" y="124162"/>
                  <a:pt x="1148736" y="119702"/>
                  <a:pt x="1145225" y="113974"/>
                </a:cubicBezTo>
                <a:cubicBezTo>
                  <a:pt x="1141714" y="108247"/>
                  <a:pt x="1139959" y="101915"/>
                  <a:pt x="1139959" y="94979"/>
                </a:cubicBezTo>
                <a:cubicBezTo>
                  <a:pt x="1139959" y="84382"/>
                  <a:pt x="1143957" y="75266"/>
                  <a:pt x="1151954" y="67630"/>
                </a:cubicBezTo>
                <a:cubicBezTo>
                  <a:pt x="1159951" y="59993"/>
                  <a:pt x="1170192" y="56175"/>
                  <a:pt x="1182675" y="56175"/>
                </a:cubicBezTo>
                <a:cubicBezTo>
                  <a:pt x="1192896" y="56175"/>
                  <a:pt x="1201751" y="58672"/>
                  <a:pt x="1209241" y="63665"/>
                </a:cubicBezTo>
                <a:lnTo>
                  <a:pt x="1231946" y="63665"/>
                </a:lnTo>
                <a:cubicBezTo>
                  <a:pt x="1235301" y="63665"/>
                  <a:pt x="1237251" y="63762"/>
                  <a:pt x="1237797" y="63954"/>
                </a:cubicBezTo>
                <a:cubicBezTo>
                  <a:pt x="1238343" y="64147"/>
                  <a:pt x="1238733" y="64475"/>
                  <a:pt x="1238968" y="64938"/>
                </a:cubicBezTo>
                <a:cubicBezTo>
                  <a:pt x="1239436" y="65633"/>
                  <a:pt x="1239670" y="66868"/>
                  <a:pt x="1239670" y="68643"/>
                </a:cubicBezTo>
                <a:cubicBezTo>
                  <a:pt x="1239670" y="70647"/>
                  <a:pt x="1239475" y="72036"/>
                  <a:pt x="1239085" y="72808"/>
                </a:cubicBezTo>
                <a:cubicBezTo>
                  <a:pt x="1238850" y="73194"/>
                  <a:pt x="1238441" y="73502"/>
                  <a:pt x="1237856" y="73734"/>
                </a:cubicBezTo>
                <a:cubicBezTo>
                  <a:pt x="1237271" y="73965"/>
                  <a:pt x="1235301" y="74081"/>
                  <a:pt x="1231946" y="74081"/>
                </a:cubicBezTo>
                <a:lnTo>
                  <a:pt x="1218019" y="74081"/>
                </a:lnTo>
                <a:cubicBezTo>
                  <a:pt x="1222388" y="79711"/>
                  <a:pt x="1224573" y="86904"/>
                  <a:pt x="1224573" y="95659"/>
                </a:cubicBezTo>
                <a:cubicBezTo>
                  <a:pt x="1224573" y="105665"/>
                  <a:pt x="1220750" y="114226"/>
                  <a:pt x="1213103" y="121340"/>
                </a:cubicBezTo>
                <a:cubicBezTo>
                  <a:pt x="1205457" y="128455"/>
                  <a:pt x="1195198" y="132012"/>
                  <a:pt x="1182324" y="132012"/>
                </a:cubicBezTo>
                <a:cubicBezTo>
                  <a:pt x="1177019" y="132012"/>
                  <a:pt x="1171596" y="131216"/>
                  <a:pt x="1166057" y="129624"/>
                </a:cubicBezTo>
                <a:cubicBezTo>
                  <a:pt x="1162624" y="132586"/>
                  <a:pt x="1160303" y="135179"/>
                  <a:pt x="1159093" y="137403"/>
                </a:cubicBezTo>
                <a:cubicBezTo>
                  <a:pt x="1157884" y="139624"/>
                  <a:pt x="1157279" y="141514"/>
                  <a:pt x="1157279" y="143072"/>
                </a:cubicBezTo>
                <a:cubicBezTo>
                  <a:pt x="1157279" y="144398"/>
                  <a:pt x="1157923" y="145685"/>
                  <a:pt x="1159210" y="146934"/>
                </a:cubicBezTo>
                <a:cubicBezTo>
                  <a:pt x="1160498" y="148179"/>
                  <a:pt x="1163014" y="149075"/>
                  <a:pt x="1166759" y="149622"/>
                </a:cubicBezTo>
                <a:cubicBezTo>
                  <a:pt x="1168943" y="149934"/>
                  <a:pt x="1174405" y="150207"/>
                  <a:pt x="1183143" y="150441"/>
                </a:cubicBezTo>
                <a:cubicBezTo>
                  <a:pt x="1199216" y="150829"/>
                  <a:pt x="1209632" y="151373"/>
                  <a:pt x="1214391" y="152076"/>
                </a:cubicBezTo>
                <a:cubicBezTo>
                  <a:pt x="1221647" y="153090"/>
                  <a:pt x="1227440" y="155780"/>
                  <a:pt x="1231770" y="160147"/>
                </a:cubicBezTo>
                <a:cubicBezTo>
                  <a:pt x="1236100" y="164512"/>
                  <a:pt x="1238265" y="169890"/>
                  <a:pt x="1238265" y="176283"/>
                </a:cubicBezTo>
                <a:cubicBezTo>
                  <a:pt x="1238265" y="185092"/>
                  <a:pt x="1234130" y="193356"/>
                  <a:pt x="1225860" y="201075"/>
                </a:cubicBezTo>
                <a:cubicBezTo>
                  <a:pt x="1213689" y="212457"/>
                  <a:pt x="1197811" y="218147"/>
                  <a:pt x="1178228" y="218147"/>
                </a:cubicBezTo>
                <a:cubicBezTo>
                  <a:pt x="1163170" y="218147"/>
                  <a:pt x="1150452" y="214758"/>
                  <a:pt x="1140076" y="207980"/>
                </a:cubicBezTo>
                <a:cubicBezTo>
                  <a:pt x="1134224" y="204084"/>
                  <a:pt x="1131298" y="200032"/>
                  <a:pt x="1131298" y="195824"/>
                </a:cubicBezTo>
                <a:cubicBezTo>
                  <a:pt x="1131298" y="193956"/>
                  <a:pt x="1131727" y="192087"/>
                  <a:pt x="1132586" y="190217"/>
                </a:cubicBezTo>
                <a:cubicBezTo>
                  <a:pt x="1133912" y="187333"/>
                  <a:pt x="1136643" y="183320"/>
                  <a:pt x="1140778" y="178177"/>
                </a:cubicBezTo>
                <a:cubicBezTo>
                  <a:pt x="1141324" y="177478"/>
                  <a:pt x="1145303" y="173271"/>
                  <a:pt x="1152715" y="165556"/>
                </a:cubicBezTo>
                <a:cubicBezTo>
                  <a:pt x="1148658" y="163135"/>
                  <a:pt x="1145791" y="160968"/>
                  <a:pt x="1144113" y="159054"/>
                </a:cubicBezTo>
                <a:cubicBezTo>
                  <a:pt x="1142436" y="157140"/>
                  <a:pt x="1141597" y="154972"/>
                  <a:pt x="1141597" y="152551"/>
                </a:cubicBezTo>
                <a:cubicBezTo>
                  <a:pt x="1141597" y="149815"/>
                  <a:pt x="1142709" y="146612"/>
                  <a:pt x="1144932" y="142940"/>
                </a:cubicBezTo>
                <a:cubicBezTo>
                  <a:pt x="1147156" y="139268"/>
                  <a:pt x="1152286" y="134073"/>
                  <a:pt x="1160322" y="127356"/>
                </a:cubicBezTo>
                <a:moveTo>
                  <a:pt x="1180686" y="62027"/>
                </a:moveTo>
                <a:cubicBezTo>
                  <a:pt x="1174912" y="62027"/>
                  <a:pt x="1170075" y="64316"/>
                  <a:pt x="1166174" y="68895"/>
                </a:cubicBezTo>
                <a:cubicBezTo>
                  <a:pt x="1162273" y="73472"/>
                  <a:pt x="1160322" y="80494"/>
                  <a:pt x="1160322" y="89961"/>
                </a:cubicBezTo>
                <a:cubicBezTo>
                  <a:pt x="1160322" y="102222"/>
                  <a:pt x="1162975" y="111728"/>
                  <a:pt x="1168280" y="118477"/>
                </a:cubicBezTo>
                <a:cubicBezTo>
                  <a:pt x="1172337" y="123599"/>
                  <a:pt x="1177487" y="126160"/>
                  <a:pt x="1183728" y="126160"/>
                </a:cubicBezTo>
                <a:cubicBezTo>
                  <a:pt x="1189658" y="126160"/>
                  <a:pt x="1194534" y="123949"/>
                  <a:pt x="1198357" y="119526"/>
                </a:cubicBezTo>
                <a:cubicBezTo>
                  <a:pt x="1202180" y="115103"/>
                  <a:pt x="1204092" y="108158"/>
                  <a:pt x="1204092" y="98691"/>
                </a:cubicBezTo>
                <a:cubicBezTo>
                  <a:pt x="1204092" y="86354"/>
                  <a:pt x="1201400" y="76692"/>
                  <a:pt x="1196017" y="69707"/>
                </a:cubicBezTo>
                <a:cubicBezTo>
                  <a:pt x="1192038" y="64587"/>
                  <a:pt x="1186927" y="62027"/>
                  <a:pt x="1180686" y="62027"/>
                </a:cubicBezTo>
                <a:moveTo>
                  <a:pt x="1159152" y="166489"/>
                </a:moveTo>
                <a:cubicBezTo>
                  <a:pt x="1155485" y="170461"/>
                  <a:pt x="1152715" y="174159"/>
                  <a:pt x="1150842" y="177585"/>
                </a:cubicBezTo>
                <a:cubicBezTo>
                  <a:pt x="1148970" y="181013"/>
                  <a:pt x="1148034" y="184168"/>
                  <a:pt x="1148034" y="187050"/>
                </a:cubicBezTo>
                <a:cubicBezTo>
                  <a:pt x="1148034" y="190788"/>
                  <a:pt x="1150296" y="194058"/>
                  <a:pt x="1154822" y="196862"/>
                </a:cubicBezTo>
                <a:cubicBezTo>
                  <a:pt x="1162624" y="201690"/>
                  <a:pt x="1173898" y="204104"/>
                  <a:pt x="1188644" y="204104"/>
                </a:cubicBezTo>
                <a:cubicBezTo>
                  <a:pt x="1202688" y="204104"/>
                  <a:pt x="1213045" y="201630"/>
                  <a:pt x="1219716" y="196683"/>
                </a:cubicBezTo>
                <a:cubicBezTo>
                  <a:pt x="1226387" y="191739"/>
                  <a:pt x="1229722" y="186464"/>
                  <a:pt x="1229722" y="180858"/>
                </a:cubicBezTo>
                <a:cubicBezTo>
                  <a:pt x="1229722" y="176808"/>
                  <a:pt x="1227732" y="173926"/>
                  <a:pt x="1223753" y="172212"/>
                </a:cubicBezTo>
                <a:cubicBezTo>
                  <a:pt x="1219696" y="170498"/>
                  <a:pt x="1211660" y="169487"/>
                  <a:pt x="1199645" y="169177"/>
                </a:cubicBezTo>
                <a:cubicBezTo>
                  <a:pt x="1182090" y="168709"/>
                  <a:pt x="1168592" y="167813"/>
                  <a:pt x="1159152" y="1664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E8B8F9-0644-4448-9960-A3D31EA3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531" y="59583"/>
            <a:ext cx="1935716" cy="738072"/>
          </a:xfrm>
          <a:custGeom xmlns:a="http://schemas.openxmlformats.org/drawingml/2006/main">
            <a:pathLst>
              <a:path w="1935716" h="738072">
                <a:moveTo>
                  <a:pt x="0" y="123016"/>
                </a:moveTo>
                <a:cubicBezTo>
                  <a:pt x="0" y="55076"/>
                  <a:pt x="55075" y="0"/>
                  <a:pt x="123014" y="0"/>
                </a:cubicBezTo>
                <a:lnTo>
                  <a:pt x="1812702" y="0"/>
                </a:lnTo>
                <a:cubicBezTo>
                  <a:pt x="1880642" y="0"/>
                  <a:pt x="1935716" y="55076"/>
                  <a:pt x="1935716" y="123016"/>
                </a:cubicBezTo>
                <a:lnTo>
                  <a:pt x="1935716" y="615058"/>
                </a:lnTo>
                <a:cubicBezTo>
                  <a:pt x="1935716" y="682996"/>
                  <a:pt x="1880642" y="738072"/>
                  <a:pt x="1812702" y="738072"/>
                </a:cubicBezTo>
                <a:lnTo>
                  <a:pt x="123014" y="738072"/>
                </a:lnTo>
                <a:cubicBezTo>
                  <a:pt x="55075" y="738072"/>
                  <a:pt x="0" y="682996"/>
                  <a:pt x="0" y="615058"/>
                </a:cubicBezTo>
                <a:lnTo>
                  <a:pt x="0" y="123016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26D3F0-28D1-422A-9D4B-5B6ED4A7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531" y="59583"/>
            <a:ext cx="1935718" cy="738071"/>
          </a:xfrm>
          <a:custGeom xmlns:a="http://schemas.openxmlformats.org/drawingml/2006/main">
            <a:pathLst>
              <a:path w="1935718" h="738071" fill="none">
                <a:moveTo>
                  <a:pt x="0" y="123015"/>
                </a:moveTo>
                <a:cubicBezTo>
                  <a:pt x="0" y="55076"/>
                  <a:pt x="55076" y="0"/>
                  <a:pt x="123015" y="0"/>
                </a:cubicBezTo>
                <a:lnTo>
                  <a:pt x="1812703" y="0"/>
                </a:lnTo>
                <a:cubicBezTo>
                  <a:pt x="1880642" y="0"/>
                  <a:pt x="1935718" y="55076"/>
                  <a:pt x="1935718" y="123015"/>
                </a:cubicBezTo>
                <a:lnTo>
                  <a:pt x="1935718" y="615056"/>
                </a:lnTo>
                <a:cubicBezTo>
                  <a:pt x="1935718" y="682995"/>
                  <a:pt x="1880642" y="738071"/>
                  <a:pt x="1812703" y="738071"/>
                </a:cubicBezTo>
                <a:lnTo>
                  <a:pt x="123015" y="738071"/>
                </a:lnTo>
                <a:cubicBezTo>
                  <a:pt x="55076" y="738071"/>
                  <a:pt x="0" y="682995"/>
                  <a:pt x="0" y="615056"/>
                </a:cubicBezTo>
                <a:lnTo>
                  <a:pt x="0" y="12301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099" cap="flat">
            <a:solidFill>
              <a:srgbClr val="000000"/>
            </a:solidFill>
            <a:miter/>
          </a:ln>
        </p:spPr>
      </p:sp>
      <p:sp>
        <p:nvSpPr>
          <p:cNvPr id="10" name="Text Human-written">
            <a:extLst xmlns:a="http://schemas.openxmlformats.org/drawingml/2006/main">
              <a:ext uri="{FF2B5EF4-FFF2-40B4-BE49-F238E27FC236}">
                <a16:creationId xmlns:a16="http://schemas.microsoft.com/office/drawing/2014/main" id="{ADD64753-72AA-43A3-BEE8-707188E0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104" y="198962"/>
            <a:ext cx="1457616" cy="169696"/>
          </a:xfrm>
          <a:custGeom xmlns:a="http://schemas.openxmlformats.org/drawingml/2006/main">
            <a:pathLst>
              <a:path w="1457616" h="169696">
                <a:moveTo>
                  <a:pt x="45174" y="81220"/>
                </a:moveTo>
                <a:lnTo>
                  <a:pt x="118904" y="81220"/>
                </a:lnTo>
                <a:lnTo>
                  <a:pt x="118904" y="35889"/>
                </a:lnTo>
                <a:cubicBezTo>
                  <a:pt x="118904" y="27789"/>
                  <a:pt x="118397" y="22453"/>
                  <a:pt x="117383" y="19881"/>
                </a:cubicBezTo>
                <a:cubicBezTo>
                  <a:pt x="116603" y="17935"/>
                  <a:pt x="114964" y="16261"/>
                  <a:pt x="112468" y="14859"/>
                </a:cubicBezTo>
                <a:cubicBezTo>
                  <a:pt x="109113" y="12989"/>
                  <a:pt x="105563" y="12054"/>
                  <a:pt x="101818" y="12054"/>
                </a:cubicBezTo>
                <a:lnTo>
                  <a:pt x="96200" y="12054"/>
                </a:lnTo>
                <a:lnTo>
                  <a:pt x="96200" y="7724"/>
                </a:lnTo>
                <a:lnTo>
                  <a:pt x="164079" y="7724"/>
                </a:lnTo>
                <a:lnTo>
                  <a:pt x="164079" y="12054"/>
                </a:lnTo>
                <a:lnTo>
                  <a:pt x="158461" y="12054"/>
                </a:lnTo>
                <a:cubicBezTo>
                  <a:pt x="154716" y="12054"/>
                  <a:pt x="151166" y="12952"/>
                  <a:pt x="147811" y="14746"/>
                </a:cubicBezTo>
                <a:cubicBezTo>
                  <a:pt x="145315" y="15994"/>
                  <a:pt x="143618" y="17886"/>
                  <a:pt x="142720" y="20422"/>
                </a:cubicBezTo>
                <a:cubicBezTo>
                  <a:pt x="141823" y="22958"/>
                  <a:pt x="141375" y="28127"/>
                  <a:pt x="141375" y="35929"/>
                </a:cubicBezTo>
                <a:lnTo>
                  <a:pt x="141375" y="138332"/>
                </a:lnTo>
                <a:cubicBezTo>
                  <a:pt x="141375" y="146368"/>
                  <a:pt x="141882" y="151673"/>
                  <a:pt x="142896" y="154248"/>
                </a:cubicBezTo>
                <a:cubicBezTo>
                  <a:pt x="143676" y="156199"/>
                  <a:pt x="145276" y="157876"/>
                  <a:pt x="147694" y="159280"/>
                </a:cubicBezTo>
                <a:cubicBezTo>
                  <a:pt x="151127" y="161153"/>
                  <a:pt x="154716" y="162089"/>
                  <a:pt x="158461" y="162089"/>
                </a:cubicBezTo>
                <a:lnTo>
                  <a:pt x="164079" y="162089"/>
                </a:lnTo>
                <a:lnTo>
                  <a:pt x="164079" y="166419"/>
                </a:lnTo>
                <a:lnTo>
                  <a:pt x="96200" y="166419"/>
                </a:lnTo>
                <a:lnTo>
                  <a:pt x="96200" y="162089"/>
                </a:lnTo>
                <a:lnTo>
                  <a:pt x="101818" y="162089"/>
                </a:lnTo>
                <a:cubicBezTo>
                  <a:pt x="108294" y="162089"/>
                  <a:pt x="113014" y="160174"/>
                  <a:pt x="115979" y="156344"/>
                </a:cubicBezTo>
                <a:cubicBezTo>
                  <a:pt x="117929" y="153845"/>
                  <a:pt x="118904" y="147827"/>
                  <a:pt x="118904" y="138291"/>
                </a:cubicBezTo>
                <a:lnTo>
                  <a:pt x="118904" y="89881"/>
                </a:lnTo>
                <a:lnTo>
                  <a:pt x="45174" y="89881"/>
                </a:lnTo>
                <a:lnTo>
                  <a:pt x="45174" y="138291"/>
                </a:lnTo>
                <a:cubicBezTo>
                  <a:pt x="45174" y="146342"/>
                  <a:pt x="45681" y="151658"/>
                  <a:pt x="46696" y="154237"/>
                </a:cubicBezTo>
                <a:cubicBezTo>
                  <a:pt x="47476" y="156190"/>
                  <a:pt x="49114" y="157870"/>
                  <a:pt x="51611" y="159277"/>
                </a:cubicBezTo>
                <a:cubicBezTo>
                  <a:pt x="54966" y="161152"/>
                  <a:pt x="58516" y="162089"/>
                  <a:pt x="62261" y="162089"/>
                </a:cubicBezTo>
                <a:lnTo>
                  <a:pt x="67996" y="162089"/>
                </a:lnTo>
                <a:lnTo>
                  <a:pt x="67996" y="166419"/>
                </a:lnTo>
                <a:lnTo>
                  <a:pt x="0" y="166419"/>
                </a:lnTo>
                <a:lnTo>
                  <a:pt x="0" y="162089"/>
                </a:lnTo>
                <a:lnTo>
                  <a:pt x="5618" y="162089"/>
                </a:lnTo>
                <a:cubicBezTo>
                  <a:pt x="12171" y="162089"/>
                  <a:pt x="16931" y="160178"/>
                  <a:pt x="19895" y="156355"/>
                </a:cubicBezTo>
                <a:cubicBezTo>
                  <a:pt x="21768" y="153858"/>
                  <a:pt x="22704" y="147850"/>
                  <a:pt x="22704" y="138332"/>
                </a:cubicBezTo>
                <a:lnTo>
                  <a:pt x="22704" y="35929"/>
                </a:lnTo>
                <a:cubicBezTo>
                  <a:pt x="22704" y="27815"/>
                  <a:pt x="22197" y="22470"/>
                  <a:pt x="21183" y="19895"/>
                </a:cubicBezTo>
                <a:cubicBezTo>
                  <a:pt x="20403" y="17945"/>
                  <a:pt x="18803" y="16267"/>
                  <a:pt x="16384" y="14863"/>
                </a:cubicBezTo>
                <a:cubicBezTo>
                  <a:pt x="12952" y="12991"/>
                  <a:pt x="9363" y="12054"/>
                  <a:pt x="5618" y="12054"/>
                </a:cubicBezTo>
                <a:lnTo>
                  <a:pt x="0" y="12054"/>
                </a:lnTo>
                <a:lnTo>
                  <a:pt x="0" y="7724"/>
                </a:lnTo>
                <a:lnTo>
                  <a:pt x="67996" y="7724"/>
                </a:lnTo>
                <a:lnTo>
                  <a:pt x="67996" y="12054"/>
                </a:lnTo>
                <a:lnTo>
                  <a:pt x="62261" y="12054"/>
                </a:lnTo>
                <a:cubicBezTo>
                  <a:pt x="58516" y="12054"/>
                  <a:pt x="54966" y="12950"/>
                  <a:pt x="51611" y="14742"/>
                </a:cubicBezTo>
                <a:cubicBezTo>
                  <a:pt x="49192" y="15988"/>
                  <a:pt x="47515" y="17877"/>
                  <a:pt x="46579" y="20407"/>
                </a:cubicBezTo>
                <a:cubicBezTo>
                  <a:pt x="45642" y="22938"/>
                  <a:pt x="45174" y="28099"/>
                  <a:pt x="45174" y="35889"/>
                </a:cubicBezTo>
                <a:lnTo>
                  <a:pt x="45174" y="81220"/>
                </a:lnTo>
                <a:close/>
                <a:moveTo>
                  <a:pt x="270085" y="59218"/>
                </a:moveTo>
                <a:lnTo>
                  <a:pt x="270085" y="124171"/>
                </a:lnTo>
                <a:cubicBezTo>
                  <a:pt x="270085" y="136576"/>
                  <a:pt x="270378" y="144164"/>
                  <a:pt x="270963" y="146934"/>
                </a:cubicBezTo>
                <a:cubicBezTo>
                  <a:pt x="271548" y="149703"/>
                  <a:pt x="272484" y="151634"/>
                  <a:pt x="273771" y="152727"/>
                </a:cubicBezTo>
                <a:cubicBezTo>
                  <a:pt x="275059" y="153819"/>
                  <a:pt x="276561" y="154365"/>
                  <a:pt x="278277" y="154365"/>
                </a:cubicBezTo>
                <a:cubicBezTo>
                  <a:pt x="280696" y="154365"/>
                  <a:pt x="283427" y="153702"/>
                  <a:pt x="286469" y="152376"/>
                </a:cubicBezTo>
                <a:lnTo>
                  <a:pt x="288108" y="156472"/>
                </a:lnTo>
                <a:lnTo>
                  <a:pt x="256041" y="169696"/>
                </a:lnTo>
                <a:lnTo>
                  <a:pt x="250775" y="169696"/>
                </a:lnTo>
                <a:lnTo>
                  <a:pt x="250775" y="146992"/>
                </a:lnTo>
                <a:cubicBezTo>
                  <a:pt x="241568" y="156979"/>
                  <a:pt x="234546" y="163260"/>
                  <a:pt x="229709" y="165834"/>
                </a:cubicBezTo>
                <a:cubicBezTo>
                  <a:pt x="224872" y="168409"/>
                  <a:pt x="219761" y="169696"/>
                  <a:pt x="214378" y="169696"/>
                </a:cubicBezTo>
                <a:cubicBezTo>
                  <a:pt x="208370" y="169696"/>
                  <a:pt x="203162" y="167960"/>
                  <a:pt x="198754" y="164488"/>
                </a:cubicBezTo>
                <a:cubicBezTo>
                  <a:pt x="194346" y="161016"/>
                  <a:pt x="191284" y="156550"/>
                  <a:pt x="189567" y="151088"/>
                </a:cubicBezTo>
                <a:cubicBezTo>
                  <a:pt x="187851" y="145627"/>
                  <a:pt x="186992" y="137903"/>
                  <a:pt x="186992" y="127916"/>
                </a:cubicBezTo>
                <a:lnTo>
                  <a:pt x="186992" y="80050"/>
                </a:lnTo>
                <a:cubicBezTo>
                  <a:pt x="186992" y="74978"/>
                  <a:pt x="186446" y="71467"/>
                  <a:pt x="185354" y="69517"/>
                </a:cubicBezTo>
                <a:cubicBezTo>
                  <a:pt x="184262" y="67566"/>
                  <a:pt x="182643" y="66065"/>
                  <a:pt x="180497" y="65011"/>
                </a:cubicBezTo>
                <a:cubicBezTo>
                  <a:pt x="178351" y="63958"/>
                  <a:pt x="174470" y="63470"/>
                  <a:pt x="168852" y="63548"/>
                </a:cubicBezTo>
                <a:lnTo>
                  <a:pt x="168852" y="59218"/>
                </a:lnTo>
                <a:lnTo>
                  <a:pt x="206420" y="59218"/>
                </a:lnTo>
                <a:lnTo>
                  <a:pt x="206420" y="130783"/>
                </a:lnTo>
                <a:cubicBezTo>
                  <a:pt x="206420" y="140746"/>
                  <a:pt x="208156" y="147283"/>
                  <a:pt x="211628" y="150397"/>
                </a:cubicBezTo>
                <a:cubicBezTo>
                  <a:pt x="215099" y="153511"/>
                  <a:pt x="219293" y="155067"/>
                  <a:pt x="224208" y="155067"/>
                </a:cubicBezTo>
                <a:cubicBezTo>
                  <a:pt x="227563" y="155067"/>
                  <a:pt x="231367" y="154016"/>
                  <a:pt x="235619" y="151915"/>
                </a:cubicBezTo>
                <a:cubicBezTo>
                  <a:pt x="239871" y="149813"/>
                  <a:pt x="244923" y="145806"/>
                  <a:pt x="250775" y="139893"/>
                </a:cubicBezTo>
                <a:lnTo>
                  <a:pt x="250775" y="79307"/>
                </a:lnTo>
                <a:cubicBezTo>
                  <a:pt x="250775" y="73236"/>
                  <a:pt x="249663" y="69132"/>
                  <a:pt x="247439" y="66993"/>
                </a:cubicBezTo>
                <a:cubicBezTo>
                  <a:pt x="245216" y="64853"/>
                  <a:pt x="240593" y="63704"/>
                  <a:pt x="233571" y="63548"/>
                </a:cubicBezTo>
                <a:lnTo>
                  <a:pt x="233571" y="59218"/>
                </a:lnTo>
                <a:lnTo>
                  <a:pt x="270085" y="59218"/>
                </a:lnTo>
                <a:close/>
                <a:moveTo>
                  <a:pt x="327782" y="78997"/>
                </a:moveTo>
                <a:cubicBezTo>
                  <a:pt x="335584" y="71194"/>
                  <a:pt x="340187" y="66708"/>
                  <a:pt x="341592" y="65538"/>
                </a:cubicBezTo>
                <a:cubicBezTo>
                  <a:pt x="345102" y="62573"/>
                  <a:pt x="348887" y="60271"/>
                  <a:pt x="352944" y="58633"/>
                </a:cubicBezTo>
                <a:cubicBezTo>
                  <a:pt x="357001" y="56995"/>
                  <a:pt x="361019" y="56175"/>
                  <a:pt x="364998" y="56175"/>
                </a:cubicBezTo>
                <a:cubicBezTo>
                  <a:pt x="371708" y="56175"/>
                  <a:pt x="377481" y="58126"/>
                  <a:pt x="382319" y="62027"/>
                </a:cubicBezTo>
                <a:cubicBezTo>
                  <a:pt x="387156" y="65928"/>
                  <a:pt x="390394" y="71585"/>
                  <a:pt x="392032" y="78997"/>
                </a:cubicBezTo>
                <a:cubicBezTo>
                  <a:pt x="400068" y="69634"/>
                  <a:pt x="406856" y="63490"/>
                  <a:pt x="412396" y="60564"/>
                </a:cubicBezTo>
                <a:cubicBezTo>
                  <a:pt x="417935" y="57638"/>
                  <a:pt x="423631" y="56175"/>
                  <a:pt x="429483" y="56175"/>
                </a:cubicBezTo>
                <a:cubicBezTo>
                  <a:pt x="435178" y="56175"/>
                  <a:pt x="440230" y="57636"/>
                  <a:pt x="444638" y="60557"/>
                </a:cubicBezTo>
                <a:cubicBezTo>
                  <a:pt x="449046" y="63475"/>
                  <a:pt x="452538" y="68243"/>
                  <a:pt x="455112" y="74860"/>
                </a:cubicBezTo>
                <a:cubicBezTo>
                  <a:pt x="456829" y="79376"/>
                  <a:pt x="457687" y="86460"/>
                  <a:pt x="457687" y="96112"/>
                </a:cubicBezTo>
                <a:lnTo>
                  <a:pt x="457687" y="142121"/>
                </a:lnTo>
                <a:cubicBezTo>
                  <a:pt x="457687" y="148816"/>
                  <a:pt x="458194" y="153409"/>
                  <a:pt x="459209" y="155901"/>
                </a:cubicBezTo>
                <a:cubicBezTo>
                  <a:pt x="459989" y="157613"/>
                  <a:pt x="461432" y="159072"/>
                  <a:pt x="463539" y="160279"/>
                </a:cubicBezTo>
                <a:cubicBezTo>
                  <a:pt x="465645" y="161486"/>
                  <a:pt x="469078" y="162089"/>
                  <a:pt x="473838" y="162089"/>
                </a:cubicBezTo>
                <a:lnTo>
                  <a:pt x="473838" y="166419"/>
                </a:lnTo>
                <a:lnTo>
                  <a:pt x="420939" y="166419"/>
                </a:lnTo>
                <a:lnTo>
                  <a:pt x="420939" y="162089"/>
                </a:lnTo>
                <a:lnTo>
                  <a:pt x="423163" y="162089"/>
                </a:lnTo>
                <a:cubicBezTo>
                  <a:pt x="427766" y="162089"/>
                  <a:pt x="431355" y="161197"/>
                  <a:pt x="433930" y="159412"/>
                </a:cubicBezTo>
                <a:cubicBezTo>
                  <a:pt x="435724" y="158169"/>
                  <a:pt x="437012" y="156189"/>
                  <a:pt x="437792" y="153473"/>
                </a:cubicBezTo>
                <a:cubicBezTo>
                  <a:pt x="438104" y="152154"/>
                  <a:pt x="438260" y="148389"/>
                  <a:pt x="438260" y="142179"/>
                </a:cubicBezTo>
                <a:lnTo>
                  <a:pt x="438260" y="96303"/>
                </a:lnTo>
                <a:cubicBezTo>
                  <a:pt x="438260" y="87608"/>
                  <a:pt x="437207" y="81476"/>
                  <a:pt x="435100" y="77907"/>
                </a:cubicBezTo>
                <a:cubicBezTo>
                  <a:pt x="432057" y="72938"/>
                  <a:pt x="427181" y="70453"/>
                  <a:pt x="420471" y="70453"/>
                </a:cubicBezTo>
                <a:cubicBezTo>
                  <a:pt x="416336" y="70453"/>
                  <a:pt x="412181" y="71482"/>
                  <a:pt x="408007" y="73540"/>
                </a:cubicBezTo>
                <a:cubicBezTo>
                  <a:pt x="403833" y="75595"/>
                  <a:pt x="398781" y="79418"/>
                  <a:pt x="392852" y="85009"/>
                </a:cubicBezTo>
                <a:lnTo>
                  <a:pt x="392617" y="86289"/>
                </a:lnTo>
                <a:lnTo>
                  <a:pt x="392852" y="91296"/>
                </a:lnTo>
                <a:lnTo>
                  <a:pt x="392852" y="142179"/>
                </a:lnTo>
                <a:cubicBezTo>
                  <a:pt x="392852" y="149477"/>
                  <a:pt x="393261" y="154018"/>
                  <a:pt x="394080" y="155802"/>
                </a:cubicBezTo>
                <a:cubicBezTo>
                  <a:pt x="394900" y="157587"/>
                  <a:pt x="396440" y="159082"/>
                  <a:pt x="398703" y="160286"/>
                </a:cubicBezTo>
                <a:cubicBezTo>
                  <a:pt x="400966" y="161488"/>
                  <a:pt x="404828" y="162089"/>
                  <a:pt x="410289" y="162089"/>
                </a:cubicBezTo>
                <a:lnTo>
                  <a:pt x="410289" y="166419"/>
                </a:lnTo>
                <a:lnTo>
                  <a:pt x="356103" y="166419"/>
                </a:lnTo>
                <a:lnTo>
                  <a:pt x="356103" y="162089"/>
                </a:lnTo>
                <a:cubicBezTo>
                  <a:pt x="362033" y="162089"/>
                  <a:pt x="366110" y="161391"/>
                  <a:pt x="368333" y="159994"/>
                </a:cubicBezTo>
                <a:cubicBezTo>
                  <a:pt x="370557" y="158597"/>
                  <a:pt x="372098" y="156501"/>
                  <a:pt x="372956" y="153707"/>
                </a:cubicBezTo>
                <a:cubicBezTo>
                  <a:pt x="373346" y="152385"/>
                  <a:pt x="373541" y="148543"/>
                  <a:pt x="373541" y="142179"/>
                </a:cubicBezTo>
                <a:lnTo>
                  <a:pt x="373541" y="96303"/>
                </a:lnTo>
                <a:cubicBezTo>
                  <a:pt x="373541" y="87608"/>
                  <a:pt x="372254" y="81359"/>
                  <a:pt x="369679" y="77556"/>
                </a:cubicBezTo>
                <a:cubicBezTo>
                  <a:pt x="366246" y="72587"/>
                  <a:pt x="361448" y="70102"/>
                  <a:pt x="355284" y="70102"/>
                </a:cubicBezTo>
                <a:cubicBezTo>
                  <a:pt x="351071" y="70102"/>
                  <a:pt x="346897" y="71227"/>
                  <a:pt x="342762" y="73478"/>
                </a:cubicBezTo>
                <a:cubicBezTo>
                  <a:pt x="336286" y="76894"/>
                  <a:pt x="331293" y="80736"/>
                  <a:pt x="327782" y="85005"/>
                </a:cubicBezTo>
                <a:lnTo>
                  <a:pt x="327782" y="142179"/>
                </a:lnTo>
                <a:cubicBezTo>
                  <a:pt x="327782" y="149164"/>
                  <a:pt x="328269" y="153706"/>
                  <a:pt x="329245" y="155802"/>
                </a:cubicBezTo>
                <a:cubicBezTo>
                  <a:pt x="330220" y="157897"/>
                  <a:pt x="331663" y="159468"/>
                  <a:pt x="333575" y="160517"/>
                </a:cubicBezTo>
                <a:cubicBezTo>
                  <a:pt x="335486" y="161565"/>
                  <a:pt x="339368" y="162089"/>
                  <a:pt x="345220" y="162089"/>
                </a:cubicBezTo>
                <a:lnTo>
                  <a:pt x="345220" y="166419"/>
                </a:lnTo>
                <a:lnTo>
                  <a:pt x="292204" y="166419"/>
                </a:lnTo>
                <a:lnTo>
                  <a:pt x="292204" y="162089"/>
                </a:lnTo>
                <a:cubicBezTo>
                  <a:pt x="297119" y="162089"/>
                  <a:pt x="300552" y="161564"/>
                  <a:pt x="302503" y="160513"/>
                </a:cubicBezTo>
                <a:cubicBezTo>
                  <a:pt x="304453" y="159462"/>
                  <a:pt x="305936" y="157788"/>
                  <a:pt x="306950" y="155492"/>
                </a:cubicBezTo>
                <a:cubicBezTo>
                  <a:pt x="307964" y="153195"/>
                  <a:pt x="308472" y="148738"/>
                  <a:pt x="308472" y="142121"/>
                </a:cubicBezTo>
                <a:lnTo>
                  <a:pt x="308472" y="101251"/>
                </a:lnTo>
                <a:cubicBezTo>
                  <a:pt x="308472" y="89494"/>
                  <a:pt x="308120" y="81904"/>
                  <a:pt x="307418" y="78481"/>
                </a:cubicBezTo>
                <a:cubicBezTo>
                  <a:pt x="306872" y="75911"/>
                  <a:pt x="306014" y="74140"/>
                  <a:pt x="304844" y="73167"/>
                </a:cubicBezTo>
                <a:cubicBezTo>
                  <a:pt x="303673" y="72194"/>
                  <a:pt x="302074" y="71708"/>
                  <a:pt x="300045" y="71708"/>
                </a:cubicBezTo>
                <a:cubicBezTo>
                  <a:pt x="297861" y="71708"/>
                  <a:pt x="295247" y="72292"/>
                  <a:pt x="292204" y="73459"/>
                </a:cubicBezTo>
                <a:lnTo>
                  <a:pt x="290449" y="69254"/>
                </a:lnTo>
                <a:lnTo>
                  <a:pt x="322749" y="56175"/>
                </a:lnTo>
                <a:lnTo>
                  <a:pt x="327782" y="56175"/>
                </a:lnTo>
                <a:lnTo>
                  <a:pt x="327782" y="78997"/>
                </a:lnTo>
                <a:close/>
                <a:moveTo>
                  <a:pt x="543496" y="150971"/>
                </a:moveTo>
                <a:cubicBezTo>
                  <a:pt x="532495" y="159475"/>
                  <a:pt x="525590" y="164391"/>
                  <a:pt x="522782" y="165717"/>
                </a:cubicBezTo>
                <a:cubicBezTo>
                  <a:pt x="518568" y="167746"/>
                  <a:pt x="514082" y="168760"/>
                  <a:pt x="509323" y="168760"/>
                </a:cubicBezTo>
                <a:cubicBezTo>
                  <a:pt x="501911" y="168760"/>
                  <a:pt x="495806" y="166224"/>
                  <a:pt x="491007" y="161153"/>
                </a:cubicBezTo>
                <a:cubicBezTo>
                  <a:pt x="486209" y="156082"/>
                  <a:pt x="483810" y="149411"/>
                  <a:pt x="483810" y="141140"/>
                </a:cubicBezTo>
                <a:cubicBezTo>
                  <a:pt x="483810" y="135913"/>
                  <a:pt x="484980" y="131388"/>
                  <a:pt x="487321" y="127565"/>
                </a:cubicBezTo>
                <a:cubicBezTo>
                  <a:pt x="490520" y="122259"/>
                  <a:pt x="496079" y="117266"/>
                  <a:pt x="503998" y="112585"/>
                </a:cubicBezTo>
                <a:cubicBezTo>
                  <a:pt x="511917" y="107903"/>
                  <a:pt x="525083" y="102208"/>
                  <a:pt x="543496" y="95498"/>
                </a:cubicBezTo>
                <a:lnTo>
                  <a:pt x="543496" y="91285"/>
                </a:lnTo>
                <a:cubicBezTo>
                  <a:pt x="543496" y="80596"/>
                  <a:pt x="541799" y="73262"/>
                  <a:pt x="538405" y="69283"/>
                </a:cubicBezTo>
                <a:cubicBezTo>
                  <a:pt x="535011" y="65304"/>
                  <a:pt x="530077" y="63314"/>
                  <a:pt x="523601" y="63314"/>
                </a:cubicBezTo>
                <a:cubicBezTo>
                  <a:pt x="518686" y="63314"/>
                  <a:pt x="514784" y="64636"/>
                  <a:pt x="511898" y="67279"/>
                </a:cubicBezTo>
                <a:cubicBezTo>
                  <a:pt x="508933" y="69922"/>
                  <a:pt x="507450" y="72954"/>
                  <a:pt x="507450" y="76374"/>
                </a:cubicBezTo>
                <a:lnTo>
                  <a:pt x="507685" y="83137"/>
                </a:lnTo>
                <a:cubicBezTo>
                  <a:pt x="507685" y="86711"/>
                  <a:pt x="506768" y="89470"/>
                  <a:pt x="504934" y="91413"/>
                </a:cubicBezTo>
                <a:cubicBezTo>
                  <a:pt x="503101" y="93356"/>
                  <a:pt x="500702" y="94328"/>
                  <a:pt x="497737" y="94328"/>
                </a:cubicBezTo>
                <a:cubicBezTo>
                  <a:pt x="494850" y="94328"/>
                  <a:pt x="492490" y="93317"/>
                  <a:pt x="490656" y="91296"/>
                </a:cubicBezTo>
                <a:cubicBezTo>
                  <a:pt x="488823" y="89272"/>
                  <a:pt x="487906" y="86510"/>
                  <a:pt x="487906" y="83009"/>
                </a:cubicBezTo>
                <a:cubicBezTo>
                  <a:pt x="487906" y="76321"/>
                  <a:pt x="491339" y="70176"/>
                  <a:pt x="498205" y="64576"/>
                </a:cubicBezTo>
                <a:cubicBezTo>
                  <a:pt x="505071" y="58976"/>
                  <a:pt x="514706" y="56175"/>
                  <a:pt x="527112" y="56175"/>
                </a:cubicBezTo>
                <a:cubicBezTo>
                  <a:pt x="536630" y="56175"/>
                  <a:pt x="544433" y="57772"/>
                  <a:pt x="550518" y="60966"/>
                </a:cubicBezTo>
                <a:cubicBezTo>
                  <a:pt x="555121" y="63383"/>
                  <a:pt x="558515" y="67163"/>
                  <a:pt x="560700" y="72307"/>
                </a:cubicBezTo>
                <a:cubicBezTo>
                  <a:pt x="562104" y="75657"/>
                  <a:pt x="562807" y="82515"/>
                  <a:pt x="562807" y="92879"/>
                </a:cubicBezTo>
                <a:lnTo>
                  <a:pt x="562807" y="129232"/>
                </a:lnTo>
                <a:cubicBezTo>
                  <a:pt x="562807" y="139441"/>
                  <a:pt x="563002" y="145695"/>
                  <a:pt x="563392" y="147994"/>
                </a:cubicBezTo>
                <a:cubicBezTo>
                  <a:pt x="563782" y="150293"/>
                  <a:pt x="564425" y="151833"/>
                  <a:pt x="565323" y="152613"/>
                </a:cubicBezTo>
                <a:cubicBezTo>
                  <a:pt x="566220" y="153391"/>
                  <a:pt x="567254" y="153780"/>
                  <a:pt x="568424" y="153780"/>
                </a:cubicBezTo>
                <a:cubicBezTo>
                  <a:pt x="569672" y="153780"/>
                  <a:pt x="570765" y="153507"/>
                  <a:pt x="571701" y="152961"/>
                </a:cubicBezTo>
                <a:cubicBezTo>
                  <a:pt x="573339" y="151946"/>
                  <a:pt x="576499" y="149099"/>
                  <a:pt x="581181" y="144417"/>
                </a:cubicBezTo>
                <a:lnTo>
                  <a:pt x="581181" y="150971"/>
                </a:lnTo>
                <a:cubicBezTo>
                  <a:pt x="572442" y="162674"/>
                  <a:pt x="564094" y="168526"/>
                  <a:pt x="556136" y="168526"/>
                </a:cubicBezTo>
                <a:cubicBezTo>
                  <a:pt x="552313" y="168526"/>
                  <a:pt x="549270" y="167200"/>
                  <a:pt x="547007" y="164547"/>
                </a:cubicBezTo>
                <a:cubicBezTo>
                  <a:pt x="544745" y="161894"/>
                  <a:pt x="543574" y="157369"/>
                  <a:pt x="543496" y="150971"/>
                </a:cubicBezTo>
                <a:moveTo>
                  <a:pt x="543496" y="143298"/>
                </a:moveTo>
                <a:lnTo>
                  <a:pt x="543496" y="102637"/>
                </a:lnTo>
                <a:cubicBezTo>
                  <a:pt x="531715" y="107296"/>
                  <a:pt x="524108" y="110598"/>
                  <a:pt x="520675" y="112541"/>
                </a:cubicBezTo>
                <a:cubicBezTo>
                  <a:pt x="514511" y="115959"/>
                  <a:pt x="510103" y="119532"/>
                  <a:pt x="507450" y="123260"/>
                </a:cubicBezTo>
                <a:cubicBezTo>
                  <a:pt x="504798" y="126988"/>
                  <a:pt x="503471" y="131066"/>
                  <a:pt x="503471" y="135494"/>
                </a:cubicBezTo>
                <a:cubicBezTo>
                  <a:pt x="503471" y="141087"/>
                  <a:pt x="505149" y="145728"/>
                  <a:pt x="508504" y="149417"/>
                </a:cubicBezTo>
                <a:cubicBezTo>
                  <a:pt x="511859" y="153106"/>
                  <a:pt x="515721" y="154950"/>
                  <a:pt x="520090" y="154950"/>
                </a:cubicBezTo>
                <a:cubicBezTo>
                  <a:pt x="526020" y="154950"/>
                  <a:pt x="533822" y="151066"/>
                  <a:pt x="543496" y="143298"/>
                </a:cubicBezTo>
                <a:close/>
                <a:moveTo>
                  <a:pt x="619751" y="78880"/>
                </a:moveTo>
                <a:cubicBezTo>
                  <a:pt x="632313" y="63743"/>
                  <a:pt x="644289" y="56175"/>
                  <a:pt x="655680" y="56175"/>
                </a:cubicBezTo>
                <a:cubicBezTo>
                  <a:pt x="661532" y="56175"/>
                  <a:pt x="666564" y="57636"/>
                  <a:pt x="670777" y="60557"/>
                </a:cubicBezTo>
                <a:cubicBezTo>
                  <a:pt x="674991" y="63475"/>
                  <a:pt x="678345" y="68282"/>
                  <a:pt x="680842" y="74977"/>
                </a:cubicBezTo>
                <a:cubicBezTo>
                  <a:pt x="682559" y="79646"/>
                  <a:pt x="683417" y="86808"/>
                  <a:pt x="683417" y="96464"/>
                </a:cubicBezTo>
                <a:lnTo>
                  <a:pt x="683417" y="142121"/>
                </a:lnTo>
                <a:cubicBezTo>
                  <a:pt x="683417" y="148894"/>
                  <a:pt x="683963" y="153487"/>
                  <a:pt x="685055" y="155901"/>
                </a:cubicBezTo>
                <a:cubicBezTo>
                  <a:pt x="685914" y="157847"/>
                  <a:pt x="687298" y="159365"/>
                  <a:pt x="689210" y="160454"/>
                </a:cubicBezTo>
                <a:cubicBezTo>
                  <a:pt x="691121" y="161544"/>
                  <a:pt x="694652" y="162089"/>
                  <a:pt x="699801" y="162089"/>
                </a:cubicBezTo>
                <a:lnTo>
                  <a:pt x="699801" y="166419"/>
                </a:lnTo>
                <a:lnTo>
                  <a:pt x="646786" y="166419"/>
                </a:lnTo>
                <a:lnTo>
                  <a:pt x="646786" y="162089"/>
                </a:lnTo>
                <a:lnTo>
                  <a:pt x="649009" y="162089"/>
                </a:lnTo>
                <a:cubicBezTo>
                  <a:pt x="654003" y="162089"/>
                  <a:pt x="657494" y="161332"/>
                  <a:pt x="659484" y="159818"/>
                </a:cubicBezTo>
                <a:cubicBezTo>
                  <a:pt x="661473" y="158304"/>
                  <a:pt x="662858" y="156073"/>
                  <a:pt x="663638" y="153125"/>
                </a:cubicBezTo>
                <a:cubicBezTo>
                  <a:pt x="663951" y="151960"/>
                  <a:pt x="664107" y="148311"/>
                  <a:pt x="664107" y="142179"/>
                </a:cubicBezTo>
                <a:lnTo>
                  <a:pt x="664107" y="98515"/>
                </a:lnTo>
                <a:cubicBezTo>
                  <a:pt x="664107" y="88814"/>
                  <a:pt x="662839" y="81770"/>
                  <a:pt x="660303" y="77384"/>
                </a:cubicBezTo>
                <a:cubicBezTo>
                  <a:pt x="657767" y="72997"/>
                  <a:pt x="653496" y="70804"/>
                  <a:pt x="647488" y="70804"/>
                </a:cubicBezTo>
                <a:cubicBezTo>
                  <a:pt x="638203" y="70804"/>
                  <a:pt x="628958" y="75850"/>
                  <a:pt x="619751" y="85942"/>
                </a:cubicBezTo>
                <a:lnTo>
                  <a:pt x="619751" y="142179"/>
                </a:lnTo>
                <a:cubicBezTo>
                  <a:pt x="619751" y="149399"/>
                  <a:pt x="620181" y="153862"/>
                  <a:pt x="621039" y="155568"/>
                </a:cubicBezTo>
                <a:cubicBezTo>
                  <a:pt x="622131" y="157819"/>
                  <a:pt x="623633" y="159468"/>
                  <a:pt x="625545" y="160517"/>
                </a:cubicBezTo>
                <a:cubicBezTo>
                  <a:pt x="627456" y="161565"/>
                  <a:pt x="631338" y="162089"/>
                  <a:pt x="637189" y="162089"/>
                </a:cubicBezTo>
                <a:lnTo>
                  <a:pt x="637189" y="166419"/>
                </a:lnTo>
                <a:lnTo>
                  <a:pt x="584174" y="166419"/>
                </a:lnTo>
                <a:lnTo>
                  <a:pt x="584174" y="162089"/>
                </a:lnTo>
                <a:lnTo>
                  <a:pt x="586514" y="162089"/>
                </a:lnTo>
                <a:cubicBezTo>
                  <a:pt x="591976" y="162089"/>
                  <a:pt x="595662" y="160708"/>
                  <a:pt x="597574" y="157946"/>
                </a:cubicBezTo>
                <a:cubicBezTo>
                  <a:pt x="599485" y="155181"/>
                  <a:pt x="600441" y="149906"/>
                  <a:pt x="600441" y="142121"/>
                </a:cubicBezTo>
                <a:lnTo>
                  <a:pt x="600441" y="102418"/>
                </a:lnTo>
                <a:cubicBezTo>
                  <a:pt x="600441" y="89573"/>
                  <a:pt x="600149" y="81750"/>
                  <a:pt x="599563" y="78949"/>
                </a:cubicBezTo>
                <a:cubicBezTo>
                  <a:pt x="598978" y="76145"/>
                  <a:pt x="598081" y="74237"/>
                  <a:pt x="596872" y="73225"/>
                </a:cubicBezTo>
                <a:cubicBezTo>
                  <a:pt x="595662" y="72214"/>
                  <a:pt x="594043" y="71708"/>
                  <a:pt x="592015" y="71708"/>
                </a:cubicBezTo>
                <a:cubicBezTo>
                  <a:pt x="589830" y="71708"/>
                  <a:pt x="587217" y="72292"/>
                  <a:pt x="584174" y="73459"/>
                </a:cubicBezTo>
                <a:lnTo>
                  <a:pt x="582418" y="69254"/>
                </a:lnTo>
                <a:lnTo>
                  <a:pt x="614719" y="56175"/>
                </a:lnTo>
                <a:lnTo>
                  <a:pt x="619751" y="56175"/>
                </a:lnTo>
                <a:lnTo>
                  <a:pt x="619751" y="78880"/>
                </a:lnTo>
                <a:close/>
                <a:moveTo>
                  <a:pt x="710563" y="103690"/>
                </a:moveTo>
                <a:lnTo>
                  <a:pt x="771068" y="103690"/>
                </a:lnTo>
                <a:lnTo>
                  <a:pt x="771068" y="121362"/>
                </a:lnTo>
                <a:lnTo>
                  <a:pt x="710563" y="121362"/>
                </a:lnTo>
                <a:lnTo>
                  <a:pt x="710563" y="103690"/>
                </a:lnTo>
                <a:close/>
                <a:moveTo>
                  <a:pt x="781677" y="59218"/>
                </a:moveTo>
                <a:lnTo>
                  <a:pt x="826617" y="59218"/>
                </a:lnTo>
                <a:lnTo>
                  <a:pt x="826617" y="63548"/>
                </a:lnTo>
                <a:cubicBezTo>
                  <a:pt x="822482" y="63860"/>
                  <a:pt x="819771" y="64602"/>
                  <a:pt x="818484" y="65772"/>
                </a:cubicBezTo>
                <a:cubicBezTo>
                  <a:pt x="817196" y="66942"/>
                  <a:pt x="816553" y="68620"/>
                  <a:pt x="816553" y="70804"/>
                </a:cubicBezTo>
                <a:cubicBezTo>
                  <a:pt x="816553" y="73223"/>
                  <a:pt x="817216" y="76149"/>
                  <a:pt x="818542" y="79582"/>
                </a:cubicBezTo>
                <a:lnTo>
                  <a:pt x="841480" y="141258"/>
                </a:lnTo>
                <a:lnTo>
                  <a:pt x="864536" y="91051"/>
                </a:lnTo>
                <a:lnTo>
                  <a:pt x="858450" y="75252"/>
                </a:lnTo>
                <a:cubicBezTo>
                  <a:pt x="856577" y="70570"/>
                  <a:pt x="854120" y="67332"/>
                  <a:pt x="851077" y="65538"/>
                </a:cubicBezTo>
                <a:cubicBezTo>
                  <a:pt x="849361" y="64446"/>
                  <a:pt x="846162" y="63782"/>
                  <a:pt x="841480" y="63548"/>
                </a:cubicBezTo>
                <a:lnTo>
                  <a:pt x="841480" y="59218"/>
                </a:lnTo>
                <a:lnTo>
                  <a:pt x="892506" y="59218"/>
                </a:lnTo>
                <a:lnTo>
                  <a:pt x="892506" y="63548"/>
                </a:lnTo>
                <a:cubicBezTo>
                  <a:pt x="886889" y="63782"/>
                  <a:pt x="882910" y="64797"/>
                  <a:pt x="880569" y="66591"/>
                </a:cubicBezTo>
                <a:cubicBezTo>
                  <a:pt x="879009" y="67840"/>
                  <a:pt x="878228" y="69829"/>
                  <a:pt x="878228" y="72560"/>
                </a:cubicBezTo>
                <a:cubicBezTo>
                  <a:pt x="878228" y="74120"/>
                  <a:pt x="878540" y="75720"/>
                  <a:pt x="879165" y="77358"/>
                </a:cubicBezTo>
                <a:lnTo>
                  <a:pt x="903507" y="138917"/>
                </a:lnTo>
                <a:lnTo>
                  <a:pt x="926094" y="79582"/>
                </a:lnTo>
                <a:cubicBezTo>
                  <a:pt x="927655" y="75369"/>
                  <a:pt x="928435" y="72014"/>
                  <a:pt x="928435" y="69517"/>
                </a:cubicBezTo>
                <a:cubicBezTo>
                  <a:pt x="928435" y="68035"/>
                  <a:pt x="927674" y="66708"/>
                  <a:pt x="926153" y="65538"/>
                </a:cubicBezTo>
                <a:cubicBezTo>
                  <a:pt x="924632" y="64368"/>
                  <a:pt x="921647" y="63704"/>
                  <a:pt x="917200" y="63548"/>
                </a:cubicBezTo>
                <a:lnTo>
                  <a:pt x="917200" y="59218"/>
                </a:lnTo>
                <a:lnTo>
                  <a:pt x="951022" y="59218"/>
                </a:lnTo>
                <a:lnTo>
                  <a:pt x="951022" y="63548"/>
                </a:lnTo>
                <a:cubicBezTo>
                  <a:pt x="944234" y="64563"/>
                  <a:pt x="939241" y="69166"/>
                  <a:pt x="936042" y="77358"/>
                </a:cubicBezTo>
                <a:lnTo>
                  <a:pt x="900230" y="169696"/>
                </a:lnTo>
                <a:lnTo>
                  <a:pt x="895432" y="169696"/>
                </a:lnTo>
                <a:lnTo>
                  <a:pt x="868632" y="101233"/>
                </a:lnTo>
                <a:lnTo>
                  <a:pt x="837384" y="169696"/>
                </a:lnTo>
                <a:lnTo>
                  <a:pt x="833054" y="169696"/>
                </a:lnTo>
                <a:lnTo>
                  <a:pt x="798647" y="79582"/>
                </a:lnTo>
                <a:cubicBezTo>
                  <a:pt x="796384" y="73886"/>
                  <a:pt x="794160" y="70044"/>
                  <a:pt x="791976" y="68054"/>
                </a:cubicBezTo>
                <a:cubicBezTo>
                  <a:pt x="789791" y="66065"/>
                  <a:pt x="786358" y="64563"/>
                  <a:pt x="781677" y="63548"/>
                </a:cubicBezTo>
                <a:lnTo>
                  <a:pt x="781677" y="59218"/>
                </a:lnTo>
                <a:close/>
                <a:moveTo>
                  <a:pt x="991725" y="56175"/>
                </a:moveTo>
                <a:lnTo>
                  <a:pt x="991725" y="80284"/>
                </a:lnTo>
                <a:cubicBezTo>
                  <a:pt x="1000697" y="64212"/>
                  <a:pt x="1009904" y="56175"/>
                  <a:pt x="1019344" y="56175"/>
                </a:cubicBezTo>
                <a:cubicBezTo>
                  <a:pt x="1023635" y="56175"/>
                  <a:pt x="1027185" y="57482"/>
                  <a:pt x="1029994" y="60096"/>
                </a:cubicBezTo>
                <a:cubicBezTo>
                  <a:pt x="1032803" y="62710"/>
                  <a:pt x="1034207" y="65733"/>
                  <a:pt x="1034207" y="69166"/>
                </a:cubicBezTo>
                <a:cubicBezTo>
                  <a:pt x="1034207" y="72209"/>
                  <a:pt x="1033193" y="74783"/>
                  <a:pt x="1031164" y="76890"/>
                </a:cubicBezTo>
                <a:cubicBezTo>
                  <a:pt x="1029136" y="78997"/>
                  <a:pt x="1026717" y="80050"/>
                  <a:pt x="1023908" y="80050"/>
                </a:cubicBezTo>
                <a:cubicBezTo>
                  <a:pt x="1021178" y="80050"/>
                  <a:pt x="1018115" y="78704"/>
                  <a:pt x="1014721" y="76012"/>
                </a:cubicBezTo>
                <a:cubicBezTo>
                  <a:pt x="1011328" y="73320"/>
                  <a:pt x="1008811" y="71975"/>
                  <a:pt x="1007173" y="71975"/>
                </a:cubicBezTo>
                <a:cubicBezTo>
                  <a:pt x="1005769" y="71975"/>
                  <a:pt x="1004247" y="72752"/>
                  <a:pt x="1002609" y="74308"/>
                </a:cubicBezTo>
                <a:cubicBezTo>
                  <a:pt x="999098" y="77500"/>
                  <a:pt x="995470" y="82753"/>
                  <a:pt x="991725" y="90067"/>
                </a:cubicBezTo>
                <a:lnTo>
                  <a:pt x="991725" y="141312"/>
                </a:lnTo>
                <a:cubicBezTo>
                  <a:pt x="991725" y="147225"/>
                  <a:pt x="992466" y="151699"/>
                  <a:pt x="993948" y="154734"/>
                </a:cubicBezTo>
                <a:cubicBezTo>
                  <a:pt x="994963" y="156836"/>
                  <a:pt x="996757" y="158588"/>
                  <a:pt x="999332" y="159990"/>
                </a:cubicBezTo>
                <a:cubicBezTo>
                  <a:pt x="1001906" y="161389"/>
                  <a:pt x="1005612" y="162089"/>
                  <a:pt x="1010450" y="162089"/>
                </a:cubicBezTo>
                <a:lnTo>
                  <a:pt x="1010450" y="166419"/>
                </a:lnTo>
                <a:lnTo>
                  <a:pt x="955562" y="166419"/>
                </a:lnTo>
                <a:lnTo>
                  <a:pt x="955562" y="162089"/>
                </a:lnTo>
                <a:cubicBezTo>
                  <a:pt x="961023" y="162089"/>
                  <a:pt x="965080" y="161233"/>
                  <a:pt x="967733" y="159522"/>
                </a:cubicBezTo>
                <a:cubicBezTo>
                  <a:pt x="969684" y="158276"/>
                  <a:pt x="971049" y="156290"/>
                  <a:pt x="971829" y="153564"/>
                </a:cubicBezTo>
                <a:cubicBezTo>
                  <a:pt x="972219" y="152240"/>
                  <a:pt x="972414" y="148465"/>
                  <a:pt x="972414" y="142238"/>
                </a:cubicBezTo>
                <a:lnTo>
                  <a:pt x="972414" y="100783"/>
                </a:lnTo>
                <a:cubicBezTo>
                  <a:pt x="972414" y="88326"/>
                  <a:pt x="972161" y="80912"/>
                  <a:pt x="971654" y="78539"/>
                </a:cubicBezTo>
                <a:cubicBezTo>
                  <a:pt x="971147" y="76165"/>
                  <a:pt x="970210" y="74432"/>
                  <a:pt x="968845" y="73342"/>
                </a:cubicBezTo>
                <a:cubicBezTo>
                  <a:pt x="967480" y="72253"/>
                  <a:pt x="965783" y="71708"/>
                  <a:pt x="963754" y="71708"/>
                </a:cubicBezTo>
                <a:cubicBezTo>
                  <a:pt x="961335" y="71708"/>
                  <a:pt x="958605" y="72292"/>
                  <a:pt x="955562" y="73459"/>
                </a:cubicBezTo>
                <a:lnTo>
                  <a:pt x="954392" y="69254"/>
                </a:lnTo>
                <a:lnTo>
                  <a:pt x="986809" y="56175"/>
                </a:lnTo>
                <a:lnTo>
                  <a:pt x="991725" y="56175"/>
                </a:lnTo>
                <a:close/>
                <a:moveTo>
                  <a:pt x="1066939" y="0"/>
                </a:moveTo>
                <a:cubicBezTo>
                  <a:pt x="1070216" y="0"/>
                  <a:pt x="1073005" y="1157"/>
                  <a:pt x="1075307" y="3471"/>
                </a:cubicBezTo>
                <a:cubicBezTo>
                  <a:pt x="1077608" y="5782"/>
                  <a:pt x="1078759" y="8585"/>
                  <a:pt x="1078759" y="11879"/>
                </a:cubicBezTo>
                <a:cubicBezTo>
                  <a:pt x="1078759" y="15173"/>
                  <a:pt x="1077608" y="17996"/>
                  <a:pt x="1075307" y="20349"/>
                </a:cubicBezTo>
                <a:cubicBezTo>
                  <a:pt x="1073005" y="22699"/>
                  <a:pt x="1070216" y="23875"/>
                  <a:pt x="1066939" y="23875"/>
                </a:cubicBezTo>
                <a:cubicBezTo>
                  <a:pt x="1063662" y="23875"/>
                  <a:pt x="1060853" y="22699"/>
                  <a:pt x="1058513" y="20349"/>
                </a:cubicBezTo>
                <a:cubicBezTo>
                  <a:pt x="1056172" y="17996"/>
                  <a:pt x="1055002" y="15173"/>
                  <a:pt x="1055002" y="11879"/>
                </a:cubicBezTo>
                <a:cubicBezTo>
                  <a:pt x="1055002" y="8585"/>
                  <a:pt x="1056153" y="5782"/>
                  <a:pt x="1058454" y="3471"/>
                </a:cubicBezTo>
                <a:cubicBezTo>
                  <a:pt x="1060756" y="1157"/>
                  <a:pt x="1063584" y="0"/>
                  <a:pt x="1066939" y="0"/>
                </a:cubicBezTo>
                <a:moveTo>
                  <a:pt x="1076653" y="56175"/>
                </a:moveTo>
                <a:lnTo>
                  <a:pt x="1076653" y="142121"/>
                </a:lnTo>
                <a:cubicBezTo>
                  <a:pt x="1076653" y="148816"/>
                  <a:pt x="1077140" y="153273"/>
                  <a:pt x="1078116" y="155492"/>
                </a:cubicBezTo>
                <a:cubicBezTo>
                  <a:pt x="1079091" y="157710"/>
                  <a:pt x="1080534" y="159365"/>
                  <a:pt x="1082446" y="160454"/>
                </a:cubicBezTo>
                <a:cubicBezTo>
                  <a:pt x="1084357" y="161544"/>
                  <a:pt x="1087849" y="162089"/>
                  <a:pt x="1092920" y="162089"/>
                </a:cubicBezTo>
                <a:lnTo>
                  <a:pt x="1092920" y="166419"/>
                </a:lnTo>
                <a:lnTo>
                  <a:pt x="1040841" y="166419"/>
                </a:lnTo>
                <a:lnTo>
                  <a:pt x="1040841" y="162089"/>
                </a:lnTo>
                <a:cubicBezTo>
                  <a:pt x="1046068" y="162089"/>
                  <a:pt x="1049579" y="161583"/>
                  <a:pt x="1051374" y="160571"/>
                </a:cubicBezTo>
                <a:cubicBezTo>
                  <a:pt x="1053168" y="159560"/>
                  <a:pt x="1054592" y="157886"/>
                  <a:pt x="1055645" y="155550"/>
                </a:cubicBezTo>
                <a:cubicBezTo>
                  <a:pt x="1056699" y="153214"/>
                  <a:pt x="1057225" y="148738"/>
                  <a:pt x="1057225" y="142121"/>
                </a:cubicBezTo>
                <a:lnTo>
                  <a:pt x="1057225" y="100900"/>
                </a:lnTo>
                <a:cubicBezTo>
                  <a:pt x="1057225" y="89299"/>
                  <a:pt x="1056874" y="81787"/>
                  <a:pt x="1056172" y="78364"/>
                </a:cubicBezTo>
                <a:cubicBezTo>
                  <a:pt x="1055626" y="75872"/>
                  <a:pt x="1054768" y="74140"/>
                  <a:pt x="1053597" y="73167"/>
                </a:cubicBezTo>
                <a:cubicBezTo>
                  <a:pt x="1052427" y="72194"/>
                  <a:pt x="1050828" y="71708"/>
                  <a:pt x="1048799" y="71708"/>
                </a:cubicBezTo>
                <a:cubicBezTo>
                  <a:pt x="1046615" y="71708"/>
                  <a:pt x="1043962" y="72292"/>
                  <a:pt x="1040841" y="73459"/>
                </a:cubicBezTo>
                <a:lnTo>
                  <a:pt x="1039202" y="69254"/>
                </a:lnTo>
                <a:lnTo>
                  <a:pt x="1071503" y="56175"/>
                </a:lnTo>
                <a:lnTo>
                  <a:pt x="1076653" y="56175"/>
                </a:lnTo>
                <a:close/>
                <a:moveTo>
                  <a:pt x="1137768" y="23875"/>
                </a:moveTo>
                <a:lnTo>
                  <a:pt x="1137768" y="59218"/>
                </a:lnTo>
                <a:lnTo>
                  <a:pt x="1162813" y="59218"/>
                </a:lnTo>
                <a:lnTo>
                  <a:pt x="1162813" y="67410"/>
                </a:lnTo>
                <a:lnTo>
                  <a:pt x="1137768" y="67410"/>
                </a:lnTo>
                <a:lnTo>
                  <a:pt x="1137768" y="136832"/>
                </a:lnTo>
                <a:cubicBezTo>
                  <a:pt x="1137768" y="143769"/>
                  <a:pt x="1138763" y="148445"/>
                  <a:pt x="1140752" y="150861"/>
                </a:cubicBezTo>
                <a:cubicBezTo>
                  <a:pt x="1142742" y="153275"/>
                  <a:pt x="1145297" y="154482"/>
                  <a:pt x="1148418" y="154482"/>
                </a:cubicBezTo>
                <a:cubicBezTo>
                  <a:pt x="1150993" y="154482"/>
                  <a:pt x="1153489" y="153682"/>
                  <a:pt x="1155908" y="152083"/>
                </a:cubicBezTo>
                <a:cubicBezTo>
                  <a:pt x="1158327" y="150484"/>
                  <a:pt x="1160199" y="148123"/>
                  <a:pt x="1161526" y="145003"/>
                </a:cubicBezTo>
                <a:lnTo>
                  <a:pt x="1166090" y="145003"/>
                </a:lnTo>
                <a:cubicBezTo>
                  <a:pt x="1163359" y="152671"/>
                  <a:pt x="1159497" y="158470"/>
                  <a:pt x="1154504" y="162400"/>
                </a:cubicBezTo>
                <a:cubicBezTo>
                  <a:pt x="1149510" y="166328"/>
                  <a:pt x="1144361" y="168292"/>
                  <a:pt x="1139055" y="168292"/>
                </a:cubicBezTo>
                <a:cubicBezTo>
                  <a:pt x="1135466" y="168292"/>
                  <a:pt x="1131955" y="167296"/>
                  <a:pt x="1128523" y="165304"/>
                </a:cubicBezTo>
                <a:cubicBezTo>
                  <a:pt x="1125090" y="163312"/>
                  <a:pt x="1122554" y="160462"/>
                  <a:pt x="1120915" y="156753"/>
                </a:cubicBezTo>
                <a:cubicBezTo>
                  <a:pt x="1119277" y="153042"/>
                  <a:pt x="1118458" y="147320"/>
                  <a:pt x="1118458" y="139586"/>
                </a:cubicBezTo>
                <a:lnTo>
                  <a:pt x="1118458" y="67410"/>
                </a:lnTo>
                <a:lnTo>
                  <a:pt x="1101488" y="67410"/>
                </a:lnTo>
                <a:lnTo>
                  <a:pt x="1101488" y="63548"/>
                </a:lnTo>
                <a:cubicBezTo>
                  <a:pt x="1105779" y="61827"/>
                  <a:pt x="1110168" y="58912"/>
                  <a:pt x="1114654" y="54804"/>
                </a:cubicBezTo>
                <a:cubicBezTo>
                  <a:pt x="1119140" y="50696"/>
                  <a:pt x="1123139" y="45824"/>
                  <a:pt x="1126650" y="40189"/>
                </a:cubicBezTo>
                <a:cubicBezTo>
                  <a:pt x="1128445" y="37217"/>
                  <a:pt x="1130941" y="31779"/>
                  <a:pt x="1134140" y="23875"/>
                </a:cubicBezTo>
                <a:lnTo>
                  <a:pt x="1137768" y="23875"/>
                </a:lnTo>
                <a:close/>
                <a:moveTo>
                  <a:pt x="1204735" y="23875"/>
                </a:moveTo>
                <a:lnTo>
                  <a:pt x="1204735" y="59218"/>
                </a:lnTo>
                <a:lnTo>
                  <a:pt x="1229780" y="59218"/>
                </a:lnTo>
                <a:lnTo>
                  <a:pt x="1229780" y="67410"/>
                </a:lnTo>
                <a:lnTo>
                  <a:pt x="1204735" y="67410"/>
                </a:lnTo>
                <a:lnTo>
                  <a:pt x="1204735" y="136832"/>
                </a:lnTo>
                <a:cubicBezTo>
                  <a:pt x="1204735" y="143769"/>
                  <a:pt x="1205730" y="148445"/>
                  <a:pt x="1207719" y="150861"/>
                </a:cubicBezTo>
                <a:cubicBezTo>
                  <a:pt x="1209709" y="153275"/>
                  <a:pt x="1212264" y="154482"/>
                  <a:pt x="1215385" y="154482"/>
                </a:cubicBezTo>
                <a:cubicBezTo>
                  <a:pt x="1217960" y="154482"/>
                  <a:pt x="1220456" y="153682"/>
                  <a:pt x="1222875" y="152083"/>
                </a:cubicBezTo>
                <a:cubicBezTo>
                  <a:pt x="1225294" y="150484"/>
                  <a:pt x="1227166" y="148123"/>
                  <a:pt x="1228492" y="145003"/>
                </a:cubicBezTo>
                <a:lnTo>
                  <a:pt x="1233057" y="145003"/>
                </a:lnTo>
                <a:cubicBezTo>
                  <a:pt x="1230326" y="152671"/>
                  <a:pt x="1226464" y="158470"/>
                  <a:pt x="1221471" y="162400"/>
                </a:cubicBezTo>
                <a:cubicBezTo>
                  <a:pt x="1216477" y="166328"/>
                  <a:pt x="1211328" y="168292"/>
                  <a:pt x="1206022" y="168292"/>
                </a:cubicBezTo>
                <a:cubicBezTo>
                  <a:pt x="1202433" y="168292"/>
                  <a:pt x="1198922" y="167296"/>
                  <a:pt x="1195489" y="165304"/>
                </a:cubicBezTo>
                <a:cubicBezTo>
                  <a:pt x="1192057" y="163312"/>
                  <a:pt x="1189521" y="160462"/>
                  <a:pt x="1187882" y="156753"/>
                </a:cubicBezTo>
                <a:cubicBezTo>
                  <a:pt x="1186244" y="153042"/>
                  <a:pt x="1185425" y="147320"/>
                  <a:pt x="1185425" y="139586"/>
                </a:cubicBezTo>
                <a:lnTo>
                  <a:pt x="1185425" y="67410"/>
                </a:lnTo>
                <a:lnTo>
                  <a:pt x="1168455" y="67410"/>
                </a:lnTo>
                <a:lnTo>
                  <a:pt x="1168455" y="63548"/>
                </a:lnTo>
                <a:cubicBezTo>
                  <a:pt x="1172746" y="61827"/>
                  <a:pt x="1177135" y="58912"/>
                  <a:pt x="1181621" y="54804"/>
                </a:cubicBezTo>
                <a:cubicBezTo>
                  <a:pt x="1186107" y="50696"/>
                  <a:pt x="1190106" y="45824"/>
                  <a:pt x="1193617" y="40189"/>
                </a:cubicBezTo>
                <a:cubicBezTo>
                  <a:pt x="1195411" y="37217"/>
                  <a:pt x="1197908" y="31779"/>
                  <a:pt x="1201107" y="23875"/>
                </a:cubicBezTo>
                <a:lnTo>
                  <a:pt x="1204735" y="23875"/>
                </a:lnTo>
                <a:close/>
                <a:moveTo>
                  <a:pt x="1258595" y="99711"/>
                </a:moveTo>
                <a:cubicBezTo>
                  <a:pt x="1258517" y="115591"/>
                  <a:pt x="1262379" y="128046"/>
                  <a:pt x="1270181" y="137077"/>
                </a:cubicBezTo>
                <a:cubicBezTo>
                  <a:pt x="1277983" y="146106"/>
                  <a:pt x="1287150" y="150620"/>
                  <a:pt x="1297683" y="150620"/>
                </a:cubicBezTo>
                <a:cubicBezTo>
                  <a:pt x="1304705" y="150620"/>
                  <a:pt x="1310810" y="148689"/>
                  <a:pt x="1315999" y="144827"/>
                </a:cubicBezTo>
                <a:cubicBezTo>
                  <a:pt x="1321187" y="140965"/>
                  <a:pt x="1325537" y="134353"/>
                  <a:pt x="1329048" y="124990"/>
                </a:cubicBezTo>
                <a:lnTo>
                  <a:pt x="1332676" y="127331"/>
                </a:lnTo>
                <a:cubicBezTo>
                  <a:pt x="1331037" y="138020"/>
                  <a:pt x="1326278" y="147753"/>
                  <a:pt x="1318398" y="156530"/>
                </a:cubicBezTo>
                <a:cubicBezTo>
                  <a:pt x="1310518" y="165308"/>
                  <a:pt x="1300648" y="169696"/>
                  <a:pt x="1288789" y="169696"/>
                </a:cubicBezTo>
                <a:cubicBezTo>
                  <a:pt x="1275915" y="169696"/>
                  <a:pt x="1264895" y="164694"/>
                  <a:pt x="1255727" y="154691"/>
                </a:cubicBezTo>
                <a:cubicBezTo>
                  <a:pt x="1246560" y="144684"/>
                  <a:pt x="1241976" y="131233"/>
                  <a:pt x="1241976" y="114337"/>
                </a:cubicBezTo>
                <a:cubicBezTo>
                  <a:pt x="1241976" y="96041"/>
                  <a:pt x="1246677" y="81774"/>
                  <a:pt x="1256078" y="71536"/>
                </a:cubicBezTo>
                <a:cubicBezTo>
                  <a:pt x="1265480" y="61295"/>
                  <a:pt x="1277281" y="56175"/>
                  <a:pt x="1291481" y="56175"/>
                </a:cubicBezTo>
                <a:cubicBezTo>
                  <a:pt x="1303496" y="56175"/>
                  <a:pt x="1313366" y="60125"/>
                  <a:pt x="1321090" y="68025"/>
                </a:cubicBezTo>
                <a:cubicBezTo>
                  <a:pt x="1328814" y="75922"/>
                  <a:pt x="1332676" y="86484"/>
                  <a:pt x="1332676" y="99711"/>
                </a:cubicBezTo>
                <a:lnTo>
                  <a:pt x="1258595" y="99711"/>
                </a:lnTo>
                <a:moveTo>
                  <a:pt x="1258595" y="92923"/>
                </a:moveTo>
                <a:lnTo>
                  <a:pt x="1308216" y="92923"/>
                </a:lnTo>
                <a:cubicBezTo>
                  <a:pt x="1307826" y="86057"/>
                  <a:pt x="1307007" y="81220"/>
                  <a:pt x="1305759" y="78411"/>
                </a:cubicBezTo>
                <a:cubicBezTo>
                  <a:pt x="1303808" y="74042"/>
                  <a:pt x="1300902" y="70609"/>
                  <a:pt x="1297040" y="68113"/>
                </a:cubicBezTo>
                <a:cubicBezTo>
                  <a:pt x="1293178" y="65616"/>
                  <a:pt x="1289140" y="64368"/>
                  <a:pt x="1284927" y="64368"/>
                </a:cubicBezTo>
                <a:cubicBezTo>
                  <a:pt x="1278451" y="64368"/>
                  <a:pt x="1272658" y="66884"/>
                  <a:pt x="1267548" y="71916"/>
                </a:cubicBezTo>
                <a:cubicBezTo>
                  <a:pt x="1262437" y="76948"/>
                  <a:pt x="1259453" y="83951"/>
                  <a:pt x="1258595" y="92923"/>
                </a:cubicBezTo>
                <a:close/>
                <a:moveTo>
                  <a:pt x="1377566" y="78880"/>
                </a:moveTo>
                <a:cubicBezTo>
                  <a:pt x="1390128" y="63743"/>
                  <a:pt x="1402104" y="56175"/>
                  <a:pt x="1413495" y="56175"/>
                </a:cubicBezTo>
                <a:cubicBezTo>
                  <a:pt x="1419347" y="56175"/>
                  <a:pt x="1424379" y="57636"/>
                  <a:pt x="1428592" y="60557"/>
                </a:cubicBezTo>
                <a:cubicBezTo>
                  <a:pt x="1432806" y="63475"/>
                  <a:pt x="1436160" y="68282"/>
                  <a:pt x="1438657" y="74977"/>
                </a:cubicBezTo>
                <a:cubicBezTo>
                  <a:pt x="1440374" y="79646"/>
                  <a:pt x="1441232" y="86808"/>
                  <a:pt x="1441232" y="96464"/>
                </a:cubicBezTo>
                <a:lnTo>
                  <a:pt x="1441232" y="142121"/>
                </a:lnTo>
                <a:cubicBezTo>
                  <a:pt x="1441232" y="148894"/>
                  <a:pt x="1441778" y="153487"/>
                  <a:pt x="1442870" y="155901"/>
                </a:cubicBezTo>
                <a:cubicBezTo>
                  <a:pt x="1443729" y="157847"/>
                  <a:pt x="1445113" y="159365"/>
                  <a:pt x="1447025" y="160454"/>
                </a:cubicBezTo>
                <a:cubicBezTo>
                  <a:pt x="1448936" y="161544"/>
                  <a:pt x="1452467" y="162089"/>
                  <a:pt x="1457616" y="162089"/>
                </a:cubicBezTo>
                <a:lnTo>
                  <a:pt x="1457616" y="166419"/>
                </a:lnTo>
                <a:lnTo>
                  <a:pt x="1404601" y="166419"/>
                </a:lnTo>
                <a:lnTo>
                  <a:pt x="1404601" y="162089"/>
                </a:lnTo>
                <a:lnTo>
                  <a:pt x="1406824" y="162089"/>
                </a:lnTo>
                <a:cubicBezTo>
                  <a:pt x="1411818" y="162089"/>
                  <a:pt x="1415309" y="161332"/>
                  <a:pt x="1417299" y="159818"/>
                </a:cubicBezTo>
                <a:cubicBezTo>
                  <a:pt x="1419288" y="158304"/>
                  <a:pt x="1420673" y="156073"/>
                  <a:pt x="1421453" y="153125"/>
                </a:cubicBezTo>
                <a:cubicBezTo>
                  <a:pt x="1421766" y="151960"/>
                  <a:pt x="1421922" y="148311"/>
                  <a:pt x="1421922" y="142179"/>
                </a:cubicBezTo>
                <a:lnTo>
                  <a:pt x="1421922" y="98515"/>
                </a:lnTo>
                <a:cubicBezTo>
                  <a:pt x="1421922" y="88814"/>
                  <a:pt x="1420654" y="81770"/>
                  <a:pt x="1418118" y="77384"/>
                </a:cubicBezTo>
                <a:cubicBezTo>
                  <a:pt x="1415582" y="72997"/>
                  <a:pt x="1411311" y="70804"/>
                  <a:pt x="1405303" y="70804"/>
                </a:cubicBezTo>
                <a:cubicBezTo>
                  <a:pt x="1396018" y="70804"/>
                  <a:pt x="1386773" y="75850"/>
                  <a:pt x="1377566" y="85942"/>
                </a:cubicBezTo>
                <a:lnTo>
                  <a:pt x="1377566" y="142179"/>
                </a:lnTo>
                <a:cubicBezTo>
                  <a:pt x="1377566" y="149399"/>
                  <a:pt x="1377996" y="153862"/>
                  <a:pt x="1378854" y="155568"/>
                </a:cubicBezTo>
                <a:cubicBezTo>
                  <a:pt x="1379946" y="157819"/>
                  <a:pt x="1381448" y="159468"/>
                  <a:pt x="1383360" y="160517"/>
                </a:cubicBezTo>
                <a:cubicBezTo>
                  <a:pt x="1385271" y="161565"/>
                  <a:pt x="1389153" y="162089"/>
                  <a:pt x="1395004" y="162089"/>
                </a:cubicBezTo>
                <a:lnTo>
                  <a:pt x="1395004" y="166419"/>
                </a:lnTo>
                <a:lnTo>
                  <a:pt x="1341989" y="166419"/>
                </a:lnTo>
                <a:lnTo>
                  <a:pt x="1341989" y="162089"/>
                </a:lnTo>
                <a:lnTo>
                  <a:pt x="1344329" y="162089"/>
                </a:lnTo>
                <a:cubicBezTo>
                  <a:pt x="1349791" y="162089"/>
                  <a:pt x="1353477" y="160708"/>
                  <a:pt x="1355389" y="157946"/>
                </a:cubicBezTo>
                <a:cubicBezTo>
                  <a:pt x="1357300" y="155181"/>
                  <a:pt x="1358256" y="149906"/>
                  <a:pt x="1358256" y="142121"/>
                </a:cubicBezTo>
                <a:lnTo>
                  <a:pt x="1358256" y="102418"/>
                </a:lnTo>
                <a:cubicBezTo>
                  <a:pt x="1358256" y="89573"/>
                  <a:pt x="1357964" y="81750"/>
                  <a:pt x="1357378" y="78949"/>
                </a:cubicBezTo>
                <a:cubicBezTo>
                  <a:pt x="1356793" y="76145"/>
                  <a:pt x="1355896" y="74237"/>
                  <a:pt x="1354687" y="73225"/>
                </a:cubicBezTo>
                <a:cubicBezTo>
                  <a:pt x="1353477" y="72214"/>
                  <a:pt x="1351858" y="71708"/>
                  <a:pt x="1349830" y="71708"/>
                </a:cubicBezTo>
                <a:cubicBezTo>
                  <a:pt x="1347645" y="71708"/>
                  <a:pt x="1345032" y="72292"/>
                  <a:pt x="1341989" y="73459"/>
                </a:cubicBezTo>
                <a:lnTo>
                  <a:pt x="1340233" y="69254"/>
                </a:lnTo>
                <a:lnTo>
                  <a:pt x="1372534" y="56175"/>
                </a:lnTo>
                <a:lnTo>
                  <a:pt x="1377566" y="56175"/>
                </a:lnTo>
                <a:lnTo>
                  <a:pt x="1377566" y="788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Properties">
            <a:extLst xmlns:a="http://schemas.openxmlformats.org/drawingml/2006/main">
              <a:ext uri="{FF2B5EF4-FFF2-40B4-BE49-F238E27FC236}">
                <a16:creationId xmlns:a16="http://schemas.microsoft.com/office/drawing/2014/main" id="{51553776-BF41-4A80-917A-8969945F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872" y="496731"/>
            <a:ext cx="958534" cy="217679"/>
          </a:xfrm>
          <a:custGeom xmlns:a="http://schemas.openxmlformats.org/drawingml/2006/main">
            <a:pathLst>
              <a:path w="958534" h="217679">
                <a:moveTo>
                  <a:pt x="45174" y="91987"/>
                </a:moveTo>
                <a:lnTo>
                  <a:pt x="45174" y="138291"/>
                </a:lnTo>
                <a:cubicBezTo>
                  <a:pt x="45174" y="148295"/>
                  <a:pt x="46267" y="154509"/>
                  <a:pt x="48451" y="156932"/>
                </a:cubicBezTo>
                <a:cubicBezTo>
                  <a:pt x="51416" y="160370"/>
                  <a:pt x="55902" y="162089"/>
                  <a:pt x="61910" y="162089"/>
                </a:cubicBezTo>
                <a:lnTo>
                  <a:pt x="67996" y="162089"/>
                </a:lnTo>
                <a:lnTo>
                  <a:pt x="67996" y="166419"/>
                </a:lnTo>
                <a:lnTo>
                  <a:pt x="0" y="166419"/>
                </a:lnTo>
                <a:lnTo>
                  <a:pt x="0" y="162089"/>
                </a:lnTo>
                <a:lnTo>
                  <a:pt x="5969" y="162089"/>
                </a:lnTo>
                <a:cubicBezTo>
                  <a:pt x="12678" y="162089"/>
                  <a:pt x="17477" y="159905"/>
                  <a:pt x="20364" y="155535"/>
                </a:cubicBezTo>
                <a:cubicBezTo>
                  <a:pt x="21924" y="153117"/>
                  <a:pt x="22704" y="147382"/>
                  <a:pt x="22704" y="138332"/>
                </a:cubicBezTo>
                <a:lnTo>
                  <a:pt x="22704" y="35812"/>
                </a:lnTo>
                <a:cubicBezTo>
                  <a:pt x="22704" y="25825"/>
                  <a:pt x="21651" y="19622"/>
                  <a:pt x="19544" y="17204"/>
                </a:cubicBezTo>
                <a:cubicBezTo>
                  <a:pt x="16501" y="13771"/>
                  <a:pt x="11976" y="12054"/>
                  <a:pt x="5969" y="12054"/>
                </a:cubicBezTo>
                <a:lnTo>
                  <a:pt x="0" y="12054"/>
                </a:lnTo>
                <a:lnTo>
                  <a:pt x="0" y="7724"/>
                </a:lnTo>
                <a:lnTo>
                  <a:pt x="58165" y="7724"/>
                </a:lnTo>
                <a:cubicBezTo>
                  <a:pt x="72365" y="7724"/>
                  <a:pt x="83561" y="9186"/>
                  <a:pt x="91753" y="12109"/>
                </a:cubicBezTo>
                <a:cubicBezTo>
                  <a:pt x="99945" y="15030"/>
                  <a:pt x="106850" y="19958"/>
                  <a:pt x="112468" y="26892"/>
                </a:cubicBezTo>
                <a:cubicBezTo>
                  <a:pt x="118085" y="33826"/>
                  <a:pt x="120894" y="42046"/>
                  <a:pt x="120894" y="51553"/>
                </a:cubicBezTo>
                <a:cubicBezTo>
                  <a:pt x="120894" y="64487"/>
                  <a:pt x="116622" y="75006"/>
                  <a:pt x="108079" y="83111"/>
                </a:cubicBezTo>
                <a:cubicBezTo>
                  <a:pt x="99536" y="91213"/>
                  <a:pt x="87462" y="95264"/>
                  <a:pt x="71858" y="95264"/>
                </a:cubicBezTo>
                <a:cubicBezTo>
                  <a:pt x="68035" y="95264"/>
                  <a:pt x="63899" y="94991"/>
                  <a:pt x="59452" y="94445"/>
                </a:cubicBezTo>
                <a:cubicBezTo>
                  <a:pt x="55005" y="93899"/>
                  <a:pt x="50246" y="93079"/>
                  <a:pt x="45174" y="91987"/>
                </a:cubicBezTo>
                <a:moveTo>
                  <a:pt x="45174" y="85199"/>
                </a:moveTo>
                <a:cubicBezTo>
                  <a:pt x="49309" y="85979"/>
                  <a:pt x="52976" y="86565"/>
                  <a:pt x="56175" y="86955"/>
                </a:cubicBezTo>
                <a:cubicBezTo>
                  <a:pt x="59374" y="87345"/>
                  <a:pt x="62105" y="87540"/>
                  <a:pt x="64368" y="87540"/>
                </a:cubicBezTo>
                <a:cubicBezTo>
                  <a:pt x="72482" y="87540"/>
                  <a:pt x="79484" y="84400"/>
                  <a:pt x="85375" y="78119"/>
                </a:cubicBezTo>
                <a:cubicBezTo>
                  <a:pt x="91265" y="71838"/>
                  <a:pt x="94211" y="63704"/>
                  <a:pt x="94211" y="53718"/>
                </a:cubicBezTo>
                <a:cubicBezTo>
                  <a:pt x="94211" y="46852"/>
                  <a:pt x="92806" y="40474"/>
                  <a:pt x="89998" y="34583"/>
                </a:cubicBezTo>
                <a:cubicBezTo>
                  <a:pt x="87189" y="28692"/>
                  <a:pt x="83210" y="24284"/>
                  <a:pt x="78060" y="21358"/>
                </a:cubicBezTo>
                <a:cubicBezTo>
                  <a:pt x="72911" y="18433"/>
                  <a:pt x="67059" y="16970"/>
                  <a:pt x="60506" y="16970"/>
                </a:cubicBezTo>
                <a:cubicBezTo>
                  <a:pt x="56526" y="16970"/>
                  <a:pt x="51416" y="17711"/>
                  <a:pt x="45174" y="19193"/>
                </a:cubicBezTo>
                <a:lnTo>
                  <a:pt x="45174" y="85199"/>
                </a:lnTo>
                <a:close/>
                <a:moveTo>
                  <a:pt x="168810" y="56175"/>
                </a:moveTo>
                <a:lnTo>
                  <a:pt x="168810" y="80284"/>
                </a:lnTo>
                <a:cubicBezTo>
                  <a:pt x="177782" y="64212"/>
                  <a:pt x="186989" y="56175"/>
                  <a:pt x="196429" y="56175"/>
                </a:cubicBezTo>
                <a:cubicBezTo>
                  <a:pt x="200720" y="56175"/>
                  <a:pt x="204270" y="57482"/>
                  <a:pt x="207079" y="60096"/>
                </a:cubicBezTo>
                <a:cubicBezTo>
                  <a:pt x="209888" y="62710"/>
                  <a:pt x="211292" y="65733"/>
                  <a:pt x="211292" y="69166"/>
                </a:cubicBezTo>
                <a:cubicBezTo>
                  <a:pt x="211292" y="72209"/>
                  <a:pt x="210278" y="74783"/>
                  <a:pt x="208249" y="76890"/>
                </a:cubicBezTo>
                <a:cubicBezTo>
                  <a:pt x="206221" y="78997"/>
                  <a:pt x="203802" y="80050"/>
                  <a:pt x="200993" y="80050"/>
                </a:cubicBezTo>
                <a:cubicBezTo>
                  <a:pt x="198263" y="80050"/>
                  <a:pt x="195200" y="78704"/>
                  <a:pt x="191806" y="76012"/>
                </a:cubicBezTo>
                <a:cubicBezTo>
                  <a:pt x="188412" y="73320"/>
                  <a:pt x="185896" y="71975"/>
                  <a:pt x="184258" y="71975"/>
                </a:cubicBezTo>
                <a:cubicBezTo>
                  <a:pt x="182853" y="71975"/>
                  <a:pt x="181332" y="72752"/>
                  <a:pt x="179694" y="74308"/>
                </a:cubicBezTo>
                <a:cubicBezTo>
                  <a:pt x="176183" y="77500"/>
                  <a:pt x="172555" y="82753"/>
                  <a:pt x="168810" y="90067"/>
                </a:cubicBezTo>
                <a:lnTo>
                  <a:pt x="168810" y="141312"/>
                </a:lnTo>
                <a:cubicBezTo>
                  <a:pt x="168810" y="147225"/>
                  <a:pt x="169551" y="151699"/>
                  <a:pt x="171033" y="154734"/>
                </a:cubicBezTo>
                <a:cubicBezTo>
                  <a:pt x="172048" y="156836"/>
                  <a:pt x="173842" y="158588"/>
                  <a:pt x="176417" y="159990"/>
                </a:cubicBezTo>
                <a:cubicBezTo>
                  <a:pt x="178991" y="161389"/>
                  <a:pt x="182697" y="162089"/>
                  <a:pt x="187535" y="162089"/>
                </a:cubicBezTo>
                <a:lnTo>
                  <a:pt x="187535" y="166419"/>
                </a:lnTo>
                <a:lnTo>
                  <a:pt x="132647" y="166419"/>
                </a:lnTo>
                <a:lnTo>
                  <a:pt x="132647" y="162089"/>
                </a:lnTo>
                <a:cubicBezTo>
                  <a:pt x="138108" y="162089"/>
                  <a:pt x="142165" y="161233"/>
                  <a:pt x="144818" y="159522"/>
                </a:cubicBezTo>
                <a:cubicBezTo>
                  <a:pt x="146769" y="158276"/>
                  <a:pt x="148134" y="156290"/>
                  <a:pt x="148914" y="153564"/>
                </a:cubicBezTo>
                <a:cubicBezTo>
                  <a:pt x="149304" y="152240"/>
                  <a:pt x="149499" y="148465"/>
                  <a:pt x="149499" y="142238"/>
                </a:cubicBezTo>
                <a:lnTo>
                  <a:pt x="149499" y="100783"/>
                </a:lnTo>
                <a:cubicBezTo>
                  <a:pt x="149499" y="88326"/>
                  <a:pt x="149246" y="80912"/>
                  <a:pt x="148739" y="78539"/>
                </a:cubicBezTo>
                <a:cubicBezTo>
                  <a:pt x="148232" y="76165"/>
                  <a:pt x="147295" y="74432"/>
                  <a:pt x="145930" y="73342"/>
                </a:cubicBezTo>
                <a:cubicBezTo>
                  <a:pt x="144565" y="72253"/>
                  <a:pt x="142868" y="71708"/>
                  <a:pt x="140839" y="71708"/>
                </a:cubicBezTo>
                <a:cubicBezTo>
                  <a:pt x="138420" y="71708"/>
                  <a:pt x="135690" y="72292"/>
                  <a:pt x="132647" y="73459"/>
                </a:cubicBezTo>
                <a:lnTo>
                  <a:pt x="131476" y="69254"/>
                </a:lnTo>
                <a:lnTo>
                  <a:pt x="163894" y="56175"/>
                </a:lnTo>
                <a:lnTo>
                  <a:pt x="168810" y="56175"/>
                </a:lnTo>
                <a:close/>
                <a:moveTo>
                  <a:pt x="269186" y="56175"/>
                </a:moveTo>
                <a:cubicBezTo>
                  <a:pt x="285414" y="56175"/>
                  <a:pt x="298444" y="62333"/>
                  <a:pt x="308275" y="74648"/>
                </a:cubicBezTo>
                <a:cubicBezTo>
                  <a:pt x="316623" y="85169"/>
                  <a:pt x="320797" y="97250"/>
                  <a:pt x="320797" y="110891"/>
                </a:cubicBezTo>
                <a:cubicBezTo>
                  <a:pt x="320797" y="120478"/>
                  <a:pt x="318495" y="130182"/>
                  <a:pt x="313892" y="140003"/>
                </a:cubicBezTo>
                <a:cubicBezTo>
                  <a:pt x="309289" y="149822"/>
                  <a:pt x="302950" y="157225"/>
                  <a:pt x="294874" y="162214"/>
                </a:cubicBezTo>
                <a:cubicBezTo>
                  <a:pt x="286799" y="167202"/>
                  <a:pt x="277807" y="169696"/>
                  <a:pt x="267899" y="169696"/>
                </a:cubicBezTo>
                <a:cubicBezTo>
                  <a:pt x="251748" y="169696"/>
                  <a:pt x="238914" y="163266"/>
                  <a:pt x="229395" y="150404"/>
                </a:cubicBezTo>
                <a:cubicBezTo>
                  <a:pt x="221359" y="139572"/>
                  <a:pt x="217341" y="127414"/>
                  <a:pt x="217341" y="113931"/>
                </a:cubicBezTo>
                <a:cubicBezTo>
                  <a:pt x="217341" y="104110"/>
                  <a:pt x="219779" y="94347"/>
                  <a:pt x="224655" y="84643"/>
                </a:cubicBezTo>
                <a:cubicBezTo>
                  <a:pt x="229532" y="74939"/>
                  <a:pt x="235949" y="67769"/>
                  <a:pt x="243907" y="63131"/>
                </a:cubicBezTo>
                <a:cubicBezTo>
                  <a:pt x="251865" y="58494"/>
                  <a:pt x="260291" y="56175"/>
                  <a:pt x="269186" y="56175"/>
                </a:cubicBezTo>
                <a:moveTo>
                  <a:pt x="265558" y="63899"/>
                </a:moveTo>
                <a:cubicBezTo>
                  <a:pt x="261423" y="63899"/>
                  <a:pt x="257268" y="65127"/>
                  <a:pt x="253094" y="67582"/>
                </a:cubicBezTo>
                <a:cubicBezTo>
                  <a:pt x="248920" y="70038"/>
                  <a:pt x="245545" y="74343"/>
                  <a:pt x="242971" y="80500"/>
                </a:cubicBezTo>
                <a:cubicBezTo>
                  <a:pt x="240396" y="86656"/>
                  <a:pt x="239109" y="94565"/>
                  <a:pt x="239109" y="104228"/>
                </a:cubicBezTo>
                <a:cubicBezTo>
                  <a:pt x="239109" y="119813"/>
                  <a:pt x="242210" y="133255"/>
                  <a:pt x="248413" y="144556"/>
                </a:cubicBezTo>
                <a:cubicBezTo>
                  <a:pt x="254615" y="155855"/>
                  <a:pt x="262788" y="161504"/>
                  <a:pt x="272931" y="161504"/>
                </a:cubicBezTo>
                <a:cubicBezTo>
                  <a:pt x="280499" y="161504"/>
                  <a:pt x="286741" y="158387"/>
                  <a:pt x="291656" y="152152"/>
                </a:cubicBezTo>
                <a:cubicBezTo>
                  <a:pt x="296571" y="145918"/>
                  <a:pt x="299029" y="135204"/>
                  <a:pt x="299029" y="120009"/>
                </a:cubicBezTo>
                <a:cubicBezTo>
                  <a:pt x="299029" y="100994"/>
                  <a:pt x="294933" y="86031"/>
                  <a:pt x="286741" y="75120"/>
                </a:cubicBezTo>
                <a:cubicBezTo>
                  <a:pt x="281201" y="67640"/>
                  <a:pt x="274140" y="63899"/>
                  <a:pt x="265558" y="63899"/>
                </a:cubicBezTo>
                <a:close/>
                <a:moveTo>
                  <a:pt x="328872" y="69762"/>
                </a:moveTo>
                <a:lnTo>
                  <a:pt x="361875" y="56409"/>
                </a:lnTo>
                <a:lnTo>
                  <a:pt x="366322" y="56409"/>
                </a:lnTo>
                <a:lnTo>
                  <a:pt x="366322" y="81454"/>
                </a:lnTo>
                <a:cubicBezTo>
                  <a:pt x="371862" y="72014"/>
                  <a:pt x="377421" y="65440"/>
                  <a:pt x="382999" y="61734"/>
                </a:cubicBezTo>
                <a:cubicBezTo>
                  <a:pt x="388578" y="58028"/>
                  <a:pt x="394449" y="56175"/>
                  <a:pt x="400613" y="56175"/>
                </a:cubicBezTo>
                <a:cubicBezTo>
                  <a:pt x="411380" y="56175"/>
                  <a:pt x="420352" y="60384"/>
                  <a:pt x="427530" y="68800"/>
                </a:cubicBezTo>
                <a:cubicBezTo>
                  <a:pt x="436347" y="79089"/>
                  <a:pt x="440755" y="92495"/>
                  <a:pt x="440755" y="109019"/>
                </a:cubicBezTo>
                <a:cubicBezTo>
                  <a:pt x="440755" y="127490"/>
                  <a:pt x="435449" y="142767"/>
                  <a:pt x="424838" y="154848"/>
                </a:cubicBezTo>
                <a:cubicBezTo>
                  <a:pt x="416100" y="164747"/>
                  <a:pt x="405099" y="169696"/>
                  <a:pt x="391835" y="169696"/>
                </a:cubicBezTo>
                <a:cubicBezTo>
                  <a:pt x="386062" y="169696"/>
                  <a:pt x="381068" y="168877"/>
                  <a:pt x="376855" y="167239"/>
                </a:cubicBezTo>
                <a:cubicBezTo>
                  <a:pt x="373734" y="166068"/>
                  <a:pt x="370223" y="163728"/>
                  <a:pt x="366322" y="160217"/>
                </a:cubicBezTo>
                <a:lnTo>
                  <a:pt x="366322" y="192869"/>
                </a:lnTo>
                <a:cubicBezTo>
                  <a:pt x="366322" y="200203"/>
                  <a:pt x="366771" y="204864"/>
                  <a:pt x="367668" y="206854"/>
                </a:cubicBezTo>
                <a:cubicBezTo>
                  <a:pt x="368566" y="208843"/>
                  <a:pt x="370126" y="210423"/>
                  <a:pt x="372350" y="211594"/>
                </a:cubicBezTo>
                <a:cubicBezTo>
                  <a:pt x="374573" y="212764"/>
                  <a:pt x="378611" y="213349"/>
                  <a:pt x="384462" y="213349"/>
                </a:cubicBezTo>
                <a:lnTo>
                  <a:pt x="384462" y="217679"/>
                </a:lnTo>
                <a:lnTo>
                  <a:pt x="328287" y="217679"/>
                </a:lnTo>
                <a:lnTo>
                  <a:pt x="328287" y="213349"/>
                </a:lnTo>
                <a:lnTo>
                  <a:pt x="331213" y="213349"/>
                </a:lnTo>
                <a:cubicBezTo>
                  <a:pt x="335504" y="213427"/>
                  <a:pt x="339171" y="212607"/>
                  <a:pt x="342214" y="210888"/>
                </a:cubicBezTo>
                <a:cubicBezTo>
                  <a:pt x="343696" y="210030"/>
                  <a:pt x="344847" y="208644"/>
                  <a:pt x="345666" y="206730"/>
                </a:cubicBezTo>
                <a:cubicBezTo>
                  <a:pt x="346485" y="204818"/>
                  <a:pt x="346895" y="199959"/>
                  <a:pt x="346895" y="192152"/>
                </a:cubicBezTo>
                <a:lnTo>
                  <a:pt x="346895" y="90725"/>
                </a:lnTo>
                <a:cubicBezTo>
                  <a:pt x="346895" y="83777"/>
                  <a:pt x="346583" y="79366"/>
                  <a:pt x="345959" y="77493"/>
                </a:cubicBezTo>
                <a:cubicBezTo>
                  <a:pt x="345335" y="75618"/>
                  <a:pt x="344340" y="74213"/>
                  <a:pt x="342975" y="73277"/>
                </a:cubicBezTo>
                <a:cubicBezTo>
                  <a:pt x="341609" y="72338"/>
                  <a:pt x="339756" y="71869"/>
                  <a:pt x="337416" y="71869"/>
                </a:cubicBezTo>
                <a:cubicBezTo>
                  <a:pt x="335543" y="71869"/>
                  <a:pt x="333163" y="72415"/>
                  <a:pt x="330277" y="73507"/>
                </a:cubicBezTo>
                <a:lnTo>
                  <a:pt x="328872" y="69762"/>
                </a:lnTo>
                <a:moveTo>
                  <a:pt x="366322" y="88571"/>
                </a:moveTo>
                <a:lnTo>
                  <a:pt x="366322" y="128545"/>
                </a:lnTo>
                <a:cubicBezTo>
                  <a:pt x="366322" y="137196"/>
                  <a:pt x="366674" y="142884"/>
                  <a:pt x="367376" y="145610"/>
                </a:cubicBezTo>
                <a:cubicBezTo>
                  <a:pt x="368468" y="150130"/>
                  <a:pt x="371140" y="154104"/>
                  <a:pt x="375392" y="157532"/>
                </a:cubicBezTo>
                <a:cubicBezTo>
                  <a:pt x="379645" y="160960"/>
                  <a:pt x="385009" y="162674"/>
                  <a:pt x="391484" y="162674"/>
                </a:cubicBezTo>
                <a:cubicBezTo>
                  <a:pt x="399286" y="162674"/>
                  <a:pt x="405606" y="159635"/>
                  <a:pt x="410443" y="153557"/>
                </a:cubicBezTo>
                <a:cubicBezTo>
                  <a:pt x="416763" y="145611"/>
                  <a:pt x="419923" y="134429"/>
                  <a:pt x="419923" y="120013"/>
                </a:cubicBezTo>
                <a:cubicBezTo>
                  <a:pt x="419923" y="103650"/>
                  <a:pt x="416334" y="91067"/>
                  <a:pt x="409156" y="82262"/>
                </a:cubicBezTo>
                <a:cubicBezTo>
                  <a:pt x="404163" y="76184"/>
                  <a:pt x="398233" y="73145"/>
                  <a:pt x="391367" y="73145"/>
                </a:cubicBezTo>
                <a:cubicBezTo>
                  <a:pt x="387622" y="73145"/>
                  <a:pt x="383916" y="74080"/>
                  <a:pt x="380249" y="75950"/>
                </a:cubicBezTo>
                <a:cubicBezTo>
                  <a:pt x="377440" y="77352"/>
                  <a:pt x="372798" y="81559"/>
                  <a:pt x="366322" y="88571"/>
                </a:cubicBezTo>
                <a:close/>
                <a:moveTo>
                  <a:pt x="474460" y="99711"/>
                </a:moveTo>
                <a:cubicBezTo>
                  <a:pt x="474382" y="115591"/>
                  <a:pt x="478244" y="128046"/>
                  <a:pt x="486046" y="137077"/>
                </a:cubicBezTo>
                <a:cubicBezTo>
                  <a:pt x="493848" y="146106"/>
                  <a:pt x="503016" y="150620"/>
                  <a:pt x="513549" y="150620"/>
                </a:cubicBezTo>
                <a:cubicBezTo>
                  <a:pt x="520570" y="150620"/>
                  <a:pt x="526676" y="148689"/>
                  <a:pt x="531864" y="144827"/>
                </a:cubicBezTo>
                <a:cubicBezTo>
                  <a:pt x="537052" y="140965"/>
                  <a:pt x="541402" y="134353"/>
                  <a:pt x="544913" y="124990"/>
                </a:cubicBezTo>
                <a:lnTo>
                  <a:pt x="548541" y="127331"/>
                </a:lnTo>
                <a:cubicBezTo>
                  <a:pt x="546903" y="138020"/>
                  <a:pt x="542143" y="147753"/>
                  <a:pt x="534263" y="156530"/>
                </a:cubicBezTo>
                <a:cubicBezTo>
                  <a:pt x="526383" y="165308"/>
                  <a:pt x="516513" y="169696"/>
                  <a:pt x="504654" y="169696"/>
                </a:cubicBezTo>
                <a:cubicBezTo>
                  <a:pt x="491781" y="169696"/>
                  <a:pt x="480760" y="164694"/>
                  <a:pt x="471593" y="154691"/>
                </a:cubicBezTo>
                <a:cubicBezTo>
                  <a:pt x="462425" y="144684"/>
                  <a:pt x="457841" y="131233"/>
                  <a:pt x="457841" y="114337"/>
                </a:cubicBezTo>
                <a:cubicBezTo>
                  <a:pt x="457841" y="96041"/>
                  <a:pt x="462542" y="81774"/>
                  <a:pt x="471944" y="71536"/>
                </a:cubicBezTo>
                <a:cubicBezTo>
                  <a:pt x="481345" y="61295"/>
                  <a:pt x="493146" y="56175"/>
                  <a:pt x="507346" y="56175"/>
                </a:cubicBezTo>
                <a:cubicBezTo>
                  <a:pt x="519361" y="56175"/>
                  <a:pt x="529231" y="60125"/>
                  <a:pt x="536955" y="68025"/>
                </a:cubicBezTo>
                <a:cubicBezTo>
                  <a:pt x="544679" y="75922"/>
                  <a:pt x="548541" y="86484"/>
                  <a:pt x="548541" y="99711"/>
                </a:cubicBezTo>
                <a:lnTo>
                  <a:pt x="474460" y="99711"/>
                </a:lnTo>
                <a:moveTo>
                  <a:pt x="474460" y="92923"/>
                </a:moveTo>
                <a:lnTo>
                  <a:pt x="524081" y="92923"/>
                </a:lnTo>
                <a:cubicBezTo>
                  <a:pt x="523691" y="86057"/>
                  <a:pt x="522872" y="81220"/>
                  <a:pt x="521624" y="78411"/>
                </a:cubicBezTo>
                <a:cubicBezTo>
                  <a:pt x="519673" y="74042"/>
                  <a:pt x="516767" y="70609"/>
                  <a:pt x="512905" y="68113"/>
                </a:cubicBezTo>
                <a:cubicBezTo>
                  <a:pt x="509043" y="65616"/>
                  <a:pt x="505005" y="64368"/>
                  <a:pt x="500792" y="64368"/>
                </a:cubicBezTo>
                <a:cubicBezTo>
                  <a:pt x="494316" y="64368"/>
                  <a:pt x="488523" y="66884"/>
                  <a:pt x="483413" y="71916"/>
                </a:cubicBezTo>
                <a:cubicBezTo>
                  <a:pt x="478302" y="76948"/>
                  <a:pt x="475318" y="83951"/>
                  <a:pt x="474460" y="92923"/>
                </a:cubicBezTo>
                <a:close/>
                <a:moveTo>
                  <a:pt x="593549" y="56175"/>
                </a:moveTo>
                <a:lnTo>
                  <a:pt x="593549" y="80284"/>
                </a:lnTo>
                <a:cubicBezTo>
                  <a:pt x="602521" y="64212"/>
                  <a:pt x="611728" y="56175"/>
                  <a:pt x="621169" y="56175"/>
                </a:cubicBezTo>
                <a:cubicBezTo>
                  <a:pt x="625460" y="56175"/>
                  <a:pt x="629010" y="57482"/>
                  <a:pt x="631818" y="60096"/>
                </a:cubicBezTo>
                <a:cubicBezTo>
                  <a:pt x="634627" y="62710"/>
                  <a:pt x="636032" y="65733"/>
                  <a:pt x="636032" y="69166"/>
                </a:cubicBezTo>
                <a:cubicBezTo>
                  <a:pt x="636032" y="72209"/>
                  <a:pt x="635017" y="74783"/>
                  <a:pt x="632989" y="76890"/>
                </a:cubicBezTo>
                <a:cubicBezTo>
                  <a:pt x="630960" y="78997"/>
                  <a:pt x="628542" y="80050"/>
                  <a:pt x="625733" y="80050"/>
                </a:cubicBezTo>
                <a:cubicBezTo>
                  <a:pt x="623002" y="80050"/>
                  <a:pt x="619940" y="78704"/>
                  <a:pt x="616546" y="76012"/>
                </a:cubicBezTo>
                <a:cubicBezTo>
                  <a:pt x="613152" y="73320"/>
                  <a:pt x="610636" y="71975"/>
                  <a:pt x="608997" y="71975"/>
                </a:cubicBezTo>
                <a:cubicBezTo>
                  <a:pt x="607593" y="71975"/>
                  <a:pt x="606071" y="72752"/>
                  <a:pt x="604433" y="74308"/>
                </a:cubicBezTo>
                <a:cubicBezTo>
                  <a:pt x="600922" y="77500"/>
                  <a:pt x="597294" y="82753"/>
                  <a:pt x="593549" y="90067"/>
                </a:cubicBezTo>
                <a:lnTo>
                  <a:pt x="593549" y="141312"/>
                </a:lnTo>
                <a:cubicBezTo>
                  <a:pt x="593549" y="147225"/>
                  <a:pt x="594290" y="151699"/>
                  <a:pt x="595773" y="154734"/>
                </a:cubicBezTo>
                <a:cubicBezTo>
                  <a:pt x="596787" y="156836"/>
                  <a:pt x="598581" y="158588"/>
                  <a:pt x="601156" y="159990"/>
                </a:cubicBezTo>
                <a:cubicBezTo>
                  <a:pt x="603731" y="161389"/>
                  <a:pt x="607437" y="162089"/>
                  <a:pt x="612274" y="162089"/>
                </a:cubicBezTo>
                <a:lnTo>
                  <a:pt x="612274" y="166419"/>
                </a:lnTo>
                <a:lnTo>
                  <a:pt x="557386" y="166419"/>
                </a:lnTo>
                <a:lnTo>
                  <a:pt x="557386" y="162089"/>
                </a:lnTo>
                <a:cubicBezTo>
                  <a:pt x="562848" y="162089"/>
                  <a:pt x="566905" y="161233"/>
                  <a:pt x="569558" y="159522"/>
                </a:cubicBezTo>
                <a:cubicBezTo>
                  <a:pt x="571508" y="158276"/>
                  <a:pt x="572873" y="156290"/>
                  <a:pt x="573654" y="153564"/>
                </a:cubicBezTo>
                <a:cubicBezTo>
                  <a:pt x="574044" y="152240"/>
                  <a:pt x="574239" y="148465"/>
                  <a:pt x="574239" y="142238"/>
                </a:cubicBezTo>
                <a:lnTo>
                  <a:pt x="574239" y="100783"/>
                </a:lnTo>
                <a:cubicBezTo>
                  <a:pt x="574239" y="88326"/>
                  <a:pt x="573985" y="80912"/>
                  <a:pt x="573478" y="78539"/>
                </a:cubicBezTo>
                <a:cubicBezTo>
                  <a:pt x="572971" y="76165"/>
                  <a:pt x="572035" y="74432"/>
                  <a:pt x="570669" y="73342"/>
                </a:cubicBezTo>
                <a:cubicBezTo>
                  <a:pt x="569304" y="72253"/>
                  <a:pt x="567607" y="71708"/>
                  <a:pt x="565578" y="71708"/>
                </a:cubicBezTo>
                <a:cubicBezTo>
                  <a:pt x="563160" y="71708"/>
                  <a:pt x="560429" y="72292"/>
                  <a:pt x="557386" y="73459"/>
                </a:cubicBezTo>
                <a:lnTo>
                  <a:pt x="556216" y="69254"/>
                </a:lnTo>
                <a:lnTo>
                  <a:pt x="588634" y="56175"/>
                </a:lnTo>
                <a:lnTo>
                  <a:pt x="593549" y="56175"/>
                </a:lnTo>
                <a:close/>
                <a:moveTo>
                  <a:pt x="672625" y="23875"/>
                </a:moveTo>
                <a:lnTo>
                  <a:pt x="672625" y="59218"/>
                </a:lnTo>
                <a:lnTo>
                  <a:pt x="697670" y="59218"/>
                </a:lnTo>
                <a:lnTo>
                  <a:pt x="697670" y="67410"/>
                </a:lnTo>
                <a:lnTo>
                  <a:pt x="672625" y="67410"/>
                </a:lnTo>
                <a:lnTo>
                  <a:pt x="672625" y="136832"/>
                </a:lnTo>
                <a:cubicBezTo>
                  <a:pt x="672625" y="143769"/>
                  <a:pt x="673620" y="148445"/>
                  <a:pt x="675610" y="150861"/>
                </a:cubicBezTo>
                <a:cubicBezTo>
                  <a:pt x="677599" y="153275"/>
                  <a:pt x="680155" y="154482"/>
                  <a:pt x="683275" y="154482"/>
                </a:cubicBezTo>
                <a:cubicBezTo>
                  <a:pt x="685850" y="154482"/>
                  <a:pt x="688347" y="153682"/>
                  <a:pt x="690765" y="152083"/>
                </a:cubicBezTo>
                <a:cubicBezTo>
                  <a:pt x="693184" y="150484"/>
                  <a:pt x="695057" y="148123"/>
                  <a:pt x="696383" y="145003"/>
                </a:cubicBezTo>
                <a:lnTo>
                  <a:pt x="700947" y="145003"/>
                </a:lnTo>
                <a:cubicBezTo>
                  <a:pt x="698216" y="152671"/>
                  <a:pt x="694354" y="158470"/>
                  <a:pt x="689361" y="162400"/>
                </a:cubicBezTo>
                <a:cubicBezTo>
                  <a:pt x="684368" y="166328"/>
                  <a:pt x="679218" y="168292"/>
                  <a:pt x="673913" y="168292"/>
                </a:cubicBezTo>
                <a:cubicBezTo>
                  <a:pt x="670324" y="168292"/>
                  <a:pt x="666813" y="167296"/>
                  <a:pt x="663380" y="165304"/>
                </a:cubicBezTo>
                <a:cubicBezTo>
                  <a:pt x="659947" y="163312"/>
                  <a:pt x="657411" y="160462"/>
                  <a:pt x="655773" y="156753"/>
                </a:cubicBezTo>
                <a:cubicBezTo>
                  <a:pt x="654134" y="153042"/>
                  <a:pt x="653315" y="147320"/>
                  <a:pt x="653315" y="139586"/>
                </a:cubicBezTo>
                <a:lnTo>
                  <a:pt x="653315" y="67410"/>
                </a:lnTo>
                <a:lnTo>
                  <a:pt x="636346" y="67410"/>
                </a:lnTo>
                <a:lnTo>
                  <a:pt x="636346" y="63548"/>
                </a:lnTo>
                <a:cubicBezTo>
                  <a:pt x="640637" y="61827"/>
                  <a:pt x="645025" y="58912"/>
                  <a:pt x="649512" y="54804"/>
                </a:cubicBezTo>
                <a:cubicBezTo>
                  <a:pt x="653998" y="50696"/>
                  <a:pt x="657996" y="45824"/>
                  <a:pt x="661507" y="40189"/>
                </a:cubicBezTo>
                <a:cubicBezTo>
                  <a:pt x="663302" y="37217"/>
                  <a:pt x="665799" y="31779"/>
                  <a:pt x="668997" y="23875"/>
                </a:cubicBezTo>
                <a:lnTo>
                  <a:pt x="672625" y="23875"/>
                </a:lnTo>
                <a:close/>
                <a:moveTo>
                  <a:pt x="735730" y="0"/>
                </a:moveTo>
                <a:cubicBezTo>
                  <a:pt x="739007" y="0"/>
                  <a:pt x="741797" y="1157"/>
                  <a:pt x="744098" y="3471"/>
                </a:cubicBezTo>
                <a:cubicBezTo>
                  <a:pt x="746400" y="5782"/>
                  <a:pt x="747551" y="8585"/>
                  <a:pt x="747551" y="11879"/>
                </a:cubicBezTo>
                <a:cubicBezTo>
                  <a:pt x="747551" y="15173"/>
                  <a:pt x="746400" y="17996"/>
                  <a:pt x="744098" y="20349"/>
                </a:cubicBezTo>
                <a:cubicBezTo>
                  <a:pt x="741797" y="22699"/>
                  <a:pt x="739007" y="23875"/>
                  <a:pt x="735730" y="23875"/>
                </a:cubicBezTo>
                <a:cubicBezTo>
                  <a:pt x="732453" y="23875"/>
                  <a:pt x="729645" y="22699"/>
                  <a:pt x="727304" y="20349"/>
                </a:cubicBezTo>
                <a:cubicBezTo>
                  <a:pt x="724963" y="17996"/>
                  <a:pt x="723793" y="15173"/>
                  <a:pt x="723793" y="11879"/>
                </a:cubicBezTo>
                <a:cubicBezTo>
                  <a:pt x="723793" y="8585"/>
                  <a:pt x="724944" y="5782"/>
                  <a:pt x="727246" y="3471"/>
                </a:cubicBezTo>
                <a:cubicBezTo>
                  <a:pt x="729547" y="1157"/>
                  <a:pt x="732375" y="0"/>
                  <a:pt x="735730" y="0"/>
                </a:cubicBezTo>
                <a:moveTo>
                  <a:pt x="745444" y="56175"/>
                </a:moveTo>
                <a:lnTo>
                  <a:pt x="745444" y="142121"/>
                </a:lnTo>
                <a:cubicBezTo>
                  <a:pt x="745444" y="148816"/>
                  <a:pt x="745932" y="153273"/>
                  <a:pt x="746907" y="155492"/>
                </a:cubicBezTo>
                <a:cubicBezTo>
                  <a:pt x="747882" y="157710"/>
                  <a:pt x="749326" y="159365"/>
                  <a:pt x="751237" y="160454"/>
                </a:cubicBezTo>
                <a:cubicBezTo>
                  <a:pt x="753149" y="161544"/>
                  <a:pt x="756640" y="162089"/>
                  <a:pt x="761711" y="162089"/>
                </a:cubicBezTo>
                <a:lnTo>
                  <a:pt x="761711" y="166419"/>
                </a:lnTo>
                <a:lnTo>
                  <a:pt x="709632" y="166419"/>
                </a:lnTo>
                <a:lnTo>
                  <a:pt x="709632" y="162089"/>
                </a:lnTo>
                <a:cubicBezTo>
                  <a:pt x="714860" y="162089"/>
                  <a:pt x="718371" y="161583"/>
                  <a:pt x="720165" y="160571"/>
                </a:cubicBezTo>
                <a:cubicBezTo>
                  <a:pt x="721960" y="159560"/>
                  <a:pt x="723383" y="157886"/>
                  <a:pt x="724437" y="155550"/>
                </a:cubicBezTo>
                <a:cubicBezTo>
                  <a:pt x="725490" y="153214"/>
                  <a:pt x="726017" y="148738"/>
                  <a:pt x="726017" y="142121"/>
                </a:cubicBezTo>
                <a:lnTo>
                  <a:pt x="726017" y="100900"/>
                </a:lnTo>
                <a:cubicBezTo>
                  <a:pt x="726017" y="89299"/>
                  <a:pt x="725666" y="81787"/>
                  <a:pt x="724963" y="78364"/>
                </a:cubicBezTo>
                <a:cubicBezTo>
                  <a:pt x="724417" y="75872"/>
                  <a:pt x="723559" y="74140"/>
                  <a:pt x="722389" y="73167"/>
                </a:cubicBezTo>
                <a:cubicBezTo>
                  <a:pt x="721218" y="72194"/>
                  <a:pt x="719619" y="71708"/>
                  <a:pt x="717590" y="71708"/>
                </a:cubicBezTo>
                <a:cubicBezTo>
                  <a:pt x="715406" y="71708"/>
                  <a:pt x="712753" y="72292"/>
                  <a:pt x="709632" y="73459"/>
                </a:cubicBezTo>
                <a:lnTo>
                  <a:pt x="707994" y="69254"/>
                </a:lnTo>
                <a:lnTo>
                  <a:pt x="740295" y="56175"/>
                </a:lnTo>
                <a:lnTo>
                  <a:pt x="745444" y="56175"/>
                </a:lnTo>
                <a:close/>
                <a:moveTo>
                  <a:pt x="793452" y="99711"/>
                </a:moveTo>
                <a:cubicBezTo>
                  <a:pt x="793374" y="115591"/>
                  <a:pt x="797236" y="128046"/>
                  <a:pt x="805038" y="137077"/>
                </a:cubicBezTo>
                <a:cubicBezTo>
                  <a:pt x="812840" y="146106"/>
                  <a:pt x="822008" y="150620"/>
                  <a:pt x="832540" y="150620"/>
                </a:cubicBezTo>
                <a:cubicBezTo>
                  <a:pt x="839562" y="150620"/>
                  <a:pt x="845668" y="148689"/>
                  <a:pt x="850856" y="144827"/>
                </a:cubicBezTo>
                <a:cubicBezTo>
                  <a:pt x="856044" y="140965"/>
                  <a:pt x="860394" y="134353"/>
                  <a:pt x="863905" y="124990"/>
                </a:cubicBezTo>
                <a:lnTo>
                  <a:pt x="867533" y="127331"/>
                </a:lnTo>
                <a:cubicBezTo>
                  <a:pt x="865895" y="138020"/>
                  <a:pt x="861135" y="147753"/>
                  <a:pt x="853255" y="156530"/>
                </a:cubicBezTo>
                <a:cubicBezTo>
                  <a:pt x="845375" y="165308"/>
                  <a:pt x="835505" y="169696"/>
                  <a:pt x="823646" y="169696"/>
                </a:cubicBezTo>
                <a:cubicBezTo>
                  <a:pt x="810773" y="169696"/>
                  <a:pt x="799752" y="164694"/>
                  <a:pt x="790584" y="154691"/>
                </a:cubicBezTo>
                <a:cubicBezTo>
                  <a:pt x="781417" y="144684"/>
                  <a:pt x="776833" y="131233"/>
                  <a:pt x="776833" y="114337"/>
                </a:cubicBezTo>
                <a:cubicBezTo>
                  <a:pt x="776833" y="96041"/>
                  <a:pt x="781534" y="81774"/>
                  <a:pt x="790936" y="71536"/>
                </a:cubicBezTo>
                <a:cubicBezTo>
                  <a:pt x="800337" y="61295"/>
                  <a:pt x="812138" y="56175"/>
                  <a:pt x="826338" y="56175"/>
                </a:cubicBezTo>
                <a:cubicBezTo>
                  <a:pt x="838353" y="56175"/>
                  <a:pt x="848223" y="60125"/>
                  <a:pt x="855947" y="68025"/>
                </a:cubicBezTo>
                <a:cubicBezTo>
                  <a:pt x="863671" y="75922"/>
                  <a:pt x="867533" y="86484"/>
                  <a:pt x="867533" y="99711"/>
                </a:cubicBezTo>
                <a:lnTo>
                  <a:pt x="793452" y="99711"/>
                </a:lnTo>
                <a:moveTo>
                  <a:pt x="793452" y="92923"/>
                </a:moveTo>
                <a:lnTo>
                  <a:pt x="843073" y="92923"/>
                </a:lnTo>
                <a:cubicBezTo>
                  <a:pt x="842683" y="86057"/>
                  <a:pt x="841864" y="81220"/>
                  <a:pt x="840616" y="78411"/>
                </a:cubicBezTo>
                <a:cubicBezTo>
                  <a:pt x="838665" y="74042"/>
                  <a:pt x="835759" y="70609"/>
                  <a:pt x="831897" y="68113"/>
                </a:cubicBezTo>
                <a:cubicBezTo>
                  <a:pt x="828035" y="65616"/>
                  <a:pt x="823997" y="64368"/>
                  <a:pt x="819784" y="64368"/>
                </a:cubicBezTo>
                <a:cubicBezTo>
                  <a:pt x="813308" y="64368"/>
                  <a:pt x="807515" y="66884"/>
                  <a:pt x="802405" y="71916"/>
                </a:cubicBezTo>
                <a:cubicBezTo>
                  <a:pt x="797294" y="76948"/>
                  <a:pt x="794310" y="83951"/>
                  <a:pt x="793452" y="92923"/>
                </a:cubicBezTo>
                <a:close/>
                <a:moveTo>
                  <a:pt x="950459" y="56175"/>
                </a:moveTo>
                <a:lnTo>
                  <a:pt x="950459" y="92455"/>
                </a:lnTo>
                <a:lnTo>
                  <a:pt x="946597" y="92455"/>
                </a:lnTo>
                <a:cubicBezTo>
                  <a:pt x="943632" y="81076"/>
                  <a:pt x="939829" y="73336"/>
                  <a:pt x="935187" y="69235"/>
                </a:cubicBezTo>
                <a:cubicBezTo>
                  <a:pt x="930544" y="65132"/>
                  <a:pt x="924634" y="63080"/>
                  <a:pt x="917456" y="63080"/>
                </a:cubicBezTo>
                <a:cubicBezTo>
                  <a:pt x="911995" y="63080"/>
                  <a:pt x="907587" y="64522"/>
                  <a:pt x="904232" y="67407"/>
                </a:cubicBezTo>
                <a:cubicBezTo>
                  <a:pt x="900877" y="70289"/>
                  <a:pt x="899199" y="73484"/>
                  <a:pt x="899199" y="76992"/>
                </a:cubicBezTo>
                <a:cubicBezTo>
                  <a:pt x="899199" y="81357"/>
                  <a:pt x="900448" y="85097"/>
                  <a:pt x="902944" y="88213"/>
                </a:cubicBezTo>
                <a:cubicBezTo>
                  <a:pt x="905363" y="91409"/>
                  <a:pt x="910278" y="94800"/>
                  <a:pt x="917690" y="98384"/>
                </a:cubicBezTo>
                <a:lnTo>
                  <a:pt x="934777" y="106686"/>
                </a:lnTo>
                <a:cubicBezTo>
                  <a:pt x="950615" y="114400"/>
                  <a:pt x="958534" y="124571"/>
                  <a:pt x="958534" y="137198"/>
                </a:cubicBezTo>
                <a:cubicBezTo>
                  <a:pt x="958534" y="146938"/>
                  <a:pt x="954848" y="154791"/>
                  <a:pt x="947475" y="160754"/>
                </a:cubicBezTo>
                <a:cubicBezTo>
                  <a:pt x="940102" y="166716"/>
                  <a:pt x="931851" y="169696"/>
                  <a:pt x="922723" y="169696"/>
                </a:cubicBezTo>
                <a:cubicBezTo>
                  <a:pt x="916169" y="169696"/>
                  <a:pt x="908679" y="168526"/>
                  <a:pt x="900253" y="166185"/>
                </a:cubicBezTo>
                <a:cubicBezTo>
                  <a:pt x="897678" y="165405"/>
                  <a:pt x="895571" y="165015"/>
                  <a:pt x="893933" y="165015"/>
                </a:cubicBezTo>
                <a:cubicBezTo>
                  <a:pt x="892138" y="165015"/>
                  <a:pt x="890734" y="166029"/>
                  <a:pt x="889720" y="168058"/>
                </a:cubicBezTo>
                <a:lnTo>
                  <a:pt x="885858" y="168058"/>
                </a:lnTo>
                <a:lnTo>
                  <a:pt x="885858" y="129671"/>
                </a:lnTo>
                <a:lnTo>
                  <a:pt x="889720" y="129671"/>
                </a:lnTo>
                <a:cubicBezTo>
                  <a:pt x="891904" y="140633"/>
                  <a:pt x="896078" y="148894"/>
                  <a:pt x="902242" y="154453"/>
                </a:cubicBezTo>
                <a:cubicBezTo>
                  <a:pt x="908406" y="160012"/>
                  <a:pt x="915311" y="162791"/>
                  <a:pt x="922957" y="162791"/>
                </a:cubicBezTo>
                <a:cubicBezTo>
                  <a:pt x="928340" y="162791"/>
                  <a:pt x="932729" y="161214"/>
                  <a:pt x="936123" y="158059"/>
                </a:cubicBezTo>
                <a:cubicBezTo>
                  <a:pt x="939517" y="154901"/>
                  <a:pt x="941214" y="151102"/>
                  <a:pt x="941214" y="146659"/>
                </a:cubicBezTo>
                <a:cubicBezTo>
                  <a:pt x="941214" y="141281"/>
                  <a:pt x="939322" y="136760"/>
                  <a:pt x="935538" y="133098"/>
                </a:cubicBezTo>
                <a:cubicBezTo>
                  <a:pt x="931754" y="129436"/>
                  <a:pt x="924205" y="124800"/>
                  <a:pt x="912892" y="119190"/>
                </a:cubicBezTo>
                <a:cubicBezTo>
                  <a:pt x="901579" y="113577"/>
                  <a:pt x="894167" y="108511"/>
                  <a:pt x="890656" y="103990"/>
                </a:cubicBezTo>
                <a:cubicBezTo>
                  <a:pt x="887145" y="99548"/>
                  <a:pt x="885390" y="93936"/>
                  <a:pt x="885390" y="87156"/>
                </a:cubicBezTo>
                <a:cubicBezTo>
                  <a:pt x="885390" y="78349"/>
                  <a:pt x="888413" y="70985"/>
                  <a:pt x="894459" y="65062"/>
                </a:cubicBezTo>
                <a:cubicBezTo>
                  <a:pt x="900506" y="59138"/>
                  <a:pt x="908328" y="56175"/>
                  <a:pt x="917924" y="56175"/>
                </a:cubicBezTo>
                <a:cubicBezTo>
                  <a:pt x="922138" y="56175"/>
                  <a:pt x="927248" y="57073"/>
                  <a:pt x="933256" y="58867"/>
                </a:cubicBezTo>
                <a:cubicBezTo>
                  <a:pt x="937235" y="60037"/>
                  <a:pt x="939887" y="60623"/>
                  <a:pt x="941214" y="60623"/>
                </a:cubicBezTo>
                <a:cubicBezTo>
                  <a:pt x="942462" y="60623"/>
                  <a:pt x="943437" y="60349"/>
                  <a:pt x="944140" y="59803"/>
                </a:cubicBezTo>
                <a:cubicBezTo>
                  <a:pt x="944842" y="59257"/>
                  <a:pt x="945661" y="58048"/>
                  <a:pt x="946597" y="56175"/>
                </a:cubicBezTo>
                <a:lnTo>
                  <a:pt x="950459" y="561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02D8C0-755F-40A1-AB84-3D919089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64" y="59585"/>
            <a:ext cx="1935718" cy="738072"/>
          </a:xfrm>
          <a:custGeom xmlns:a="http://schemas.openxmlformats.org/drawingml/2006/main">
            <a:pathLst>
              <a:path w="1935718" h="738072">
                <a:moveTo>
                  <a:pt x="0" y="123014"/>
                </a:moveTo>
                <a:cubicBezTo>
                  <a:pt x="0" y="55076"/>
                  <a:pt x="55076" y="0"/>
                  <a:pt x="123015" y="0"/>
                </a:cubicBezTo>
                <a:lnTo>
                  <a:pt x="1812704" y="0"/>
                </a:lnTo>
                <a:cubicBezTo>
                  <a:pt x="1880642" y="0"/>
                  <a:pt x="1935718" y="55076"/>
                  <a:pt x="1935718" y="123014"/>
                </a:cubicBezTo>
                <a:lnTo>
                  <a:pt x="1935718" y="615056"/>
                </a:lnTo>
                <a:cubicBezTo>
                  <a:pt x="1935718" y="682996"/>
                  <a:pt x="1880642" y="738072"/>
                  <a:pt x="1812704" y="738072"/>
                </a:cubicBezTo>
                <a:lnTo>
                  <a:pt x="123015" y="738072"/>
                </a:lnTo>
                <a:cubicBezTo>
                  <a:pt x="55076" y="738072"/>
                  <a:pt x="0" y="682996"/>
                  <a:pt x="0" y="615056"/>
                </a:cubicBezTo>
                <a:lnTo>
                  <a:pt x="0" y="123014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C54E7A-4F93-47B1-ACFA-ED3B8AF8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64" y="59585"/>
            <a:ext cx="1935718" cy="738071"/>
          </a:xfrm>
          <a:custGeom xmlns:a="http://schemas.openxmlformats.org/drawingml/2006/main">
            <a:pathLst>
              <a:path w="1935718" h="738071" fill="none">
                <a:moveTo>
                  <a:pt x="0" y="123015"/>
                </a:moveTo>
                <a:cubicBezTo>
                  <a:pt x="0" y="55076"/>
                  <a:pt x="55076" y="0"/>
                  <a:pt x="123015" y="0"/>
                </a:cubicBezTo>
                <a:lnTo>
                  <a:pt x="1812703" y="0"/>
                </a:lnTo>
                <a:cubicBezTo>
                  <a:pt x="1880642" y="0"/>
                  <a:pt x="1935718" y="55076"/>
                  <a:pt x="1935718" y="123015"/>
                </a:cubicBezTo>
                <a:lnTo>
                  <a:pt x="1935718" y="615056"/>
                </a:lnTo>
                <a:cubicBezTo>
                  <a:pt x="1935718" y="682995"/>
                  <a:pt x="1880642" y="738071"/>
                  <a:pt x="1812703" y="738071"/>
                </a:cubicBezTo>
                <a:lnTo>
                  <a:pt x="123015" y="738071"/>
                </a:lnTo>
                <a:cubicBezTo>
                  <a:pt x="55076" y="738071"/>
                  <a:pt x="0" y="682995"/>
                  <a:pt x="0" y="615056"/>
                </a:cubicBezTo>
                <a:lnTo>
                  <a:pt x="0" y="12301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099" cap="flat">
            <a:solidFill>
              <a:srgbClr val="000000"/>
            </a:solidFill>
            <a:miter/>
          </a:ln>
        </p:spPr>
      </p:sp>
      <p:sp>
        <p:nvSpPr>
          <p:cNvPr id="14" name="Text Corresponding">
            <a:extLst xmlns:a="http://schemas.openxmlformats.org/drawingml/2006/main">
              <a:ext uri="{FF2B5EF4-FFF2-40B4-BE49-F238E27FC236}">
                <a16:creationId xmlns:a16="http://schemas.microsoft.com/office/drawing/2014/main" id="{DA4009AF-029A-401E-9975-2D1FF1F6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89" y="198962"/>
            <a:ext cx="1411004" cy="218147"/>
          </a:xfrm>
          <a:custGeom xmlns:a="http://schemas.openxmlformats.org/drawingml/2006/main">
            <a:pathLst>
              <a:path w="1411004" h="218147">
                <a:moveTo>
                  <a:pt x="352859" y="68316"/>
                </a:moveTo>
                <a:lnTo>
                  <a:pt x="352822" y="67898"/>
                </a:lnTo>
                <a:lnTo>
                  <a:pt x="352771" y="67484"/>
                </a:lnTo>
                <a:lnTo>
                  <a:pt x="352705" y="67074"/>
                </a:lnTo>
                <a:lnTo>
                  <a:pt x="352625" y="66668"/>
                </a:lnTo>
                <a:lnTo>
                  <a:pt x="352530" y="66267"/>
                </a:lnTo>
                <a:lnTo>
                  <a:pt x="352420" y="65869"/>
                </a:lnTo>
                <a:lnTo>
                  <a:pt x="352296" y="65477"/>
                </a:lnTo>
                <a:lnTo>
                  <a:pt x="352157" y="65088"/>
                </a:lnTo>
                <a:lnTo>
                  <a:pt x="352003" y="64704"/>
                </a:lnTo>
                <a:lnTo>
                  <a:pt x="351835" y="64324"/>
                </a:lnTo>
                <a:lnTo>
                  <a:pt x="351652" y="63948"/>
                </a:lnTo>
                <a:lnTo>
                  <a:pt x="351455" y="63576"/>
                </a:lnTo>
                <a:lnTo>
                  <a:pt x="351243" y="63209"/>
                </a:lnTo>
                <a:lnTo>
                  <a:pt x="351016" y="62846"/>
                </a:lnTo>
                <a:lnTo>
                  <a:pt x="350774" y="62487"/>
                </a:lnTo>
                <a:lnTo>
                  <a:pt x="350518" y="62133"/>
                </a:lnTo>
                <a:lnTo>
                  <a:pt x="350248" y="61783"/>
                </a:lnTo>
                <a:lnTo>
                  <a:pt x="349963" y="61437"/>
                </a:lnTo>
                <a:lnTo>
                  <a:pt x="349663" y="61095"/>
                </a:lnTo>
                <a:lnTo>
                  <a:pt x="349348" y="60758"/>
                </a:lnTo>
                <a:lnTo>
                  <a:pt x="349019" y="60425"/>
                </a:lnTo>
                <a:lnTo>
                  <a:pt x="348675" y="60096"/>
                </a:lnTo>
                <a:lnTo>
                  <a:pt x="348320" y="59776"/>
                </a:lnTo>
                <a:lnTo>
                  <a:pt x="347958" y="59470"/>
                </a:lnTo>
                <a:lnTo>
                  <a:pt x="347587" y="59177"/>
                </a:lnTo>
                <a:lnTo>
                  <a:pt x="347209" y="58898"/>
                </a:lnTo>
                <a:lnTo>
                  <a:pt x="346823" y="58632"/>
                </a:lnTo>
                <a:lnTo>
                  <a:pt x="346430" y="58381"/>
                </a:lnTo>
                <a:lnTo>
                  <a:pt x="346028" y="58142"/>
                </a:lnTo>
                <a:lnTo>
                  <a:pt x="345619" y="57918"/>
                </a:lnTo>
                <a:lnTo>
                  <a:pt x="345203" y="57707"/>
                </a:lnTo>
                <a:lnTo>
                  <a:pt x="344778" y="57509"/>
                </a:lnTo>
                <a:lnTo>
                  <a:pt x="344346" y="57326"/>
                </a:lnTo>
                <a:lnTo>
                  <a:pt x="343906" y="57155"/>
                </a:lnTo>
                <a:lnTo>
                  <a:pt x="343458" y="56999"/>
                </a:lnTo>
                <a:lnTo>
                  <a:pt x="343003" y="56856"/>
                </a:lnTo>
                <a:lnTo>
                  <a:pt x="342540" y="56727"/>
                </a:lnTo>
                <a:lnTo>
                  <a:pt x="342069" y="56611"/>
                </a:lnTo>
                <a:lnTo>
                  <a:pt x="341591" y="56509"/>
                </a:lnTo>
                <a:lnTo>
                  <a:pt x="341105" y="56420"/>
                </a:lnTo>
                <a:lnTo>
                  <a:pt x="340611" y="56345"/>
                </a:lnTo>
                <a:lnTo>
                  <a:pt x="340109" y="56284"/>
                </a:lnTo>
                <a:lnTo>
                  <a:pt x="339600" y="56237"/>
                </a:lnTo>
                <a:lnTo>
                  <a:pt x="339083" y="56203"/>
                </a:lnTo>
                <a:lnTo>
                  <a:pt x="338558" y="56182"/>
                </a:lnTo>
                <a:lnTo>
                  <a:pt x="338025" y="56175"/>
                </a:lnTo>
                <a:lnTo>
                  <a:pt x="336846" y="56217"/>
                </a:lnTo>
                <a:lnTo>
                  <a:pt x="335670" y="56343"/>
                </a:lnTo>
                <a:lnTo>
                  <a:pt x="334496" y="56552"/>
                </a:lnTo>
                <a:lnTo>
                  <a:pt x="333324" y="56845"/>
                </a:lnTo>
                <a:lnTo>
                  <a:pt x="332155" y="57222"/>
                </a:lnTo>
                <a:lnTo>
                  <a:pt x="330989" y="57682"/>
                </a:lnTo>
                <a:lnTo>
                  <a:pt x="329824" y="58226"/>
                </a:lnTo>
                <a:lnTo>
                  <a:pt x="328663" y="58854"/>
                </a:lnTo>
                <a:lnTo>
                  <a:pt x="327503" y="59566"/>
                </a:lnTo>
                <a:lnTo>
                  <a:pt x="326346" y="60361"/>
                </a:lnTo>
                <a:lnTo>
                  <a:pt x="325192" y="61240"/>
                </a:lnTo>
                <a:lnTo>
                  <a:pt x="324040" y="62202"/>
                </a:lnTo>
                <a:lnTo>
                  <a:pt x="322890" y="63249"/>
                </a:lnTo>
                <a:lnTo>
                  <a:pt x="321743" y="64379"/>
                </a:lnTo>
                <a:lnTo>
                  <a:pt x="320598" y="65593"/>
                </a:lnTo>
                <a:lnTo>
                  <a:pt x="319456" y="66890"/>
                </a:lnTo>
                <a:lnTo>
                  <a:pt x="318316" y="68271"/>
                </a:lnTo>
                <a:lnTo>
                  <a:pt x="317179" y="69736"/>
                </a:lnTo>
                <a:lnTo>
                  <a:pt x="316044" y="71285"/>
                </a:lnTo>
                <a:lnTo>
                  <a:pt x="314911" y="72917"/>
                </a:lnTo>
                <a:lnTo>
                  <a:pt x="313781" y="74633"/>
                </a:lnTo>
                <a:lnTo>
                  <a:pt x="312654" y="76433"/>
                </a:lnTo>
                <a:lnTo>
                  <a:pt x="311528" y="78317"/>
                </a:lnTo>
                <a:lnTo>
                  <a:pt x="310406" y="80284"/>
                </a:lnTo>
                <a:lnTo>
                  <a:pt x="310406" y="56175"/>
                </a:lnTo>
                <a:lnTo>
                  <a:pt x="305490" y="56175"/>
                </a:lnTo>
                <a:lnTo>
                  <a:pt x="273073" y="69254"/>
                </a:lnTo>
                <a:lnTo>
                  <a:pt x="274243" y="73459"/>
                </a:lnTo>
                <a:lnTo>
                  <a:pt x="274622" y="73317"/>
                </a:lnTo>
                <a:lnTo>
                  <a:pt x="274997" y="73180"/>
                </a:lnTo>
                <a:lnTo>
                  <a:pt x="275369" y="73049"/>
                </a:lnTo>
                <a:lnTo>
                  <a:pt x="275738" y="72924"/>
                </a:lnTo>
                <a:lnTo>
                  <a:pt x="276104" y="72806"/>
                </a:lnTo>
                <a:lnTo>
                  <a:pt x="276466" y="72693"/>
                </a:lnTo>
                <a:lnTo>
                  <a:pt x="276826" y="72587"/>
                </a:lnTo>
                <a:lnTo>
                  <a:pt x="277182" y="72486"/>
                </a:lnTo>
                <a:lnTo>
                  <a:pt x="277534" y="72392"/>
                </a:lnTo>
                <a:lnTo>
                  <a:pt x="277884" y="72304"/>
                </a:lnTo>
                <a:lnTo>
                  <a:pt x="278230" y="72222"/>
                </a:lnTo>
                <a:lnTo>
                  <a:pt x="278573" y="72146"/>
                </a:lnTo>
                <a:lnTo>
                  <a:pt x="278913" y="72076"/>
                </a:lnTo>
                <a:lnTo>
                  <a:pt x="279249" y="72012"/>
                </a:lnTo>
                <a:lnTo>
                  <a:pt x="279582" y="71954"/>
                </a:lnTo>
                <a:lnTo>
                  <a:pt x="279912" y="71902"/>
                </a:lnTo>
                <a:lnTo>
                  <a:pt x="280239" y="71857"/>
                </a:lnTo>
                <a:lnTo>
                  <a:pt x="280563" y="71817"/>
                </a:lnTo>
                <a:lnTo>
                  <a:pt x="280883" y="71784"/>
                </a:lnTo>
                <a:lnTo>
                  <a:pt x="281200" y="71756"/>
                </a:lnTo>
                <a:lnTo>
                  <a:pt x="281513" y="71735"/>
                </a:lnTo>
                <a:lnTo>
                  <a:pt x="281824" y="71720"/>
                </a:lnTo>
                <a:lnTo>
                  <a:pt x="282131" y="71711"/>
                </a:lnTo>
                <a:lnTo>
                  <a:pt x="282435" y="71708"/>
                </a:lnTo>
                <a:lnTo>
                  <a:pt x="282687" y="71710"/>
                </a:lnTo>
                <a:lnTo>
                  <a:pt x="282935" y="71719"/>
                </a:lnTo>
                <a:lnTo>
                  <a:pt x="283180" y="71733"/>
                </a:lnTo>
                <a:lnTo>
                  <a:pt x="283422" y="71753"/>
                </a:lnTo>
                <a:lnTo>
                  <a:pt x="283660" y="71779"/>
                </a:lnTo>
                <a:lnTo>
                  <a:pt x="283894" y="71810"/>
                </a:lnTo>
                <a:lnTo>
                  <a:pt x="284125" y="71847"/>
                </a:lnTo>
                <a:lnTo>
                  <a:pt x="284353" y="71889"/>
                </a:lnTo>
                <a:lnTo>
                  <a:pt x="284577" y="71938"/>
                </a:lnTo>
                <a:lnTo>
                  <a:pt x="284798" y="71991"/>
                </a:lnTo>
                <a:lnTo>
                  <a:pt x="285015" y="72051"/>
                </a:lnTo>
                <a:lnTo>
                  <a:pt x="285229" y="72116"/>
                </a:lnTo>
                <a:lnTo>
                  <a:pt x="285440" y="72187"/>
                </a:lnTo>
                <a:lnTo>
                  <a:pt x="285647" y="72264"/>
                </a:lnTo>
                <a:lnTo>
                  <a:pt x="285850" y="72346"/>
                </a:lnTo>
                <a:lnTo>
                  <a:pt x="286050" y="72434"/>
                </a:lnTo>
                <a:lnTo>
                  <a:pt x="286247" y="72528"/>
                </a:lnTo>
                <a:lnTo>
                  <a:pt x="286440" y="72627"/>
                </a:lnTo>
                <a:lnTo>
                  <a:pt x="286629" y="72732"/>
                </a:lnTo>
                <a:lnTo>
                  <a:pt x="286816" y="72843"/>
                </a:lnTo>
                <a:lnTo>
                  <a:pt x="286998" y="72959"/>
                </a:lnTo>
                <a:lnTo>
                  <a:pt x="287178" y="73081"/>
                </a:lnTo>
                <a:lnTo>
                  <a:pt x="287354" y="73209"/>
                </a:lnTo>
                <a:lnTo>
                  <a:pt x="287526" y="73342"/>
                </a:lnTo>
                <a:lnTo>
                  <a:pt x="287694" y="73482"/>
                </a:lnTo>
                <a:lnTo>
                  <a:pt x="287858" y="73628"/>
                </a:lnTo>
                <a:lnTo>
                  <a:pt x="288018" y="73781"/>
                </a:lnTo>
                <a:lnTo>
                  <a:pt x="288173" y="73941"/>
                </a:lnTo>
                <a:lnTo>
                  <a:pt x="288323" y="74107"/>
                </a:lnTo>
                <a:lnTo>
                  <a:pt x="288470" y="74280"/>
                </a:lnTo>
                <a:lnTo>
                  <a:pt x="288611" y="74460"/>
                </a:lnTo>
                <a:lnTo>
                  <a:pt x="288748" y="74646"/>
                </a:lnTo>
                <a:lnTo>
                  <a:pt x="288881" y="74840"/>
                </a:lnTo>
                <a:lnTo>
                  <a:pt x="289009" y="75039"/>
                </a:lnTo>
                <a:lnTo>
                  <a:pt x="289133" y="75246"/>
                </a:lnTo>
                <a:lnTo>
                  <a:pt x="289252" y="75459"/>
                </a:lnTo>
                <a:lnTo>
                  <a:pt x="289367" y="75679"/>
                </a:lnTo>
                <a:lnTo>
                  <a:pt x="289477" y="75906"/>
                </a:lnTo>
                <a:lnTo>
                  <a:pt x="289583" y="76139"/>
                </a:lnTo>
                <a:lnTo>
                  <a:pt x="289685" y="76379"/>
                </a:lnTo>
                <a:lnTo>
                  <a:pt x="289781" y="76625"/>
                </a:lnTo>
                <a:lnTo>
                  <a:pt x="289874" y="76879"/>
                </a:lnTo>
                <a:lnTo>
                  <a:pt x="289962" y="77139"/>
                </a:lnTo>
                <a:lnTo>
                  <a:pt x="290045" y="77406"/>
                </a:lnTo>
                <a:lnTo>
                  <a:pt x="290124" y="77679"/>
                </a:lnTo>
                <a:lnTo>
                  <a:pt x="290199" y="77959"/>
                </a:lnTo>
                <a:lnTo>
                  <a:pt x="290269" y="78246"/>
                </a:lnTo>
                <a:lnTo>
                  <a:pt x="290335" y="78539"/>
                </a:lnTo>
                <a:lnTo>
                  <a:pt x="290397" y="78862"/>
                </a:lnTo>
                <a:lnTo>
                  <a:pt x="290456" y="79238"/>
                </a:lnTo>
                <a:lnTo>
                  <a:pt x="290513" y="79665"/>
                </a:lnTo>
                <a:lnTo>
                  <a:pt x="290567" y="80146"/>
                </a:lnTo>
                <a:lnTo>
                  <a:pt x="290619" y="80679"/>
                </a:lnTo>
                <a:lnTo>
                  <a:pt x="290668" y="81264"/>
                </a:lnTo>
                <a:lnTo>
                  <a:pt x="290714" y="81902"/>
                </a:lnTo>
                <a:lnTo>
                  <a:pt x="290757" y="82592"/>
                </a:lnTo>
                <a:lnTo>
                  <a:pt x="290798" y="83335"/>
                </a:lnTo>
                <a:lnTo>
                  <a:pt x="290837" y="84131"/>
                </a:lnTo>
                <a:lnTo>
                  <a:pt x="290872" y="84979"/>
                </a:lnTo>
                <a:lnTo>
                  <a:pt x="290905" y="85879"/>
                </a:lnTo>
                <a:lnTo>
                  <a:pt x="290936" y="86833"/>
                </a:lnTo>
                <a:lnTo>
                  <a:pt x="290963" y="87838"/>
                </a:lnTo>
                <a:lnTo>
                  <a:pt x="290988" y="88896"/>
                </a:lnTo>
                <a:lnTo>
                  <a:pt x="291011" y="90007"/>
                </a:lnTo>
                <a:lnTo>
                  <a:pt x="291031" y="91170"/>
                </a:lnTo>
                <a:lnTo>
                  <a:pt x="291048" y="92386"/>
                </a:lnTo>
                <a:lnTo>
                  <a:pt x="291062" y="93654"/>
                </a:lnTo>
                <a:lnTo>
                  <a:pt x="291074" y="94975"/>
                </a:lnTo>
                <a:lnTo>
                  <a:pt x="291084" y="96348"/>
                </a:lnTo>
                <a:lnTo>
                  <a:pt x="291090" y="97774"/>
                </a:lnTo>
                <a:lnTo>
                  <a:pt x="291094" y="99252"/>
                </a:lnTo>
                <a:lnTo>
                  <a:pt x="291095" y="100783"/>
                </a:lnTo>
                <a:lnTo>
                  <a:pt x="291095" y="142238"/>
                </a:lnTo>
                <a:lnTo>
                  <a:pt x="291094" y="143003"/>
                </a:lnTo>
                <a:lnTo>
                  <a:pt x="291091" y="143743"/>
                </a:lnTo>
                <a:lnTo>
                  <a:pt x="291086" y="144458"/>
                </a:lnTo>
                <a:lnTo>
                  <a:pt x="291079" y="145147"/>
                </a:lnTo>
                <a:lnTo>
                  <a:pt x="291070" y="145810"/>
                </a:lnTo>
                <a:lnTo>
                  <a:pt x="291059" y="146448"/>
                </a:lnTo>
                <a:lnTo>
                  <a:pt x="291046" y="147061"/>
                </a:lnTo>
                <a:lnTo>
                  <a:pt x="291030" y="147648"/>
                </a:lnTo>
                <a:lnTo>
                  <a:pt x="291013" y="148209"/>
                </a:lnTo>
                <a:lnTo>
                  <a:pt x="290994" y="148745"/>
                </a:lnTo>
                <a:lnTo>
                  <a:pt x="290973" y="149255"/>
                </a:lnTo>
                <a:lnTo>
                  <a:pt x="290949" y="149740"/>
                </a:lnTo>
                <a:lnTo>
                  <a:pt x="290924" y="150199"/>
                </a:lnTo>
                <a:lnTo>
                  <a:pt x="290896" y="150632"/>
                </a:lnTo>
                <a:lnTo>
                  <a:pt x="290867" y="151040"/>
                </a:lnTo>
                <a:lnTo>
                  <a:pt x="290835" y="151423"/>
                </a:lnTo>
                <a:lnTo>
                  <a:pt x="290802" y="151780"/>
                </a:lnTo>
                <a:lnTo>
                  <a:pt x="290766" y="152112"/>
                </a:lnTo>
                <a:lnTo>
                  <a:pt x="290729" y="152417"/>
                </a:lnTo>
                <a:lnTo>
                  <a:pt x="290689" y="152698"/>
                </a:lnTo>
                <a:lnTo>
                  <a:pt x="290647" y="152953"/>
                </a:lnTo>
                <a:lnTo>
                  <a:pt x="290604" y="153182"/>
                </a:lnTo>
                <a:lnTo>
                  <a:pt x="290558" y="153386"/>
                </a:lnTo>
                <a:lnTo>
                  <a:pt x="290510" y="153564"/>
                </a:lnTo>
                <a:lnTo>
                  <a:pt x="290410" y="153901"/>
                </a:lnTo>
                <a:lnTo>
                  <a:pt x="290303" y="154230"/>
                </a:lnTo>
                <a:lnTo>
                  <a:pt x="290190" y="154552"/>
                </a:lnTo>
                <a:lnTo>
                  <a:pt x="290071" y="154865"/>
                </a:lnTo>
                <a:lnTo>
                  <a:pt x="289946" y="155171"/>
                </a:lnTo>
                <a:lnTo>
                  <a:pt x="289815" y="155470"/>
                </a:lnTo>
                <a:lnTo>
                  <a:pt x="289678" y="155760"/>
                </a:lnTo>
                <a:lnTo>
                  <a:pt x="289535" y="156043"/>
                </a:lnTo>
                <a:lnTo>
                  <a:pt x="289386" y="156319"/>
                </a:lnTo>
                <a:lnTo>
                  <a:pt x="289230" y="156586"/>
                </a:lnTo>
                <a:lnTo>
                  <a:pt x="289069" y="156846"/>
                </a:lnTo>
                <a:lnTo>
                  <a:pt x="288901" y="157098"/>
                </a:lnTo>
                <a:lnTo>
                  <a:pt x="288727" y="157342"/>
                </a:lnTo>
                <a:lnTo>
                  <a:pt x="288548" y="157579"/>
                </a:lnTo>
                <a:lnTo>
                  <a:pt x="288362" y="157808"/>
                </a:lnTo>
                <a:lnTo>
                  <a:pt x="288170" y="158029"/>
                </a:lnTo>
                <a:lnTo>
                  <a:pt x="287972" y="158243"/>
                </a:lnTo>
                <a:lnTo>
                  <a:pt x="287767" y="158449"/>
                </a:lnTo>
                <a:lnTo>
                  <a:pt x="287557" y="158647"/>
                </a:lnTo>
                <a:lnTo>
                  <a:pt x="287341" y="158837"/>
                </a:lnTo>
                <a:lnTo>
                  <a:pt x="287118" y="159020"/>
                </a:lnTo>
                <a:lnTo>
                  <a:pt x="286890" y="159195"/>
                </a:lnTo>
                <a:lnTo>
                  <a:pt x="286655" y="159362"/>
                </a:lnTo>
                <a:lnTo>
                  <a:pt x="286414" y="159522"/>
                </a:lnTo>
                <a:lnTo>
                  <a:pt x="286075" y="159731"/>
                </a:lnTo>
                <a:lnTo>
                  <a:pt x="285722" y="159932"/>
                </a:lnTo>
                <a:lnTo>
                  <a:pt x="285354" y="160124"/>
                </a:lnTo>
                <a:lnTo>
                  <a:pt x="284971" y="160306"/>
                </a:lnTo>
                <a:lnTo>
                  <a:pt x="284573" y="160480"/>
                </a:lnTo>
                <a:lnTo>
                  <a:pt x="284161" y="160645"/>
                </a:lnTo>
                <a:lnTo>
                  <a:pt x="283735" y="160801"/>
                </a:lnTo>
                <a:lnTo>
                  <a:pt x="283293" y="160948"/>
                </a:lnTo>
                <a:lnTo>
                  <a:pt x="282837" y="161086"/>
                </a:lnTo>
                <a:lnTo>
                  <a:pt x="282367" y="161216"/>
                </a:lnTo>
                <a:lnTo>
                  <a:pt x="281882" y="161336"/>
                </a:lnTo>
                <a:lnTo>
                  <a:pt x="281382" y="161447"/>
                </a:lnTo>
                <a:lnTo>
                  <a:pt x="280867" y="161550"/>
                </a:lnTo>
                <a:lnTo>
                  <a:pt x="280338" y="161643"/>
                </a:lnTo>
                <a:lnTo>
                  <a:pt x="279795" y="161728"/>
                </a:lnTo>
                <a:lnTo>
                  <a:pt x="279236" y="161804"/>
                </a:lnTo>
                <a:lnTo>
                  <a:pt x="278663" y="161871"/>
                </a:lnTo>
                <a:lnTo>
                  <a:pt x="278076" y="161929"/>
                </a:lnTo>
                <a:lnTo>
                  <a:pt x="277473" y="161978"/>
                </a:lnTo>
                <a:lnTo>
                  <a:pt x="276857" y="162018"/>
                </a:lnTo>
                <a:lnTo>
                  <a:pt x="276225" y="162049"/>
                </a:lnTo>
                <a:lnTo>
                  <a:pt x="275579" y="162071"/>
                </a:lnTo>
                <a:lnTo>
                  <a:pt x="274918" y="162085"/>
                </a:lnTo>
                <a:lnTo>
                  <a:pt x="274243" y="162089"/>
                </a:lnTo>
                <a:lnTo>
                  <a:pt x="274243" y="166419"/>
                </a:lnTo>
                <a:lnTo>
                  <a:pt x="329131" y="166419"/>
                </a:lnTo>
                <a:lnTo>
                  <a:pt x="329131" y="162089"/>
                </a:lnTo>
                <a:lnTo>
                  <a:pt x="328532" y="162086"/>
                </a:lnTo>
                <a:lnTo>
                  <a:pt x="327945" y="162075"/>
                </a:lnTo>
                <a:lnTo>
                  <a:pt x="327370" y="162056"/>
                </a:lnTo>
                <a:lnTo>
                  <a:pt x="326806" y="162031"/>
                </a:lnTo>
                <a:lnTo>
                  <a:pt x="326255" y="161998"/>
                </a:lnTo>
                <a:lnTo>
                  <a:pt x="325715" y="161958"/>
                </a:lnTo>
                <a:lnTo>
                  <a:pt x="325187" y="161911"/>
                </a:lnTo>
                <a:lnTo>
                  <a:pt x="324671" y="161856"/>
                </a:lnTo>
                <a:lnTo>
                  <a:pt x="324166" y="161794"/>
                </a:lnTo>
                <a:lnTo>
                  <a:pt x="323673" y="161725"/>
                </a:lnTo>
                <a:lnTo>
                  <a:pt x="323192" y="161648"/>
                </a:lnTo>
                <a:lnTo>
                  <a:pt x="322723" y="161564"/>
                </a:lnTo>
                <a:lnTo>
                  <a:pt x="322266" y="161473"/>
                </a:lnTo>
                <a:lnTo>
                  <a:pt x="321820" y="161375"/>
                </a:lnTo>
                <a:lnTo>
                  <a:pt x="321387" y="161269"/>
                </a:lnTo>
                <a:lnTo>
                  <a:pt x="320965" y="161156"/>
                </a:lnTo>
                <a:lnTo>
                  <a:pt x="320554" y="161036"/>
                </a:lnTo>
                <a:lnTo>
                  <a:pt x="320156" y="160908"/>
                </a:lnTo>
                <a:lnTo>
                  <a:pt x="319769" y="160774"/>
                </a:lnTo>
                <a:lnTo>
                  <a:pt x="319394" y="160631"/>
                </a:lnTo>
                <a:lnTo>
                  <a:pt x="319031" y="160482"/>
                </a:lnTo>
                <a:lnTo>
                  <a:pt x="318680" y="160325"/>
                </a:lnTo>
                <a:lnTo>
                  <a:pt x="318341" y="160161"/>
                </a:lnTo>
                <a:lnTo>
                  <a:pt x="318013" y="159990"/>
                </a:lnTo>
                <a:lnTo>
                  <a:pt x="317695" y="159813"/>
                </a:lnTo>
                <a:lnTo>
                  <a:pt x="317385" y="159632"/>
                </a:lnTo>
                <a:lnTo>
                  <a:pt x="317084" y="159448"/>
                </a:lnTo>
                <a:lnTo>
                  <a:pt x="316790" y="159260"/>
                </a:lnTo>
                <a:lnTo>
                  <a:pt x="316505" y="159068"/>
                </a:lnTo>
                <a:lnTo>
                  <a:pt x="316228" y="158873"/>
                </a:lnTo>
                <a:lnTo>
                  <a:pt x="315959" y="158674"/>
                </a:lnTo>
                <a:lnTo>
                  <a:pt x="315698" y="158471"/>
                </a:lnTo>
                <a:lnTo>
                  <a:pt x="315445" y="158265"/>
                </a:lnTo>
                <a:lnTo>
                  <a:pt x="315201" y="158055"/>
                </a:lnTo>
                <a:lnTo>
                  <a:pt x="314964" y="157842"/>
                </a:lnTo>
                <a:lnTo>
                  <a:pt x="314736" y="157625"/>
                </a:lnTo>
                <a:lnTo>
                  <a:pt x="314516" y="157404"/>
                </a:lnTo>
                <a:lnTo>
                  <a:pt x="314304" y="157179"/>
                </a:lnTo>
                <a:lnTo>
                  <a:pt x="314100" y="156951"/>
                </a:lnTo>
                <a:lnTo>
                  <a:pt x="313904" y="156720"/>
                </a:lnTo>
                <a:lnTo>
                  <a:pt x="313716" y="156484"/>
                </a:lnTo>
                <a:lnTo>
                  <a:pt x="313536" y="156245"/>
                </a:lnTo>
                <a:lnTo>
                  <a:pt x="313365" y="156002"/>
                </a:lnTo>
                <a:lnTo>
                  <a:pt x="313201" y="155756"/>
                </a:lnTo>
                <a:lnTo>
                  <a:pt x="313046" y="155506"/>
                </a:lnTo>
                <a:lnTo>
                  <a:pt x="312899" y="155253"/>
                </a:lnTo>
                <a:lnTo>
                  <a:pt x="312760" y="154995"/>
                </a:lnTo>
                <a:lnTo>
                  <a:pt x="312629" y="154734"/>
                </a:lnTo>
                <a:lnTo>
                  <a:pt x="312448" y="154348"/>
                </a:lnTo>
                <a:lnTo>
                  <a:pt x="312274" y="153946"/>
                </a:lnTo>
                <a:lnTo>
                  <a:pt x="312108" y="153529"/>
                </a:lnTo>
                <a:lnTo>
                  <a:pt x="311950" y="153097"/>
                </a:lnTo>
                <a:lnTo>
                  <a:pt x="311799" y="152650"/>
                </a:lnTo>
                <a:lnTo>
                  <a:pt x="311656" y="152188"/>
                </a:lnTo>
                <a:lnTo>
                  <a:pt x="311521" y="151711"/>
                </a:lnTo>
                <a:lnTo>
                  <a:pt x="311394" y="151219"/>
                </a:lnTo>
                <a:lnTo>
                  <a:pt x="311274" y="150713"/>
                </a:lnTo>
                <a:lnTo>
                  <a:pt x="311162" y="150191"/>
                </a:lnTo>
                <a:lnTo>
                  <a:pt x="311058" y="149654"/>
                </a:lnTo>
                <a:lnTo>
                  <a:pt x="310962" y="149102"/>
                </a:lnTo>
                <a:lnTo>
                  <a:pt x="310873" y="148536"/>
                </a:lnTo>
                <a:lnTo>
                  <a:pt x="310792" y="147954"/>
                </a:lnTo>
                <a:lnTo>
                  <a:pt x="310718" y="147357"/>
                </a:lnTo>
                <a:lnTo>
                  <a:pt x="310653" y="146745"/>
                </a:lnTo>
                <a:lnTo>
                  <a:pt x="310595" y="146119"/>
                </a:lnTo>
                <a:lnTo>
                  <a:pt x="310545" y="145477"/>
                </a:lnTo>
                <a:lnTo>
                  <a:pt x="310502" y="144820"/>
                </a:lnTo>
                <a:lnTo>
                  <a:pt x="310467" y="144149"/>
                </a:lnTo>
                <a:lnTo>
                  <a:pt x="310440" y="143462"/>
                </a:lnTo>
                <a:lnTo>
                  <a:pt x="310421" y="142761"/>
                </a:lnTo>
                <a:lnTo>
                  <a:pt x="310410" y="142044"/>
                </a:lnTo>
                <a:lnTo>
                  <a:pt x="310406" y="141312"/>
                </a:lnTo>
                <a:lnTo>
                  <a:pt x="310406" y="90067"/>
                </a:lnTo>
                <a:lnTo>
                  <a:pt x="310873" y="89163"/>
                </a:lnTo>
                <a:lnTo>
                  <a:pt x="311340" y="88281"/>
                </a:lnTo>
                <a:lnTo>
                  <a:pt x="311805" y="87421"/>
                </a:lnTo>
                <a:lnTo>
                  <a:pt x="312268" y="86582"/>
                </a:lnTo>
                <a:lnTo>
                  <a:pt x="312731" y="85764"/>
                </a:lnTo>
                <a:lnTo>
                  <a:pt x="313193" y="84968"/>
                </a:lnTo>
                <a:lnTo>
                  <a:pt x="313653" y="84193"/>
                </a:lnTo>
                <a:lnTo>
                  <a:pt x="314112" y="83440"/>
                </a:lnTo>
                <a:lnTo>
                  <a:pt x="314569" y="82708"/>
                </a:lnTo>
                <a:lnTo>
                  <a:pt x="315026" y="81998"/>
                </a:lnTo>
                <a:lnTo>
                  <a:pt x="315481" y="81309"/>
                </a:lnTo>
                <a:lnTo>
                  <a:pt x="315935" y="80641"/>
                </a:lnTo>
                <a:lnTo>
                  <a:pt x="316388" y="79995"/>
                </a:lnTo>
                <a:lnTo>
                  <a:pt x="316840" y="79371"/>
                </a:lnTo>
                <a:lnTo>
                  <a:pt x="317290" y="78768"/>
                </a:lnTo>
                <a:lnTo>
                  <a:pt x="317740" y="78187"/>
                </a:lnTo>
                <a:lnTo>
                  <a:pt x="318188" y="77627"/>
                </a:lnTo>
                <a:lnTo>
                  <a:pt x="318635" y="77088"/>
                </a:lnTo>
                <a:lnTo>
                  <a:pt x="319080" y="76571"/>
                </a:lnTo>
                <a:lnTo>
                  <a:pt x="319524" y="76076"/>
                </a:lnTo>
                <a:lnTo>
                  <a:pt x="319968" y="75601"/>
                </a:lnTo>
                <a:lnTo>
                  <a:pt x="320410" y="75149"/>
                </a:lnTo>
                <a:lnTo>
                  <a:pt x="320850" y="74718"/>
                </a:lnTo>
                <a:lnTo>
                  <a:pt x="321290" y="74308"/>
                </a:lnTo>
                <a:lnTo>
                  <a:pt x="321494" y="74118"/>
                </a:lnTo>
                <a:lnTo>
                  <a:pt x="321697" y="73935"/>
                </a:lnTo>
                <a:lnTo>
                  <a:pt x="321899" y="73761"/>
                </a:lnTo>
                <a:lnTo>
                  <a:pt x="322099" y="73595"/>
                </a:lnTo>
                <a:lnTo>
                  <a:pt x="322298" y="73437"/>
                </a:lnTo>
                <a:lnTo>
                  <a:pt x="322497" y="73287"/>
                </a:lnTo>
                <a:lnTo>
                  <a:pt x="322693" y="73145"/>
                </a:lnTo>
                <a:lnTo>
                  <a:pt x="322889" y="73012"/>
                </a:lnTo>
                <a:lnTo>
                  <a:pt x="323084" y="72886"/>
                </a:lnTo>
                <a:lnTo>
                  <a:pt x="323277" y="72769"/>
                </a:lnTo>
                <a:lnTo>
                  <a:pt x="323469" y="72659"/>
                </a:lnTo>
                <a:lnTo>
                  <a:pt x="323660" y="72558"/>
                </a:lnTo>
                <a:lnTo>
                  <a:pt x="323849" y="72465"/>
                </a:lnTo>
                <a:lnTo>
                  <a:pt x="324037" y="72380"/>
                </a:lnTo>
                <a:lnTo>
                  <a:pt x="324225" y="72303"/>
                </a:lnTo>
                <a:lnTo>
                  <a:pt x="324411" y="72234"/>
                </a:lnTo>
                <a:lnTo>
                  <a:pt x="324595" y="72173"/>
                </a:lnTo>
                <a:lnTo>
                  <a:pt x="324779" y="72120"/>
                </a:lnTo>
                <a:lnTo>
                  <a:pt x="324961" y="72076"/>
                </a:lnTo>
                <a:lnTo>
                  <a:pt x="325142" y="72039"/>
                </a:lnTo>
                <a:lnTo>
                  <a:pt x="325322" y="72011"/>
                </a:lnTo>
                <a:lnTo>
                  <a:pt x="325500" y="71991"/>
                </a:lnTo>
                <a:lnTo>
                  <a:pt x="325678" y="71979"/>
                </a:lnTo>
                <a:lnTo>
                  <a:pt x="325854" y="71975"/>
                </a:lnTo>
                <a:lnTo>
                  <a:pt x="326063" y="71982"/>
                </a:lnTo>
                <a:lnTo>
                  <a:pt x="326282" y="72003"/>
                </a:lnTo>
                <a:lnTo>
                  <a:pt x="326509" y="72038"/>
                </a:lnTo>
                <a:lnTo>
                  <a:pt x="326746" y="72087"/>
                </a:lnTo>
                <a:lnTo>
                  <a:pt x="326992" y="72150"/>
                </a:lnTo>
                <a:lnTo>
                  <a:pt x="327247" y="72227"/>
                </a:lnTo>
                <a:lnTo>
                  <a:pt x="327512" y="72318"/>
                </a:lnTo>
                <a:lnTo>
                  <a:pt x="327785" y="72423"/>
                </a:lnTo>
                <a:lnTo>
                  <a:pt x="328067" y="72542"/>
                </a:lnTo>
                <a:lnTo>
                  <a:pt x="328359" y="72676"/>
                </a:lnTo>
                <a:lnTo>
                  <a:pt x="328660" y="72823"/>
                </a:lnTo>
                <a:lnTo>
                  <a:pt x="328970" y="72984"/>
                </a:lnTo>
                <a:lnTo>
                  <a:pt x="329289" y="73159"/>
                </a:lnTo>
                <a:lnTo>
                  <a:pt x="329617" y="73349"/>
                </a:lnTo>
                <a:lnTo>
                  <a:pt x="329955" y="73552"/>
                </a:lnTo>
                <a:lnTo>
                  <a:pt x="330301" y="73769"/>
                </a:lnTo>
                <a:lnTo>
                  <a:pt x="330657" y="74000"/>
                </a:lnTo>
                <a:lnTo>
                  <a:pt x="331022" y="74246"/>
                </a:lnTo>
                <a:lnTo>
                  <a:pt x="331396" y="74505"/>
                </a:lnTo>
                <a:lnTo>
                  <a:pt x="331779" y="74779"/>
                </a:lnTo>
                <a:lnTo>
                  <a:pt x="332171" y="75066"/>
                </a:lnTo>
                <a:lnTo>
                  <a:pt x="332572" y="75367"/>
                </a:lnTo>
                <a:lnTo>
                  <a:pt x="332983" y="75683"/>
                </a:lnTo>
                <a:lnTo>
                  <a:pt x="333402" y="76012"/>
                </a:lnTo>
                <a:lnTo>
                  <a:pt x="333825" y="76342"/>
                </a:lnTo>
                <a:lnTo>
                  <a:pt x="334244" y="76657"/>
                </a:lnTo>
                <a:lnTo>
                  <a:pt x="334660" y="76959"/>
                </a:lnTo>
                <a:lnTo>
                  <a:pt x="335072" y="77246"/>
                </a:lnTo>
                <a:lnTo>
                  <a:pt x="335481" y="77519"/>
                </a:lnTo>
                <a:lnTo>
                  <a:pt x="335886" y="77779"/>
                </a:lnTo>
                <a:lnTo>
                  <a:pt x="336288" y="78024"/>
                </a:lnTo>
                <a:lnTo>
                  <a:pt x="336686" y="78255"/>
                </a:lnTo>
                <a:lnTo>
                  <a:pt x="337081" y="78473"/>
                </a:lnTo>
                <a:lnTo>
                  <a:pt x="337472" y="78676"/>
                </a:lnTo>
                <a:lnTo>
                  <a:pt x="337860" y="78865"/>
                </a:lnTo>
                <a:lnTo>
                  <a:pt x="338245" y="79040"/>
                </a:lnTo>
                <a:lnTo>
                  <a:pt x="338626" y="79202"/>
                </a:lnTo>
                <a:lnTo>
                  <a:pt x="339003" y="79349"/>
                </a:lnTo>
                <a:lnTo>
                  <a:pt x="339378" y="79482"/>
                </a:lnTo>
                <a:lnTo>
                  <a:pt x="339748" y="79601"/>
                </a:lnTo>
                <a:lnTo>
                  <a:pt x="340115" y="79706"/>
                </a:lnTo>
                <a:lnTo>
                  <a:pt x="340479" y="79797"/>
                </a:lnTo>
                <a:lnTo>
                  <a:pt x="340840" y="79875"/>
                </a:lnTo>
                <a:lnTo>
                  <a:pt x="341196" y="79938"/>
                </a:lnTo>
                <a:lnTo>
                  <a:pt x="341550" y="79987"/>
                </a:lnTo>
                <a:lnTo>
                  <a:pt x="341900" y="80022"/>
                </a:lnTo>
                <a:lnTo>
                  <a:pt x="342246" y="80043"/>
                </a:lnTo>
                <a:lnTo>
                  <a:pt x="342589" y="80050"/>
                </a:lnTo>
                <a:lnTo>
                  <a:pt x="342939" y="80044"/>
                </a:lnTo>
                <a:lnTo>
                  <a:pt x="343284" y="80028"/>
                </a:lnTo>
                <a:lnTo>
                  <a:pt x="343624" y="80000"/>
                </a:lnTo>
                <a:lnTo>
                  <a:pt x="343961" y="79962"/>
                </a:lnTo>
                <a:lnTo>
                  <a:pt x="344294" y="79913"/>
                </a:lnTo>
                <a:lnTo>
                  <a:pt x="344623" y="79852"/>
                </a:lnTo>
                <a:lnTo>
                  <a:pt x="344948" y="79781"/>
                </a:lnTo>
                <a:lnTo>
                  <a:pt x="345268" y="79699"/>
                </a:lnTo>
                <a:lnTo>
                  <a:pt x="345585" y="79605"/>
                </a:lnTo>
                <a:lnTo>
                  <a:pt x="345897" y="79501"/>
                </a:lnTo>
                <a:lnTo>
                  <a:pt x="346206" y="79386"/>
                </a:lnTo>
                <a:lnTo>
                  <a:pt x="346510" y="79260"/>
                </a:lnTo>
                <a:lnTo>
                  <a:pt x="346810" y="79123"/>
                </a:lnTo>
                <a:lnTo>
                  <a:pt x="347107" y="78975"/>
                </a:lnTo>
                <a:lnTo>
                  <a:pt x="347399" y="78816"/>
                </a:lnTo>
                <a:lnTo>
                  <a:pt x="347687" y="78645"/>
                </a:lnTo>
                <a:lnTo>
                  <a:pt x="347971" y="78464"/>
                </a:lnTo>
                <a:lnTo>
                  <a:pt x="348251" y="78272"/>
                </a:lnTo>
                <a:lnTo>
                  <a:pt x="348527" y="78069"/>
                </a:lnTo>
                <a:lnTo>
                  <a:pt x="348799" y="77855"/>
                </a:lnTo>
                <a:lnTo>
                  <a:pt x="349066" y="77631"/>
                </a:lnTo>
                <a:lnTo>
                  <a:pt x="349330" y="77395"/>
                </a:lnTo>
                <a:lnTo>
                  <a:pt x="349590" y="77148"/>
                </a:lnTo>
                <a:lnTo>
                  <a:pt x="349845" y="76890"/>
                </a:lnTo>
                <a:lnTo>
                  <a:pt x="350094" y="76624"/>
                </a:lnTo>
                <a:lnTo>
                  <a:pt x="350331" y="76354"/>
                </a:lnTo>
                <a:lnTo>
                  <a:pt x="350559" y="76078"/>
                </a:lnTo>
                <a:lnTo>
                  <a:pt x="350775" y="75798"/>
                </a:lnTo>
                <a:lnTo>
                  <a:pt x="350981" y="75512"/>
                </a:lnTo>
                <a:lnTo>
                  <a:pt x="351177" y="75222"/>
                </a:lnTo>
                <a:lnTo>
                  <a:pt x="351362" y="74927"/>
                </a:lnTo>
                <a:lnTo>
                  <a:pt x="351536" y="74627"/>
                </a:lnTo>
                <a:lnTo>
                  <a:pt x="351700" y="74323"/>
                </a:lnTo>
                <a:lnTo>
                  <a:pt x="351853" y="74013"/>
                </a:lnTo>
                <a:lnTo>
                  <a:pt x="351996" y="73698"/>
                </a:lnTo>
                <a:lnTo>
                  <a:pt x="352128" y="73379"/>
                </a:lnTo>
                <a:lnTo>
                  <a:pt x="352249" y="73055"/>
                </a:lnTo>
                <a:lnTo>
                  <a:pt x="352360" y="72726"/>
                </a:lnTo>
                <a:lnTo>
                  <a:pt x="352460" y="72392"/>
                </a:lnTo>
                <a:lnTo>
                  <a:pt x="352550" y="72053"/>
                </a:lnTo>
                <a:lnTo>
                  <a:pt x="352629" y="71709"/>
                </a:lnTo>
                <a:lnTo>
                  <a:pt x="352698" y="71360"/>
                </a:lnTo>
                <a:lnTo>
                  <a:pt x="352756" y="71007"/>
                </a:lnTo>
                <a:lnTo>
                  <a:pt x="352793" y="70728"/>
                </a:lnTo>
                <a:lnTo>
                  <a:pt x="353553" y="73459"/>
                </a:lnTo>
                <a:lnTo>
                  <a:pt x="353932" y="73317"/>
                </a:lnTo>
                <a:lnTo>
                  <a:pt x="354308" y="73180"/>
                </a:lnTo>
                <a:lnTo>
                  <a:pt x="354680" y="73049"/>
                </a:lnTo>
                <a:lnTo>
                  <a:pt x="355049" y="72924"/>
                </a:lnTo>
                <a:lnTo>
                  <a:pt x="355415" y="72806"/>
                </a:lnTo>
                <a:lnTo>
                  <a:pt x="355777" y="72693"/>
                </a:lnTo>
                <a:lnTo>
                  <a:pt x="356136" y="72587"/>
                </a:lnTo>
                <a:lnTo>
                  <a:pt x="356492" y="72486"/>
                </a:lnTo>
                <a:lnTo>
                  <a:pt x="356845" y="72392"/>
                </a:lnTo>
                <a:lnTo>
                  <a:pt x="357194" y="72304"/>
                </a:lnTo>
                <a:lnTo>
                  <a:pt x="357541" y="72222"/>
                </a:lnTo>
                <a:lnTo>
                  <a:pt x="357884" y="72146"/>
                </a:lnTo>
                <a:lnTo>
                  <a:pt x="358223" y="72076"/>
                </a:lnTo>
                <a:lnTo>
                  <a:pt x="358560" y="72012"/>
                </a:lnTo>
                <a:lnTo>
                  <a:pt x="358893" y="71954"/>
                </a:lnTo>
                <a:lnTo>
                  <a:pt x="359223" y="71902"/>
                </a:lnTo>
                <a:lnTo>
                  <a:pt x="359550" y="71857"/>
                </a:lnTo>
                <a:lnTo>
                  <a:pt x="359873" y="71817"/>
                </a:lnTo>
                <a:lnTo>
                  <a:pt x="360193" y="71784"/>
                </a:lnTo>
                <a:lnTo>
                  <a:pt x="360510" y="71756"/>
                </a:lnTo>
                <a:lnTo>
                  <a:pt x="360824" y="71735"/>
                </a:lnTo>
                <a:lnTo>
                  <a:pt x="361135" y="71720"/>
                </a:lnTo>
                <a:lnTo>
                  <a:pt x="361442" y="71711"/>
                </a:lnTo>
                <a:lnTo>
                  <a:pt x="361746" y="71708"/>
                </a:lnTo>
                <a:lnTo>
                  <a:pt x="361998" y="71710"/>
                </a:lnTo>
                <a:lnTo>
                  <a:pt x="362246" y="71719"/>
                </a:lnTo>
                <a:lnTo>
                  <a:pt x="362491" y="71733"/>
                </a:lnTo>
                <a:lnTo>
                  <a:pt x="362732" y="71753"/>
                </a:lnTo>
                <a:lnTo>
                  <a:pt x="362970" y="71779"/>
                </a:lnTo>
                <a:lnTo>
                  <a:pt x="363205" y="71810"/>
                </a:lnTo>
                <a:lnTo>
                  <a:pt x="363436" y="71847"/>
                </a:lnTo>
                <a:lnTo>
                  <a:pt x="363664" y="71889"/>
                </a:lnTo>
                <a:lnTo>
                  <a:pt x="363888" y="71938"/>
                </a:lnTo>
                <a:lnTo>
                  <a:pt x="364109" y="71991"/>
                </a:lnTo>
                <a:lnTo>
                  <a:pt x="364326" y="72051"/>
                </a:lnTo>
                <a:lnTo>
                  <a:pt x="364540" y="72116"/>
                </a:lnTo>
                <a:lnTo>
                  <a:pt x="364750" y="72187"/>
                </a:lnTo>
                <a:lnTo>
                  <a:pt x="364957" y="72264"/>
                </a:lnTo>
                <a:lnTo>
                  <a:pt x="365161" y="72346"/>
                </a:lnTo>
                <a:lnTo>
                  <a:pt x="365361" y="72434"/>
                </a:lnTo>
                <a:lnTo>
                  <a:pt x="365557" y="72528"/>
                </a:lnTo>
                <a:lnTo>
                  <a:pt x="365750" y="72627"/>
                </a:lnTo>
                <a:lnTo>
                  <a:pt x="365940" y="72732"/>
                </a:lnTo>
                <a:lnTo>
                  <a:pt x="366126" y="72843"/>
                </a:lnTo>
                <a:lnTo>
                  <a:pt x="366309" y="72959"/>
                </a:lnTo>
                <a:lnTo>
                  <a:pt x="366488" y="73081"/>
                </a:lnTo>
                <a:lnTo>
                  <a:pt x="366664" y="73209"/>
                </a:lnTo>
                <a:lnTo>
                  <a:pt x="366837" y="73342"/>
                </a:lnTo>
                <a:lnTo>
                  <a:pt x="367005" y="73482"/>
                </a:lnTo>
                <a:lnTo>
                  <a:pt x="367169" y="73628"/>
                </a:lnTo>
                <a:lnTo>
                  <a:pt x="367328" y="73781"/>
                </a:lnTo>
                <a:lnTo>
                  <a:pt x="367483" y="73941"/>
                </a:lnTo>
                <a:lnTo>
                  <a:pt x="367634" y="74107"/>
                </a:lnTo>
                <a:lnTo>
                  <a:pt x="367780" y="74280"/>
                </a:lnTo>
                <a:lnTo>
                  <a:pt x="367922" y="74460"/>
                </a:lnTo>
                <a:lnTo>
                  <a:pt x="368059" y="74646"/>
                </a:lnTo>
                <a:lnTo>
                  <a:pt x="368192" y="74840"/>
                </a:lnTo>
                <a:lnTo>
                  <a:pt x="368320" y="75039"/>
                </a:lnTo>
                <a:lnTo>
                  <a:pt x="368444" y="75246"/>
                </a:lnTo>
                <a:lnTo>
                  <a:pt x="368563" y="75459"/>
                </a:lnTo>
                <a:lnTo>
                  <a:pt x="368678" y="75679"/>
                </a:lnTo>
                <a:lnTo>
                  <a:pt x="368788" y="75906"/>
                </a:lnTo>
                <a:lnTo>
                  <a:pt x="368894" y="76139"/>
                </a:lnTo>
                <a:lnTo>
                  <a:pt x="368995" y="76379"/>
                </a:lnTo>
                <a:lnTo>
                  <a:pt x="369092" y="76625"/>
                </a:lnTo>
                <a:lnTo>
                  <a:pt x="369185" y="76879"/>
                </a:lnTo>
                <a:lnTo>
                  <a:pt x="369273" y="77139"/>
                </a:lnTo>
                <a:lnTo>
                  <a:pt x="369356" y="77406"/>
                </a:lnTo>
                <a:lnTo>
                  <a:pt x="369435" y="77679"/>
                </a:lnTo>
                <a:lnTo>
                  <a:pt x="369510" y="77959"/>
                </a:lnTo>
                <a:lnTo>
                  <a:pt x="369580" y="78246"/>
                </a:lnTo>
                <a:lnTo>
                  <a:pt x="369645" y="78539"/>
                </a:lnTo>
                <a:lnTo>
                  <a:pt x="369707" y="78862"/>
                </a:lnTo>
                <a:lnTo>
                  <a:pt x="369767" y="79238"/>
                </a:lnTo>
                <a:lnTo>
                  <a:pt x="369824" y="79665"/>
                </a:lnTo>
                <a:lnTo>
                  <a:pt x="369878" y="80146"/>
                </a:lnTo>
                <a:lnTo>
                  <a:pt x="369929" y="80679"/>
                </a:lnTo>
                <a:lnTo>
                  <a:pt x="369978" y="81264"/>
                </a:lnTo>
                <a:lnTo>
                  <a:pt x="370024" y="81902"/>
                </a:lnTo>
                <a:lnTo>
                  <a:pt x="370068" y="82592"/>
                </a:lnTo>
                <a:lnTo>
                  <a:pt x="370109" y="83335"/>
                </a:lnTo>
                <a:lnTo>
                  <a:pt x="370147" y="84131"/>
                </a:lnTo>
                <a:lnTo>
                  <a:pt x="370183" y="84979"/>
                </a:lnTo>
                <a:lnTo>
                  <a:pt x="370216" y="85879"/>
                </a:lnTo>
                <a:lnTo>
                  <a:pt x="370246" y="86833"/>
                </a:lnTo>
                <a:lnTo>
                  <a:pt x="370274" y="87838"/>
                </a:lnTo>
                <a:lnTo>
                  <a:pt x="370299" y="88896"/>
                </a:lnTo>
                <a:lnTo>
                  <a:pt x="370322" y="90007"/>
                </a:lnTo>
                <a:lnTo>
                  <a:pt x="370341" y="91170"/>
                </a:lnTo>
                <a:lnTo>
                  <a:pt x="370359" y="92386"/>
                </a:lnTo>
                <a:lnTo>
                  <a:pt x="370373" y="93654"/>
                </a:lnTo>
                <a:lnTo>
                  <a:pt x="370385" y="94975"/>
                </a:lnTo>
                <a:lnTo>
                  <a:pt x="370394" y="96348"/>
                </a:lnTo>
                <a:lnTo>
                  <a:pt x="370401" y="97774"/>
                </a:lnTo>
                <a:lnTo>
                  <a:pt x="370405" y="99252"/>
                </a:lnTo>
                <a:lnTo>
                  <a:pt x="370406" y="100783"/>
                </a:lnTo>
                <a:lnTo>
                  <a:pt x="370406" y="142238"/>
                </a:lnTo>
                <a:lnTo>
                  <a:pt x="370405" y="143003"/>
                </a:lnTo>
                <a:lnTo>
                  <a:pt x="370402" y="143743"/>
                </a:lnTo>
                <a:lnTo>
                  <a:pt x="370397" y="144458"/>
                </a:lnTo>
                <a:lnTo>
                  <a:pt x="370390" y="145147"/>
                </a:lnTo>
                <a:lnTo>
                  <a:pt x="370381" y="145810"/>
                </a:lnTo>
                <a:lnTo>
                  <a:pt x="370369" y="146448"/>
                </a:lnTo>
                <a:lnTo>
                  <a:pt x="370356" y="147061"/>
                </a:lnTo>
                <a:lnTo>
                  <a:pt x="370341" y="147648"/>
                </a:lnTo>
                <a:lnTo>
                  <a:pt x="370324" y="148209"/>
                </a:lnTo>
                <a:lnTo>
                  <a:pt x="370304" y="148745"/>
                </a:lnTo>
                <a:lnTo>
                  <a:pt x="370283" y="149255"/>
                </a:lnTo>
                <a:lnTo>
                  <a:pt x="370260" y="149740"/>
                </a:lnTo>
                <a:lnTo>
                  <a:pt x="370234" y="150199"/>
                </a:lnTo>
                <a:lnTo>
                  <a:pt x="370207" y="150632"/>
                </a:lnTo>
                <a:lnTo>
                  <a:pt x="370177" y="151040"/>
                </a:lnTo>
                <a:lnTo>
                  <a:pt x="370146" y="151423"/>
                </a:lnTo>
                <a:lnTo>
                  <a:pt x="370112" y="151780"/>
                </a:lnTo>
                <a:lnTo>
                  <a:pt x="370077" y="152112"/>
                </a:lnTo>
                <a:lnTo>
                  <a:pt x="370039" y="152417"/>
                </a:lnTo>
                <a:lnTo>
                  <a:pt x="370000" y="152698"/>
                </a:lnTo>
                <a:lnTo>
                  <a:pt x="369958" y="152953"/>
                </a:lnTo>
                <a:lnTo>
                  <a:pt x="369914" y="153182"/>
                </a:lnTo>
                <a:lnTo>
                  <a:pt x="369869" y="153386"/>
                </a:lnTo>
                <a:lnTo>
                  <a:pt x="369821" y="153564"/>
                </a:lnTo>
                <a:lnTo>
                  <a:pt x="369720" y="153901"/>
                </a:lnTo>
                <a:lnTo>
                  <a:pt x="369614" y="154230"/>
                </a:lnTo>
                <a:lnTo>
                  <a:pt x="369501" y="154552"/>
                </a:lnTo>
                <a:lnTo>
                  <a:pt x="369382" y="154865"/>
                </a:lnTo>
                <a:lnTo>
                  <a:pt x="369257" y="155171"/>
                </a:lnTo>
                <a:lnTo>
                  <a:pt x="369126" y="155470"/>
                </a:lnTo>
                <a:lnTo>
                  <a:pt x="368989" y="155760"/>
                </a:lnTo>
                <a:lnTo>
                  <a:pt x="368846" y="156043"/>
                </a:lnTo>
                <a:lnTo>
                  <a:pt x="368696" y="156319"/>
                </a:lnTo>
                <a:lnTo>
                  <a:pt x="368541" y="156586"/>
                </a:lnTo>
                <a:lnTo>
                  <a:pt x="368379" y="156846"/>
                </a:lnTo>
                <a:lnTo>
                  <a:pt x="368212" y="157098"/>
                </a:lnTo>
                <a:lnTo>
                  <a:pt x="368038" y="157342"/>
                </a:lnTo>
                <a:lnTo>
                  <a:pt x="367858" y="157579"/>
                </a:lnTo>
                <a:lnTo>
                  <a:pt x="367672" y="157808"/>
                </a:lnTo>
                <a:lnTo>
                  <a:pt x="367480" y="158029"/>
                </a:lnTo>
                <a:lnTo>
                  <a:pt x="367282" y="158243"/>
                </a:lnTo>
                <a:lnTo>
                  <a:pt x="367078" y="158449"/>
                </a:lnTo>
                <a:lnTo>
                  <a:pt x="366868" y="158647"/>
                </a:lnTo>
                <a:lnTo>
                  <a:pt x="366651" y="158837"/>
                </a:lnTo>
                <a:lnTo>
                  <a:pt x="366429" y="159020"/>
                </a:lnTo>
                <a:lnTo>
                  <a:pt x="366200" y="159195"/>
                </a:lnTo>
                <a:lnTo>
                  <a:pt x="365966" y="159362"/>
                </a:lnTo>
                <a:lnTo>
                  <a:pt x="365725" y="159522"/>
                </a:lnTo>
                <a:lnTo>
                  <a:pt x="365386" y="159731"/>
                </a:lnTo>
                <a:lnTo>
                  <a:pt x="365032" y="159932"/>
                </a:lnTo>
                <a:lnTo>
                  <a:pt x="364664" y="160124"/>
                </a:lnTo>
                <a:lnTo>
                  <a:pt x="364281" y="160306"/>
                </a:lnTo>
                <a:lnTo>
                  <a:pt x="363884" y="160480"/>
                </a:lnTo>
                <a:lnTo>
                  <a:pt x="363472" y="160645"/>
                </a:lnTo>
                <a:lnTo>
                  <a:pt x="363045" y="160801"/>
                </a:lnTo>
                <a:lnTo>
                  <a:pt x="362604" y="160948"/>
                </a:lnTo>
                <a:lnTo>
                  <a:pt x="362148" y="161086"/>
                </a:lnTo>
                <a:lnTo>
                  <a:pt x="361677" y="161216"/>
                </a:lnTo>
                <a:lnTo>
                  <a:pt x="361192" y="161336"/>
                </a:lnTo>
                <a:lnTo>
                  <a:pt x="360692" y="161447"/>
                </a:lnTo>
                <a:lnTo>
                  <a:pt x="360178" y="161550"/>
                </a:lnTo>
                <a:lnTo>
                  <a:pt x="359649" y="161643"/>
                </a:lnTo>
                <a:lnTo>
                  <a:pt x="359105" y="161728"/>
                </a:lnTo>
                <a:lnTo>
                  <a:pt x="358547" y="161804"/>
                </a:lnTo>
                <a:lnTo>
                  <a:pt x="357974" y="161871"/>
                </a:lnTo>
                <a:lnTo>
                  <a:pt x="357386" y="161929"/>
                </a:lnTo>
                <a:lnTo>
                  <a:pt x="356784" y="161978"/>
                </a:lnTo>
                <a:lnTo>
                  <a:pt x="356167" y="162018"/>
                </a:lnTo>
                <a:lnTo>
                  <a:pt x="355536" y="162049"/>
                </a:lnTo>
                <a:lnTo>
                  <a:pt x="354890" y="162071"/>
                </a:lnTo>
                <a:lnTo>
                  <a:pt x="354229" y="162085"/>
                </a:lnTo>
                <a:lnTo>
                  <a:pt x="353553" y="162089"/>
                </a:lnTo>
                <a:lnTo>
                  <a:pt x="353553" y="166419"/>
                </a:lnTo>
                <a:lnTo>
                  <a:pt x="408441" y="166419"/>
                </a:lnTo>
                <a:lnTo>
                  <a:pt x="408441" y="162089"/>
                </a:lnTo>
                <a:lnTo>
                  <a:pt x="407843" y="162086"/>
                </a:lnTo>
                <a:lnTo>
                  <a:pt x="407256" y="162075"/>
                </a:lnTo>
                <a:lnTo>
                  <a:pt x="406680" y="162056"/>
                </a:lnTo>
                <a:lnTo>
                  <a:pt x="406117" y="162031"/>
                </a:lnTo>
                <a:lnTo>
                  <a:pt x="405565" y="161998"/>
                </a:lnTo>
                <a:lnTo>
                  <a:pt x="405026" y="161958"/>
                </a:lnTo>
                <a:lnTo>
                  <a:pt x="404497" y="161911"/>
                </a:lnTo>
                <a:lnTo>
                  <a:pt x="403981" y="161856"/>
                </a:lnTo>
                <a:lnTo>
                  <a:pt x="403477" y="161794"/>
                </a:lnTo>
                <a:lnTo>
                  <a:pt x="402984" y="161725"/>
                </a:lnTo>
                <a:lnTo>
                  <a:pt x="402503" y="161648"/>
                </a:lnTo>
                <a:lnTo>
                  <a:pt x="402034" y="161564"/>
                </a:lnTo>
                <a:lnTo>
                  <a:pt x="401577" y="161473"/>
                </a:lnTo>
                <a:lnTo>
                  <a:pt x="401131" y="161375"/>
                </a:lnTo>
                <a:lnTo>
                  <a:pt x="400697" y="161269"/>
                </a:lnTo>
                <a:lnTo>
                  <a:pt x="400275" y="161156"/>
                </a:lnTo>
                <a:lnTo>
                  <a:pt x="399865" y="161036"/>
                </a:lnTo>
                <a:lnTo>
                  <a:pt x="399467" y="160908"/>
                </a:lnTo>
                <a:lnTo>
                  <a:pt x="399080" y="160774"/>
                </a:lnTo>
                <a:lnTo>
                  <a:pt x="398705" y="160631"/>
                </a:lnTo>
                <a:lnTo>
                  <a:pt x="398342" y="160482"/>
                </a:lnTo>
                <a:lnTo>
                  <a:pt x="397991" y="160325"/>
                </a:lnTo>
                <a:lnTo>
                  <a:pt x="397651" y="160161"/>
                </a:lnTo>
                <a:lnTo>
                  <a:pt x="397323" y="159990"/>
                </a:lnTo>
                <a:lnTo>
                  <a:pt x="397006" y="159813"/>
                </a:lnTo>
                <a:lnTo>
                  <a:pt x="396696" y="159632"/>
                </a:lnTo>
                <a:lnTo>
                  <a:pt x="396394" y="159448"/>
                </a:lnTo>
                <a:lnTo>
                  <a:pt x="396101" y="159260"/>
                </a:lnTo>
                <a:lnTo>
                  <a:pt x="395816" y="159068"/>
                </a:lnTo>
                <a:lnTo>
                  <a:pt x="395539" y="158873"/>
                </a:lnTo>
                <a:lnTo>
                  <a:pt x="395270" y="158674"/>
                </a:lnTo>
                <a:lnTo>
                  <a:pt x="395009" y="158471"/>
                </a:lnTo>
                <a:lnTo>
                  <a:pt x="394756" y="158265"/>
                </a:lnTo>
                <a:lnTo>
                  <a:pt x="394511" y="158055"/>
                </a:lnTo>
                <a:lnTo>
                  <a:pt x="394275" y="157842"/>
                </a:lnTo>
                <a:lnTo>
                  <a:pt x="394046" y="157625"/>
                </a:lnTo>
                <a:lnTo>
                  <a:pt x="393826" y="157404"/>
                </a:lnTo>
                <a:lnTo>
                  <a:pt x="393614" y="157179"/>
                </a:lnTo>
                <a:lnTo>
                  <a:pt x="393410" y="156951"/>
                </a:lnTo>
                <a:lnTo>
                  <a:pt x="393214" y="156720"/>
                </a:lnTo>
                <a:lnTo>
                  <a:pt x="393027" y="156484"/>
                </a:lnTo>
                <a:lnTo>
                  <a:pt x="392847" y="156245"/>
                </a:lnTo>
                <a:lnTo>
                  <a:pt x="392675" y="156002"/>
                </a:lnTo>
                <a:lnTo>
                  <a:pt x="392512" y="155756"/>
                </a:lnTo>
                <a:lnTo>
                  <a:pt x="392357" y="155506"/>
                </a:lnTo>
                <a:lnTo>
                  <a:pt x="392210" y="155253"/>
                </a:lnTo>
                <a:lnTo>
                  <a:pt x="392071" y="154995"/>
                </a:lnTo>
                <a:lnTo>
                  <a:pt x="391940" y="154734"/>
                </a:lnTo>
                <a:lnTo>
                  <a:pt x="391758" y="154348"/>
                </a:lnTo>
                <a:lnTo>
                  <a:pt x="391585" y="153946"/>
                </a:lnTo>
                <a:lnTo>
                  <a:pt x="391419" y="153529"/>
                </a:lnTo>
                <a:lnTo>
                  <a:pt x="391260" y="153097"/>
                </a:lnTo>
                <a:lnTo>
                  <a:pt x="391110" y="152650"/>
                </a:lnTo>
                <a:lnTo>
                  <a:pt x="390967" y="152188"/>
                </a:lnTo>
                <a:lnTo>
                  <a:pt x="390832" y="151711"/>
                </a:lnTo>
                <a:lnTo>
                  <a:pt x="390705" y="151219"/>
                </a:lnTo>
                <a:lnTo>
                  <a:pt x="390585" y="150713"/>
                </a:lnTo>
                <a:lnTo>
                  <a:pt x="390473" y="150191"/>
                </a:lnTo>
                <a:lnTo>
                  <a:pt x="390369" y="149654"/>
                </a:lnTo>
                <a:lnTo>
                  <a:pt x="390272" y="149102"/>
                </a:lnTo>
                <a:lnTo>
                  <a:pt x="390183" y="148536"/>
                </a:lnTo>
                <a:lnTo>
                  <a:pt x="390102" y="147954"/>
                </a:lnTo>
                <a:lnTo>
                  <a:pt x="390029" y="147357"/>
                </a:lnTo>
                <a:lnTo>
                  <a:pt x="389963" y="146745"/>
                </a:lnTo>
                <a:lnTo>
                  <a:pt x="389905" y="146119"/>
                </a:lnTo>
                <a:lnTo>
                  <a:pt x="389855" y="145477"/>
                </a:lnTo>
                <a:lnTo>
                  <a:pt x="389813" y="144820"/>
                </a:lnTo>
                <a:lnTo>
                  <a:pt x="389778" y="144149"/>
                </a:lnTo>
                <a:lnTo>
                  <a:pt x="389751" y="143462"/>
                </a:lnTo>
                <a:lnTo>
                  <a:pt x="389732" y="142761"/>
                </a:lnTo>
                <a:lnTo>
                  <a:pt x="389720" y="142044"/>
                </a:lnTo>
                <a:lnTo>
                  <a:pt x="389716" y="141312"/>
                </a:lnTo>
                <a:lnTo>
                  <a:pt x="389716" y="90067"/>
                </a:lnTo>
                <a:lnTo>
                  <a:pt x="390184" y="89163"/>
                </a:lnTo>
                <a:lnTo>
                  <a:pt x="390650" y="88281"/>
                </a:lnTo>
                <a:lnTo>
                  <a:pt x="391115" y="87421"/>
                </a:lnTo>
                <a:lnTo>
                  <a:pt x="391579" y="86582"/>
                </a:lnTo>
                <a:lnTo>
                  <a:pt x="392042" y="85764"/>
                </a:lnTo>
                <a:lnTo>
                  <a:pt x="392503" y="84968"/>
                </a:lnTo>
                <a:lnTo>
                  <a:pt x="392963" y="84193"/>
                </a:lnTo>
                <a:lnTo>
                  <a:pt x="393422" y="83440"/>
                </a:lnTo>
                <a:lnTo>
                  <a:pt x="393880" y="82708"/>
                </a:lnTo>
                <a:lnTo>
                  <a:pt x="394337" y="81998"/>
                </a:lnTo>
                <a:lnTo>
                  <a:pt x="394792" y="81309"/>
                </a:lnTo>
                <a:lnTo>
                  <a:pt x="395246" y="80641"/>
                </a:lnTo>
                <a:lnTo>
                  <a:pt x="395699" y="79995"/>
                </a:lnTo>
                <a:lnTo>
                  <a:pt x="396151" y="79371"/>
                </a:lnTo>
                <a:lnTo>
                  <a:pt x="396601" y="78768"/>
                </a:lnTo>
                <a:lnTo>
                  <a:pt x="397050" y="78187"/>
                </a:lnTo>
                <a:lnTo>
                  <a:pt x="397498" y="77627"/>
                </a:lnTo>
                <a:lnTo>
                  <a:pt x="397945" y="77088"/>
                </a:lnTo>
                <a:lnTo>
                  <a:pt x="398391" y="76571"/>
                </a:lnTo>
                <a:lnTo>
                  <a:pt x="398835" y="76076"/>
                </a:lnTo>
                <a:lnTo>
                  <a:pt x="399278" y="75601"/>
                </a:lnTo>
                <a:lnTo>
                  <a:pt x="399720" y="75149"/>
                </a:lnTo>
                <a:lnTo>
                  <a:pt x="400161" y="74718"/>
                </a:lnTo>
                <a:lnTo>
                  <a:pt x="400600" y="74308"/>
                </a:lnTo>
                <a:lnTo>
                  <a:pt x="400804" y="74118"/>
                </a:lnTo>
                <a:lnTo>
                  <a:pt x="401007" y="73935"/>
                </a:lnTo>
                <a:lnTo>
                  <a:pt x="401209" y="73761"/>
                </a:lnTo>
                <a:lnTo>
                  <a:pt x="401410" y="73595"/>
                </a:lnTo>
                <a:lnTo>
                  <a:pt x="401609" y="73437"/>
                </a:lnTo>
                <a:lnTo>
                  <a:pt x="401807" y="73287"/>
                </a:lnTo>
                <a:lnTo>
                  <a:pt x="402004" y="73145"/>
                </a:lnTo>
                <a:lnTo>
                  <a:pt x="402200" y="73012"/>
                </a:lnTo>
                <a:lnTo>
                  <a:pt x="402394" y="72886"/>
                </a:lnTo>
                <a:lnTo>
                  <a:pt x="402587" y="72769"/>
                </a:lnTo>
                <a:lnTo>
                  <a:pt x="402779" y="72659"/>
                </a:lnTo>
                <a:lnTo>
                  <a:pt x="402970" y="72558"/>
                </a:lnTo>
                <a:lnTo>
                  <a:pt x="403160" y="72465"/>
                </a:lnTo>
                <a:lnTo>
                  <a:pt x="403348" y="72380"/>
                </a:lnTo>
                <a:lnTo>
                  <a:pt x="403535" y="72303"/>
                </a:lnTo>
                <a:lnTo>
                  <a:pt x="403721" y="72234"/>
                </a:lnTo>
                <a:lnTo>
                  <a:pt x="403906" y="72173"/>
                </a:lnTo>
                <a:lnTo>
                  <a:pt x="404089" y="72120"/>
                </a:lnTo>
                <a:lnTo>
                  <a:pt x="404272" y="72076"/>
                </a:lnTo>
                <a:lnTo>
                  <a:pt x="404453" y="72039"/>
                </a:lnTo>
                <a:lnTo>
                  <a:pt x="404632" y="72011"/>
                </a:lnTo>
                <a:lnTo>
                  <a:pt x="404811" y="71991"/>
                </a:lnTo>
                <a:lnTo>
                  <a:pt x="404988" y="71979"/>
                </a:lnTo>
                <a:lnTo>
                  <a:pt x="405165" y="71975"/>
                </a:lnTo>
                <a:lnTo>
                  <a:pt x="405374" y="71982"/>
                </a:lnTo>
                <a:lnTo>
                  <a:pt x="405592" y="72003"/>
                </a:lnTo>
                <a:lnTo>
                  <a:pt x="405820" y="72038"/>
                </a:lnTo>
                <a:lnTo>
                  <a:pt x="406057" y="72087"/>
                </a:lnTo>
                <a:lnTo>
                  <a:pt x="406303" y="72150"/>
                </a:lnTo>
                <a:lnTo>
                  <a:pt x="406558" y="72227"/>
                </a:lnTo>
                <a:lnTo>
                  <a:pt x="406822" y="72318"/>
                </a:lnTo>
                <a:lnTo>
                  <a:pt x="407096" y="72423"/>
                </a:lnTo>
                <a:lnTo>
                  <a:pt x="407378" y="72542"/>
                </a:lnTo>
                <a:lnTo>
                  <a:pt x="407670" y="72676"/>
                </a:lnTo>
                <a:lnTo>
                  <a:pt x="407971" y="72823"/>
                </a:lnTo>
                <a:lnTo>
                  <a:pt x="408280" y="72984"/>
                </a:lnTo>
                <a:lnTo>
                  <a:pt x="408600" y="73159"/>
                </a:lnTo>
                <a:lnTo>
                  <a:pt x="408928" y="73349"/>
                </a:lnTo>
                <a:lnTo>
                  <a:pt x="409265" y="73552"/>
                </a:lnTo>
                <a:lnTo>
                  <a:pt x="409612" y="73769"/>
                </a:lnTo>
                <a:lnTo>
                  <a:pt x="409967" y="74000"/>
                </a:lnTo>
                <a:lnTo>
                  <a:pt x="410332" y="74246"/>
                </a:lnTo>
                <a:lnTo>
                  <a:pt x="410706" y="74505"/>
                </a:lnTo>
                <a:lnTo>
                  <a:pt x="411089" y="74779"/>
                </a:lnTo>
                <a:lnTo>
                  <a:pt x="411482" y="75066"/>
                </a:lnTo>
                <a:lnTo>
                  <a:pt x="411883" y="75367"/>
                </a:lnTo>
                <a:lnTo>
                  <a:pt x="412293" y="75683"/>
                </a:lnTo>
                <a:lnTo>
                  <a:pt x="412713" y="76012"/>
                </a:lnTo>
                <a:lnTo>
                  <a:pt x="413136" y="76342"/>
                </a:lnTo>
                <a:lnTo>
                  <a:pt x="413555" y="76657"/>
                </a:lnTo>
                <a:lnTo>
                  <a:pt x="413970" y="76959"/>
                </a:lnTo>
                <a:lnTo>
                  <a:pt x="414382" y="77246"/>
                </a:lnTo>
                <a:lnTo>
                  <a:pt x="414791" y="77519"/>
                </a:lnTo>
                <a:lnTo>
                  <a:pt x="415196" y="77779"/>
                </a:lnTo>
                <a:lnTo>
                  <a:pt x="415598" y="78024"/>
                </a:lnTo>
                <a:lnTo>
                  <a:pt x="415996" y="78255"/>
                </a:lnTo>
                <a:lnTo>
                  <a:pt x="416391" y="78473"/>
                </a:lnTo>
                <a:lnTo>
                  <a:pt x="416783" y="78676"/>
                </a:lnTo>
                <a:lnTo>
                  <a:pt x="417171" y="78865"/>
                </a:lnTo>
                <a:lnTo>
                  <a:pt x="417555" y="79040"/>
                </a:lnTo>
                <a:lnTo>
                  <a:pt x="417936" y="79202"/>
                </a:lnTo>
                <a:lnTo>
                  <a:pt x="418314" y="79349"/>
                </a:lnTo>
                <a:lnTo>
                  <a:pt x="418688" y="79482"/>
                </a:lnTo>
                <a:lnTo>
                  <a:pt x="419059" y="79601"/>
                </a:lnTo>
                <a:lnTo>
                  <a:pt x="419426" y="79706"/>
                </a:lnTo>
                <a:lnTo>
                  <a:pt x="419790" y="79797"/>
                </a:lnTo>
                <a:lnTo>
                  <a:pt x="420150" y="79875"/>
                </a:lnTo>
                <a:lnTo>
                  <a:pt x="420507" y="79938"/>
                </a:lnTo>
                <a:lnTo>
                  <a:pt x="420861" y="79987"/>
                </a:lnTo>
                <a:lnTo>
                  <a:pt x="421210" y="80022"/>
                </a:lnTo>
                <a:lnTo>
                  <a:pt x="421557" y="80043"/>
                </a:lnTo>
                <a:lnTo>
                  <a:pt x="421900" y="80050"/>
                </a:lnTo>
                <a:lnTo>
                  <a:pt x="422249" y="80044"/>
                </a:lnTo>
                <a:lnTo>
                  <a:pt x="422594" y="80028"/>
                </a:lnTo>
                <a:lnTo>
                  <a:pt x="422935" y="80000"/>
                </a:lnTo>
                <a:lnTo>
                  <a:pt x="423272" y="79962"/>
                </a:lnTo>
                <a:lnTo>
                  <a:pt x="423605" y="79913"/>
                </a:lnTo>
                <a:lnTo>
                  <a:pt x="423934" y="79852"/>
                </a:lnTo>
                <a:lnTo>
                  <a:pt x="424258" y="79781"/>
                </a:lnTo>
                <a:lnTo>
                  <a:pt x="424579" y="79699"/>
                </a:lnTo>
                <a:lnTo>
                  <a:pt x="424895" y="79605"/>
                </a:lnTo>
                <a:lnTo>
                  <a:pt x="425208" y="79501"/>
                </a:lnTo>
                <a:lnTo>
                  <a:pt x="425516" y="79386"/>
                </a:lnTo>
                <a:lnTo>
                  <a:pt x="425821" y="79260"/>
                </a:lnTo>
                <a:lnTo>
                  <a:pt x="426121" y="79123"/>
                </a:lnTo>
                <a:lnTo>
                  <a:pt x="426417" y="78975"/>
                </a:lnTo>
                <a:lnTo>
                  <a:pt x="426709" y="78816"/>
                </a:lnTo>
                <a:lnTo>
                  <a:pt x="426997" y="78645"/>
                </a:lnTo>
                <a:lnTo>
                  <a:pt x="427282" y="78464"/>
                </a:lnTo>
                <a:lnTo>
                  <a:pt x="427562" y="78272"/>
                </a:lnTo>
                <a:lnTo>
                  <a:pt x="427837" y="78069"/>
                </a:lnTo>
                <a:lnTo>
                  <a:pt x="428109" y="77855"/>
                </a:lnTo>
                <a:lnTo>
                  <a:pt x="428377" y="77631"/>
                </a:lnTo>
                <a:lnTo>
                  <a:pt x="428641" y="77395"/>
                </a:lnTo>
                <a:lnTo>
                  <a:pt x="428900" y="77148"/>
                </a:lnTo>
                <a:lnTo>
                  <a:pt x="429156" y="76890"/>
                </a:lnTo>
                <a:lnTo>
                  <a:pt x="429404" y="76624"/>
                </a:lnTo>
                <a:lnTo>
                  <a:pt x="429642" y="76354"/>
                </a:lnTo>
                <a:lnTo>
                  <a:pt x="429869" y="76078"/>
                </a:lnTo>
                <a:lnTo>
                  <a:pt x="430086" y="75798"/>
                </a:lnTo>
                <a:lnTo>
                  <a:pt x="430292" y="75512"/>
                </a:lnTo>
                <a:lnTo>
                  <a:pt x="430487" y="75222"/>
                </a:lnTo>
                <a:lnTo>
                  <a:pt x="430672" y="74927"/>
                </a:lnTo>
                <a:lnTo>
                  <a:pt x="430847" y="74627"/>
                </a:lnTo>
                <a:lnTo>
                  <a:pt x="431010" y="74323"/>
                </a:lnTo>
                <a:lnTo>
                  <a:pt x="431163" y="74013"/>
                </a:lnTo>
                <a:lnTo>
                  <a:pt x="431306" y="73698"/>
                </a:lnTo>
                <a:lnTo>
                  <a:pt x="431438" y="73379"/>
                </a:lnTo>
                <a:lnTo>
                  <a:pt x="431560" y="73055"/>
                </a:lnTo>
                <a:lnTo>
                  <a:pt x="431671" y="72726"/>
                </a:lnTo>
                <a:lnTo>
                  <a:pt x="431771" y="72392"/>
                </a:lnTo>
                <a:lnTo>
                  <a:pt x="431861" y="72053"/>
                </a:lnTo>
                <a:lnTo>
                  <a:pt x="431940" y="71709"/>
                </a:lnTo>
                <a:lnTo>
                  <a:pt x="432009" y="71360"/>
                </a:lnTo>
                <a:lnTo>
                  <a:pt x="432067" y="71007"/>
                </a:lnTo>
                <a:lnTo>
                  <a:pt x="432114" y="70648"/>
                </a:lnTo>
                <a:lnTo>
                  <a:pt x="432151" y="70285"/>
                </a:lnTo>
                <a:lnTo>
                  <a:pt x="432178" y="69917"/>
                </a:lnTo>
                <a:lnTo>
                  <a:pt x="432194" y="69544"/>
                </a:lnTo>
                <a:lnTo>
                  <a:pt x="432199" y="69166"/>
                </a:lnTo>
                <a:lnTo>
                  <a:pt x="432192" y="68739"/>
                </a:lnTo>
                <a:lnTo>
                  <a:pt x="432170" y="68316"/>
                </a:lnTo>
                <a:lnTo>
                  <a:pt x="432133" y="67898"/>
                </a:lnTo>
                <a:lnTo>
                  <a:pt x="432082" y="67484"/>
                </a:lnTo>
                <a:lnTo>
                  <a:pt x="432016" y="67074"/>
                </a:lnTo>
                <a:lnTo>
                  <a:pt x="431936" y="66668"/>
                </a:lnTo>
                <a:lnTo>
                  <a:pt x="431840" y="66267"/>
                </a:lnTo>
                <a:lnTo>
                  <a:pt x="431731" y="65869"/>
                </a:lnTo>
                <a:lnTo>
                  <a:pt x="431606" y="65477"/>
                </a:lnTo>
                <a:lnTo>
                  <a:pt x="431467" y="65088"/>
                </a:lnTo>
                <a:lnTo>
                  <a:pt x="431314" y="64704"/>
                </a:lnTo>
                <a:lnTo>
                  <a:pt x="431146" y="64324"/>
                </a:lnTo>
                <a:lnTo>
                  <a:pt x="430963" y="63948"/>
                </a:lnTo>
                <a:lnTo>
                  <a:pt x="430765" y="63576"/>
                </a:lnTo>
                <a:lnTo>
                  <a:pt x="430553" y="63209"/>
                </a:lnTo>
                <a:lnTo>
                  <a:pt x="430326" y="62846"/>
                </a:lnTo>
                <a:lnTo>
                  <a:pt x="430085" y="62487"/>
                </a:lnTo>
                <a:lnTo>
                  <a:pt x="429829" y="62133"/>
                </a:lnTo>
                <a:lnTo>
                  <a:pt x="429558" y="61783"/>
                </a:lnTo>
                <a:lnTo>
                  <a:pt x="429273" y="61437"/>
                </a:lnTo>
                <a:lnTo>
                  <a:pt x="428973" y="61095"/>
                </a:lnTo>
                <a:lnTo>
                  <a:pt x="428659" y="60758"/>
                </a:lnTo>
                <a:lnTo>
                  <a:pt x="428330" y="60425"/>
                </a:lnTo>
                <a:lnTo>
                  <a:pt x="427986" y="60096"/>
                </a:lnTo>
                <a:lnTo>
                  <a:pt x="427631" y="59776"/>
                </a:lnTo>
                <a:lnTo>
                  <a:pt x="427268" y="59470"/>
                </a:lnTo>
                <a:lnTo>
                  <a:pt x="426898" y="59177"/>
                </a:lnTo>
                <a:lnTo>
                  <a:pt x="426520" y="58898"/>
                </a:lnTo>
                <a:lnTo>
                  <a:pt x="426134" y="58632"/>
                </a:lnTo>
                <a:lnTo>
                  <a:pt x="425740" y="58381"/>
                </a:lnTo>
                <a:lnTo>
                  <a:pt x="425339" y="58142"/>
                </a:lnTo>
                <a:lnTo>
                  <a:pt x="424930" y="57918"/>
                </a:lnTo>
                <a:lnTo>
                  <a:pt x="424513" y="57707"/>
                </a:lnTo>
                <a:lnTo>
                  <a:pt x="424089" y="57509"/>
                </a:lnTo>
                <a:lnTo>
                  <a:pt x="423657" y="57326"/>
                </a:lnTo>
                <a:lnTo>
                  <a:pt x="423217" y="57155"/>
                </a:lnTo>
                <a:lnTo>
                  <a:pt x="422769" y="56999"/>
                </a:lnTo>
                <a:lnTo>
                  <a:pt x="422314" y="56856"/>
                </a:lnTo>
                <a:lnTo>
                  <a:pt x="421851" y="56727"/>
                </a:lnTo>
                <a:lnTo>
                  <a:pt x="421380" y="56611"/>
                </a:lnTo>
                <a:lnTo>
                  <a:pt x="420901" y="56509"/>
                </a:lnTo>
                <a:lnTo>
                  <a:pt x="420415" y="56420"/>
                </a:lnTo>
                <a:lnTo>
                  <a:pt x="419921" y="56345"/>
                </a:lnTo>
                <a:lnTo>
                  <a:pt x="419420" y="56284"/>
                </a:lnTo>
                <a:lnTo>
                  <a:pt x="418910" y="56237"/>
                </a:lnTo>
                <a:lnTo>
                  <a:pt x="418393" y="56203"/>
                </a:lnTo>
                <a:lnTo>
                  <a:pt x="417868" y="56182"/>
                </a:lnTo>
                <a:lnTo>
                  <a:pt x="417336" y="56175"/>
                </a:lnTo>
                <a:lnTo>
                  <a:pt x="416157" y="56217"/>
                </a:lnTo>
                <a:lnTo>
                  <a:pt x="414981" y="56343"/>
                </a:lnTo>
                <a:lnTo>
                  <a:pt x="413807" y="56552"/>
                </a:lnTo>
                <a:lnTo>
                  <a:pt x="412635" y="56845"/>
                </a:lnTo>
                <a:lnTo>
                  <a:pt x="411466" y="57222"/>
                </a:lnTo>
                <a:lnTo>
                  <a:pt x="410299" y="57682"/>
                </a:lnTo>
                <a:lnTo>
                  <a:pt x="409135" y="58226"/>
                </a:lnTo>
                <a:lnTo>
                  <a:pt x="407973" y="58854"/>
                </a:lnTo>
                <a:lnTo>
                  <a:pt x="406814" y="59566"/>
                </a:lnTo>
                <a:lnTo>
                  <a:pt x="405657" y="60361"/>
                </a:lnTo>
                <a:lnTo>
                  <a:pt x="404503" y="61240"/>
                </a:lnTo>
                <a:lnTo>
                  <a:pt x="403351" y="62202"/>
                </a:lnTo>
                <a:lnTo>
                  <a:pt x="402201" y="63249"/>
                </a:lnTo>
                <a:lnTo>
                  <a:pt x="401054" y="64379"/>
                </a:lnTo>
                <a:lnTo>
                  <a:pt x="399909" y="65593"/>
                </a:lnTo>
                <a:lnTo>
                  <a:pt x="398767" y="66890"/>
                </a:lnTo>
                <a:lnTo>
                  <a:pt x="397627" y="68271"/>
                </a:lnTo>
                <a:lnTo>
                  <a:pt x="396490" y="69736"/>
                </a:lnTo>
                <a:lnTo>
                  <a:pt x="395355" y="71285"/>
                </a:lnTo>
                <a:lnTo>
                  <a:pt x="394222" y="72917"/>
                </a:lnTo>
                <a:lnTo>
                  <a:pt x="393092" y="74633"/>
                </a:lnTo>
                <a:lnTo>
                  <a:pt x="391964" y="76433"/>
                </a:lnTo>
                <a:lnTo>
                  <a:pt x="390839" y="78317"/>
                </a:lnTo>
                <a:lnTo>
                  <a:pt x="389716" y="80284"/>
                </a:lnTo>
                <a:lnTo>
                  <a:pt x="389716" y="56175"/>
                </a:lnTo>
                <a:lnTo>
                  <a:pt x="384801" y="56175"/>
                </a:lnTo>
                <a:lnTo>
                  <a:pt x="352886" y="69051"/>
                </a:lnTo>
                <a:lnTo>
                  <a:pt x="352881" y="68739"/>
                </a:lnTo>
                <a:lnTo>
                  <a:pt x="352859" y="68316"/>
                </a:lnTo>
                <a:close/>
                <a:moveTo>
                  <a:pt x="131195" y="5579"/>
                </a:moveTo>
                <a:lnTo>
                  <a:pt x="131066" y="6017"/>
                </a:lnTo>
                <a:lnTo>
                  <a:pt x="130931" y="6447"/>
                </a:lnTo>
                <a:lnTo>
                  <a:pt x="130790" y="6868"/>
                </a:lnTo>
                <a:lnTo>
                  <a:pt x="130644" y="7281"/>
                </a:lnTo>
                <a:lnTo>
                  <a:pt x="130491" y="7685"/>
                </a:lnTo>
                <a:lnTo>
                  <a:pt x="130331" y="8081"/>
                </a:lnTo>
                <a:lnTo>
                  <a:pt x="130166" y="8468"/>
                </a:lnTo>
                <a:lnTo>
                  <a:pt x="129995" y="8846"/>
                </a:lnTo>
                <a:lnTo>
                  <a:pt x="129818" y="9216"/>
                </a:lnTo>
                <a:lnTo>
                  <a:pt x="129634" y="9578"/>
                </a:lnTo>
                <a:lnTo>
                  <a:pt x="129445" y="9931"/>
                </a:lnTo>
                <a:lnTo>
                  <a:pt x="129249" y="10275"/>
                </a:lnTo>
                <a:lnTo>
                  <a:pt x="129047" y="10611"/>
                </a:lnTo>
                <a:lnTo>
                  <a:pt x="128839" y="10938"/>
                </a:lnTo>
                <a:lnTo>
                  <a:pt x="128625" y="11257"/>
                </a:lnTo>
                <a:lnTo>
                  <a:pt x="128405" y="11567"/>
                </a:lnTo>
                <a:lnTo>
                  <a:pt x="128179" y="11869"/>
                </a:lnTo>
                <a:lnTo>
                  <a:pt x="127947" y="12162"/>
                </a:lnTo>
                <a:lnTo>
                  <a:pt x="127709" y="12447"/>
                </a:lnTo>
                <a:lnTo>
                  <a:pt x="127464" y="12723"/>
                </a:lnTo>
                <a:lnTo>
                  <a:pt x="127214" y="12991"/>
                </a:lnTo>
                <a:lnTo>
                  <a:pt x="127017" y="13172"/>
                </a:lnTo>
                <a:lnTo>
                  <a:pt x="126818" y="13346"/>
                </a:lnTo>
                <a:lnTo>
                  <a:pt x="126616" y="13512"/>
                </a:lnTo>
                <a:lnTo>
                  <a:pt x="126411" y="13670"/>
                </a:lnTo>
                <a:lnTo>
                  <a:pt x="126203" y="13821"/>
                </a:lnTo>
                <a:lnTo>
                  <a:pt x="125992" y="13963"/>
                </a:lnTo>
                <a:lnTo>
                  <a:pt x="125779" y="14098"/>
                </a:lnTo>
                <a:lnTo>
                  <a:pt x="125562" y="14226"/>
                </a:lnTo>
                <a:lnTo>
                  <a:pt x="125343" y="14346"/>
                </a:lnTo>
                <a:lnTo>
                  <a:pt x="125121" y="14458"/>
                </a:lnTo>
                <a:lnTo>
                  <a:pt x="124896" y="14562"/>
                </a:lnTo>
                <a:lnTo>
                  <a:pt x="124668" y="14658"/>
                </a:lnTo>
                <a:lnTo>
                  <a:pt x="124438" y="14747"/>
                </a:lnTo>
                <a:lnTo>
                  <a:pt x="124204" y="14828"/>
                </a:lnTo>
                <a:lnTo>
                  <a:pt x="123968" y="14901"/>
                </a:lnTo>
                <a:lnTo>
                  <a:pt x="123729" y="14967"/>
                </a:lnTo>
                <a:lnTo>
                  <a:pt x="123487" y="15025"/>
                </a:lnTo>
                <a:lnTo>
                  <a:pt x="123242" y="15075"/>
                </a:lnTo>
                <a:lnTo>
                  <a:pt x="122994" y="15118"/>
                </a:lnTo>
                <a:lnTo>
                  <a:pt x="122744" y="15152"/>
                </a:lnTo>
                <a:lnTo>
                  <a:pt x="122490" y="15179"/>
                </a:lnTo>
                <a:lnTo>
                  <a:pt x="122234" y="15199"/>
                </a:lnTo>
                <a:lnTo>
                  <a:pt x="121975" y="15210"/>
                </a:lnTo>
                <a:lnTo>
                  <a:pt x="121713" y="15214"/>
                </a:lnTo>
                <a:lnTo>
                  <a:pt x="121533" y="15210"/>
                </a:lnTo>
                <a:lnTo>
                  <a:pt x="121343" y="15196"/>
                </a:lnTo>
                <a:lnTo>
                  <a:pt x="121143" y="15174"/>
                </a:lnTo>
                <a:lnTo>
                  <a:pt x="120933" y="15143"/>
                </a:lnTo>
                <a:lnTo>
                  <a:pt x="120714" y="15102"/>
                </a:lnTo>
                <a:lnTo>
                  <a:pt x="120484" y="15053"/>
                </a:lnTo>
                <a:lnTo>
                  <a:pt x="120245" y="14995"/>
                </a:lnTo>
                <a:lnTo>
                  <a:pt x="119997" y="14928"/>
                </a:lnTo>
                <a:lnTo>
                  <a:pt x="119738" y="14852"/>
                </a:lnTo>
                <a:lnTo>
                  <a:pt x="119470" y="14767"/>
                </a:lnTo>
                <a:lnTo>
                  <a:pt x="119192" y="14673"/>
                </a:lnTo>
                <a:lnTo>
                  <a:pt x="118904" y="14570"/>
                </a:lnTo>
                <a:lnTo>
                  <a:pt x="118607" y="14459"/>
                </a:lnTo>
                <a:lnTo>
                  <a:pt x="118300" y="14338"/>
                </a:lnTo>
                <a:lnTo>
                  <a:pt x="117983" y="14208"/>
                </a:lnTo>
                <a:lnTo>
                  <a:pt x="117656" y="14070"/>
                </a:lnTo>
                <a:lnTo>
                  <a:pt x="117320" y="13922"/>
                </a:lnTo>
                <a:lnTo>
                  <a:pt x="116973" y="13766"/>
                </a:lnTo>
                <a:lnTo>
                  <a:pt x="116617" y="13600"/>
                </a:lnTo>
                <a:lnTo>
                  <a:pt x="116252" y="13426"/>
                </a:lnTo>
                <a:lnTo>
                  <a:pt x="115876" y="13243"/>
                </a:lnTo>
                <a:lnTo>
                  <a:pt x="115491" y="13051"/>
                </a:lnTo>
                <a:lnTo>
                  <a:pt x="115096" y="12850"/>
                </a:lnTo>
                <a:lnTo>
                  <a:pt x="114691" y="12639"/>
                </a:lnTo>
                <a:lnTo>
                  <a:pt x="113296" y="11952"/>
                </a:lnTo>
                <a:lnTo>
                  <a:pt x="111899" y="11294"/>
                </a:lnTo>
                <a:lnTo>
                  <a:pt x="110500" y="10665"/>
                </a:lnTo>
                <a:lnTo>
                  <a:pt x="109100" y="10065"/>
                </a:lnTo>
                <a:lnTo>
                  <a:pt x="107698" y="9494"/>
                </a:lnTo>
                <a:lnTo>
                  <a:pt x="106294" y="8953"/>
                </a:lnTo>
                <a:lnTo>
                  <a:pt x="104889" y="8441"/>
                </a:lnTo>
                <a:lnTo>
                  <a:pt x="103482" y="7958"/>
                </a:lnTo>
                <a:lnTo>
                  <a:pt x="102074" y="7505"/>
                </a:lnTo>
                <a:lnTo>
                  <a:pt x="100664" y="7080"/>
                </a:lnTo>
                <a:lnTo>
                  <a:pt x="99252" y="6685"/>
                </a:lnTo>
                <a:lnTo>
                  <a:pt x="97839" y="6320"/>
                </a:lnTo>
                <a:lnTo>
                  <a:pt x="96424" y="5983"/>
                </a:lnTo>
                <a:lnTo>
                  <a:pt x="95007" y="5676"/>
                </a:lnTo>
                <a:lnTo>
                  <a:pt x="93589" y="5398"/>
                </a:lnTo>
                <a:lnTo>
                  <a:pt x="92169" y="5149"/>
                </a:lnTo>
                <a:lnTo>
                  <a:pt x="90748" y="4930"/>
                </a:lnTo>
                <a:lnTo>
                  <a:pt x="89325" y="4740"/>
                </a:lnTo>
                <a:lnTo>
                  <a:pt x="87900" y="4579"/>
                </a:lnTo>
                <a:lnTo>
                  <a:pt x="86474" y="4447"/>
                </a:lnTo>
                <a:lnTo>
                  <a:pt x="85046" y="4345"/>
                </a:lnTo>
                <a:lnTo>
                  <a:pt x="83616" y="4272"/>
                </a:lnTo>
                <a:lnTo>
                  <a:pt x="82185" y="4228"/>
                </a:lnTo>
                <a:lnTo>
                  <a:pt x="80752" y="4213"/>
                </a:lnTo>
                <a:lnTo>
                  <a:pt x="78915" y="4232"/>
                </a:lnTo>
                <a:lnTo>
                  <a:pt x="77089" y="4289"/>
                </a:lnTo>
                <a:lnTo>
                  <a:pt x="75276" y="4384"/>
                </a:lnTo>
                <a:lnTo>
                  <a:pt x="73475" y="4517"/>
                </a:lnTo>
                <a:lnTo>
                  <a:pt x="71686" y="4687"/>
                </a:lnTo>
                <a:lnTo>
                  <a:pt x="69908" y="4896"/>
                </a:lnTo>
                <a:lnTo>
                  <a:pt x="68143" y="5143"/>
                </a:lnTo>
                <a:lnTo>
                  <a:pt x="66390" y="5427"/>
                </a:lnTo>
                <a:lnTo>
                  <a:pt x="64648" y="5750"/>
                </a:lnTo>
                <a:lnTo>
                  <a:pt x="62919" y="6110"/>
                </a:lnTo>
                <a:lnTo>
                  <a:pt x="61201" y="6509"/>
                </a:lnTo>
                <a:lnTo>
                  <a:pt x="59496" y="6945"/>
                </a:lnTo>
                <a:lnTo>
                  <a:pt x="57803" y="7419"/>
                </a:lnTo>
                <a:lnTo>
                  <a:pt x="56121" y="7932"/>
                </a:lnTo>
                <a:lnTo>
                  <a:pt x="54452" y="8482"/>
                </a:lnTo>
                <a:lnTo>
                  <a:pt x="52794" y="9070"/>
                </a:lnTo>
                <a:lnTo>
                  <a:pt x="51149" y="9696"/>
                </a:lnTo>
                <a:lnTo>
                  <a:pt x="49515" y="10360"/>
                </a:lnTo>
                <a:lnTo>
                  <a:pt x="47894" y="11062"/>
                </a:lnTo>
                <a:lnTo>
                  <a:pt x="46284" y="11802"/>
                </a:lnTo>
                <a:lnTo>
                  <a:pt x="44687" y="12580"/>
                </a:lnTo>
                <a:lnTo>
                  <a:pt x="43101" y="13396"/>
                </a:lnTo>
                <a:lnTo>
                  <a:pt x="41528" y="14249"/>
                </a:lnTo>
                <a:lnTo>
                  <a:pt x="39966" y="15141"/>
                </a:lnTo>
                <a:lnTo>
                  <a:pt x="38425" y="16067"/>
                </a:lnTo>
                <a:lnTo>
                  <a:pt x="36911" y="17024"/>
                </a:lnTo>
                <a:lnTo>
                  <a:pt x="35425" y="18013"/>
                </a:lnTo>
                <a:lnTo>
                  <a:pt x="33967" y="19032"/>
                </a:lnTo>
                <a:lnTo>
                  <a:pt x="32537" y="20082"/>
                </a:lnTo>
                <a:lnTo>
                  <a:pt x="31134" y="21164"/>
                </a:lnTo>
                <a:lnTo>
                  <a:pt x="29760" y="22276"/>
                </a:lnTo>
                <a:lnTo>
                  <a:pt x="28413" y="23419"/>
                </a:lnTo>
                <a:lnTo>
                  <a:pt x="27094" y="24594"/>
                </a:lnTo>
                <a:lnTo>
                  <a:pt x="25803" y="25799"/>
                </a:lnTo>
                <a:lnTo>
                  <a:pt x="24539" y="27036"/>
                </a:lnTo>
                <a:lnTo>
                  <a:pt x="23304" y="28303"/>
                </a:lnTo>
                <a:lnTo>
                  <a:pt x="22096" y="29602"/>
                </a:lnTo>
                <a:lnTo>
                  <a:pt x="20917" y="30932"/>
                </a:lnTo>
                <a:lnTo>
                  <a:pt x="19765" y="32292"/>
                </a:lnTo>
                <a:lnTo>
                  <a:pt x="18641" y="33684"/>
                </a:lnTo>
                <a:lnTo>
                  <a:pt x="17544" y="35107"/>
                </a:lnTo>
                <a:lnTo>
                  <a:pt x="16476" y="36561"/>
                </a:lnTo>
                <a:lnTo>
                  <a:pt x="15435" y="38045"/>
                </a:lnTo>
                <a:lnTo>
                  <a:pt x="14423" y="39561"/>
                </a:lnTo>
                <a:lnTo>
                  <a:pt x="13438" y="41108"/>
                </a:lnTo>
                <a:lnTo>
                  <a:pt x="12481" y="42686"/>
                </a:lnTo>
                <a:lnTo>
                  <a:pt x="11551" y="44295"/>
                </a:lnTo>
                <a:lnTo>
                  <a:pt x="10650" y="45935"/>
                </a:lnTo>
                <a:lnTo>
                  <a:pt x="9781" y="47597"/>
                </a:lnTo>
                <a:lnTo>
                  <a:pt x="8949" y="49273"/>
                </a:lnTo>
                <a:lnTo>
                  <a:pt x="8154" y="50962"/>
                </a:lnTo>
                <a:lnTo>
                  <a:pt x="7396" y="52664"/>
                </a:lnTo>
                <a:lnTo>
                  <a:pt x="6675" y="54380"/>
                </a:lnTo>
                <a:lnTo>
                  <a:pt x="5991" y="56109"/>
                </a:lnTo>
                <a:lnTo>
                  <a:pt x="5343" y="57852"/>
                </a:lnTo>
                <a:lnTo>
                  <a:pt x="4733" y="59608"/>
                </a:lnTo>
                <a:lnTo>
                  <a:pt x="4160" y="61377"/>
                </a:lnTo>
                <a:lnTo>
                  <a:pt x="3624" y="63160"/>
                </a:lnTo>
                <a:lnTo>
                  <a:pt x="3125" y="64956"/>
                </a:lnTo>
                <a:lnTo>
                  <a:pt x="2662" y="66766"/>
                </a:lnTo>
                <a:lnTo>
                  <a:pt x="2237" y="68589"/>
                </a:lnTo>
                <a:lnTo>
                  <a:pt x="1849" y="70425"/>
                </a:lnTo>
                <a:lnTo>
                  <a:pt x="1498" y="72275"/>
                </a:lnTo>
                <a:lnTo>
                  <a:pt x="1183" y="74138"/>
                </a:lnTo>
                <a:lnTo>
                  <a:pt x="906" y="76015"/>
                </a:lnTo>
                <a:lnTo>
                  <a:pt x="666" y="77905"/>
                </a:lnTo>
                <a:lnTo>
                  <a:pt x="462" y="79808"/>
                </a:lnTo>
                <a:lnTo>
                  <a:pt x="296" y="81725"/>
                </a:lnTo>
                <a:lnTo>
                  <a:pt x="166" y="83655"/>
                </a:lnTo>
                <a:lnTo>
                  <a:pt x="74" y="85598"/>
                </a:lnTo>
                <a:lnTo>
                  <a:pt x="18" y="87555"/>
                </a:lnTo>
                <a:lnTo>
                  <a:pt x="0" y="89526"/>
                </a:lnTo>
                <a:lnTo>
                  <a:pt x="28" y="91967"/>
                </a:lnTo>
                <a:lnTo>
                  <a:pt x="112" y="94381"/>
                </a:lnTo>
                <a:lnTo>
                  <a:pt x="252" y="96768"/>
                </a:lnTo>
                <a:lnTo>
                  <a:pt x="449" y="99129"/>
                </a:lnTo>
                <a:lnTo>
                  <a:pt x="701" y="101462"/>
                </a:lnTo>
                <a:lnTo>
                  <a:pt x="1009" y="103769"/>
                </a:lnTo>
                <a:lnTo>
                  <a:pt x="1374" y="106050"/>
                </a:lnTo>
                <a:lnTo>
                  <a:pt x="1794" y="108303"/>
                </a:lnTo>
                <a:lnTo>
                  <a:pt x="2271" y="110529"/>
                </a:lnTo>
                <a:lnTo>
                  <a:pt x="2804" y="112729"/>
                </a:lnTo>
                <a:lnTo>
                  <a:pt x="3393" y="114902"/>
                </a:lnTo>
                <a:lnTo>
                  <a:pt x="4038" y="117048"/>
                </a:lnTo>
                <a:lnTo>
                  <a:pt x="4739" y="119168"/>
                </a:lnTo>
                <a:lnTo>
                  <a:pt x="5496" y="121260"/>
                </a:lnTo>
                <a:lnTo>
                  <a:pt x="6309" y="123326"/>
                </a:lnTo>
                <a:lnTo>
                  <a:pt x="7178" y="125365"/>
                </a:lnTo>
                <a:lnTo>
                  <a:pt x="8103" y="127377"/>
                </a:lnTo>
                <a:lnTo>
                  <a:pt x="9085" y="129363"/>
                </a:lnTo>
                <a:lnTo>
                  <a:pt x="10122" y="131321"/>
                </a:lnTo>
                <a:lnTo>
                  <a:pt x="11216" y="133253"/>
                </a:lnTo>
                <a:lnTo>
                  <a:pt x="12365" y="135158"/>
                </a:lnTo>
                <a:lnTo>
                  <a:pt x="13571" y="137037"/>
                </a:lnTo>
                <a:lnTo>
                  <a:pt x="14833" y="138888"/>
                </a:lnTo>
                <a:lnTo>
                  <a:pt x="16150" y="140713"/>
                </a:lnTo>
                <a:lnTo>
                  <a:pt x="17986" y="143097"/>
                </a:lnTo>
                <a:lnTo>
                  <a:pt x="19882" y="145379"/>
                </a:lnTo>
                <a:lnTo>
                  <a:pt x="21841" y="147561"/>
                </a:lnTo>
                <a:lnTo>
                  <a:pt x="23862" y="149640"/>
                </a:lnTo>
                <a:lnTo>
                  <a:pt x="25944" y="151619"/>
                </a:lnTo>
                <a:lnTo>
                  <a:pt x="28088" y="153495"/>
                </a:lnTo>
                <a:lnTo>
                  <a:pt x="30293" y="155271"/>
                </a:lnTo>
                <a:lnTo>
                  <a:pt x="32561" y="156945"/>
                </a:lnTo>
                <a:lnTo>
                  <a:pt x="34890" y="158517"/>
                </a:lnTo>
                <a:lnTo>
                  <a:pt x="37281" y="159988"/>
                </a:lnTo>
                <a:lnTo>
                  <a:pt x="39734" y="161358"/>
                </a:lnTo>
                <a:lnTo>
                  <a:pt x="42249" y="162626"/>
                </a:lnTo>
                <a:lnTo>
                  <a:pt x="44825" y="163793"/>
                </a:lnTo>
                <a:lnTo>
                  <a:pt x="47463" y="164858"/>
                </a:lnTo>
                <a:lnTo>
                  <a:pt x="50163" y="165822"/>
                </a:lnTo>
                <a:lnTo>
                  <a:pt x="52924" y="166684"/>
                </a:lnTo>
                <a:lnTo>
                  <a:pt x="55748" y="167445"/>
                </a:lnTo>
                <a:lnTo>
                  <a:pt x="58633" y="168104"/>
                </a:lnTo>
                <a:lnTo>
                  <a:pt x="61580" y="168662"/>
                </a:lnTo>
                <a:lnTo>
                  <a:pt x="64589" y="169119"/>
                </a:lnTo>
                <a:lnTo>
                  <a:pt x="67659" y="169474"/>
                </a:lnTo>
                <a:lnTo>
                  <a:pt x="70791" y="169727"/>
                </a:lnTo>
                <a:lnTo>
                  <a:pt x="73985" y="169880"/>
                </a:lnTo>
                <a:lnTo>
                  <a:pt x="77241" y="169930"/>
                </a:lnTo>
                <a:lnTo>
                  <a:pt x="79054" y="169913"/>
                </a:lnTo>
                <a:lnTo>
                  <a:pt x="80847" y="169862"/>
                </a:lnTo>
                <a:lnTo>
                  <a:pt x="82619" y="169777"/>
                </a:lnTo>
                <a:lnTo>
                  <a:pt x="84370" y="169658"/>
                </a:lnTo>
                <a:lnTo>
                  <a:pt x="86101" y="169505"/>
                </a:lnTo>
                <a:lnTo>
                  <a:pt x="87811" y="169318"/>
                </a:lnTo>
                <a:lnTo>
                  <a:pt x="89500" y="169097"/>
                </a:lnTo>
                <a:lnTo>
                  <a:pt x="91168" y="168841"/>
                </a:lnTo>
                <a:lnTo>
                  <a:pt x="92815" y="168552"/>
                </a:lnTo>
                <a:lnTo>
                  <a:pt x="94442" y="168229"/>
                </a:lnTo>
                <a:lnTo>
                  <a:pt x="96048" y="167871"/>
                </a:lnTo>
                <a:lnTo>
                  <a:pt x="97634" y="167480"/>
                </a:lnTo>
                <a:lnTo>
                  <a:pt x="99199" y="167055"/>
                </a:lnTo>
                <a:lnTo>
                  <a:pt x="100743" y="166595"/>
                </a:lnTo>
                <a:lnTo>
                  <a:pt x="102266" y="166102"/>
                </a:lnTo>
                <a:lnTo>
                  <a:pt x="103768" y="165574"/>
                </a:lnTo>
                <a:lnTo>
                  <a:pt x="105250" y="165013"/>
                </a:lnTo>
                <a:lnTo>
                  <a:pt x="106711" y="164417"/>
                </a:lnTo>
                <a:lnTo>
                  <a:pt x="108152" y="163787"/>
                </a:lnTo>
                <a:lnTo>
                  <a:pt x="109571" y="163124"/>
                </a:lnTo>
                <a:lnTo>
                  <a:pt x="110970" y="162426"/>
                </a:lnTo>
                <a:lnTo>
                  <a:pt x="112348" y="161694"/>
                </a:lnTo>
                <a:lnTo>
                  <a:pt x="113706" y="160929"/>
                </a:lnTo>
                <a:lnTo>
                  <a:pt x="115042" y="160129"/>
                </a:lnTo>
                <a:lnTo>
                  <a:pt x="116362" y="159292"/>
                </a:lnTo>
                <a:lnTo>
                  <a:pt x="117667" y="158416"/>
                </a:lnTo>
                <a:lnTo>
                  <a:pt x="118959" y="157501"/>
                </a:lnTo>
                <a:lnTo>
                  <a:pt x="120237" y="156546"/>
                </a:lnTo>
                <a:lnTo>
                  <a:pt x="121501" y="155552"/>
                </a:lnTo>
                <a:lnTo>
                  <a:pt x="122752" y="154519"/>
                </a:lnTo>
                <a:lnTo>
                  <a:pt x="123988" y="153446"/>
                </a:lnTo>
                <a:lnTo>
                  <a:pt x="125211" y="152334"/>
                </a:lnTo>
                <a:lnTo>
                  <a:pt x="126420" y="151183"/>
                </a:lnTo>
                <a:lnTo>
                  <a:pt x="127615" y="149992"/>
                </a:lnTo>
                <a:lnTo>
                  <a:pt x="128796" y="148762"/>
                </a:lnTo>
                <a:lnTo>
                  <a:pt x="129964" y="147493"/>
                </a:lnTo>
                <a:lnTo>
                  <a:pt x="131118" y="146185"/>
                </a:lnTo>
                <a:lnTo>
                  <a:pt x="132257" y="144837"/>
                </a:lnTo>
                <a:lnTo>
                  <a:pt x="133383" y="143450"/>
                </a:lnTo>
                <a:lnTo>
                  <a:pt x="134496" y="142023"/>
                </a:lnTo>
                <a:lnTo>
                  <a:pt x="135594" y="140557"/>
                </a:lnTo>
                <a:lnTo>
                  <a:pt x="136679" y="139052"/>
                </a:lnTo>
                <a:lnTo>
                  <a:pt x="137749" y="137508"/>
                </a:lnTo>
                <a:lnTo>
                  <a:pt x="138806" y="135924"/>
                </a:lnTo>
                <a:lnTo>
                  <a:pt x="139849" y="134301"/>
                </a:lnTo>
                <a:lnTo>
                  <a:pt x="140879" y="132639"/>
                </a:lnTo>
                <a:lnTo>
                  <a:pt x="141894" y="130937"/>
                </a:lnTo>
                <a:lnTo>
                  <a:pt x="142896" y="129196"/>
                </a:lnTo>
                <a:lnTo>
                  <a:pt x="139268" y="126863"/>
                </a:lnTo>
                <a:lnTo>
                  <a:pt x="138092" y="128478"/>
                </a:lnTo>
                <a:lnTo>
                  <a:pt x="136924" y="130049"/>
                </a:lnTo>
                <a:lnTo>
                  <a:pt x="135764" y="131574"/>
                </a:lnTo>
                <a:lnTo>
                  <a:pt x="134613" y="133054"/>
                </a:lnTo>
                <a:lnTo>
                  <a:pt x="133469" y="134488"/>
                </a:lnTo>
                <a:lnTo>
                  <a:pt x="132334" y="135878"/>
                </a:lnTo>
                <a:lnTo>
                  <a:pt x="131207" y="137222"/>
                </a:lnTo>
                <a:lnTo>
                  <a:pt x="130087" y="138520"/>
                </a:lnTo>
                <a:lnTo>
                  <a:pt x="128976" y="139774"/>
                </a:lnTo>
                <a:lnTo>
                  <a:pt x="127874" y="140982"/>
                </a:lnTo>
                <a:lnTo>
                  <a:pt x="126779" y="142144"/>
                </a:lnTo>
                <a:lnTo>
                  <a:pt x="125692" y="143262"/>
                </a:lnTo>
                <a:lnTo>
                  <a:pt x="124614" y="144334"/>
                </a:lnTo>
                <a:lnTo>
                  <a:pt x="123543" y="145361"/>
                </a:lnTo>
                <a:lnTo>
                  <a:pt x="122481" y="146342"/>
                </a:lnTo>
                <a:lnTo>
                  <a:pt x="121427" y="147278"/>
                </a:lnTo>
                <a:lnTo>
                  <a:pt x="120381" y="148169"/>
                </a:lnTo>
                <a:lnTo>
                  <a:pt x="119343" y="149015"/>
                </a:lnTo>
                <a:lnTo>
                  <a:pt x="118314" y="149815"/>
                </a:lnTo>
                <a:lnTo>
                  <a:pt x="117292" y="150570"/>
                </a:lnTo>
                <a:lnTo>
                  <a:pt x="116279" y="151279"/>
                </a:lnTo>
                <a:lnTo>
                  <a:pt x="115273" y="151944"/>
                </a:lnTo>
                <a:lnTo>
                  <a:pt x="114276" y="152563"/>
                </a:lnTo>
                <a:lnTo>
                  <a:pt x="113287" y="153136"/>
                </a:lnTo>
                <a:lnTo>
                  <a:pt x="112296" y="153676"/>
                </a:lnTo>
                <a:lnTo>
                  <a:pt x="111292" y="154192"/>
                </a:lnTo>
                <a:lnTo>
                  <a:pt x="110275" y="154686"/>
                </a:lnTo>
                <a:lnTo>
                  <a:pt x="109246" y="155157"/>
                </a:lnTo>
                <a:lnTo>
                  <a:pt x="108204" y="155604"/>
                </a:lnTo>
                <a:lnTo>
                  <a:pt x="107150" y="156029"/>
                </a:lnTo>
                <a:lnTo>
                  <a:pt x="106083" y="156431"/>
                </a:lnTo>
                <a:lnTo>
                  <a:pt x="105004" y="156810"/>
                </a:lnTo>
                <a:lnTo>
                  <a:pt x="103912" y="157166"/>
                </a:lnTo>
                <a:lnTo>
                  <a:pt x="102807" y="157499"/>
                </a:lnTo>
                <a:lnTo>
                  <a:pt x="101690" y="157808"/>
                </a:lnTo>
                <a:lnTo>
                  <a:pt x="100560" y="158095"/>
                </a:lnTo>
                <a:lnTo>
                  <a:pt x="99417" y="158360"/>
                </a:lnTo>
                <a:lnTo>
                  <a:pt x="98262" y="158601"/>
                </a:lnTo>
                <a:lnTo>
                  <a:pt x="97094" y="158819"/>
                </a:lnTo>
                <a:lnTo>
                  <a:pt x="95914" y="159014"/>
                </a:lnTo>
                <a:lnTo>
                  <a:pt x="94721" y="159186"/>
                </a:lnTo>
                <a:lnTo>
                  <a:pt x="93516" y="159335"/>
                </a:lnTo>
                <a:lnTo>
                  <a:pt x="92298" y="159462"/>
                </a:lnTo>
                <a:lnTo>
                  <a:pt x="91067" y="159565"/>
                </a:lnTo>
                <a:lnTo>
                  <a:pt x="89824" y="159645"/>
                </a:lnTo>
                <a:lnTo>
                  <a:pt x="88568" y="159703"/>
                </a:lnTo>
                <a:lnTo>
                  <a:pt x="87300" y="159737"/>
                </a:lnTo>
                <a:lnTo>
                  <a:pt x="86018" y="159749"/>
                </a:lnTo>
                <a:lnTo>
                  <a:pt x="84543" y="159734"/>
                </a:lnTo>
                <a:lnTo>
                  <a:pt x="83081" y="159690"/>
                </a:lnTo>
                <a:lnTo>
                  <a:pt x="81633" y="159617"/>
                </a:lnTo>
                <a:lnTo>
                  <a:pt x="80198" y="159514"/>
                </a:lnTo>
                <a:lnTo>
                  <a:pt x="78777" y="159383"/>
                </a:lnTo>
                <a:lnTo>
                  <a:pt x="77369" y="159221"/>
                </a:lnTo>
                <a:lnTo>
                  <a:pt x="75975" y="159031"/>
                </a:lnTo>
                <a:lnTo>
                  <a:pt x="74595" y="158811"/>
                </a:lnTo>
                <a:lnTo>
                  <a:pt x="73228" y="158563"/>
                </a:lnTo>
                <a:lnTo>
                  <a:pt x="71875" y="158284"/>
                </a:lnTo>
                <a:lnTo>
                  <a:pt x="70536" y="157977"/>
                </a:lnTo>
                <a:lnTo>
                  <a:pt x="69210" y="157640"/>
                </a:lnTo>
                <a:lnTo>
                  <a:pt x="67898" y="157274"/>
                </a:lnTo>
                <a:lnTo>
                  <a:pt x="66599" y="156879"/>
                </a:lnTo>
                <a:lnTo>
                  <a:pt x="65314" y="156454"/>
                </a:lnTo>
                <a:lnTo>
                  <a:pt x="64042" y="156000"/>
                </a:lnTo>
                <a:lnTo>
                  <a:pt x="62785" y="155517"/>
                </a:lnTo>
                <a:lnTo>
                  <a:pt x="61541" y="155005"/>
                </a:lnTo>
                <a:lnTo>
                  <a:pt x="60310" y="154463"/>
                </a:lnTo>
                <a:lnTo>
                  <a:pt x="59093" y="153892"/>
                </a:lnTo>
                <a:lnTo>
                  <a:pt x="57890" y="153292"/>
                </a:lnTo>
                <a:lnTo>
                  <a:pt x="56700" y="152662"/>
                </a:lnTo>
                <a:lnTo>
                  <a:pt x="55524" y="152003"/>
                </a:lnTo>
                <a:lnTo>
                  <a:pt x="54361" y="151315"/>
                </a:lnTo>
                <a:lnTo>
                  <a:pt x="53218" y="150599"/>
                </a:lnTo>
                <a:lnTo>
                  <a:pt x="52098" y="149858"/>
                </a:lnTo>
                <a:lnTo>
                  <a:pt x="51003" y="149091"/>
                </a:lnTo>
                <a:lnTo>
                  <a:pt x="49932" y="148299"/>
                </a:lnTo>
                <a:lnTo>
                  <a:pt x="48885" y="147481"/>
                </a:lnTo>
                <a:lnTo>
                  <a:pt x="47862" y="146637"/>
                </a:lnTo>
                <a:lnTo>
                  <a:pt x="46864" y="145768"/>
                </a:lnTo>
                <a:lnTo>
                  <a:pt x="45890" y="144873"/>
                </a:lnTo>
                <a:lnTo>
                  <a:pt x="44939" y="143952"/>
                </a:lnTo>
                <a:lnTo>
                  <a:pt x="44013" y="143006"/>
                </a:lnTo>
                <a:lnTo>
                  <a:pt x="43112" y="142035"/>
                </a:lnTo>
                <a:lnTo>
                  <a:pt x="42234" y="141037"/>
                </a:lnTo>
                <a:lnTo>
                  <a:pt x="41380" y="140014"/>
                </a:lnTo>
                <a:lnTo>
                  <a:pt x="40551" y="138966"/>
                </a:lnTo>
                <a:lnTo>
                  <a:pt x="39746" y="137891"/>
                </a:lnTo>
                <a:lnTo>
                  <a:pt x="38965" y="136792"/>
                </a:lnTo>
                <a:lnTo>
                  <a:pt x="38208" y="135666"/>
                </a:lnTo>
                <a:lnTo>
                  <a:pt x="37476" y="134515"/>
                </a:lnTo>
                <a:lnTo>
                  <a:pt x="36767" y="133339"/>
                </a:lnTo>
                <a:lnTo>
                  <a:pt x="36083" y="132136"/>
                </a:lnTo>
                <a:lnTo>
                  <a:pt x="35423" y="130908"/>
                </a:lnTo>
                <a:lnTo>
                  <a:pt x="34787" y="129655"/>
                </a:lnTo>
                <a:lnTo>
                  <a:pt x="34176" y="128376"/>
                </a:lnTo>
                <a:lnTo>
                  <a:pt x="33588" y="127071"/>
                </a:lnTo>
                <a:lnTo>
                  <a:pt x="33025" y="125743"/>
                </a:lnTo>
                <a:lnTo>
                  <a:pt x="32485" y="124396"/>
                </a:lnTo>
                <a:lnTo>
                  <a:pt x="31970" y="123028"/>
                </a:lnTo>
                <a:lnTo>
                  <a:pt x="31478" y="121640"/>
                </a:lnTo>
                <a:lnTo>
                  <a:pt x="31011" y="120233"/>
                </a:lnTo>
                <a:lnTo>
                  <a:pt x="30567" y="118806"/>
                </a:lnTo>
                <a:lnTo>
                  <a:pt x="30148" y="117358"/>
                </a:lnTo>
                <a:lnTo>
                  <a:pt x="29752" y="115891"/>
                </a:lnTo>
                <a:lnTo>
                  <a:pt x="29380" y="114404"/>
                </a:lnTo>
                <a:lnTo>
                  <a:pt x="29033" y="112897"/>
                </a:lnTo>
                <a:lnTo>
                  <a:pt x="28709" y="111370"/>
                </a:lnTo>
                <a:lnTo>
                  <a:pt x="28409" y="109823"/>
                </a:lnTo>
                <a:lnTo>
                  <a:pt x="28134" y="108257"/>
                </a:lnTo>
                <a:lnTo>
                  <a:pt x="27882" y="106670"/>
                </a:lnTo>
                <a:lnTo>
                  <a:pt x="27654" y="105064"/>
                </a:lnTo>
                <a:lnTo>
                  <a:pt x="27450" y="103437"/>
                </a:lnTo>
                <a:lnTo>
                  <a:pt x="27271" y="101791"/>
                </a:lnTo>
                <a:lnTo>
                  <a:pt x="27115" y="100124"/>
                </a:lnTo>
                <a:lnTo>
                  <a:pt x="26983" y="98438"/>
                </a:lnTo>
                <a:lnTo>
                  <a:pt x="26875" y="96732"/>
                </a:lnTo>
                <a:lnTo>
                  <a:pt x="26791" y="95006"/>
                </a:lnTo>
                <a:lnTo>
                  <a:pt x="26731" y="93260"/>
                </a:lnTo>
                <a:lnTo>
                  <a:pt x="26695" y="91494"/>
                </a:lnTo>
                <a:lnTo>
                  <a:pt x="26683" y="89709"/>
                </a:lnTo>
                <a:lnTo>
                  <a:pt x="26696" y="87547"/>
                </a:lnTo>
                <a:lnTo>
                  <a:pt x="26734" y="85415"/>
                </a:lnTo>
                <a:lnTo>
                  <a:pt x="26798" y="83312"/>
                </a:lnTo>
                <a:lnTo>
                  <a:pt x="26886" y="81239"/>
                </a:lnTo>
                <a:lnTo>
                  <a:pt x="27001" y="79196"/>
                </a:lnTo>
                <a:lnTo>
                  <a:pt x="27140" y="77183"/>
                </a:lnTo>
                <a:lnTo>
                  <a:pt x="27306" y="75199"/>
                </a:lnTo>
                <a:lnTo>
                  <a:pt x="27496" y="73245"/>
                </a:lnTo>
                <a:lnTo>
                  <a:pt x="27712" y="71321"/>
                </a:lnTo>
                <a:lnTo>
                  <a:pt x="27953" y="69426"/>
                </a:lnTo>
                <a:lnTo>
                  <a:pt x="28220" y="67561"/>
                </a:lnTo>
                <a:lnTo>
                  <a:pt x="28512" y="65726"/>
                </a:lnTo>
                <a:lnTo>
                  <a:pt x="28829" y="63921"/>
                </a:lnTo>
                <a:lnTo>
                  <a:pt x="29172" y="62145"/>
                </a:lnTo>
                <a:lnTo>
                  <a:pt x="29541" y="60399"/>
                </a:lnTo>
                <a:lnTo>
                  <a:pt x="29934" y="58682"/>
                </a:lnTo>
                <a:lnTo>
                  <a:pt x="30353" y="56995"/>
                </a:lnTo>
                <a:lnTo>
                  <a:pt x="30798" y="55338"/>
                </a:lnTo>
                <a:lnTo>
                  <a:pt x="31268" y="53711"/>
                </a:lnTo>
                <a:lnTo>
                  <a:pt x="31763" y="52113"/>
                </a:lnTo>
                <a:lnTo>
                  <a:pt x="32283" y="50545"/>
                </a:lnTo>
                <a:lnTo>
                  <a:pt x="32829" y="49007"/>
                </a:lnTo>
                <a:lnTo>
                  <a:pt x="33401" y="47498"/>
                </a:lnTo>
                <a:lnTo>
                  <a:pt x="33998" y="46019"/>
                </a:lnTo>
                <a:lnTo>
                  <a:pt x="34617" y="44572"/>
                </a:lnTo>
                <a:lnTo>
                  <a:pt x="35255" y="43157"/>
                </a:lnTo>
                <a:lnTo>
                  <a:pt x="35911" y="41776"/>
                </a:lnTo>
                <a:lnTo>
                  <a:pt x="36587" y="40428"/>
                </a:lnTo>
                <a:lnTo>
                  <a:pt x="37282" y="39113"/>
                </a:lnTo>
                <a:lnTo>
                  <a:pt x="37995" y="37831"/>
                </a:lnTo>
                <a:lnTo>
                  <a:pt x="38728" y="36583"/>
                </a:lnTo>
                <a:lnTo>
                  <a:pt x="39479" y="35367"/>
                </a:lnTo>
                <a:lnTo>
                  <a:pt x="40249" y="34185"/>
                </a:lnTo>
                <a:lnTo>
                  <a:pt x="41038" y="33036"/>
                </a:lnTo>
                <a:lnTo>
                  <a:pt x="41846" y="31920"/>
                </a:lnTo>
                <a:lnTo>
                  <a:pt x="42673" y="30837"/>
                </a:lnTo>
                <a:lnTo>
                  <a:pt x="43519" y="29787"/>
                </a:lnTo>
                <a:lnTo>
                  <a:pt x="44383" y="28771"/>
                </a:lnTo>
                <a:lnTo>
                  <a:pt x="45267" y="27787"/>
                </a:lnTo>
                <a:lnTo>
                  <a:pt x="46169" y="26837"/>
                </a:lnTo>
                <a:lnTo>
                  <a:pt x="47090" y="25920"/>
                </a:lnTo>
                <a:lnTo>
                  <a:pt x="48031" y="25036"/>
                </a:lnTo>
                <a:lnTo>
                  <a:pt x="48990" y="24186"/>
                </a:lnTo>
                <a:lnTo>
                  <a:pt x="49968" y="23368"/>
                </a:lnTo>
                <a:lnTo>
                  <a:pt x="50965" y="22584"/>
                </a:lnTo>
                <a:lnTo>
                  <a:pt x="51980" y="21832"/>
                </a:lnTo>
                <a:lnTo>
                  <a:pt x="53015" y="21114"/>
                </a:lnTo>
                <a:lnTo>
                  <a:pt x="54069" y="20429"/>
                </a:lnTo>
                <a:lnTo>
                  <a:pt x="55137" y="19775"/>
                </a:lnTo>
                <a:lnTo>
                  <a:pt x="56216" y="19148"/>
                </a:lnTo>
                <a:lnTo>
                  <a:pt x="57305" y="18549"/>
                </a:lnTo>
                <a:lnTo>
                  <a:pt x="58405" y="17978"/>
                </a:lnTo>
                <a:lnTo>
                  <a:pt x="59516" y="17434"/>
                </a:lnTo>
                <a:lnTo>
                  <a:pt x="60637" y="16919"/>
                </a:lnTo>
                <a:lnTo>
                  <a:pt x="61769" y="16431"/>
                </a:lnTo>
                <a:lnTo>
                  <a:pt x="62911" y="15972"/>
                </a:lnTo>
                <a:lnTo>
                  <a:pt x="64064" y="15540"/>
                </a:lnTo>
                <a:lnTo>
                  <a:pt x="65227" y="15136"/>
                </a:lnTo>
                <a:lnTo>
                  <a:pt x="66401" y="14760"/>
                </a:lnTo>
                <a:lnTo>
                  <a:pt x="67586" y="14411"/>
                </a:lnTo>
                <a:lnTo>
                  <a:pt x="68781" y="14091"/>
                </a:lnTo>
                <a:lnTo>
                  <a:pt x="69987" y="13798"/>
                </a:lnTo>
                <a:lnTo>
                  <a:pt x="71203" y="13534"/>
                </a:lnTo>
                <a:lnTo>
                  <a:pt x="72430" y="13297"/>
                </a:lnTo>
                <a:lnTo>
                  <a:pt x="73667" y="13088"/>
                </a:lnTo>
                <a:lnTo>
                  <a:pt x="74915" y="12907"/>
                </a:lnTo>
                <a:lnTo>
                  <a:pt x="76174" y="12754"/>
                </a:lnTo>
                <a:lnTo>
                  <a:pt x="77443" y="12628"/>
                </a:lnTo>
                <a:lnTo>
                  <a:pt x="78722" y="12531"/>
                </a:lnTo>
                <a:lnTo>
                  <a:pt x="80012" y="12461"/>
                </a:lnTo>
                <a:lnTo>
                  <a:pt x="81313" y="12419"/>
                </a:lnTo>
                <a:lnTo>
                  <a:pt x="82625" y="12405"/>
                </a:lnTo>
                <a:lnTo>
                  <a:pt x="84185" y="12424"/>
                </a:lnTo>
                <a:lnTo>
                  <a:pt x="85728" y="12480"/>
                </a:lnTo>
                <a:lnTo>
                  <a:pt x="87251" y="12572"/>
                </a:lnTo>
                <a:lnTo>
                  <a:pt x="88756" y="12702"/>
                </a:lnTo>
                <a:lnTo>
                  <a:pt x="90242" y="12869"/>
                </a:lnTo>
                <a:lnTo>
                  <a:pt x="91709" y="13073"/>
                </a:lnTo>
                <a:lnTo>
                  <a:pt x="93158" y="13314"/>
                </a:lnTo>
                <a:lnTo>
                  <a:pt x="94588" y="13592"/>
                </a:lnTo>
                <a:lnTo>
                  <a:pt x="95999" y="13907"/>
                </a:lnTo>
                <a:lnTo>
                  <a:pt x="97392" y="14259"/>
                </a:lnTo>
                <a:lnTo>
                  <a:pt x="98766" y="14649"/>
                </a:lnTo>
                <a:lnTo>
                  <a:pt x="100121" y="15075"/>
                </a:lnTo>
                <a:lnTo>
                  <a:pt x="101457" y="15539"/>
                </a:lnTo>
                <a:lnTo>
                  <a:pt x="102775" y="16039"/>
                </a:lnTo>
                <a:lnTo>
                  <a:pt x="104074" y="16577"/>
                </a:lnTo>
                <a:lnTo>
                  <a:pt x="105355" y="17152"/>
                </a:lnTo>
                <a:lnTo>
                  <a:pt x="106616" y="17764"/>
                </a:lnTo>
                <a:lnTo>
                  <a:pt x="107860" y="18412"/>
                </a:lnTo>
                <a:lnTo>
                  <a:pt x="109084" y="19098"/>
                </a:lnTo>
                <a:lnTo>
                  <a:pt x="110290" y="19821"/>
                </a:lnTo>
                <a:lnTo>
                  <a:pt x="111477" y="20582"/>
                </a:lnTo>
                <a:lnTo>
                  <a:pt x="112645" y="21379"/>
                </a:lnTo>
                <a:lnTo>
                  <a:pt x="113794" y="22213"/>
                </a:lnTo>
                <a:lnTo>
                  <a:pt x="114925" y="23085"/>
                </a:lnTo>
                <a:lnTo>
                  <a:pt x="116036" y="23998"/>
                </a:lnTo>
                <a:lnTo>
                  <a:pt x="117125" y="24958"/>
                </a:lnTo>
                <a:lnTo>
                  <a:pt x="118193" y="25966"/>
                </a:lnTo>
                <a:lnTo>
                  <a:pt x="119239" y="27021"/>
                </a:lnTo>
                <a:lnTo>
                  <a:pt x="120264" y="28123"/>
                </a:lnTo>
                <a:lnTo>
                  <a:pt x="121267" y="29273"/>
                </a:lnTo>
                <a:lnTo>
                  <a:pt x="122249" y="30470"/>
                </a:lnTo>
                <a:lnTo>
                  <a:pt x="123209" y="31714"/>
                </a:lnTo>
                <a:lnTo>
                  <a:pt x="124147" y="33005"/>
                </a:lnTo>
                <a:lnTo>
                  <a:pt x="125064" y="34344"/>
                </a:lnTo>
                <a:lnTo>
                  <a:pt x="125959" y="35730"/>
                </a:lnTo>
                <a:lnTo>
                  <a:pt x="126833" y="37163"/>
                </a:lnTo>
                <a:lnTo>
                  <a:pt x="127686" y="38644"/>
                </a:lnTo>
                <a:lnTo>
                  <a:pt x="128516" y="40171"/>
                </a:lnTo>
                <a:lnTo>
                  <a:pt x="129326" y="41746"/>
                </a:lnTo>
                <a:lnTo>
                  <a:pt x="130113" y="43368"/>
                </a:lnTo>
                <a:lnTo>
                  <a:pt x="130880" y="45038"/>
                </a:lnTo>
                <a:lnTo>
                  <a:pt x="131624" y="46755"/>
                </a:lnTo>
                <a:lnTo>
                  <a:pt x="132347" y="48519"/>
                </a:lnTo>
                <a:lnTo>
                  <a:pt x="133049" y="50330"/>
                </a:lnTo>
                <a:lnTo>
                  <a:pt x="133729" y="52189"/>
                </a:lnTo>
                <a:lnTo>
                  <a:pt x="134388" y="54094"/>
                </a:lnTo>
                <a:lnTo>
                  <a:pt x="135025" y="56047"/>
                </a:lnTo>
                <a:lnTo>
                  <a:pt x="135640" y="58048"/>
                </a:lnTo>
                <a:lnTo>
                  <a:pt x="139268" y="58048"/>
                </a:lnTo>
                <a:lnTo>
                  <a:pt x="135640" y="4213"/>
                </a:lnTo>
                <a:lnTo>
                  <a:pt x="131544" y="4213"/>
                </a:lnTo>
                <a:lnTo>
                  <a:pt x="131434" y="4677"/>
                </a:lnTo>
                <a:lnTo>
                  <a:pt x="131317" y="5132"/>
                </a:lnTo>
                <a:lnTo>
                  <a:pt x="131195" y="5579"/>
                </a:lnTo>
                <a:close/>
                <a:moveTo>
                  <a:pt x="207223" y="56369"/>
                </a:moveTo>
                <a:lnTo>
                  <a:pt x="206133" y="56477"/>
                </a:lnTo>
                <a:lnTo>
                  <a:pt x="205048" y="56610"/>
                </a:lnTo>
                <a:lnTo>
                  <a:pt x="203968" y="56767"/>
                </a:lnTo>
                <a:lnTo>
                  <a:pt x="202892" y="56948"/>
                </a:lnTo>
                <a:lnTo>
                  <a:pt x="201822" y="57154"/>
                </a:lnTo>
                <a:lnTo>
                  <a:pt x="200757" y="57383"/>
                </a:lnTo>
                <a:lnTo>
                  <a:pt x="199696" y="57637"/>
                </a:lnTo>
                <a:lnTo>
                  <a:pt x="198640" y="57914"/>
                </a:lnTo>
                <a:lnTo>
                  <a:pt x="197589" y="58216"/>
                </a:lnTo>
                <a:lnTo>
                  <a:pt x="196543" y="58542"/>
                </a:lnTo>
                <a:lnTo>
                  <a:pt x="195502" y="58893"/>
                </a:lnTo>
                <a:lnTo>
                  <a:pt x="194466" y="59267"/>
                </a:lnTo>
                <a:lnTo>
                  <a:pt x="193435" y="59665"/>
                </a:lnTo>
                <a:lnTo>
                  <a:pt x="192408" y="60088"/>
                </a:lnTo>
                <a:lnTo>
                  <a:pt x="191387" y="60535"/>
                </a:lnTo>
                <a:lnTo>
                  <a:pt x="190370" y="61006"/>
                </a:lnTo>
                <a:lnTo>
                  <a:pt x="189358" y="61501"/>
                </a:lnTo>
                <a:lnTo>
                  <a:pt x="188351" y="62020"/>
                </a:lnTo>
                <a:lnTo>
                  <a:pt x="187349" y="62564"/>
                </a:lnTo>
                <a:lnTo>
                  <a:pt x="186352" y="63131"/>
                </a:lnTo>
                <a:lnTo>
                  <a:pt x="185365" y="63724"/>
                </a:lnTo>
                <a:lnTo>
                  <a:pt x="184394" y="64344"/>
                </a:lnTo>
                <a:lnTo>
                  <a:pt x="183440" y="64989"/>
                </a:lnTo>
                <a:lnTo>
                  <a:pt x="182501" y="65661"/>
                </a:lnTo>
                <a:lnTo>
                  <a:pt x="181579" y="66360"/>
                </a:lnTo>
                <a:lnTo>
                  <a:pt x="180672" y="67084"/>
                </a:lnTo>
                <a:lnTo>
                  <a:pt x="179782" y="67836"/>
                </a:lnTo>
                <a:lnTo>
                  <a:pt x="178907" y="68613"/>
                </a:lnTo>
                <a:lnTo>
                  <a:pt x="178049" y="69417"/>
                </a:lnTo>
                <a:lnTo>
                  <a:pt x="177207" y="70248"/>
                </a:lnTo>
                <a:lnTo>
                  <a:pt x="176381" y="71104"/>
                </a:lnTo>
                <a:lnTo>
                  <a:pt x="175570" y="71987"/>
                </a:lnTo>
                <a:lnTo>
                  <a:pt x="174776" y="72897"/>
                </a:lnTo>
                <a:lnTo>
                  <a:pt x="173998" y="73833"/>
                </a:lnTo>
                <a:lnTo>
                  <a:pt x="173236" y="74795"/>
                </a:lnTo>
                <a:lnTo>
                  <a:pt x="172490" y="75784"/>
                </a:lnTo>
                <a:lnTo>
                  <a:pt x="171760" y="76799"/>
                </a:lnTo>
                <a:lnTo>
                  <a:pt x="171046" y="77840"/>
                </a:lnTo>
                <a:lnTo>
                  <a:pt x="170349" y="78908"/>
                </a:lnTo>
                <a:lnTo>
                  <a:pt x="169667" y="80002"/>
                </a:lnTo>
                <a:lnTo>
                  <a:pt x="169001" y="81123"/>
                </a:lnTo>
                <a:lnTo>
                  <a:pt x="168351" y="82270"/>
                </a:lnTo>
                <a:lnTo>
                  <a:pt x="167718" y="83444"/>
                </a:lnTo>
                <a:lnTo>
                  <a:pt x="167100" y="84643"/>
                </a:lnTo>
                <a:lnTo>
                  <a:pt x="166503" y="85857"/>
                </a:lnTo>
                <a:lnTo>
                  <a:pt x="165932" y="87071"/>
                </a:lnTo>
                <a:lnTo>
                  <a:pt x="165386" y="88285"/>
                </a:lnTo>
                <a:lnTo>
                  <a:pt x="164865" y="89500"/>
                </a:lnTo>
                <a:lnTo>
                  <a:pt x="164370" y="90716"/>
                </a:lnTo>
                <a:lnTo>
                  <a:pt x="163900" y="91932"/>
                </a:lnTo>
                <a:lnTo>
                  <a:pt x="163456" y="93149"/>
                </a:lnTo>
                <a:lnTo>
                  <a:pt x="163037" y="94367"/>
                </a:lnTo>
                <a:lnTo>
                  <a:pt x="162643" y="95585"/>
                </a:lnTo>
                <a:lnTo>
                  <a:pt x="162275" y="96804"/>
                </a:lnTo>
                <a:lnTo>
                  <a:pt x="161932" y="98023"/>
                </a:lnTo>
                <a:lnTo>
                  <a:pt x="161614" y="99243"/>
                </a:lnTo>
                <a:lnTo>
                  <a:pt x="161322" y="100464"/>
                </a:lnTo>
                <a:lnTo>
                  <a:pt x="161056" y="101685"/>
                </a:lnTo>
                <a:lnTo>
                  <a:pt x="160814" y="102907"/>
                </a:lnTo>
                <a:lnTo>
                  <a:pt x="160598" y="104129"/>
                </a:lnTo>
                <a:lnTo>
                  <a:pt x="160408" y="105352"/>
                </a:lnTo>
                <a:lnTo>
                  <a:pt x="160243" y="106576"/>
                </a:lnTo>
                <a:lnTo>
                  <a:pt x="160103" y="107800"/>
                </a:lnTo>
                <a:lnTo>
                  <a:pt x="159989" y="109025"/>
                </a:lnTo>
                <a:lnTo>
                  <a:pt x="159900" y="110250"/>
                </a:lnTo>
                <a:lnTo>
                  <a:pt x="159836" y="111477"/>
                </a:lnTo>
                <a:lnTo>
                  <a:pt x="159798" y="112703"/>
                </a:lnTo>
                <a:lnTo>
                  <a:pt x="159786" y="113931"/>
                </a:lnTo>
                <a:lnTo>
                  <a:pt x="159807" y="115609"/>
                </a:lnTo>
                <a:lnTo>
                  <a:pt x="159869" y="117274"/>
                </a:lnTo>
                <a:lnTo>
                  <a:pt x="159974" y="118925"/>
                </a:lnTo>
                <a:lnTo>
                  <a:pt x="160121" y="120562"/>
                </a:lnTo>
                <a:lnTo>
                  <a:pt x="160309" y="122185"/>
                </a:lnTo>
                <a:lnTo>
                  <a:pt x="160539" y="123794"/>
                </a:lnTo>
                <a:lnTo>
                  <a:pt x="160811" y="125390"/>
                </a:lnTo>
                <a:lnTo>
                  <a:pt x="161125" y="126972"/>
                </a:lnTo>
                <a:lnTo>
                  <a:pt x="161481" y="128540"/>
                </a:lnTo>
                <a:lnTo>
                  <a:pt x="161878" y="130094"/>
                </a:lnTo>
                <a:lnTo>
                  <a:pt x="162318" y="131635"/>
                </a:lnTo>
                <a:lnTo>
                  <a:pt x="162799" y="133161"/>
                </a:lnTo>
                <a:lnTo>
                  <a:pt x="163322" y="134674"/>
                </a:lnTo>
                <a:lnTo>
                  <a:pt x="163887" y="136173"/>
                </a:lnTo>
                <a:lnTo>
                  <a:pt x="164494" y="137658"/>
                </a:lnTo>
                <a:lnTo>
                  <a:pt x="165143" y="139130"/>
                </a:lnTo>
                <a:lnTo>
                  <a:pt x="165834" y="140587"/>
                </a:lnTo>
                <a:lnTo>
                  <a:pt x="166566" y="142031"/>
                </a:lnTo>
                <a:lnTo>
                  <a:pt x="167341" y="143461"/>
                </a:lnTo>
                <a:lnTo>
                  <a:pt x="168157" y="144877"/>
                </a:lnTo>
                <a:lnTo>
                  <a:pt x="169015" y="146280"/>
                </a:lnTo>
                <a:lnTo>
                  <a:pt x="169915" y="147668"/>
                </a:lnTo>
                <a:lnTo>
                  <a:pt x="170856" y="149043"/>
                </a:lnTo>
                <a:lnTo>
                  <a:pt x="171840" y="150404"/>
                </a:lnTo>
                <a:lnTo>
                  <a:pt x="173047" y="151978"/>
                </a:lnTo>
                <a:lnTo>
                  <a:pt x="174289" y="153486"/>
                </a:lnTo>
                <a:lnTo>
                  <a:pt x="175565" y="154926"/>
                </a:lnTo>
                <a:lnTo>
                  <a:pt x="176876" y="156299"/>
                </a:lnTo>
                <a:lnTo>
                  <a:pt x="178221" y="157605"/>
                </a:lnTo>
                <a:lnTo>
                  <a:pt x="179601" y="158845"/>
                </a:lnTo>
                <a:lnTo>
                  <a:pt x="181015" y="160017"/>
                </a:lnTo>
                <a:lnTo>
                  <a:pt x="182464" y="161122"/>
                </a:lnTo>
                <a:lnTo>
                  <a:pt x="183947" y="162160"/>
                </a:lnTo>
                <a:lnTo>
                  <a:pt x="185465" y="163132"/>
                </a:lnTo>
                <a:lnTo>
                  <a:pt x="187018" y="164036"/>
                </a:lnTo>
                <a:lnTo>
                  <a:pt x="188605" y="164873"/>
                </a:lnTo>
                <a:lnTo>
                  <a:pt x="190226" y="165644"/>
                </a:lnTo>
                <a:lnTo>
                  <a:pt x="191882" y="166347"/>
                </a:lnTo>
                <a:lnTo>
                  <a:pt x="193573" y="166983"/>
                </a:lnTo>
                <a:lnTo>
                  <a:pt x="195298" y="167553"/>
                </a:lnTo>
                <a:lnTo>
                  <a:pt x="197058" y="168055"/>
                </a:lnTo>
                <a:lnTo>
                  <a:pt x="198852" y="168491"/>
                </a:lnTo>
                <a:lnTo>
                  <a:pt x="200681" y="168859"/>
                </a:lnTo>
                <a:lnTo>
                  <a:pt x="202545" y="169160"/>
                </a:lnTo>
                <a:lnTo>
                  <a:pt x="204443" y="169395"/>
                </a:lnTo>
                <a:lnTo>
                  <a:pt x="206375" y="169562"/>
                </a:lnTo>
                <a:lnTo>
                  <a:pt x="208342" y="169663"/>
                </a:lnTo>
                <a:lnTo>
                  <a:pt x="210343" y="169696"/>
                </a:lnTo>
                <a:lnTo>
                  <a:pt x="211577" y="169683"/>
                </a:lnTo>
                <a:lnTo>
                  <a:pt x="212802" y="169644"/>
                </a:lnTo>
                <a:lnTo>
                  <a:pt x="214016" y="169579"/>
                </a:lnTo>
                <a:lnTo>
                  <a:pt x="215221" y="169488"/>
                </a:lnTo>
                <a:lnTo>
                  <a:pt x="216417" y="169372"/>
                </a:lnTo>
                <a:lnTo>
                  <a:pt x="217603" y="169229"/>
                </a:lnTo>
                <a:lnTo>
                  <a:pt x="218780" y="169060"/>
                </a:lnTo>
                <a:lnTo>
                  <a:pt x="219947" y="168865"/>
                </a:lnTo>
                <a:lnTo>
                  <a:pt x="221104" y="168644"/>
                </a:lnTo>
                <a:lnTo>
                  <a:pt x="222252" y="168397"/>
                </a:lnTo>
                <a:lnTo>
                  <a:pt x="223390" y="168124"/>
                </a:lnTo>
                <a:lnTo>
                  <a:pt x="224519" y="167826"/>
                </a:lnTo>
                <a:lnTo>
                  <a:pt x="225638" y="167501"/>
                </a:lnTo>
                <a:lnTo>
                  <a:pt x="226748" y="167150"/>
                </a:lnTo>
                <a:lnTo>
                  <a:pt x="227848" y="166773"/>
                </a:lnTo>
                <a:lnTo>
                  <a:pt x="228939" y="166371"/>
                </a:lnTo>
                <a:lnTo>
                  <a:pt x="230020" y="165942"/>
                </a:lnTo>
                <a:lnTo>
                  <a:pt x="231091" y="165487"/>
                </a:lnTo>
                <a:lnTo>
                  <a:pt x="232153" y="165007"/>
                </a:lnTo>
                <a:lnTo>
                  <a:pt x="233205" y="164500"/>
                </a:lnTo>
                <a:lnTo>
                  <a:pt x="234248" y="163967"/>
                </a:lnTo>
                <a:lnTo>
                  <a:pt x="235281" y="163409"/>
                </a:lnTo>
                <a:lnTo>
                  <a:pt x="236305" y="162824"/>
                </a:lnTo>
                <a:lnTo>
                  <a:pt x="237319" y="162214"/>
                </a:lnTo>
                <a:lnTo>
                  <a:pt x="238320" y="161577"/>
                </a:lnTo>
                <a:lnTo>
                  <a:pt x="239302" y="160916"/>
                </a:lnTo>
                <a:lnTo>
                  <a:pt x="240266" y="160230"/>
                </a:lnTo>
                <a:lnTo>
                  <a:pt x="241212" y="159518"/>
                </a:lnTo>
                <a:lnTo>
                  <a:pt x="242140" y="158781"/>
                </a:lnTo>
                <a:lnTo>
                  <a:pt x="243050" y="158019"/>
                </a:lnTo>
                <a:lnTo>
                  <a:pt x="243942" y="157232"/>
                </a:lnTo>
                <a:lnTo>
                  <a:pt x="244816" y="156420"/>
                </a:lnTo>
                <a:lnTo>
                  <a:pt x="245672" y="155583"/>
                </a:lnTo>
                <a:lnTo>
                  <a:pt x="246509" y="154720"/>
                </a:lnTo>
                <a:lnTo>
                  <a:pt x="247329" y="153832"/>
                </a:lnTo>
                <a:lnTo>
                  <a:pt x="248130" y="152920"/>
                </a:lnTo>
                <a:lnTo>
                  <a:pt x="248914" y="151982"/>
                </a:lnTo>
                <a:lnTo>
                  <a:pt x="249679" y="151018"/>
                </a:lnTo>
                <a:lnTo>
                  <a:pt x="250426" y="150030"/>
                </a:lnTo>
                <a:lnTo>
                  <a:pt x="251155" y="149017"/>
                </a:lnTo>
                <a:lnTo>
                  <a:pt x="251866" y="147978"/>
                </a:lnTo>
                <a:lnTo>
                  <a:pt x="252559" y="146914"/>
                </a:lnTo>
                <a:lnTo>
                  <a:pt x="253234" y="145825"/>
                </a:lnTo>
                <a:lnTo>
                  <a:pt x="253891" y="144711"/>
                </a:lnTo>
                <a:lnTo>
                  <a:pt x="254529" y="143572"/>
                </a:lnTo>
                <a:lnTo>
                  <a:pt x="255150" y="142407"/>
                </a:lnTo>
                <a:lnTo>
                  <a:pt x="255753" y="141218"/>
                </a:lnTo>
                <a:lnTo>
                  <a:pt x="256337" y="140003"/>
                </a:lnTo>
                <a:lnTo>
                  <a:pt x="256900" y="138776"/>
                </a:lnTo>
                <a:lnTo>
                  <a:pt x="257440" y="137550"/>
                </a:lnTo>
                <a:lnTo>
                  <a:pt x="257955" y="136326"/>
                </a:lnTo>
                <a:lnTo>
                  <a:pt x="258447" y="135102"/>
                </a:lnTo>
                <a:lnTo>
                  <a:pt x="258914" y="133880"/>
                </a:lnTo>
                <a:lnTo>
                  <a:pt x="259358" y="132659"/>
                </a:lnTo>
                <a:lnTo>
                  <a:pt x="259777" y="131440"/>
                </a:lnTo>
                <a:lnTo>
                  <a:pt x="260173" y="130221"/>
                </a:lnTo>
                <a:lnTo>
                  <a:pt x="260545" y="129004"/>
                </a:lnTo>
                <a:lnTo>
                  <a:pt x="260892" y="127788"/>
                </a:lnTo>
                <a:lnTo>
                  <a:pt x="261216" y="126573"/>
                </a:lnTo>
                <a:lnTo>
                  <a:pt x="261516" y="125359"/>
                </a:lnTo>
                <a:lnTo>
                  <a:pt x="261791" y="124147"/>
                </a:lnTo>
                <a:lnTo>
                  <a:pt x="262043" y="122936"/>
                </a:lnTo>
                <a:lnTo>
                  <a:pt x="262271" y="121726"/>
                </a:lnTo>
                <a:lnTo>
                  <a:pt x="262475" y="120517"/>
                </a:lnTo>
                <a:lnTo>
                  <a:pt x="262655" y="119310"/>
                </a:lnTo>
                <a:lnTo>
                  <a:pt x="262810" y="118103"/>
                </a:lnTo>
                <a:lnTo>
                  <a:pt x="262942" y="116898"/>
                </a:lnTo>
                <a:lnTo>
                  <a:pt x="263050" y="115695"/>
                </a:lnTo>
                <a:lnTo>
                  <a:pt x="263134" y="114492"/>
                </a:lnTo>
                <a:lnTo>
                  <a:pt x="263194" y="113291"/>
                </a:lnTo>
                <a:lnTo>
                  <a:pt x="263230" y="112090"/>
                </a:lnTo>
                <a:lnTo>
                  <a:pt x="263242" y="110891"/>
                </a:lnTo>
                <a:lnTo>
                  <a:pt x="263220" y="109194"/>
                </a:lnTo>
                <a:lnTo>
                  <a:pt x="263155" y="107514"/>
                </a:lnTo>
                <a:lnTo>
                  <a:pt x="263046" y="105849"/>
                </a:lnTo>
                <a:lnTo>
                  <a:pt x="262894" y="104201"/>
                </a:lnTo>
                <a:lnTo>
                  <a:pt x="262698" y="102569"/>
                </a:lnTo>
                <a:lnTo>
                  <a:pt x="262459" y="100953"/>
                </a:lnTo>
                <a:lnTo>
                  <a:pt x="262177" y="99353"/>
                </a:lnTo>
                <a:lnTo>
                  <a:pt x="261851" y="97770"/>
                </a:lnTo>
                <a:lnTo>
                  <a:pt x="261481" y="96203"/>
                </a:lnTo>
                <a:lnTo>
                  <a:pt x="261068" y="94652"/>
                </a:lnTo>
                <a:lnTo>
                  <a:pt x="260611" y="93118"/>
                </a:lnTo>
                <a:lnTo>
                  <a:pt x="260111" y="91599"/>
                </a:lnTo>
                <a:lnTo>
                  <a:pt x="259568" y="90097"/>
                </a:lnTo>
                <a:lnTo>
                  <a:pt x="258981" y="88612"/>
                </a:lnTo>
                <a:lnTo>
                  <a:pt x="258350" y="87142"/>
                </a:lnTo>
                <a:lnTo>
                  <a:pt x="257676" y="85689"/>
                </a:lnTo>
                <a:lnTo>
                  <a:pt x="256959" y="84252"/>
                </a:lnTo>
                <a:lnTo>
                  <a:pt x="256198" y="82831"/>
                </a:lnTo>
                <a:lnTo>
                  <a:pt x="255394" y="81427"/>
                </a:lnTo>
                <a:lnTo>
                  <a:pt x="254546" y="80038"/>
                </a:lnTo>
                <a:lnTo>
                  <a:pt x="253654" y="78666"/>
                </a:lnTo>
                <a:lnTo>
                  <a:pt x="252720" y="77311"/>
                </a:lnTo>
                <a:lnTo>
                  <a:pt x="251741" y="75971"/>
                </a:lnTo>
                <a:lnTo>
                  <a:pt x="250719" y="74648"/>
                </a:lnTo>
                <a:lnTo>
                  <a:pt x="249474" y="73141"/>
                </a:lnTo>
                <a:lnTo>
                  <a:pt x="248195" y="71698"/>
                </a:lnTo>
                <a:lnTo>
                  <a:pt x="246883" y="70319"/>
                </a:lnTo>
                <a:lnTo>
                  <a:pt x="245538" y="69004"/>
                </a:lnTo>
                <a:lnTo>
                  <a:pt x="244159" y="67753"/>
                </a:lnTo>
                <a:lnTo>
                  <a:pt x="242747" y="66566"/>
                </a:lnTo>
                <a:lnTo>
                  <a:pt x="241301" y="65444"/>
                </a:lnTo>
                <a:lnTo>
                  <a:pt x="239823" y="64385"/>
                </a:lnTo>
                <a:lnTo>
                  <a:pt x="238310" y="63391"/>
                </a:lnTo>
                <a:lnTo>
                  <a:pt x="236765" y="62461"/>
                </a:lnTo>
                <a:lnTo>
                  <a:pt x="235186" y="61595"/>
                </a:lnTo>
                <a:lnTo>
                  <a:pt x="233574" y="60794"/>
                </a:lnTo>
                <a:lnTo>
                  <a:pt x="231929" y="60056"/>
                </a:lnTo>
                <a:lnTo>
                  <a:pt x="230250" y="59382"/>
                </a:lnTo>
                <a:lnTo>
                  <a:pt x="228538" y="58773"/>
                </a:lnTo>
                <a:lnTo>
                  <a:pt x="226793" y="58228"/>
                </a:lnTo>
                <a:lnTo>
                  <a:pt x="225014" y="57747"/>
                </a:lnTo>
                <a:lnTo>
                  <a:pt x="223202" y="57330"/>
                </a:lnTo>
                <a:lnTo>
                  <a:pt x="221357" y="56977"/>
                </a:lnTo>
                <a:lnTo>
                  <a:pt x="219478" y="56688"/>
                </a:lnTo>
                <a:lnTo>
                  <a:pt x="217567" y="56464"/>
                </a:lnTo>
                <a:lnTo>
                  <a:pt x="215621" y="56304"/>
                </a:lnTo>
                <a:lnTo>
                  <a:pt x="213643" y="56207"/>
                </a:lnTo>
                <a:lnTo>
                  <a:pt x="211631" y="56175"/>
                </a:lnTo>
                <a:lnTo>
                  <a:pt x="210521" y="56187"/>
                </a:lnTo>
                <a:lnTo>
                  <a:pt x="209417" y="56224"/>
                </a:lnTo>
                <a:lnTo>
                  <a:pt x="208317" y="56284"/>
                </a:lnTo>
                <a:lnTo>
                  <a:pt x="207223" y="56369"/>
                </a:lnTo>
                <a:close/>
                <a:moveTo>
                  <a:pt x="212167" y="64211"/>
                </a:moveTo>
                <a:lnTo>
                  <a:pt x="213169" y="64386"/>
                </a:lnTo>
                <a:lnTo>
                  <a:pt x="214154" y="64601"/>
                </a:lnTo>
                <a:lnTo>
                  <a:pt x="215124" y="64854"/>
                </a:lnTo>
                <a:lnTo>
                  <a:pt x="216078" y="65146"/>
                </a:lnTo>
                <a:lnTo>
                  <a:pt x="217016" y="65477"/>
                </a:lnTo>
                <a:lnTo>
                  <a:pt x="217938" y="65847"/>
                </a:lnTo>
                <a:lnTo>
                  <a:pt x="218845" y="66256"/>
                </a:lnTo>
                <a:lnTo>
                  <a:pt x="219735" y="66705"/>
                </a:lnTo>
                <a:lnTo>
                  <a:pt x="220610" y="67192"/>
                </a:lnTo>
                <a:lnTo>
                  <a:pt x="221469" y="67717"/>
                </a:lnTo>
                <a:lnTo>
                  <a:pt x="222312" y="68282"/>
                </a:lnTo>
                <a:lnTo>
                  <a:pt x="223139" y="68886"/>
                </a:lnTo>
                <a:lnTo>
                  <a:pt x="223950" y="69529"/>
                </a:lnTo>
                <a:lnTo>
                  <a:pt x="224746" y="70211"/>
                </a:lnTo>
                <a:lnTo>
                  <a:pt x="225525" y="70932"/>
                </a:lnTo>
                <a:lnTo>
                  <a:pt x="226289" y="71691"/>
                </a:lnTo>
                <a:lnTo>
                  <a:pt x="227037" y="72490"/>
                </a:lnTo>
                <a:lnTo>
                  <a:pt x="227769" y="73328"/>
                </a:lnTo>
                <a:lnTo>
                  <a:pt x="228485" y="74204"/>
                </a:lnTo>
                <a:lnTo>
                  <a:pt x="229186" y="75120"/>
                </a:lnTo>
                <a:lnTo>
                  <a:pt x="230188" y="76505"/>
                </a:lnTo>
                <a:lnTo>
                  <a:pt x="231148" y="77932"/>
                </a:lnTo>
                <a:lnTo>
                  <a:pt x="232066" y="79401"/>
                </a:lnTo>
                <a:lnTo>
                  <a:pt x="232940" y="80913"/>
                </a:lnTo>
                <a:lnTo>
                  <a:pt x="233772" y="82467"/>
                </a:lnTo>
                <a:lnTo>
                  <a:pt x="234562" y="84063"/>
                </a:lnTo>
                <a:lnTo>
                  <a:pt x="235308" y="85701"/>
                </a:lnTo>
                <a:lnTo>
                  <a:pt x="236012" y="87381"/>
                </a:lnTo>
                <a:lnTo>
                  <a:pt x="236674" y="89104"/>
                </a:lnTo>
                <a:lnTo>
                  <a:pt x="237293" y="90869"/>
                </a:lnTo>
                <a:lnTo>
                  <a:pt x="237869" y="92676"/>
                </a:lnTo>
                <a:lnTo>
                  <a:pt x="238402" y="94525"/>
                </a:lnTo>
                <a:lnTo>
                  <a:pt x="238893" y="96417"/>
                </a:lnTo>
                <a:lnTo>
                  <a:pt x="239341" y="98350"/>
                </a:lnTo>
                <a:lnTo>
                  <a:pt x="239746" y="100326"/>
                </a:lnTo>
                <a:lnTo>
                  <a:pt x="240109" y="102344"/>
                </a:lnTo>
                <a:lnTo>
                  <a:pt x="240429" y="104405"/>
                </a:lnTo>
                <a:lnTo>
                  <a:pt x="240706" y="106507"/>
                </a:lnTo>
                <a:lnTo>
                  <a:pt x="240941" y="108652"/>
                </a:lnTo>
                <a:lnTo>
                  <a:pt x="241133" y="110839"/>
                </a:lnTo>
                <a:lnTo>
                  <a:pt x="241282" y="113068"/>
                </a:lnTo>
                <a:lnTo>
                  <a:pt x="241389" y="115340"/>
                </a:lnTo>
                <a:lnTo>
                  <a:pt x="241453" y="117653"/>
                </a:lnTo>
                <a:lnTo>
                  <a:pt x="241474" y="120009"/>
                </a:lnTo>
                <a:lnTo>
                  <a:pt x="241461" y="121885"/>
                </a:lnTo>
                <a:lnTo>
                  <a:pt x="241423" y="123714"/>
                </a:lnTo>
                <a:lnTo>
                  <a:pt x="241359" y="125497"/>
                </a:lnTo>
                <a:lnTo>
                  <a:pt x="241269" y="127233"/>
                </a:lnTo>
                <a:lnTo>
                  <a:pt x="241154" y="128922"/>
                </a:lnTo>
                <a:lnTo>
                  <a:pt x="241013" y="130565"/>
                </a:lnTo>
                <a:lnTo>
                  <a:pt x="240847" y="132161"/>
                </a:lnTo>
                <a:lnTo>
                  <a:pt x="240655" y="133710"/>
                </a:lnTo>
                <a:lnTo>
                  <a:pt x="240437" y="135213"/>
                </a:lnTo>
                <a:lnTo>
                  <a:pt x="240194" y="136669"/>
                </a:lnTo>
                <a:lnTo>
                  <a:pt x="239925" y="138078"/>
                </a:lnTo>
                <a:lnTo>
                  <a:pt x="239631" y="139441"/>
                </a:lnTo>
                <a:lnTo>
                  <a:pt x="239311" y="140757"/>
                </a:lnTo>
                <a:lnTo>
                  <a:pt x="238965" y="142026"/>
                </a:lnTo>
                <a:lnTo>
                  <a:pt x="238594" y="143249"/>
                </a:lnTo>
                <a:lnTo>
                  <a:pt x="238197" y="144425"/>
                </a:lnTo>
                <a:lnTo>
                  <a:pt x="237775" y="145554"/>
                </a:lnTo>
                <a:lnTo>
                  <a:pt x="237327" y="146637"/>
                </a:lnTo>
                <a:lnTo>
                  <a:pt x="236853" y="147673"/>
                </a:lnTo>
                <a:lnTo>
                  <a:pt x="236354" y="148662"/>
                </a:lnTo>
                <a:lnTo>
                  <a:pt x="235829" y="149605"/>
                </a:lnTo>
                <a:lnTo>
                  <a:pt x="235279" y="150501"/>
                </a:lnTo>
                <a:lnTo>
                  <a:pt x="234703" y="151350"/>
                </a:lnTo>
                <a:lnTo>
                  <a:pt x="234101" y="152152"/>
                </a:lnTo>
                <a:lnTo>
                  <a:pt x="233480" y="152916"/>
                </a:lnTo>
                <a:lnTo>
                  <a:pt x="232844" y="153646"/>
                </a:lnTo>
                <a:lnTo>
                  <a:pt x="232196" y="154344"/>
                </a:lnTo>
                <a:lnTo>
                  <a:pt x="231533" y="155010"/>
                </a:lnTo>
                <a:lnTo>
                  <a:pt x="230856" y="155643"/>
                </a:lnTo>
                <a:lnTo>
                  <a:pt x="230166" y="156244"/>
                </a:lnTo>
                <a:lnTo>
                  <a:pt x="229462" y="156812"/>
                </a:lnTo>
                <a:lnTo>
                  <a:pt x="228743" y="157348"/>
                </a:lnTo>
                <a:lnTo>
                  <a:pt x="228012" y="157851"/>
                </a:lnTo>
                <a:lnTo>
                  <a:pt x="227266" y="158322"/>
                </a:lnTo>
                <a:lnTo>
                  <a:pt x="226506" y="158760"/>
                </a:lnTo>
                <a:lnTo>
                  <a:pt x="225733" y="159166"/>
                </a:lnTo>
                <a:lnTo>
                  <a:pt x="224946" y="159540"/>
                </a:lnTo>
                <a:lnTo>
                  <a:pt x="224145" y="159881"/>
                </a:lnTo>
                <a:lnTo>
                  <a:pt x="223330" y="160189"/>
                </a:lnTo>
                <a:lnTo>
                  <a:pt x="222502" y="160465"/>
                </a:lnTo>
                <a:lnTo>
                  <a:pt x="221659" y="160709"/>
                </a:lnTo>
                <a:lnTo>
                  <a:pt x="220803" y="160920"/>
                </a:lnTo>
                <a:lnTo>
                  <a:pt x="219933" y="161098"/>
                </a:lnTo>
                <a:lnTo>
                  <a:pt x="219049" y="161244"/>
                </a:lnTo>
                <a:lnTo>
                  <a:pt x="218152" y="161358"/>
                </a:lnTo>
                <a:lnTo>
                  <a:pt x="217240" y="161439"/>
                </a:lnTo>
                <a:lnTo>
                  <a:pt x="216315" y="161488"/>
                </a:lnTo>
                <a:lnTo>
                  <a:pt x="215376" y="161504"/>
                </a:lnTo>
                <a:lnTo>
                  <a:pt x="214118" y="161475"/>
                </a:lnTo>
                <a:lnTo>
                  <a:pt x="212881" y="161386"/>
                </a:lnTo>
                <a:lnTo>
                  <a:pt x="211665" y="161239"/>
                </a:lnTo>
                <a:lnTo>
                  <a:pt x="210469" y="161033"/>
                </a:lnTo>
                <a:lnTo>
                  <a:pt x="209293" y="160768"/>
                </a:lnTo>
                <a:lnTo>
                  <a:pt x="208138" y="160445"/>
                </a:lnTo>
                <a:lnTo>
                  <a:pt x="207004" y="160062"/>
                </a:lnTo>
                <a:lnTo>
                  <a:pt x="205890" y="159621"/>
                </a:lnTo>
                <a:lnTo>
                  <a:pt x="204796" y="159121"/>
                </a:lnTo>
                <a:lnTo>
                  <a:pt x="203723" y="158562"/>
                </a:lnTo>
                <a:lnTo>
                  <a:pt x="202671" y="157944"/>
                </a:lnTo>
                <a:lnTo>
                  <a:pt x="201639" y="157267"/>
                </a:lnTo>
                <a:lnTo>
                  <a:pt x="200628" y="156532"/>
                </a:lnTo>
                <a:lnTo>
                  <a:pt x="199637" y="155737"/>
                </a:lnTo>
                <a:lnTo>
                  <a:pt x="198667" y="154884"/>
                </a:lnTo>
                <a:lnTo>
                  <a:pt x="197717" y="153972"/>
                </a:lnTo>
                <a:lnTo>
                  <a:pt x="196788" y="153001"/>
                </a:lnTo>
                <a:lnTo>
                  <a:pt x="195879" y="151971"/>
                </a:lnTo>
                <a:lnTo>
                  <a:pt x="194991" y="150882"/>
                </a:lnTo>
                <a:lnTo>
                  <a:pt x="194123" y="149735"/>
                </a:lnTo>
                <a:lnTo>
                  <a:pt x="193276" y="148528"/>
                </a:lnTo>
                <a:lnTo>
                  <a:pt x="192449" y="147263"/>
                </a:lnTo>
                <a:lnTo>
                  <a:pt x="191643" y="145939"/>
                </a:lnTo>
                <a:lnTo>
                  <a:pt x="190858" y="144556"/>
                </a:lnTo>
                <a:lnTo>
                  <a:pt x="190098" y="143133"/>
                </a:lnTo>
                <a:lnTo>
                  <a:pt x="189372" y="141687"/>
                </a:lnTo>
                <a:lnTo>
                  <a:pt x="188677" y="140218"/>
                </a:lnTo>
                <a:lnTo>
                  <a:pt x="188015" y="138727"/>
                </a:lnTo>
                <a:lnTo>
                  <a:pt x="187385" y="137214"/>
                </a:lnTo>
                <a:lnTo>
                  <a:pt x="186787" y="135679"/>
                </a:lnTo>
                <a:lnTo>
                  <a:pt x="186222" y="134121"/>
                </a:lnTo>
                <a:lnTo>
                  <a:pt x="185689" y="132541"/>
                </a:lnTo>
                <a:lnTo>
                  <a:pt x="185188" y="130939"/>
                </a:lnTo>
                <a:lnTo>
                  <a:pt x="184720" y="129315"/>
                </a:lnTo>
                <a:lnTo>
                  <a:pt x="184283" y="127668"/>
                </a:lnTo>
                <a:lnTo>
                  <a:pt x="183880" y="125999"/>
                </a:lnTo>
                <a:lnTo>
                  <a:pt x="183508" y="124307"/>
                </a:lnTo>
                <a:lnTo>
                  <a:pt x="183169" y="122593"/>
                </a:lnTo>
                <a:lnTo>
                  <a:pt x="182862" y="120857"/>
                </a:lnTo>
                <a:lnTo>
                  <a:pt x="182587" y="119099"/>
                </a:lnTo>
                <a:lnTo>
                  <a:pt x="182345" y="117318"/>
                </a:lnTo>
                <a:lnTo>
                  <a:pt x="182135" y="115515"/>
                </a:lnTo>
                <a:lnTo>
                  <a:pt x="181957" y="113689"/>
                </a:lnTo>
                <a:lnTo>
                  <a:pt x="181812" y="111842"/>
                </a:lnTo>
                <a:lnTo>
                  <a:pt x="181699" y="109972"/>
                </a:lnTo>
                <a:lnTo>
                  <a:pt x="181618" y="108079"/>
                </a:lnTo>
                <a:lnTo>
                  <a:pt x="181570" y="106165"/>
                </a:lnTo>
                <a:lnTo>
                  <a:pt x="181554" y="104228"/>
                </a:lnTo>
                <a:lnTo>
                  <a:pt x="181560" y="103029"/>
                </a:lnTo>
                <a:lnTo>
                  <a:pt x="181580" y="101849"/>
                </a:lnTo>
                <a:lnTo>
                  <a:pt x="181614" y="100687"/>
                </a:lnTo>
                <a:lnTo>
                  <a:pt x="181661" y="99543"/>
                </a:lnTo>
                <a:lnTo>
                  <a:pt x="181721" y="98417"/>
                </a:lnTo>
                <a:lnTo>
                  <a:pt x="181795" y="97310"/>
                </a:lnTo>
                <a:lnTo>
                  <a:pt x="181882" y="96221"/>
                </a:lnTo>
                <a:lnTo>
                  <a:pt x="181983" y="95150"/>
                </a:lnTo>
                <a:lnTo>
                  <a:pt x="182097" y="94097"/>
                </a:lnTo>
                <a:lnTo>
                  <a:pt x="182224" y="93063"/>
                </a:lnTo>
                <a:lnTo>
                  <a:pt x="182365" y="92047"/>
                </a:lnTo>
                <a:lnTo>
                  <a:pt x="182519" y="91049"/>
                </a:lnTo>
                <a:lnTo>
                  <a:pt x="182687" y="90069"/>
                </a:lnTo>
                <a:lnTo>
                  <a:pt x="182868" y="89108"/>
                </a:lnTo>
                <a:lnTo>
                  <a:pt x="183062" y="88165"/>
                </a:lnTo>
                <a:lnTo>
                  <a:pt x="183270" y="87240"/>
                </a:lnTo>
                <a:lnTo>
                  <a:pt x="183491" y="86334"/>
                </a:lnTo>
                <a:lnTo>
                  <a:pt x="183726" y="85446"/>
                </a:lnTo>
                <a:lnTo>
                  <a:pt x="183974" y="84576"/>
                </a:lnTo>
                <a:lnTo>
                  <a:pt x="184236" y="83724"/>
                </a:lnTo>
                <a:lnTo>
                  <a:pt x="184511" y="82890"/>
                </a:lnTo>
                <a:lnTo>
                  <a:pt x="184799" y="82075"/>
                </a:lnTo>
                <a:lnTo>
                  <a:pt x="185101" y="81278"/>
                </a:lnTo>
                <a:lnTo>
                  <a:pt x="185416" y="80500"/>
                </a:lnTo>
                <a:lnTo>
                  <a:pt x="185742" y="79740"/>
                </a:lnTo>
                <a:lnTo>
                  <a:pt x="186076" y="78999"/>
                </a:lnTo>
                <a:lnTo>
                  <a:pt x="186419" y="78278"/>
                </a:lnTo>
                <a:lnTo>
                  <a:pt x="186770" y="77576"/>
                </a:lnTo>
                <a:lnTo>
                  <a:pt x="187129" y="76893"/>
                </a:lnTo>
                <a:lnTo>
                  <a:pt x="187497" y="76229"/>
                </a:lnTo>
                <a:lnTo>
                  <a:pt x="187873" y="75585"/>
                </a:lnTo>
                <a:lnTo>
                  <a:pt x="188257" y="74960"/>
                </a:lnTo>
                <a:lnTo>
                  <a:pt x="188650" y="74354"/>
                </a:lnTo>
                <a:lnTo>
                  <a:pt x="189051" y="73768"/>
                </a:lnTo>
                <a:lnTo>
                  <a:pt x="189460" y="73201"/>
                </a:lnTo>
                <a:lnTo>
                  <a:pt x="189878" y="72653"/>
                </a:lnTo>
                <a:lnTo>
                  <a:pt x="190303" y="72124"/>
                </a:lnTo>
                <a:lnTo>
                  <a:pt x="190738" y="71615"/>
                </a:lnTo>
                <a:lnTo>
                  <a:pt x="191180" y="71125"/>
                </a:lnTo>
                <a:lnTo>
                  <a:pt x="191631" y="70654"/>
                </a:lnTo>
                <a:lnTo>
                  <a:pt x="192091" y="70203"/>
                </a:lnTo>
                <a:lnTo>
                  <a:pt x="192558" y="69771"/>
                </a:lnTo>
                <a:lnTo>
                  <a:pt x="193034" y="69358"/>
                </a:lnTo>
                <a:lnTo>
                  <a:pt x="193519" y="68964"/>
                </a:lnTo>
                <a:lnTo>
                  <a:pt x="194011" y="68590"/>
                </a:lnTo>
                <a:lnTo>
                  <a:pt x="194512" y="68235"/>
                </a:lnTo>
                <a:lnTo>
                  <a:pt x="195021" y="67899"/>
                </a:lnTo>
                <a:lnTo>
                  <a:pt x="195539" y="67582"/>
                </a:lnTo>
                <a:lnTo>
                  <a:pt x="196061" y="67282"/>
                </a:lnTo>
                <a:lnTo>
                  <a:pt x="196582" y="66994"/>
                </a:lnTo>
                <a:lnTo>
                  <a:pt x="197103" y="66719"/>
                </a:lnTo>
                <a:lnTo>
                  <a:pt x="197624" y="66457"/>
                </a:lnTo>
                <a:lnTo>
                  <a:pt x="198145" y="66208"/>
                </a:lnTo>
                <a:lnTo>
                  <a:pt x="198666" y="65971"/>
                </a:lnTo>
                <a:lnTo>
                  <a:pt x="199186" y="65747"/>
                </a:lnTo>
                <a:lnTo>
                  <a:pt x="199707" y="65536"/>
                </a:lnTo>
                <a:lnTo>
                  <a:pt x="200227" y="65338"/>
                </a:lnTo>
                <a:lnTo>
                  <a:pt x="200746" y="65153"/>
                </a:lnTo>
                <a:lnTo>
                  <a:pt x="201266" y="64980"/>
                </a:lnTo>
                <a:lnTo>
                  <a:pt x="201786" y="64820"/>
                </a:lnTo>
                <a:lnTo>
                  <a:pt x="202305" y="64673"/>
                </a:lnTo>
                <a:lnTo>
                  <a:pt x="202824" y="64539"/>
                </a:lnTo>
                <a:lnTo>
                  <a:pt x="203343" y="64417"/>
                </a:lnTo>
                <a:lnTo>
                  <a:pt x="203861" y="64309"/>
                </a:lnTo>
                <a:lnTo>
                  <a:pt x="204380" y="64213"/>
                </a:lnTo>
                <a:lnTo>
                  <a:pt x="204898" y="64130"/>
                </a:lnTo>
                <a:lnTo>
                  <a:pt x="205416" y="64059"/>
                </a:lnTo>
                <a:lnTo>
                  <a:pt x="205934" y="64002"/>
                </a:lnTo>
                <a:lnTo>
                  <a:pt x="206451" y="63957"/>
                </a:lnTo>
                <a:lnTo>
                  <a:pt x="206969" y="63925"/>
                </a:lnTo>
                <a:lnTo>
                  <a:pt x="207486" y="63906"/>
                </a:lnTo>
                <a:lnTo>
                  <a:pt x="208003" y="63899"/>
                </a:lnTo>
                <a:lnTo>
                  <a:pt x="209068" y="63919"/>
                </a:lnTo>
                <a:lnTo>
                  <a:pt x="210117" y="63977"/>
                </a:lnTo>
                <a:lnTo>
                  <a:pt x="211150" y="64075"/>
                </a:lnTo>
                <a:lnTo>
                  <a:pt x="212167" y="64211"/>
                </a:lnTo>
                <a:close/>
                <a:moveTo>
                  <a:pt x="529585" y="94876"/>
                </a:moveTo>
                <a:lnTo>
                  <a:pt x="529445" y="93320"/>
                </a:lnTo>
                <a:lnTo>
                  <a:pt x="529264" y="91791"/>
                </a:lnTo>
                <a:lnTo>
                  <a:pt x="529042" y="90291"/>
                </a:lnTo>
                <a:lnTo>
                  <a:pt x="528781" y="88818"/>
                </a:lnTo>
                <a:lnTo>
                  <a:pt x="528479" y="87372"/>
                </a:lnTo>
                <a:lnTo>
                  <a:pt x="528137" y="85955"/>
                </a:lnTo>
                <a:lnTo>
                  <a:pt x="527755" y="84565"/>
                </a:lnTo>
                <a:lnTo>
                  <a:pt x="527333" y="83203"/>
                </a:lnTo>
                <a:lnTo>
                  <a:pt x="526870" y="81869"/>
                </a:lnTo>
                <a:lnTo>
                  <a:pt x="526367" y="80563"/>
                </a:lnTo>
                <a:lnTo>
                  <a:pt x="525824" y="79284"/>
                </a:lnTo>
                <a:lnTo>
                  <a:pt x="525241" y="78033"/>
                </a:lnTo>
                <a:lnTo>
                  <a:pt x="524617" y="76810"/>
                </a:lnTo>
                <a:lnTo>
                  <a:pt x="523953" y="75615"/>
                </a:lnTo>
                <a:lnTo>
                  <a:pt x="523249" y="74447"/>
                </a:lnTo>
                <a:lnTo>
                  <a:pt x="522505" y="73308"/>
                </a:lnTo>
                <a:lnTo>
                  <a:pt x="521721" y="72195"/>
                </a:lnTo>
                <a:lnTo>
                  <a:pt x="520896" y="71111"/>
                </a:lnTo>
                <a:lnTo>
                  <a:pt x="520031" y="70055"/>
                </a:lnTo>
                <a:lnTo>
                  <a:pt x="519126" y="69026"/>
                </a:lnTo>
                <a:lnTo>
                  <a:pt x="518180" y="68025"/>
                </a:lnTo>
                <a:lnTo>
                  <a:pt x="517204" y="67058"/>
                </a:lnTo>
                <a:lnTo>
                  <a:pt x="516205" y="66132"/>
                </a:lnTo>
                <a:lnTo>
                  <a:pt x="515183" y="65248"/>
                </a:lnTo>
                <a:lnTo>
                  <a:pt x="514139" y="64404"/>
                </a:lnTo>
                <a:lnTo>
                  <a:pt x="513073" y="63602"/>
                </a:lnTo>
                <a:lnTo>
                  <a:pt x="511985" y="62841"/>
                </a:lnTo>
                <a:lnTo>
                  <a:pt x="510874" y="62121"/>
                </a:lnTo>
                <a:lnTo>
                  <a:pt x="509741" y="61442"/>
                </a:lnTo>
                <a:lnTo>
                  <a:pt x="508586" y="60804"/>
                </a:lnTo>
                <a:lnTo>
                  <a:pt x="507408" y="60207"/>
                </a:lnTo>
                <a:lnTo>
                  <a:pt x="506208" y="59652"/>
                </a:lnTo>
                <a:lnTo>
                  <a:pt x="504985" y="59138"/>
                </a:lnTo>
                <a:lnTo>
                  <a:pt x="503740" y="58665"/>
                </a:lnTo>
                <a:lnTo>
                  <a:pt x="502473" y="58233"/>
                </a:lnTo>
                <a:lnTo>
                  <a:pt x="501183" y="57842"/>
                </a:lnTo>
                <a:lnTo>
                  <a:pt x="499871" y="57492"/>
                </a:lnTo>
                <a:lnTo>
                  <a:pt x="498537" y="57183"/>
                </a:lnTo>
                <a:lnTo>
                  <a:pt x="497180" y="56916"/>
                </a:lnTo>
                <a:lnTo>
                  <a:pt x="495801" y="56690"/>
                </a:lnTo>
                <a:lnTo>
                  <a:pt x="494400" y="56504"/>
                </a:lnTo>
                <a:lnTo>
                  <a:pt x="492976" y="56360"/>
                </a:lnTo>
                <a:lnTo>
                  <a:pt x="491530" y="56258"/>
                </a:lnTo>
                <a:lnTo>
                  <a:pt x="490062" y="56196"/>
                </a:lnTo>
                <a:lnTo>
                  <a:pt x="488571" y="56175"/>
                </a:lnTo>
                <a:lnTo>
                  <a:pt x="486809" y="56202"/>
                </a:lnTo>
                <a:lnTo>
                  <a:pt x="485071" y="56282"/>
                </a:lnTo>
                <a:lnTo>
                  <a:pt x="483359" y="56415"/>
                </a:lnTo>
                <a:lnTo>
                  <a:pt x="481671" y="56602"/>
                </a:lnTo>
                <a:lnTo>
                  <a:pt x="480009" y="56842"/>
                </a:lnTo>
                <a:lnTo>
                  <a:pt x="478371" y="57135"/>
                </a:lnTo>
                <a:lnTo>
                  <a:pt x="476759" y="57482"/>
                </a:lnTo>
                <a:lnTo>
                  <a:pt x="475171" y="57882"/>
                </a:lnTo>
                <a:lnTo>
                  <a:pt x="473609" y="58335"/>
                </a:lnTo>
                <a:lnTo>
                  <a:pt x="472071" y="58842"/>
                </a:lnTo>
                <a:lnTo>
                  <a:pt x="470558" y="59402"/>
                </a:lnTo>
                <a:lnTo>
                  <a:pt x="469071" y="60015"/>
                </a:lnTo>
                <a:lnTo>
                  <a:pt x="467608" y="60682"/>
                </a:lnTo>
                <a:lnTo>
                  <a:pt x="466171" y="61402"/>
                </a:lnTo>
                <a:lnTo>
                  <a:pt x="464758" y="62175"/>
                </a:lnTo>
                <a:lnTo>
                  <a:pt x="463370" y="63002"/>
                </a:lnTo>
                <a:lnTo>
                  <a:pt x="462008" y="63882"/>
                </a:lnTo>
                <a:lnTo>
                  <a:pt x="460670" y="64816"/>
                </a:lnTo>
                <a:lnTo>
                  <a:pt x="459357" y="65802"/>
                </a:lnTo>
                <a:lnTo>
                  <a:pt x="458070" y="66842"/>
                </a:lnTo>
                <a:lnTo>
                  <a:pt x="456807" y="67936"/>
                </a:lnTo>
                <a:lnTo>
                  <a:pt x="455569" y="69082"/>
                </a:lnTo>
                <a:lnTo>
                  <a:pt x="454357" y="70282"/>
                </a:lnTo>
                <a:lnTo>
                  <a:pt x="453169" y="71536"/>
                </a:lnTo>
                <a:lnTo>
                  <a:pt x="452018" y="72836"/>
                </a:lnTo>
                <a:lnTo>
                  <a:pt x="450917" y="74179"/>
                </a:lnTo>
                <a:lnTo>
                  <a:pt x="449864" y="75564"/>
                </a:lnTo>
                <a:lnTo>
                  <a:pt x="448860" y="76990"/>
                </a:lnTo>
                <a:lnTo>
                  <a:pt x="447905" y="78459"/>
                </a:lnTo>
                <a:lnTo>
                  <a:pt x="446999" y="79970"/>
                </a:lnTo>
                <a:lnTo>
                  <a:pt x="446142" y="81522"/>
                </a:lnTo>
                <a:lnTo>
                  <a:pt x="445334" y="83117"/>
                </a:lnTo>
                <a:lnTo>
                  <a:pt x="444575" y="84753"/>
                </a:lnTo>
                <a:lnTo>
                  <a:pt x="443865" y="86432"/>
                </a:lnTo>
                <a:lnTo>
                  <a:pt x="443204" y="88152"/>
                </a:lnTo>
                <a:lnTo>
                  <a:pt x="442592" y="89914"/>
                </a:lnTo>
                <a:lnTo>
                  <a:pt x="442029" y="91719"/>
                </a:lnTo>
                <a:lnTo>
                  <a:pt x="441515" y="93565"/>
                </a:lnTo>
                <a:lnTo>
                  <a:pt x="441050" y="95453"/>
                </a:lnTo>
                <a:lnTo>
                  <a:pt x="440634" y="97384"/>
                </a:lnTo>
                <a:lnTo>
                  <a:pt x="440266" y="99356"/>
                </a:lnTo>
                <a:lnTo>
                  <a:pt x="439948" y="101370"/>
                </a:lnTo>
                <a:lnTo>
                  <a:pt x="439679" y="103426"/>
                </a:lnTo>
                <a:lnTo>
                  <a:pt x="439458" y="105524"/>
                </a:lnTo>
                <a:lnTo>
                  <a:pt x="439287" y="107664"/>
                </a:lnTo>
                <a:lnTo>
                  <a:pt x="439165" y="109846"/>
                </a:lnTo>
                <a:lnTo>
                  <a:pt x="439091" y="112071"/>
                </a:lnTo>
                <a:lnTo>
                  <a:pt x="439067" y="114337"/>
                </a:lnTo>
                <a:lnTo>
                  <a:pt x="439091" y="116431"/>
                </a:lnTo>
                <a:lnTo>
                  <a:pt x="439162" y="118489"/>
                </a:lnTo>
                <a:lnTo>
                  <a:pt x="439282" y="120511"/>
                </a:lnTo>
                <a:lnTo>
                  <a:pt x="439449" y="122498"/>
                </a:lnTo>
                <a:lnTo>
                  <a:pt x="439664" y="124448"/>
                </a:lnTo>
                <a:lnTo>
                  <a:pt x="439926" y="126363"/>
                </a:lnTo>
                <a:lnTo>
                  <a:pt x="440237" y="128242"/>
                </a:lnTo>
                <a:lnTo>
                  <a:pt x="440595" y="130085"/>
                </a:lnTo>
                <a:lnTo>
                  <a:pt x="441001" y="131892"/>
                </a:lnTo>
                <a:lnTo>
                  <a:pt x="441454" y="133663"/>
                </a:lnTo>
                <a:lnTo>
                  <a:pt x="441955" y="135398"/>
                </a:lnTo>
                <a:lnTo>
                  <a:pt x="442505" y="137097"/>
                </a:lnTo>
                <a:lnTo>
                  <a:pt x="443101" y="138761"/>
                </a:lnTo>
                <a:lnTo>
                  <a:pt x="443746" y="140388"/>
                </a:lnTo>
                <a:lnTo>
                  <a:pt x="444438" y="141980"/>
                </a:lnTo>
                <a:lnTo>
                  <a:pt x="445178" y="143536"/>
                </a:lnTo>
                <a:lnTo>
                  <a:pt x="445966" y="145056"/>
                </a:lnTo>
                <a:lnTo>
                  <a:pt x="446802" y="146540"/>
                </a:lnTo>
                <a:lnTo>
                  <a:pt x="447685" y="147988"/>
                </a:lnTo>
                <a:lnTo>
                  <a:pt x="448616" y="149400"/>
                </a:lnTo>
                <a:lnTo>
                  <a:pt x="449595" y="150777"/>
                </a:lnTo>
                <a:lnTo>
                  <a:pt x="450622" y="152117"/>
                </a:lnTo>
                <a:lnTo>
                  <a:pt x="451696" y="153422"/>
                </a:lnTo>
                <a:lnTo>
                  <a:pt x="452818" y="154691"/>
                </a:lnTo>
                <a:lnTo>
                  <a:pt x="453974" y="155915"/>
                </a:lnTo>
                <a:lnTo>
                  <a:pt x="455148" y="157087"/>
                </a:lnTo>
                <a:lnTo>
                  <a:pt x="456343" y="158208"/>
                </a:lnTo>
                <a:lnTo>
                  <a:pt x="457556" y="159276"/>
                </a:lnTo>
                <a:lnTo>
                  <a:pt x="458789" y="160292"/>
                </a:lnTo>
                <a:lnTo>
                  <a:pt x="460041" y="161256"/>
                </a:lnTo>
                <a:lnTo>
                  <a:pt x="461312" y="162167"/>
                </a:lnTo>
                <a:lnTo>
                  <a:pt x="462603" y="163027"/>
                </a:lnTo>
                <a:lnTo>
                  <a:pt x="463913" y="163835"/>
                </a:lnTo>
                <a:lnTo>
                  <a:pt x="465242" y="164590"/>
                </a:lnTo>
                <a:lnTo>
                  <a:pt x="466591" y="165294"/>
                </a:lnTo>
                <a:lnTo>
                  <a:pt x="467959" y="165945"/>
                </a:lnTo>
                <a:lnTo>
                  <a:pt x="469346" y="166544"/>
                </a:lnTo>
                <a:lnTo>
                  <a:pt x="470753" y="167091"/>
                </a:lnTo>
                <a:lnTo>
                  <a:pt x="472179" y="167586"/>
                </a:lnTo>
                <a:lnTo>
                  <a:pt x="473624" y="168029"/>
                </a:lnTo>
                <a:lnTo>
                  <a:pt x="475088" y="168420"/>
                </a:lnTo>
                <a:lnTo>
                  <a:pt x="476572" y="168758"/>
                </a:lnTo>
                <a:lnTo>
                  <a:pt x="478075" y="169045"/>
                </a:lnTo>
                <a:lnTo>
                  <a:pt x="479597" y="169279"/>
                </a:lnTo>
                <a:lnTo>
                  <a:pt x="481139" y="169462"/>
                </a:lnTo>
                <a:lnTo>
                  <a:pt x="482700" y="169592"/>
                </a:lnTo>
                <a:lnTo>
                  <a:pt x="484280" y="169670"/>
                </a:lnTo>
                <a:lnTo>
                  <a:pt x="485880" y="169696"/>
                </a:lnTo>
                <a:lnTo>
                  <a:pt x="487352" y="169673"/>
                </a:lnTo>
                <a:lnTo>
                  <a:pt x="488803" y="169605"/>
                </a:lnTo>
                <a:lnTo>
                  <a:pt x="490233" y="169491"/>
                </a:lnTo>
                <a:lnTo>
                  <a:pt x="491643" y="169331"/>
                </a:lnTo>
                <a:lnTo>
                  <a:pt x="493032" y="169125"/>
                </a:lnTo>
                <a:lnTo>
                  <a:pt x="494401" y="168873"/>
                </a:lnTo>
                <a:lnTo>
                  <a:pt x="495749" y="168576"/>
                </a:lnTo>
                <a:lnTo>
                  <a:pt x="497076" y="168233"/>
                </a:lnTo>
                <a:lnTo>
                  <a:pt x="498382" y="167845"/>
                </a:lnTo>
                <a:lnTo>
                  <a:pt x="499667" y="167410"/>
                </a:lnTo>
                <a:lnTo>
                  <a:pt x="500932" y="166930"/>
                </a:lnTo>
                <a:lnTo>
                  <a:pt x="502176" y="166405"/>
                </a:lnTo>
                <a:lnTo>
                  <a:pt x="503400" y="165833"/>
                </a:lnTo>
                <a:lnTo>
                  <a:pt x="504602" y="165216"/>
                </a:lnTo>
                <a:lnTo>
                  <a:pt x="505784" y="164553"/>
                </a:lnTo>
                <a:lnTo>
                  <a:pt x="506945" y="163845"/>
                </a:lnTo>
                <a:lnTo>
                  <a:pt x="508086" y="163090"/>
                </a:lnTo>
                <a:lnTo>
                  <a:pt x="509205" y="162290"/>
                </a:lnTo>
                <a:lnTo>
                  <a:pt x="510304" y="161445"/>
                </a:lnTo>
                <a:lnTo>
                  <a:pt x="511383" y="160553"/>
                </a:lnTo>
                <a:lnTo>
                  <a:pt x="512440" y="159616"/>
                </a:lnTo>
                <a:lnTo>
                  <a:pt x="513477" y="158633"/>
                </a:lnTo>
                <a:lnTo>
                  <a:pt x="514493" y="157605"/>
                </a:lnTo>
                <a:lnTo>
                  <a:pt x="515489" y="156530"/>
                </a:lnTo>
                <a:lnTo>
                  <a:pt x="516457" y="155428"/>
                </a:lnTo>
                <a:lnTo>
                  <a:pt x="517394" y="154316"/>
                </a:lnTo>
                <a:lnTo>
                  <a:pt x="518297" y="153194"/>
                </a:lnTo>
                <a:lnTo>
                  <a:pt x="519169" y="152062"/>
                </a:lnTo>
                <a:lnTo>
                  <a:pt x="520007" y="150920"/>
                </a:lnTo>
                <a:lnTo>
                  <a:pt x="520814" y="149768"/>
                </a:lnTo>
                <a:lnTo>
                  <a:pt x="521587" y="148606"/>
                </a:lnTo>
                <a:lnTo>
                  <a:pt x="522328" y="147434"/>
                </a:lnTo>
                <a:lnTo>
                  <a:pt x="523037" y="146252"/>
                </a:lnTo>
                <a:lnTo>
                  <a:pt x="523713" y="145061"/>
                </a:lnTo>
                <a:lnTo>
                  <a:pt x="524357" y="143859"/>
                </a:lnTo>
                <a:lnTo>
                  <a:pt x="524968" y="142647"/>
                </a:lnTo>
                <a:lnTo>
                  <a:pt x="525547" y="141426"/>
                </a:lnTo>
                <a:lnTo>
                  <a:pt x="526093" y="140194"/>
                </a:lnTo>
                <a:lnTo>
                  <a:pt x="526607" y="138953"/>
                </a:lnTo>
                <a:lnTo>
                  <a:pt x="527088" y="137701"/>
                </a:lnTo>
                <a:lnTo>
                  <a:pt x="527536" y="136440"/>
                </a:lnTo>
                <a:lnTo>
                  <a:pt x="527952" y="135168"/>
                </a:lnTo>
                <a:lnTo>
                  <a:pt x="528336" y="133887"/>
                </a:lnTo>
                <a:lnTo>
                  <a:pt x="528687" y="132596"/>
                </a:lnTo>
                <a:lnTo>
                  <a:pt x="529006" y="131294"/>
                </a:lnTo>
                <a:lnTo>
                  <a:pt x="529292" y="129983"/>
                </a:lnTo>
                <a:lnTo>
                  <a:pt x="529545" y="128662"/>
                </a:lnTo>
                <a:lnTo>
                  <a:pt x="529766" y="127331"/>
                </a:lnTo>
                <a:lnTo>
                  <a:pt x="526138" y="124990"/>
                </a:lnTo>
                <a:lnTo>
                  <a:pt x="525695" y="126146"/>
                </a:lnTo>
                <a:lnTo>
                  <a:pt x="525243" y="127273"/>
                </a:lnTo>
                <a:lnTo>
                  <a:pt x="524783" y="128372"/>
                </a:lnTo>
                <a:lnTo>
                  <a:pt x="524313" y="129442"/>
                </a:lnTo>
                <a:lnTo>
                  <a:pt x="523835" y="130484"/>
                </a:lnTo>
                <a:lnTo>
                  <a:pt x="523348" y="131496"/>
                </a:lnTo>
                <a:lnTo>
                  <a:pt x="522852" y="132480"/>
                </a:lnTo>
                <a:lnTo>
                  <a:pt x="522348" y="133436"/>
                </a:lnTo>
                <a:lnTo>
                  <a:pt x="521835" y="134363"/>
                </a:lnTo>
                <a:lnTo>
                  <a:pt x="521313" y="135261"/>
                </a:lnTo>
                <a:lnTo>
                  <a:pt x="520782" y="136130"/>
                </a:lnTo>
                <a:lnTo>
                  <a:pt x="520243" y="136971"/>
                </a:lnTo>
                <a:lnTo>
                  <a:pt x="519695" y="137783"/>
                </a:lnTo>
                <a:lnTo>
                  <a:pt x="519138" y="138567"/>
                </a:lnTo>
                <a:lnTo>
                  <a:pt x="518573" y="139322"/>
                </a:lnTo>
                <a:lnTo>
                  <a:pt x="517998" y="140048"/>
                </a:lnTo>
                <a:lnTo>
                  <a:pt x="517415" y="140746"/>
                </a:lnTo>
                <a:lnTo>
                  <a:pt x="516823" y="141415"/>
                </a:lnTo>
                <a:lnTo>
                  <a:pt x="516223" y="142055"/>
                </a:lnTo>
                <a:lnTo>
                  <a:pt x="515614" y="142667"/>
                </a:lnTo>
                <a:lnTo>
                  <a:pt x="514996" y="143250"/>
                </a:lnTo>
                <a:lnTo>
                  <a:pt x="514369" y="143804"/>
                </a:lnTo>
                <a:lnTo>
                  <a:pt x="513734" y="144330"/>
                </a:lnTo>
                <a:lnTo>
                  <a:pt x="513089" y="144827"/>
                </a:lnTo>
                <a:lnTo>
                  <a:pt x="512436" y="145300"/>
                </a:lnTo>
                <a:lnTo>
                  <a:pt x="511773" y="145752"/>
                </a:lnTo>
                <a:lnTo>
                  <a:pt x="511101" y="146185"/>
                </a:lnTo>
                <a:lnTo>
                  <a:pt x="510419" y="146597"/>
                </a:lnTo>
                <a:lnTo>
                  <a:pt x="509727" y="146989"/>
                </a:lnTo>
                <a:lnTo>
                  <a:pt x="509026" y="147361"/>
                </a:lnTo>
                <a:lnTo>
                  <a:pt x="508316" y="147713"/>
                </a:lnTo>
                <a:lnTo>
                  <a:pt x="507595" y="148045"/>
                </a:lnTo>
                <a:lnTo>
                  <a:pt x="506866" y="148357"/>
                </a:lnTo>
                <a:lnTo>
                  <a:pt x="506126" y="148649"/>
                </a:lnTo>
                <a:lnTo>
                  <a:pt x="505378" y="148920"/>
                </a:lnTo>
                <a:lnTo>
                  <a:pt x="504619" y="149172"/>
                </a:lnTo>
                <a:lnTo>
                  <a:pt x="503851" y="149403"/>
                </a:lnTo>
                <a:lnTo>
                  <a:pt x="503074" y="149614"/>
                </a:lnTo>
                <a:lnTo>
                  <a:pt x="502287" y="149805"/>
                </a:lnTo>
                <a:lnTo>
                  <a:pt x="501490" y="149976"/>
                </a:lnTo>
                <a:lnTo>
                  <a:pt x="500684" y="150127"/>
                </a:lnTo>
                <a:lnTo>
                  <a:pt x="499868" y="150258"/>
                </a:lnTo>
                <a:lnTo>
                  <a:pt x="499043" y="150369"/>
                </a:lnTo>
                <a:lnTo>
                  <a:pt x="498208" y="150459"/>
                </a:lnTo>
                <a:lnTo>
                  <a:pt x="497364" y="150530"/>
                </a:lnTo>
                <a:lnTo>
                  <a:pt x="496510" y="150580"/>
                </a:lnTo>
                <a:lnTo>
                  <a:pt x="495647" y="150610"/>
                </a:lnTo>
                <a:lnTo>
                  <a:pt x="494774" y="150620"/>
                </a:lnTo>
                <a:lnTo>
                  <a:pt x="493464" y="150597"/>
                </a:lnTo>
                <a:lnTo>
                  <a:pt x="492169" y="150526"/>
                </a:lnTo>
                <a:lnTo>
                  <a:pt x="490888" y="150408"/>
                </a:lnTo>
                <a:lnTo>
                  <a:pt x="489621" y="150244"/>
                </a:lnTo>
                <a:lnTo>
                  <a:pt x="488369" y="150032"/>
                </a:lnTo>
                <a:lnTo>
                  <a:pt x="487130" y="149774"/>
                </a:lnTo>
                <a:lnTo>
                  <a:pt x="485906" y="149468"/>
                </a:lnTo>
                <a:lnTo>
                  <a:pt x="484696" y="149115"/>
                </a:lnTo>
                <a:lnTo>
                  <a:pt x="483500" y="148716"/>
                </a:lnTo>
                <a:lnTo>
                  <a:pt x="482319" y="148269"/>
                </a:lnTo>
                <a:lnTo>
                  <a:pt x="481152" y="147775"/>
                </a:lnTo>
                <a:lnTo>
                  <a:pt x="479999" y="147234"/>
                </a:lnTo>
                <a:lnTo>
                  <a:pt x="478860" y="146647"/>
                </a:lnTo>
                <a:lnTo>
                  <a:pt x="477735" y="146012"/>
                </a:lnTo>
                <a:lnTo>
                  <a:pt x="476625" y="145330"/>
                </a:lnTo>
                <a:lnTo>
                  <a:pt x="475529" y="144601"/>
                </a:lnTo>
                <a:lnTo>
                  <a:pt x="474447" y="143825"/>
                </a:lnTo>
                <a:lnTo>
                  <a:pt x="473379" y="143002"/>
                </a:lnTo>
                <a:lnTo>
                  <a:pt x="472326" y="142132"/>
                </a:lnTo>
                <a:lnTo>
                  <a:pt x="471286" y="141215"/>
                </a:lnTo>
                <a:lnTo>
                  <a:pt x="470261" y="140251"/>
                </a:lnTo>
                <a:lnTo>
                  <a:pt x="469250" y="139240"/>
                </a:lnTo>
                <a:lnTo>
                  <a:pt x="468254" y="138182"/>
                </a:lnTo>
                <a:lnTo>
                  <a:pt x="467271" y="137077"/>
                </a:lnTo>
                <a:lnTo>
                  <a:pt x="466317" y="135931"/>
                </a:lnTo>
                <a:lnTo>
                  <a:pt x="465403" y="134748"/>
                </a:lnTo>
                <a:lnTo>
                  <a:pt x="464530" y="133530"/>
                </a:lnTo>
                <a:lnTo>
                  <a:pt x="463699" y="132276"/>
                </a:lnTo>
                <a:lnTo>
                  <a:pt x="462908" y="130987"/>
                </a:lnTo>
                <a:lnTo>
                  <a:pt x="462159" y="129662"/>
                </a:lnTo>
                <a:lnTo>
                  <a:pt x="461450" y="128301"/>
                </a:lnTo>
                <a:lnTo>
                  <a:pt x="460783" y="126905"/>
                </a:lnTo>
                <a:lnTo>
                  <a:pt x="460156" y="125473"/>
                </a:lnTo>
                <a:lnTo>
                  <a:pt x="459571" y="124005"/>
                </a:lnTo>
                <a:lnTo>
                  <a:pt x="459027" y="122502"/>
                </a:lnTo>
                <a:lnTo>
                  <a:pt x="458523" y="120963"/>
                </a:lnTo>
                <a:lnTo>
                  <a:pt x="458061" y="119388"/>
                </a:lnTo>
                <a:lnTo>
                  <a:pt x="457640" y="117777"/>
                </a:lnTo>
                <a:lnTo>
                  <a:pt x="457260" y="116131"/>
                </a:lnTo>
                <a:lnTo>
                  <a:pt x="456921" y="114449"/>
                </a:lnTo>
                <a:lnTo>
                  <a:pt x="456623" y="112732"/>
                </a:lnTo>
                <a:lnTo>
                  <a:pt x="456366" y="110979"/>
                </a:lnTo>
                <a:lnTo>
                  <a:pt x="456150" y="109190"/>
                </a:lnTo>
                <a:lnTo>
                  <a:pt x="455975" y="107366"/>
                </a:lnTo>
                <a:lnTo>
                  <a:pt x="455841" y="105506"/>
                </a:lnTo>
                <a:lnTo>
                  <a:pt x="455748" y="103610"/>
                </a:lnTo>
                <a:lnTo>
                  <a:pt x="455696" y="101678"/>
                </a:lnTo>
                <a:lnTo>
                  <a:pt x="455685" y="99711"/>
                </a:lnTo>
                <a:lnTo>
                  <a:pt x="529766" y="99711"/>
                </a:lnTo>
                <a:lnTo>
                  <a:pt x="529746" y="98072"/>
                </a:lnTo>
                <a:lnTo>
                  <a:pt x="529686" y="96460"/>
                </a:lnTo>
                <a:lnTo>
                  <a:pt x="529585" y="94876"/>
                </a:lnTo>
                <a:close/>
                <a:moveTo>
                  <a:pt x="456292" y="88601"/>
                </a:moveTo>
                <a:lnTo>
                  <a:pt x="456498" y="87572"/>
                </a:lnTo>
                <a:lnTo>
                  <a:pt x="456728" y="86563"/>
                </a:lnTo>
                <a:lnTo>
                  <a:pt x="456979" y="85575"/>
                </a:lnTo>
                <a:lnTo>
                  <a:pt x="457252" y="84608"/>
                </a:lnTo>
                <a:lnTo>
                  <a:pt x="457548" y="83660"/>
                </a:lnTo>
                <a:lnTo>
                  <a:pt x="457865" y="82734"/>
                </a:lnTo>
                <a:lnTo>
                  <a:pt x="458205" y="81828"/>
                </a:lnTo>
                <a:lnTo>
                  <a:pt x="458567" y="80942"/>
                </a:lnTo>
                <a:lnTo>
                  <a:pt x="458951" y="80077"/>
                </a:lnTo>
                <a:lnTo>
                  <a:pt x="459358" y="79233"/>
                </a:lnTo>
                <a:lnTo>
                  <a:pt x="459786" y="78409"/>
                </a:lnTo>
                <a:lnTo>
                  <a:pt x="460237" y="77605"/>
                </a:lnTo>
                <a:lnTo>
                  <a:pt x="460709" y="76822"/>
                </a:lnTo>
                <a:lnTo>
                  <a:pt x="461204" y="76060"/>
                </a:lnTo>
                <a:lnTo>
                  <a:pt x="461721" y="75318"/>
                </a:lnTo>
                <a:lnTo>
                  <a:pt x="462260" y="74596"/>
                </a:lnTo>
                <a:lnTo>
                  <a:pt x="462821" y="73896"/>
                </a:lnTo>
                <a:lnTo>
                  <a:pt x="463405" y="73215"/>
                </a:lnTo>
                <a:lnTo>
                  <a:pt x="464010" y="72555"/>
                </a:lnTo>
                <a:lnTo>
                  <a:pt x="464638" y="71916"/>
                </a:lnTo>
                <a:lnTo>
                  <a:pt x="465281" y="71300"/>
                </a:lnTo>
                <a:lnTo>
                  <a:pt x="465930" y="70710"/>
                </a:lnTo>
                <a:lnTo>
                  <a:pt x="466587" y="70147"/>
                </a:lnTo>
                <a:lnTo>
                  <a:pt x="467250" y="69610"/>
                </a:lnTo>
                <a:lnTo>
                  <a:pt x="467921" y="69099"/>
                </a:lnTo>
                <a:lnTo>
                  <a:pt x="468599" y="68614"/>
                </a:lnTo>
                <a:lnTo>
                  <a:pt x="469284" y="68155"/>
                </a:lnTo>
                <a:lnTo>
                  <a:pt x="469976" y="67722"/>
                </a:lnTo>
                <a:lnTo>
                  <a:pt x="470675" y="67316"/>
                </a:lnTo>
                <a:lnTo>
                  <a:pt x="471382" y="66936"/>
                </a:lnTo>
                <a:lnTo>
                  <a:pt x="472095" y="66582"/>
                </a:lnTo>
                <a:lnTo>
                  <a:pt x="472816" y="66255"/>
                </a:lnTo>
                <a:lnTo>
                  <a:pt x="473544" y="65953"/>
                </a:lnTo>
                <a:lnTo>
                  <a:pt x="474278" y="65678"/>
                </a:lnTo>
                <a:lnTo>
                  <a:pt x="475020" y="65429"/>
                </a:lnTo>
                <a:lnTo>
                  <a:pt x="475769" y="65206"/>
                </a:lnTo>
                <a:lnTo>
                  <a:pt x="476525" y="65010"/>
                </a:lnTo>
                <a:lnTo>
                  <a:pt x="477289" y="64839"/>
                </a:lnTo>
                <a:lnTo>
                  <a:pt x="478059" y="64695"/>
                </a:lnTo>
                <a:lnTo>
                  <a:pt x="478836" y="64577"/>
                </a:lnTo>
                <a:lnTo>
                  <a:pt x="479621" y="64486"/>
                </a:lnTo>
                <a:lnTo>
                  <a:pt x="480413" y="64420"/>
                </a:lnTo>
                <a:lnTo>
                  <a:pt x="481212" y="64381"/>
                </a:lnTo>
                <a:lnTo>
                  <a:pt x="482017" y="64368"/>
                </a:lnTo>
                <a:lnTo>
                  <a:pt x="482543" y="64374"/>
                </a:lnTo>
                <a:lnTo>
                  <a:pt x="483067" y="64394"/>
                </a:lnTo>
                <a:lnTo>
                  <a:pt x="483589" y="64426"/>
                </a:lnTo>
                <a:lnTo>
                  <a:pt x="484109" y="64472"/>
                </a:lnTo>
                <a:lnTo>
                  <a:pt x="484628" y="64530"/>
                </a:lnTo>
                <a:lnTo>
                  <a:pt x="485144" y="64602"/>
                </a:lnTo>
                <a:lnTo>
                  <a:pt x="485659" y="64686"/>
                </a:lnTo>
                <a:lnTo>
                  <a:pt x="486172" y="64784"/>
                </a:lnTo>
                <a:lnTo>
                  <a:pt x="486683" y="64894"/>
                </a:lnTo>
                <a:lnTo>
                  <a:pt x="487192" y="65018"/>
                </a:lnTo>
                <a:lnTo>
                  <a:pt x="487700" y="65154"/>
                </a:lnTo>
                <a:lnTo>
                  <a:pt x="488206" y="65304"/>
                </a:lnTo>
                <a:lnTo>
                  <a:pt x="488709" y="65466"/>
                </a:lnTo>
                <a:lnTo>
                  <a:pt x="489211" y="65642"/>
                </a:lnTo>
                <a:lnTo>
                  <a:pt x="489711" y="65830"/>
                </a:lnTo>
                <a:lnTo>
                  <a:pt x="490210" y="66032"/>
                </a:lnTo>
                <a:lnTo>
                  <a:pt x="490706" y="66247"/>
                </a:lnTo>
                <a:lnTo>
                  <a:pt x="491201" y="66474"/>
                </a:lnTo>
                <a:lnTo>
                  <a:pt x="491694" y="66715"/>
                </a:lnTo>
                <a:lnTo>
                  <a:pt x="492185" y="66968"/>
                </a:lnTo>
                <a:lnTo>
                  <a:pt x="492674" y="67235"/>
                </a:lnTo>
                <a:lnTo>
                  <a:pt x="493161" y="67514"/>
                </a:lnTo>
                <a:lnTo>
                  <a:pt x="493647" y="67807"/>
                </a:lnTo>
                <a:lnTo>
                  <a:pt x="494130" y="68113"/>
                </a:lnTo>
                <a:lnTo>
                  <a:pt x="494608" y="68430"/>
                </a:lnTo>
                <a:lnTo>
                  <a:pt x="495076" y="68756"/>
                </a:lnTo>
                <a:lnTo>
                  <a:pt x="495534" y="69093"/>
                </a:lnTo>
                <a:lnTo>
                  <a:pt x="495982" y="69439"/>
                </a:lnTo>
                <a:lnTo>
                  <a:pt x="496420" y="69795"/>
                </a:lnTo>
                <a:lnTo>
                  <a:pt x="496848" y="70161"/>
                </a:lnTo>
                <a:lnTo>
                  <a:pt x="497266" y="70536"/>
                </a:lnTo>
                <a:lnTo>
                  <a:pt x="497674" y="70921"/>
                </a:lnTo>
                <a:lnTo>
                  <a:pt x="498072" y="71316"/>
                </a:lnTo>
                <a:lnTo>
                  <a:pt x="498460" y="71721"/>
                </a:lnTo>
                <a:lnTo>
                  <a:pt x="498838" y="72136"/>
                </a:lnTo>
                <a:lnTo>
                  <a:pt x="499207" y="72560"/>
                </a:lnTo>
                <a:lnTo>
                  <a:pt x="499565" y="72994"/>
                </a:lnTo>
                <a:lnTo>
                  <a:pt x="499913" y="73438"/>
                </a:lnTo>
                <a:lnTo>
                  <a:pt x="500252" y="73891"/>
                </a:lnTo>
                <a:lnTo>
                  <a:pt x="500580" y="74354"/>
                </a:lnTo>
                <a:lnTo>
                  <a:pt x="500898" y="74827"/>
                </a:lnTo>
                <a:lnTo>
                  <a:pt x="501207" y="75310"/>
                </a:lnTo>
                <a:lnTo>
                  <a:pt x="501506" y="75803"/>
                </a:lnTo>
                <a:lnTo>
                  <a:pt x="501794" y="76305"/>
                </a:lnTo>
                <a:lnTo>
                  <a:pt x="502073" y="76817"/>
                </a:lnTo>
                <a:lnTo>
                  <a:pt x="502342" y="77339"/>
                </a:lnTo>
                <a:lnTo>
                  <a:pt x="502600" y="77870"/>
                </a:lnTo>
                <a:lnTo>
                  <a:pt x="502849" y="78411"/>
                </a:lnTo>
                <a:lnTo>
                  <a:pt x="503003" y="78773"/>
                </a:lnTo>
                <a:lnTo>
                  <a:pt x="503152" y="79156"/>
                </a:lnTo>
                <a:lnTo>
                  <a:pt x="503297" y="79560"/>
                </a:lnTo>
                <a:lnTo>
                  <a:pt x="503438" y="79985"/>
                </a:lnTo>
                <a:lnTo>
                  <a:pt x="503573" y="80431"/>
                </a:lnTo>
                <a:lnTo>
                  <a:pt x="503705" y="80898"/>
                </a:lnTo>
                <a:lnTo>
                  <a:pt x="503832" y="81387"/>
                </a:lnTo>
                <a:lnTo>
                  <a:pt x="503954" y="81896"/>
                </a:lnTo>
                <a:lnTo>
                  <a:pt x="504072" y="82427"/>
                </a:lnTo>
                <a:lnTo>
                  <a:pt x="504186" y="82979"/>
                </a:lnTo>
                <a:lnTo>
                  <a:pt x="504295" y="83552"/>
                </a:lnTo>
                <a:lnTo>
                  <a:pt x="504400" y="84146"/>
                </a:lnTo>
                <a:lnTo>
                  <a:pt x="504500" y="84761"/>
                </a:lnTo>
                <a:lnTo>
                  <a:pt x="504596" y="85398"/>
                </a:lnTo>
                <a:lnTo>
                  <a:pt x="504687" y="86055"/>
                </a:lnTo>
                <a:lnTo>
                  <a:pt x="504774" y="86734"/>
                </a:lnTo>
                <a:lnTo>
                  <a:pt x="504856" y="87433"/>
                </a:lnTo>
                <a:lnTo>
                  <a:pt x="504934" y="88154"/>
                </a:lnTo>
                <a:lnTo>
                  <a:pt x="505007" y="88896"/>
                </a:lnTo>
                <a:lnTo>
                  <a:pt x="505076" y="89659"/>
                </a:lnTo>
                <a:lnTo>
                  <a:pt x="505140" y="90444"/>
                </a:lnTo>
                <a:lnTo>
                  <a:pt x="505200" y="91249"/>
                </a:lnTo>
                <a:lnTo>
                  <a:pt x="505256" y="92076"/>
                </a:lnTo>
                <a:lnTo>
                  <a:pt x="505307" y="92923"/>
                </a:lnTo>
                <a:lnTo>
                  <a:pt x="455685" y="92923"/>
                </a:lnTo>
                <a:lnTo>
                  <a:pt x="455804" y="91812"/>
                </a:lnTo>
                <a:lnTo>
                  <a:pt x="455944" y="90721"/>
                </a:lnTo>
                <a:lnTo>
                  <a:pt x="456107" y="89651"/>
                </a:lnTo>
                <a:lnTo>
                  <a:pt x="456292" y="88601"/>
                </a:lnTo>
                <a:close/>
                <a:moveTo>
                  <a:pt x="608485" y="56846"/>
                </a:moveTo>
                <a:lnTo>
                  <a:pt x="608372" y="57056"/>
                </a:lnTo>
                <a:lnTo>
                  <a:pt x="608261" y="57259"/>
                </a:lnTo>
                <a:lnTo>
                  <a:pt x="608150" y="57455"/>
                </a:lnTo>
                <a:lnTo>
                  <a:pt x="608041" y="57645"/>
                </a:lnTo>
                <a:lnTo>
                  <a:pt x="607933" y="57827"/>
                </a:lnTo>
                <a:lnTo>
                  <a:pt x="607827" y="58002"/>
                </a:lnTo>
                <a:lnTo>
                  <a:pt x="607721" y="58171"/>
                </a:lnTo>
                <a:lnTo>
                  <a:pt x="607617" y="58332"/>
                </a:lnTo>
                <a:lnTo>
                  <a:pt x="607514" y="58487"/>
                </a:lnTo>
                <a:lnTo>
                  <a:pt x="607412" y="58634"/>
                </a:lnTo>
                <a:lnTo>
                  <a:pt x="607312" y="58775"/>
                </a:lnTo>
                <a:lnTo>
                  <a:pt x="607212" y="58909"/>
                </a:lnTo>
                <a:lnTo>
                  <a:pt x="607114" y="59036"/>
                </a:lnTo>
                <a:lnTo>
                  <a:pt x="607017" y="59156"/>
                </a:lnTo>
                <a:lnTo>
                  <a:pt x="606922" y="59269"/>
                </a:lnTo>
                <a:lnTo>
                  <a:pt x="606827" y="59376"/>
                </a:lnTo>
                <a:lnTo>
                  <a:pt x="606734" y="59475"/>
                </a:lnTo>
                <a:lnTo>
                  <a:pt x="606642" y="59567"/>
                </a:lnTo>
                <a:lnTo>
                  <a:pt x="606551" y="59653"/>
                </a:lnTo>
                <a:lnTo>
                  <a:pt x="606461" y="59732"/>
                </a:lnTo>
                <a:lnTo>
                  <a:pt x="606373" y="59803"/>
                </a:lnTo>
                <a:lnTo>
                  <a:pt x="606284" y="59870"/>
                </a:lnTo>
                <a:lnTo>
                  <a:pt x="606192" y="59934"/>
                </a:lnTo>
                <a:lnTo>
                  <a:pt x="606097" y="59995"/>
                </a:lnTo>
                <a:lnTo>
                  <a:pt x="605999" y="60054"/>
                </a:lnTo>
                <a:lnTo>
                  <a:pt x="605899" y="60109"/>
                </a:lnTo>
                <a:lnTo>
                  <a:pt x="605795" y="60162"/>
                </a:lnTo>
                <a:lnTo>
                  <a:pt x="605689" y="60212"/>
                </a:lnTo>
                <a:lnTo>
                  <a:pt x="605580" y="60258"/>
                </a:lnTo>
                <a:lnTo>
                  <a:pt x="605468" y="60303"/>
                </a:lnTo>
                <a:lnTo>
                  <a:pt x="605353" y="60344"/>
                </a:lnTo>
                <a:lnTo>
                  <a:pt x="605235" y="60382"/>
                </a:lnTo>
                <a:lnTo>
                  <a:pt x="605115" y="60418"/>
                </a:lnTo>
                <a:lnTo>
                  <a:pt x="604992" y="60450"/>
                </a:lnTo>
                <a:lnTo>
                  <a:pt x="604865" y="60480"/>
                </a:lnTo>
                <a:lnTo>
                  <a:pt x="604736" y="60507"/>
                </a:lnTo>
                <a:lnTo>
                  <a:pt x="604604" y="60532"/>
                </a:lnTo>
                <a:lnTo>
                  <a:pt x="604470" y="60553"/>
                </a:lnTo>
                <a:lnTo>
                  <a:pt x="604332" y="60571"/>
                </a:lnTo>
                <a:lnTo>
                  <a:pt x="604192" y="60587"/>
                </a:lnTo>
                <a:lnTo>
                  <a:pt x="604049" y="60600"/>
                </a:lnTo>
                <a:lnTo>
                  <a:pt x="603902" y="60610"/>
                </a:lnTo>
                <a:lnTo>
                  <a:pt x="603754" y="60617"/>
                </a:lnTo>
                <a:lnTo>
                  <a:pt x="603602" y="60621"/>
                </a:lnTo>
                <a:lnTo>
                  <a:pt x="603447" y="60623"/>
                </a:lnTo>
                <a:lnTo>
                  <a:pt x="603274" y="60619"/>
                </a:lnTo>
                <a:lnTo>
                  <a:pt x="603088" y="60610"/>
                </a:lnTo>
                <a:lnTo>
                  <a:pt x="602888" y="60595"/>
                </a:lnTo>
                <a:lnTo>
                  <a:pt x="602673" y="60574"/>
                </a:lnTo>
                <a:lnTo>
                  <a:pt x="602445" y="60546"/>
                </a:lnTo>
                <a:lnTo>
                  <a:pt x="602204" y="60513"/>
                </a:lnTo>
                <a:lnTo>
                  <a:pt x="601948" y="60473"/>
                </a:lnTo>
                <a:lnTo>
                  <a:pt x="601679" y="60427"/>
                </a:lnTo>
                <a:lnTo>
                  <a:pt x="601395" y="60376"/>
                </a:lnTo>
                <a:lnTo>
                  <a:pt x="601098" y="60318"/>
                </a:lnTo>
                <a:lnTo>
                  <a:pt x="600788" y="60254"/>
                </a:lnTo>
                <a:lnTo>
                  <a:pt x="600463" y="60184"/>
                </a:lnTo>
                <a:lnTo>
                  <a:pt x="600124" y="60107"/>
                </a:lnTo>
                <a:lnTo>
                  <a:pt x="599772" y="60025"/>
                </a:lnTo>
                <a:lnTo>
                  <a:pt x="599406" y="59937"/>
                </a:lnTo>
                <a:lnTo>
                  <a:pt x="599026" y="59842"/>
                </a:lnTo>
                <a:lnTo>
                  <a:pt x="598632" y="59742"/>
                </a:lnTo>
                <a:lnTo>
                  <a:pt x="598225" y="59635"/>
                </a:lnTo>
                <a:lnTo>
                  <a:pt x="597803" y="59522"/>
                </a:lnTo>
                <a:lnTo>
                  <a:pt x="597368" y="59403"/>
                </a:lnTo>
                <a:lnTo>
                  <a:pt x="596919" y="59278"/>
                </a:lnTo>
                <a:lnTo>
                  <a:pt x="596456" y="59147"/>
                </a:lnTo>
                <a:lnTo>
                  <a:pt x="595979" y="59010"/>
                </a:lnTo>
                <a:lnTo>
                  <a:pt x="595489" y="58867"/>
                </a:lnTo>
                <a:lnTo>
                  <a:pt x="594743" y="58647"/>
                </a:lnTo>
                <a:lnTo>
                  <a:pt x="594006" y="58437"/>
                </a:lnTo>
                <a:lnTo>
                  <a:pt x="593278" y="58236"/>
                </a:lnTo>
                <a:lnTo>
                  <a:pt x="592560" y="58045"/>
                </a:lnTo>
                <a:lnTo>
                  <a:pt x="591851" y="57862"/>
                </a:lnTo>
                <a:lnTo>
                  <a:pt x="591151" y="57689"/>
                </a:lnTo>
                <a:lnTo>
                  <a:pt x="590461" y="57526"/>
                </a:lnTo>
                <a:lnTo>
                  <a:pt x="589780" y="57372"/>
                </a:lnTo>
                <a:lnTo>
                  <a:pt x="589109" y="57227"/>
                </a:lnTo>
                <a:lnTo>
                  <a:pt x="588447" y="57091"/>
                </a:lnTo>
                <a:lnTo>
                  <a:pt x="587794" y="56965"/>
                </a:lnTo>
                <a:lnTo>
                  <a:pt x="587150" y="56848"/>
                </a:lnTo>
                <a:lnTo>
                  <a:pt x="586516" y="56741"/>
                </a:lnTo>
                <a:lnTo>
                  <a:pt x="585892" y="56643"/>
                </a:lnTo>
                <a:lnTo>
                  <a:pt x="585276" y="56554"/>
                </a:lnTo>
                <a:lnTo>
                  <a:pt x="584670" y="56474"/>
                </a:lnTo>
                <a:lnTo>
                  <a:pt x="584073" y="56404"/>
                </a:lnTo>
                <a:lnTo>
                  <a:pt x="583486" y="56344"/>
                </a:lnTo>
                <a:lnTo>
                  <a:pt x="582908" y="56292"/>
                </a:lnTo>
                <a:lnTo>
                  <a:pt x="582339" y="56250"/>
                </a:lnTo>
                <a:lnTo>
                  <a:pt x="581780" y="56217"/>
                </a:lnTo>
                <a:lnTo>
                  <a:pt x="581230" y="56194"/>
                </a:lnTo>
                <a:lnTo>
                  <a:pt x="580689" y="56180"/>
                </a:lnTo>
                <a:lnTo>
                  <a:pt x="580158" y="56175"/>
                </a:lnTo>
                <a:lnTo>
                  <a:pt x="578967" y="56191"/>
                </a:lnTo>
                <a:lnTo>
                  <a:pt x="577796" y="56237"/>
                </a:lnTo>
                <a:lnTo>
                  <a:pt x="576642" y="56314"/>
                </a:lnTo>
                <a:lnTo>
                  <a:pt x="575507" y="56422"/>
                </a:lnTo>
                <a:lnTo>
                  <a:pt x="574391" y="56561"/>
                </a:lnTo>
                <a:lnTo>
                  <a:pt x="573293" y="56731"/>
                </a:lnTo>
                <a:lnTo>
                  <a:pt x="572214" y="56931"/>
                </a:lnTo>
                <a:lnTo>
                  <a:pt x="571153" y="57163"/>
                </a:lnTo>
                <a:lnTo>
                  <a:pt x="570110" y="57425"/>
                </a:lnTo>
                <a:lnTo>
                  <a:pt x="569086" y="57718"/>
                </a:lnTo>
                <a:lnTo>
                  <a:pt x="568081" y="58042"/>
                </a:lnTo>
                <a:lnTo>
                  <a:pt x="567094" y="58397"/>
                </a:lnTo>
                <a:lnTo>
                  <a:pt x="566126" y="58783"/>
                </a:lnTo>
                <a:lnTo>
                  <a:pt x="565176" y="59199"/>
                </a:lnTo>
                <a:lnTo>
                  <a:pt x="564244" y="59647"/>
                </a:lnTo>
                <a:lnTo>
                  <a:pt x="563331" y="60125"/>
                </a:lnTo>
                <a:lnTo>
                  <a:pt x="562437" y="60634"/>
                </a:lnTo>
                <a:lnTo>
                  <a:pt x="561561" y="61174"/>
                </a:lnTo>
                <a:lnTo>
                  <a:pt x="560703" y="61745"/>
                </a:lnTo>
                <a:lnTo>
                  <a:pt x="559864" y="62347"/>
                </a:lnTo>
                <a:lnTo>
                  <a:pt x="559044" y="62980"/>
                </a:lnTo>
                <a:lnTo>
                  <a:pt x="558242" y="63643"/>
                </a:lnTo>
                <a:lnTo>
                  <a:pt x="557458" y="64337"/>
                </a:lnTo>
                <a:lnTo>
                  <a:pt x="556693" y="65062"/>
                </a:lnTo>
                <a:lnTo>
                  <a:pt x="555953" y="65810"/>
                </a:lnTo>
                <a:lnTo>
                  <a:pt x="555244" y="66573"/>
                </a:lnTo>
                <a:lnTo>
                  <a:pt x="554567" y="67351"/>
                </a:lnTo>
                <a:lnTo>
                  <a:pt x="553922" y="68144"/>
                </a:lnTo>
                <a:lnTo>
                  <a:pt x="553307" y="68952"/>
                </a:lnTo>
                <a:lnTo>
                  <a:pt x="552725" y="69775"/>
                </a:lnTo>
                <a:lnTo>
                  <a:pt x="552174" y="70613"/>
                </a:lnTo>
                <a:lnTo>
                  <a:pt x="551654" y="71465"/>
                </a:lnTo>
                <a:lnTo>
                  <a:pt x="551166" y="72333"/>
                </a:lnTo>
                <a:lnTo>
                  <a:pt x="550709" y="73216"/>
                </a:lnTo>
                <a:lnTo>
                  <a:pt x="550284" y="74114"/>
                </a:lnTo>
                <a:lnTo>
                  <a:pt x="549890" y="75028"/>
                </a:lnTo>
                <a:lnTo>
                  <a:pt x="549528" y="75956"/>
                </a:lnTo>
                <a:lnTo>
                  <a:pt x="549198" y="76899"/>
                </a:lnTo>
                <a:lnTo>
                  <a:pt x="548898" y="77857"/>
                </a:lnTo>
                <a:lnTo>
                  <a:pt x="548631" y="78830"/>
                </a:lnTo>
                <a:lnTo>
                  <a:pt x="548394" y="79818"/>
                </a:lnTo>
                <a:lnTo>
                  <a:pt x="548190" y="80821"/>
                </a:lnTo>
                <a:lnTo>
                  <a:pt x="548017" y="81839"/>
                </a:lnTo>
                <a:lnTo>
                  <a:pt x="547875" y="82873"/>
                </a:lnTo>
                <a:lnTo>
                  <a:pt x="547765" y="83921"/>
                </a:lnTo>
                <a:lnTo>
                  <a:pt x="547686" y="84984"/>
                </a:lnTo>
                <a:lnTo>
                  <a:pt x="547639" y="86063"/>
                </a:lnTo>
                <a:lnTo>
                  <a:pt x="547623" y="87156"/>
                </a:lnTo>
                <a:lnTo>
                  <a:pt x="547632" y="87997"/>
                </a:lnTo>
                <a:lnTo>
                  <a:pt x="547659" y="88827"/>
                </a:lnTo>
                <a:lnTo>
                  <a:pt x="547705" y="89644"/>
                </a:lnTo>
                <a:lnTo>
                  <a:pt x="547769" y="90449"/>
                </a:lnTo>
                <a:lnTo>
                  <a:pt x="547852" y="91241"/>
                </a:lnTo>
                <a:lnTo>
                  <a:pt x="547952" y="92022"/>
                </a:lnTo>
                <a:lnTo>
                  <a:pt x="548071" y="92790"/>
                </a:lnTo>
                <a:lnTo>
                  <a:pt x="548208" y="93547"/>
                </a:lnTo>
                <a:lnTo>
                  <a:pt x="548364" y="94291"/>
                </a:lnTo>
                <a:lnTo>
                  <a:pt x="548537" y="95023"/>
                </a:lnTo>
                <a:lnTo>
                  <a:pt x="548729" y="95742"/>
                </a:lnTo>
                <a:lnTo>
                  <a:pt x="548940" y="96450"/>
                </a:lnTo>
                <a:lnTo>
                  <a:pt x="549168" y="97145"/>
                </a:lnTo>
                <a:lnTo>
                  <a:pt x="549415" y="97828"/>
                </a:lnTo>
                <a:lnTo>
                  <a:pt x="549680" y="98499"/>
                </a:lnTo>
                <a:lnTo>
                  <a:pt x="549964" y="99158"/>
                </a:lnTo>
                <a:lnTo>
                  <a:pt x="550265" y="99805"/>
                </a:lnTo>
                <a:lnTo>
                  <a:pt x="550585" y="100439"/>
                </a:lnTo>
                <a:lnTo>
                  <a:pt x="550924" y="101061"/>
                </a:lnTo>
                <a:lnTo>
                  <a:pt x="551280" y="101672"/>
                </a:lnTo>
                <a:lnTo>
                  <a:pt x="551655" y="102269"/>
                </a:lnTo>
                <a:lnTo>
                  <a:pt x="552048" y="102855"/>
                </a:lnTo>
                <a:lnTo>
                  <a:pt x="552460" y="103429"/>
                </a:lnTo>
                <a:lnTo>
                  <a:pt x="552889" y="103990"/>
                </a:lnTo>
                <a:lnTo>
                  <a:pt x="553349" y="104558"/>
                </a:lnTo>
                <a:lnTo>
                  <a:pt x="553848" y="105132"/>
                </a:lnTo>
                <a:lnTo>
                  <a:pt x="554389" y="105711"/>
                </a:lnTo>
                <a:lnTo>
                  <a:pt x="554970" y="106296"/>
                </a:lnTo>
                <a:lnTo>
                  <a:pt x="555592" y="106887"/>
                </a:lnTo>
                <a:lnTo>
                  <a:pt x="556254" y="107483"/>
                </a:lnTo>
                <a:lnTo>
                  <a:pt x="556957" y="108085"/>
                </a:lnTo>
                <a:lnTo>
                  <a:pt x="557701" y="108693"/>
                </a:lnTo>
                <a:lnTo>
                  <a:pt x="558485" y="109306"/>
                </a:lnTo>
                <a:lnTo>
                  <a:pt x="559310" y="109925"/>
                </a:lnTo>
                <a:lnTo>
                  <a:pt x="560175" y="110550"/>
                </a:lnTo>
                <a:lnTo>
                  <a:pt x="561082" y="111180"/>
                </a:lnTo>
                <a:lnTo>
                  <a:pt x="562028" y="111816"/>
                </a:lnTo>
                <a:lnTo>
                  <a:pt x="563016" y="112458"/>
                </a:lnTo>
                <a:lnTo>
                  <a:pt x="564044" y="113106"/>
                </a:lnTo>
                <a:lnTo>
                  <a:pt x="565113" y="113759"/>
                </a:lnTo>
                <a:lnTo>
                  <a:pt x="566222" y="114418"/>
                </a:lnTo>
                <a:lnTo>
                  <a:pt x="567372" y="115083"/>
                </a:lnTo>
                <a:lnTo>
                  <a:pt x="568563" y="115753"/>
                </a:lnTo>
                <a:lnTo>
                  <a:pt x="569794" y="116429"/>
                </a:lnTo>
                <a:lnTo>
                  <a:pt x="571066" y="117111"/>
                </a:lnTo>
                <a:lnTo>
                  <a:pt x="572378" y="117798"/>
                </a:lnTo>
                <a:lnTo>
                  <a:pt x="573732" y="118491"/>
                </a:lnTo>
                <a:lnTo>
                  <a:pt x="575125" y="119190"/>
                </a:lnTo>
                <a:lnTo>
                  <a:pt x="576520" y="119886"/>
                </a:lnTo>
                <a:lnTo>
                  <a:pt x="577875" y="120572"/>
                </a:lnTo>
                <a:lnTo>
                  <a:pt x="579191" y="121248"/>
                </a:lnTo>
                <a:lnTo>
                  <a:pt x="580468" y="121914"/>
                </a:lnTo>
                <a:lnTo>
                  <a:pt x="581706" y="122569"/>
                </a:lnTo>
                <a:lnTo>
                  <a:pt x="582904" y="123215"/>
                </a:lnTo>
                <a:lnTo>
                  <a:pt x="584064" y="123850"/>
                </a:lnTo>
                <a:lnTo>
                  <a:pt x="585184" y="124475"/>
                </a:lnTo>
                <a:lnTo>
                  <a:pt x="586264" y="125090"/>
                </a:lnTo>
                <a:lnTo>
                  <a:pt x="587306" y="125695"/>
                </a:lnTo>
                <a:lnTo>
                  <a:pt x="588308" y="126290"/>
                </a:lnTo>
                <a:lnTo>
                  <a:pt x="589272" y="126874"/>
                </a:lnTo>
                <a:lnTo>
                  <a:pt x="590196" y="127449"/>
                </a:lnTo>
                <a:lnTo>
                  <a:pt x="591080" y="128013"/>
                </a:lnTo>
                <a:lnTo>
                  <a:pt x="591926" y="128567"/>
                </a:lnTo>
                <a:lnTo>
                  <a:pt x="592732" y="129111"/>
                </a:lnTo>
                <a:lnTo>
                  <a:pt x="593499" y="129645"/>
                </a:lnTo>
                <a:lnTo>
                  <a:pt x="594227" y="130169"/>
                </a:lnTo>
                <a:lnTo>
                  <a:pt x="594916" y="130683"/>
                </a:lnTo>
                <a:lnTo>
                  <a:pt x="595565" y="131186"/>
                </a:lnTo>
                <a:lnTo>
                  <a:pt x="596176" y="131679"/>
                </a:lnTo>
                <a:lnTo>
                  <a:pt x="596747" y="132162"/>
                </a:lnTo>
                <a:lnTo>
                  <a:pt x="597278" y="132635"/>
                </a:lnTo>
                <a:lnTo>
                  <a:pt x="597771" y="133098"/>
                </a:lnTo>
                <a:lnTo>
                  <a:pt x="598234" y="133560"/>
                </a:lnTo>
                <a:lnTo>
                  <a:pt x="598678" y="134032"/>
                </a:lnTo>
                <a:lnTo>
                  <a:pt x="599101" y="134512"/>
                </a:lnTo>
                <a:lnTo>
                  <a:pt x="599505" y="135001"/>
                </a:lnTo>
                <a:lnTo>
                  <a:pt x="599890" y="135499"/>
                </a:lnTo>
                <a:lnTo>
                  <a:pt x="600254" y="136006"/>
                </a:lnTo>
                <a:lnTo>
                  <a:pt x="600599" y="136522"/>
                </a:lnTo>
                <a:lnTo>
                  <a:pt x="600924" y="137046"/>
                </a:lnTo>
                <a:lnTo>
                  <a:pt x="601230" y="137580"/>
                </a:lnTo>
                <a:lnTo>
                  <a:pt x="601516" y="138123"/>
                </a:lnTo>
                <a:lnTo>
                  <a:pt x="601782" y="138674"/>
                </a:lnTo>
                <a:lnTo>
                  <a:pt x="602028" y="139235"/>
                </a:lnTo>
                <a:lnTo>
                  <a:pt x="602255" y="139805"/>
                </a:lnTo>
                <a:lnTo>
                  <a:pt x="602462" y="140383"/>
                </a:lnTo>
                <a:lnTo>
                  <a:pt x="602649" y="140970"/>
                </a:lnTo>
                <a:lnTo>
                  <a:pt x="602816" y="141567"/>
                </a:lnTo>
                <a:lnTo>
                  <a:pt x="602964" y="142172"/>
                </a:lnTo>
                <a:lnTo>
                  <a:pt x="603092" y="142786"/>
                </a:lnTo>
                <a:lnTo>
                  <a:pt x="603201" y="143409"/>
                </a:lnTo>
                <a:lnTo>
                  <a:pt x="603289" y="144042"/>
                </a:lnTo>
                <a:lnTo>
                  <a:pt x="603358" y="144683"/>
                </a:lnTo>
                <a:lnTo>
                  <a:pt x="603408" y="145333"/>
                </a:lnTo>
                <a:lnTo>
                  <a:pt x="603437" y="145991"/>
                </a:lnTo>
                <a:lnTo>
                  <a:pt x="603447" y="146659"/>
                </a:lnTo>
                <a:lnTo>
                  <a:pt x="603438" y="147211"/>
                </a:lnTo>
                <a:lnTo>
                  <a:pt x="603412" y="147756"/>
                </a:lnTo>
                <a:lnTo>
                  <a:pt x="603368" y="148295"/>
                </a:lnTo>
                <a:lnTo>
                  <a:pt x="603306" y="148827"/>
                </a:lnTo>
                <a:lnTo>
                  <a:pt x="603226" y="149352"/>
                </a:lnTo>
                <a:lnTo>
                  <a:pt x="603129" y="149871"/>
                </a:lnTo>
                <a:lnTo>
                  <a:pt x="603014" y="150382"/>
                </a:lnTo>
                <a:lnTo>
                  <a:pt x="602881" y="150887"/>
                </a:lnTo>
                <a:lnTo>
                  <a:pt x="602731" y="151386"/>
                </a:lnTo>
                <a:lnTo>
                  <a:pt x="602563" y="151878"/>
                </a:lnTo>
                <a:lnTo>
                  <a:pt x="602378" y="152363"/>
                </a:lnTo>
                <a:lnTo>
                  <a:pt x="602174" y="152841"/>
                </a:lnTo>
                <a:lnTo>
                  <a:pt x="601953" y="153313"/>
                </a:lnTo>
                <a:lnTo>
                  <a:pt x="601715" y="153778"/>
                </a:lnTo>
                <a:lnTo>
                  <a:pt x="601459" y="154236"/>
                </a:lnTo>
                <a:lnTo>
                  <a:pt x="601185" y="154687"/>
                </a:lnTo>
                <a:lnTo>
                  <a:pt x="600893" y="155132"/>
                </a:lnTo>
                <a:lnTo>
                  <a:pt x="600584" y="155570"/>
                </a:lnTo>
                <a:lnTo>
                  <a:pt x="600257" y="156002"/>
                </a:lnTo>
                <a:lnTo>
                  <a:pt x="599912" y="156427"/>
                </a:lnTo>
                <a:lnTo>
                  <a:pt x="599549" y="156845"/>
                </a:lnTo>
                <a:lnTo>
                  <a:pt x="599169" y="157256"/>
                </a:lnTo>
                <a:lnTo>
                  <a:pt x="598772" y="157661"/>
                </a:lnTo>
                <a:lnTo>
                  <a:pt x="598356" y="158059"/>
                </a:lnTo>
                <a:lnTo>
                  <a:pt x="597927" y="158445"/>
                </a:lnTo>
                <a:lnTo>
                  <a:pt x="597487" y="158815"/>
                </a:lnTo>
                <a:lnTo>
                  <a:pt x="597037" y="159168"/>
                </a:lnTo>
                <a:lnTo>
                  <a:pt x="596576" y="159505"/>
                </a:lnTo>
                <a:lnTo>
                  <a:pt x="596106" y="159825"/>
                </a:lnTo>
                <a:lnTo>
                  <a:pt x="595624" y="160129"/>
                </a:lnTo>
                <a:lnTo>
                  <a:pt x="595133" y="160417"/>
                </a:lnTo>
                <a:lnTo>
                  <a:pt x="594631" y="160688"/>
                </a:lnTo>
                <a:lnTo>
                  <a:pt x="594118" y="160943"/>
                </a:lnTo>
                <a:lnTo>
                  <a:pt x="593596" y="161181"/>
                </a:lnTo>
                <a:lnTo>
                  <a:pt x="593063" y="161403"/>
                </a:lnTo>
                <a:lnTo>
                  <a:pt x="592519" y="161608"/>
                </a:lnTo>
                <a:lnTo>
                  <a:pt x="591966" y="161797"/>
                </a:lnTo>
                <a:lnTo>
                  <a:pt x="591401" y="161970"/>
                </a:lnTo>
                <a:lnTo>
                  <a:pt x="590827" y="162126"/>
                </a:lnTo>
                <a:lnTo>
                  <a:pt x="590242" y="162266"/>
                </a:lnTo>
                <a:lnTo>
                  <a:pt x="589647" y="162389"/>
                </a:lnTo>
                <a:lnTo>
                  <a:pt x="589041" y="162496"/>
                </a:lnTo>
                <a:lnTo>
                  <a:pt x="588425" y="162586"/>
                </a:lnTo>
                <a:lnTo>
                  <a:pt x="587799" y="162660"/>
                </a:lnTo>
                <a:lnTo>
                  <a:pt x="587162" y="162717"/>
                </a:lnTo>
                <a:lnTo>
                  <a:pt x="586515" y="162759"/>
                </a:lnTo>
                <a:lnTo>
                  <a:pt x="585858" y="162783"/>
                </a:lnTo>
                <a:lnTo>
                  <a:pt x="585190" y="162791"/>
                </a:lnTo>
                <a:lnTo>
                  <a:pt x="584238" y="162777"/>
                </a:lnTo>
                <a:lnTo>
                  <a:pt x="583294" y="162733"/>
                </a:lnTo>
                <a:lnTo>
                  <a:pt x="582358" y="162661"/>
                </a:lnTo>
                <a:lnTo>
                  <a:pt x="581429" y="162560"/>
                </a:lnTo>
                <a:lnTo>
                  <a:pt x="580508" y="162429"/>
                </a:lnTo>
                <a:lnTo>
                  <a:pt x="579595" y="162270"/>
                </a:lnTo>
                <a:lnTo>
                  <a:pt x="578689" y="162082"/>
                </a:lnTo>
                <a:lnTo>
                  <a:pt x="577791" y="161865"/>
                </a:lnTo>
                <a:lnTo>
                  <a:pt x="576901" y="161619"/>
                </a:lnTo>
                <a:lnTo>
                  <a:pt x="576019" y="161344"/>
                </a:lnTo>
                <a:lnTo>
                  <a:pt x="575144" y="161040"/>
                </a:lnTo>
                <a:lnTo>
                  <a:pt x="574277" y="160707"/>
                </a:lnTo>
                <a:lnTo>
                  <a:pt x="573418" y="160345"/>
                </a:lnTo>
                <a:lnTo>
                  <a:pt x="572566" y="159954"/>
                </a:lnTo>
                <a:lnTo>
                  <a:pt x="571722" y="159534"/>
                </a:lnTo>
                <a:lnTo>
                  <a:pt x="570886" y="159085"/>
                </a:lnTo>
                <a:lnTo>
                  <a:pt x="570058" y="158608"/>
                </a:lnTo>
                <a:lnTo>
                  <a:pt x="569237" y="158101"/>
                </a:lnTo>
                <a:lnTo>
                  <a:pt x="568424" y="157565"/>
                </a:lnTo>
                <a:lnTo>
                  <a:pt x="567619" y="157001"/>
                </a:lnTo>
                <a:lnTo>
                  <a:pt x="566822" y="156407"/>
                </a:lnTo>
                <a:lnTo>
                  <a:pt x="566032" y="155785"/>
                </a:lnTo>
                <a:lnTo>
                  <a:pt x="565250" y="155133"/>
                </a:lnTo>
                <a:lnTo>
                  <a:pt x="564476" y="154453"/>
                </a:lnTo>
                <a:lnTo>
                  <a:pt x="563715" y="153744"/>
                </a:lnTo>
                <a:lnTo>
                  <a:pt x="562976" y="153007"/>
                </a:lnTo>
                <a:lnTo>
                  <a:pt x="562257" y="152242"/>
                </a:lnTo>
                <a:lnTo>
                  <a:pt x="561559" y="151448"/>
                </a:lnTo>
                <a:lnTo>
                  <a:pt x="560882" y="150627"/>
                </a:lnTo>
                <a:lnTo>
                  <a:pt x="560226" y="149777"/>
                </a:lnTo>
                <a:lnTo>
                  <a:pt x="559590" y="148899"/>
                </a:lnTo>
                <a:lnTo>
                  <a:pt x="558975" y="147993"/>
                </a:lnTo>
                <a:lnTo>
                  <a:pt x="558381" y="147059"/>
                </a:lnTo>
                <a:lnTo>
                  <a:pt x="557807" y="146097"/>
                </a:lnTo>
                <a:lnTo>
                  <a:pt x="557254" y="145107"/>
                </a:lnTo>
                <a:lnTo>
                  <a:pt x="556722" y="144088"/>
                </a:lnTo>
                <a:lnTo>
                  <a:pt x="556211" y="143042"/>
                </a:lnTo>
                <a:lnTo>
                  <a:pt x="555720" y="141967"/>
                </a:lnTo>
                <a:lnTo>
                  <a:pt x="555250" y="140864"/>
                </a:lnTo>
                <a:lnTo>
                  <a:pt x="554801" y="139733"/>
                </a:lnTo>
                <a:lnTo>
                  <a:pt x="554372" y="138574"/>
                </a:lnTo>
                <a:lnTo>
                  <a:pt x="553965" y="137386"/>
                </a:lnTo>
                <a:lnTo>
                  <a:pt x="553578" y="136171"/>
                </a:lnTo>
                <a:lnTo>
                  <a:pt x="553211" y="134927"/>
                </a:lnTo>
                <a:lnTo>
                  <a:pt x="552866" y="133655"/>
                </a:lnTo>
                <a:lnTo>
                  <a:pt x="552541" y="132356"/>
                </a:lnTo>
                <a:lnTo>
                  <a:pt x="552237" y="131028"/>
                </a:lnTo>
                <a:lnTo>
                  <a:pt x="551953" y="129671"/>
                </a:lnTo>
                <a:lnTo>
                  <a:pt x="548091" y="129671"/>
                </a:lnTo>
                <a:lnTo>
                  <a:pt x="548091" y="168058"/>
                </a:lnTo>
                <a:lnTo>
                  <a:pt x="551953" y="168058"/>
                </a:lnTo>
                <a:lnTo>
                  <a:pt x="552082" y="167810"/>
                </a:lnTo>
                <a:lnTo>
                  <a:pt x="552215" y="167572"/>
                </a:lnTo>
                <a:lnTo>
                  <a:pt x="552352" y="167345"/>
                </a:lnTo>
                <a:lnTo>
                  <a:pt x="552493" y="167128"/>
                </a:lnTo>
                <a:lnTo>
                  <a:pt x="552638" y="166922"/>
                </a:lnTo>
                <a:lnTo>
                  <a:pt x="552787" y="166727"/>
                </a:lnTo>
                <a:lnTo>
                  <a:pt x="552940" y="166542"/>
                </a:lnTo>
                <a:lnTo>
                  <a:pt x="553097" y="166367"/>
                </a:lnTo>
                <a:lnTo>
                  <a:pt x="553259" y="166204"/>
                </a:lnTo>
                <a:lnTo>
                  <a:pt x="553424" y="166050"/>
                </a:lnTo>
                <a:lnTo>
                  <a:pt x="553594" y="165908"/>
                </a:lnTo>
                <a:lnTo>
                  <a:pt x="553767" y="165776"/>
                </a:lnTo>
                <a:lnTo>
                  <a:pt x="553945" y="165654"/>
                </a:lnTo>
                <a:lnTo>
                  <a:pt x="554126" y="165543"/>
                </a:lnTo>
                <a:lnTo>
                  <a:pt x="554312" y="165443"/>
                </a:lnTo>
                <a:lnTo>
                  <a:pt x="554502" y="165353"/>
                </a:lnTo>
                <a:lnTo>
                  <a:pt x="554696" y="165274"/>
                </a:lnTo>
                <a:lnTo>
                  <a:pt x="554894" y="165205"/>
                </a:lnTo>
                <a:lnTo>
                  <a:pt x="555095" y="165147"/>
                </a:lnTo>
                <a:lnTo>
                  <a:pt x="555302" y="165100"/>
                </a:lnTo>
                <a:lnTo>
                  <a:pt x="555512" y="165063"/>
                </a:lnTo>
                <a:lnTo>
                  <a:pt x="555726" y="165036"/>
                </a:lnTo>
                <a:lnTo>
                  <a:pt x="555944" y="165020"/>
                </a:lnTo>
                <a:lnTo>
                  <a:pt x="556166" y="165015"/>
                </a:lnTo>
                <a:lnTo>
                  <a:pt x="556373" y="165017"/>
                </a:lnTo>
                <a:lnTo>
                  <a:pt x="556586" y="165023"/>
                </a:lnTo>
                <a:lnTo>
                  <a:pt x="556803" y="165033"/>
                </a:lnTo>
                <a:lnTo>
                  <a:pt x="557024" y="165048"/>
                </a:lnTo>
                <a:lnTo>
                  <a:pt x="557251" y="165066"/>
                </a:lnTo>
                <a:lnTo>
                  <a:pt x="557483" y="165088"/>
                </a:lnTo>
                <a:lnTo>
                  <a:pt x="557719" y="165115"/>
                </a:lnTo>
                <a:lnTo>
                  <a:pt x="557961" y="165145"/>
                </a:lnTo>
                <a:lnTo>
                  <a:pt x="558207" y="165180"/>
                </a:lnTo>
                <a:lnTo>
                  <a:pt x="558458" y="165218"/>
                </a:lnTo>
                <a:lnTo>
                  <a:pt x="558714" y="165261"/>
                </a:lnTo>
                <a:lnTo>
                  <a:pt x="558975" y="165308"/>
                </a:lnTo>
                <a:lnTo>
                  <a:pt x="559241" y="165358"/>
                </a:lnTo>
                <a:lnTo>
                  <a:pt x="559511" y="165413"/>
                </a:lnTo>
                <a:lnTo>
                  <a:pt x="559787" y="165472"/>
                </a:lnTo>
                <a:lnTo>
                  <a:pt x="560067" y="165535"/>
                </a:lnTo>
                <a:lnTo>
                  <a:pt x="560353" y="165602"/>
                </a:lnTo>
                <a:lnTo>
                  <a:pt x="560643" y="165673"/>
                </a:lnTo>
                <a:lnTo>
                  <a:pt x="560938" y="165748"/>
                </a:lnTo>
                <a:lnTo>
                  <a:pt x="561238" y="165828"/>
                </a:lnTo>
                <a:lnTo>
                  <a:pt x="561542" y="165911"/>
                </a:lnTo>
                <a:lnTo>
                  <a:pt x="561852" y="165998"/>
                </a:lnTo>
                <a:lnTo>
                  <a:pt x="562167" y="166090"/>
                </a:lnTo>
                <a:lnTo>
                  <a:pt x="562486" y="166185"/>
                </a:lnTo>
                <a:lnTo>
                  <a:pt x="563534" y="166472"/>
                </a:lnTo>
                <a:lnTo>
                  <a:pt x="564573" y="166746"/>
                </a:lnTo>
                <a:lnTo>
                  <a:pt x="565602" y="167008"/>
                </a:lnTo>
                <a:lnTo>
                  <a:pt x="566621" y="167258"/>
                </a:lnTo>
                <a:lnTo>
                  <a:pt x="567631" y="167496"/>
                </a:lnTo>
                <a:lnTo>
                  <a:pt x="568630" y="167721"/>
                </a:lnTo>
                <a:lnTo>
                  <a:pt x="569620" y="167935"/>
                </a:lnTo>
                <a:lnTo>
                  <a:pt x="570600" y="168136"/>
                </a:lnTo>
                <a:lnTo>
                  <a:pt x="571571" y="168325"/>
                </a:lnTo>
                <a:lnTo>
                  <a:pt x="572531" y="168502"/>
                </a:lnTo>
                <a:lnTo>
                  <a:pt x="573482" y="168666"/>
                </a:lnTo>
                <a:lnTo>
                  <a:pt x="574423" y="168819"/>
                </a:lnTo>
                <a:lnTo>
                  <a:pt x="575355" y="168959"/>
                </a:lnTo>
                <a:lnTo>
                  <a:pt x="576276" y="169087"/>
                </a:lnTo>
                <a:lnTo>
                  <a:pt x="577188" y="169203"/>
                </a:lnTo>
                <a:lnTo>
                  <a:pt x="578090" y="169306"/>
                </a:lnTo>
                <a:lnTo>
                  <a:pt x="578983" y="169398"/>
                </a:lnTo>
                <a:lnTo>
                  <a:pt x="579865" y="169477"/>
                </a:lnTo>
                <a:lnTo>
                  <a:pt x="580738" y="169544"/>
                </a:lnTo>
                <a:lnTo>
                  <a:pt x="581601" y="169599"/>
                </a:lnTo>
                <a:lnTo>
                  <a:pt x="582455" y="169641"/>
                </a:lnTo>
                <a:lnTo>
                  <a:pt x="583298" y="169672"/>
                </a:lnTo>
                <a:lnTo>
                  <a:pt x="584132" y="169690"/>
                </a:lnTo>
                <a:lnTo>
                  <a:pt x="584956" y="169696"/>
                </a:lnTo>
                <a:lnTo>
                  <a:pt x="586093" y="169681"/>
                </a:lnTo>
                <a:lnTo>
                  <a:pt x="587220" y="169634"/>
                </a:lnTo>
                <a:lnTo>
                  <a:pt x="588338" y="169557"/>
                </a:lnTo>
                <a:lnTo>
                  <a:pt x="589447" y="169448"/>
                </a:lnTo>
                <a:lnTo>
                  <a:pt x="590547" y="169308"/>
                </a:lnTo>
                <a:lnTo>
                  <a:pt x="591638" y="169137"/>
                </a:lnTo>
                <a:lnTo>
                  <a:pt x="592720" y="168936"/>
                </a:lnTo>
                <a:lnTo>
                  <a:pt x="593792" y="168703"/>
                </a:lnTo>
                <a:lnTo>
                  <a:pt x="594855" y="168439"/>
                </a:lnTo>
                <a:lnTo>
                  <a:pt x="595910" y="168144"/>
                </a:lnTo>
                <a:lnTo>
                  <a:pt x="596955" y="167818"/>
                </a:lnTo>
                <a:lnTo>
                  <a:pt x="597991" y="167461"/>
                </a:lnTo>
                <a:lnTo>
                  <a:pt x="599017" y="167073"/>
                </a:lnTo>
                <a:lnTo>
                  <a:pt x="600035" y="166654"/>
                </a:lnTo>
                <a:lnTo>
                  <a:pt x="601043" y="166203"/>
                </a:lnTo>
                <a:lnTo>
                  <a:pt x="602043" y="165722"/>
                </a:lnTo>
                <a:lnTo>
                  <a:pt x="603033" y="165210"/>
                </a:lnTo>
                <a:lnTo>
                  <a:pt x="604014" y="164666"/>
                </a:lnTo>
                <a:lnTo>
                  <a:pt x="604986" y="164092"/>
                </a:lnTo>
                <a:lnTo>
                  <a:pt x="605949" y="163487"/>
                </a:lnTo>
                <a:lnTo>
                  <a:pt x="606902" y="162850"/>
                </a:lnTo>
                <a:lnTo>
                  <a:pt x="607847" y="162183"/>
                </a:lnTo>
                <a:lnTo>
                  <a:pt x="608782" y="161484"/>
                </a:lnTo>
                <a:lnTo>
                  <a:pt x="609708" y="160754"/>
                </a:lnTo>
                <a:lnTo>
                  <a:pt x="610611" y="159999"/>
                </a:lnTo>
                <a:lnTo>
                  <a:pt x="611475" y="159224"/>
                </a:lnTo>
                <a:lnTo>
                  <a:pt x="612300" y="158429"/>
                </a:lnTo>
                <a:lnTo>
                  <a:pt x="613088" y="157615"/>
                </a:lnTo>
                <a:lnTo>
                  <a:pt x="613836" y="156781"/>
                </a:lnTo>
                <a:lnTo>
                  <a:pt x="614547" y="155927"/>
                </a:lnTo>
                <a:lnTo>
                  <a:pt x="615219" y="155054"/>
                </a:lnTo>
                <a:lnTo>
                  <a:pt x="615853" y="154161"/>
                </a:lnTo>
                <a:lnTo>
                  <a:pt x="616448" y="153248"/>
                </a:lnTo>
                <a:lnTo>
                  <a:pt x="617005" y="152316"/>
                </a:lnTo>
                <a:lnTo>
                  <a:pt x="617523" y="151364"/>
                </a:lnTo>
                <a:lnTo>
                  <a:pt x="618003" y="150392"/>
                </a:lnTo>
                <a:lnTo>
                  <a:pt x="618445" y="149401"/>
                </a:lnTo>
                <a:lnTo>
                  <a:pt x="618848" y="148390"/>
                </a:lnTo>
                <a:lnTo>
                  <a:pt x="619213" y="147359"/>
                </a:lnTo>
                <a:lnTo>
                  <a:pt x="619539" y="146309"/>
                </a:lnTo>
                <a:lnTo>
                  <a:pt x="619827" y="145239"/>
                </a:lnTo>
                <a:lnTo>
                  <a:pt x="620077" y="144149"/>
                </a:lnTo>
                <a:lnTo>
                  <a:pt x="620288" y="143040"/>
                </a:lnTo>
                <a:lnTo>
                  <a:pt x="620461" y="141911"/>
                </a:lnTo>
                <a:lnTo>
                  <a:pt x="620595" y="140762"/>
                </a:lnTo>
                <a:lnTo>
                  <a:pt x="620691" y="139594"/>
                </a:lnTo>
                <a:lnTo>
                  <a:pt x="620749" y="138406"/>
                </a:lnTo>
                <a:lnTo>
                  <a:pt x="620768" y="137198"/>
                </a:lnTo>
                <a:lnTo>
                  <a:pt x="620727" y="135632"/>
                </a:lnTo>
                <a:lnTo>
                  <a:pt x="620603" y="134092"/>
                </a:lnTo>
                <a:lnTo>
                  <a:pt x="620397" y="132578"/>
                </a:lnTo>
                <a:lnTo>
                  <a:pt x="620108" y="131089"/>
                </a:lnTo>
                <a:lnTo>
                  <a:pt x="619737" y="129626"/>
                </a:lnTo>
                <a:lnTo>
                  <a:pt x="619283" y="128188"/>
                </a:lnTo>
                <a:lnTo>
                  <a:pt x="618747" y="126776"/>
                </a:lnTo>
                <a:lnTo>
                  <a:pt x="618128" y="125390"/>
                </a:lnTo>
                <a:lnTo>
                  <a:pt x="617427" y="124029"/>
                </a:lnTo>
                <a:lnTo>
                  <a:pt x="616643" y="122693"/>
                </a:lnTo>
                <a:lnTo>
                  <a:pt x="615777" y="121384"/>
                </a:lnTo>
                <a:lnTo>
                  <a:pt x="614828" y="120099"/>
                </a:lnTo>
                <a:lnTo>
                  <a:pt x="613797" y="118841"/>
                </a:lnTo>
                <a:lnTo>
                  <a:pt x="612684" y="117608"/>
                </a:lnTo>
                <a:lnTo>
                  <a:pt x="611488" y="116401"/>
                </a:lnTo>
                <a:lnTo>
                  <a:pt x="610209" y="115219"/>
                </a:lnTo>
                <a:lnTo>
                  <a:pt x="608848" y="114063"/>
                </a:lnTo>
                <a:lnTo>
                  <a:pt x="607404" y="112932"/>
                </a:lnTo>
                <a:lnTo>
                  <a:pt x="605878" y="111827"/>
                </a:lnTo>
                <a:lnTo>
                  <a:pt x="604270" y="110747"/>
                </a:lnTo>
                <a:lnTo>
                  <a:pt x="602579" y="109694"/>
                </a:lnTo>
                <a:lnTo>
                  <a:pt x="600805" y="108665"/>
                </a:lnTo>
                <a:lnTo>
                  <a:pt x="598949" y="107663"/>
                </a:lnTo>
                <a:lnTo>
                  <a:pt x="597010" y="106686"/>
                </a:lnTo>
                <a:lnTo>
                  <a:pt x="579924" y="98384"/>
                </a:lnTo>
                <a:lnTo>
                  <a:pt x="579010" y="97937"/>
                </a:lnTo>
                <a:lnTo>
                  <a:pt x="578123" y="97492"/>
                </a:lnTo>
                <a:lnTo>
                  <a:pt x="577261" y="97049"/>
                </a:lnTo>
                <a:lnTo>
                  <a:pt x="576426" y="96608"/>
                </a:lnTo>
                <a:lnTo>
                  <a:pt x="575616" y="96169"/>
                </a:lnTo>
                <a:lnTo>
                  <a:pt x="574833" y="95732"/>
                </a:lnTo>
                <a:lnTo>
                  <a:pt x="574075" y="95297"/>
                </a:lnTo>
                <a:lnTo>
                  <a:pt x="573344" y="94864"/>
                </a:lnTo>
                <a:lnTo>
                  <a:pt x="572638" y="94433"/>
                </a:lnTo>
                <a:lnTo>
                  <a:pt x="571959" y="94004"/>
                </a:lnTo>
                <a:lnTo>
                  <a:pt x="571306" y="93578"/>
                </a:lnTo>
                <a:lnTo>
                  <a:pt x="570678" y="93153"/>
                </a:lnTo>
                <a:lnTo>
                  <a:pt x="570077" y="92730"/>
                </a:lnTo>
                <a:lnTo>
                  <a:pt x="569501" y="92309"/>
                </a:lnTo>
                <a:lnTo>
                  <a:pt x="568952" y="91891"/>
                </a:lnTo>
                <a:lnTo>
                  <a:pt x="568429" y="91474"/>
                </a:lnTo>
                <a:lnTo>
                  <a:pt x="567931" y="91059"/>
                </a:lnTo>
                <a:lnTo>
                  <a:pt x="567460" y="90646"/>
                </a:lnTo>
                <a:lnTo>
                  <a:pt x="567014" y="90236"/>
                </a:lnTo>
                <a:lnTo>
                  <a:pt x="566595" y="89827"/>
                </a:lnTo>
                <a:lnTo>
                  <a:pt x="566202" y="89421"/>
                </a:lnTo>
                <a:lnTo>
                  <a:pt x="565834" y="89016"/>
                </a:lnTo>
                <a:lnTo>
                  <a:pt x="565493" y="88613"/>
                </a:lnTo>
                <a:lnTo>
                  <a:pt x="565178" y="88213"/>
                </a:lnTo>
                <a:lnTo>
                  <a:pt x="564872" y="87820"/>
                </a:lnTo>
                <a:lnTo>
                  <a:pt x="564580" y="87421"/>
                </a:lnTo>
                <a:lnTo>
                  <a:pt x="564300" y="87015"/>
                </a:lnTo>
                <a:lnTo>
                  <a:pt x="564033" y="86603"/>
                </a:lnTo>
                <a:lnTo>
                  <a:pt x="563780" y="86184"/>
                </a:lnTo>
                <a:lnTo>
                  <a:pt x="563539" y="85759"/>
                </a:lnTo>
                <a:lnTo>
                  <a:pt x="563312" y="85327"/>
                </a:lnTo>
                <a:lnTo>
                  <a:pt x="563097" y="84889"/>
                </a:lnTo>
                <a:lnTo>
                  <a:pt x="562896" y="84444"/>
                </a:lnTo>
                <a:lnTo>
                  <a:pt x="562707" y="83993"/>
                </a:lnTo>
                <a:lnTo>
                  <a:pt x="562531" y="83535"/>
                </a:lnTo>
                <a:lnTo>
                  <a:pt x="562369" y="83071"/>
                </a:lnTo>
                <a:lnTo>
                  <a:pt x="562219" y="82600"/>
                </a:lnTo>
                <a:lnTo>
                  <a:pt x="562083" y="82123"/>
                </a:lnTo>
                <a:lnTo>
                  <a:pt x="561959" y="81639"/>
                </a:lnTo>
                <a:lnTo>
                  <a:pt x="561849" y="81149"/>
                </a:lnTo>
                <a:lnTo>
                  <a:pt x="561751" y="80652"/>
                </a:lnTo>
                <a:lnTo>
                  <a:pt x="561667" y="80149"/>
                </a:lnTo>
                <a:lnTo>
                  <a:pt x="561595" y="79639"/>
                </a:lnTo>
                <a:lnTo>
                  <a:pt x="561537" y="79123"/>
                </a:lnTo>
                <a:lnTo>
                  <a:pt x="561491" y="78600"/>
                </a:lnTo>
                <a:lnTo>
                  <a:pt x="561459" y="78070"/>
                </a:lnTo>
                <a:lnTo>
                  <a:pt x="561439" y="77535"/>
                </a:lnTo>
                <a:lnTo>
                  <a:pt x="561433" y="76992"/>
                </a:lnTo>
                <a:lnTo>
                  <a:pt x="561441" y="76555"/>
                </a:lnTo>
                <a:lnTo>
                  <a:pt x="561468" y="76122"/>
                </a:lnTo>
                <a:lnTo>
                  <a:pt x="561511" y="75691"/>
                </a:lnTo>
                <a:lnTo>
                  <a:pt x="561572" y="75264"/>
                </a:lnTo>
                <a:lnTo>
                  <a:pt x="561651" y="74840"/>
                </a:lnTo>
                <a:lnTo>
                  <a:pt x="561747" y="74420"/>
                </a:lnTo>
                <a:lnTo>
                  <a:pt x="561861" y="74002"/>
                </a:lnTo>
                <a:lnTo>
                  <a:pt x="561992" y="73588"/>
                </a:lnTo>
                <a:lnTo>
                  <a:pt x="562140" y="73177"/>
                </a:lnTo>
                <a:lnTo>
                  <a:pt x="562306" y="72770"/>
                </a:lnTo>
                <a:lnTo>
                  <a:pt x="562490" y="72366"/>
                </a:lnTo>
                <a:lnTo>
                  <a:pt x="562691" y="71965"/>
                </a:lnTo>
                <a:lnTo>
                  <a:pt x="562909" y="71567"/>
                </a:lnTo>
                <a:lnTo>
                  <a:pt x="563145" y="71172"/>
                </a:lnTo>
                <a:lnTo>
                  <a:pt x="563398" y="70781"/>
                </a:lnTo>
                <a:lnTo>
                  <a:pt x="563669" y="70393"/>
                </a:lnTo>
                <a:lnTo>
                  <a:pt x="563958" y="70008"/>
                </a:lnTo>
                <a:lnTo>
                  <a:pt x="564263" y="69627"/>
                </a:lnTo>
                <a:lnTo>
                  <a:pt x="564587" y="69249"/>
                </a:lnTo>
                <a:lnTo>
                  <a:pt x="564927" y="68874"/>
                </a:lnTo>
                <a:lnTo>
                  <a:pt x="565286" y="68502"/>
                </a:lnTo>
                <a:lnTo>
                  <a:pt x="565661" y="68134"/>
                </a:lnTo>
                <a:lnTo>
                  <a:pt x="566054" y="67769"/>
                </a:lnTo>
                <a:lnTo>
                  <a:pt x="566465" y="67407"/>
                </a:lnTo>
                <a:lnTo>
                  <a:pt x="566890" y="67054"/>
                </a:lnTo>
                <a:lnTo>
                  <a:pt x="567326" y="66716"/>
                </a:lnTo>
                <a:lnTo>
                  <a:pt x="567773" y="66393"/>
                </a:lnTo>
                <a:lnTo>
                  <a:pt x="568230" y="66085"/>
                </a:lnTo>
                <a:lnTo>
                  <a:pt x="568699" y="65792"/>
                </a:lnTo>
                <a:lnTo>
                  <a:pt x="569179" y="65514"/>
                </a:lnTo>
                <a:lnTo>
                  <a:pt x="569669" y="65251"/>
                </a:lnTo>
                <a:lnTo>
                  <a:pt x="570171" y="65003"/>
                </a:lnTo>
                <a:lnTo>
                  <a:pt x="570684" y="64770"/>
                </a:lnTo>
                <a:lnTo>
                  <a:pt x="571207" y="64552"/>
                </a:lnTo>
                <a:lnTo>
                  <a:pt x="571742" y="64350"/>
                </a:lnTo>
                <a:lnTo>
                  <a:pt x="572287" y="64162"/>
                </a:lnTo>
                <a:lnTo>
                  <a:pt x="572844" y="63989"/>
                </a:lnTo>
                <a:lnTo>
                  <a:pt x="573411" y="63831"/>
                </a:lnTo>
                <a:lnTo>
                  <a:pt x="573990" y="63689"/>
                </a:lnTo>
                <a:lnTo>
                  <a:pt x="574579" y="63561"/>
                </a:lnTo>
                <a:lnTo>
                  <a:pt x="575180" y="63448"/>
                </a:lnTo>
                <a:lnTo>
                  <a:pt x="575791" y="63351"/>
                </a:lnTo>
                <a:lnTo>
                  <a:pt x="576413" y="63268"/>
                </a:lnTo>
                <a:lnTo>
                  <a:pt x="577047" y="63200"/>
                </a:lnTo>
                <a:lnTo>
                  <a:pt x="577691" y="63148"/>
                </a:lnTo>
                <a:lnTo>
                  <a:pt x="578346" y="63110"/>
                </a:lnTo>
                <a:lnTo>
                  <a:pt x="579012" y="63088"/>
                </a:lnTo>
                <a:lnTo>
                  <a:pt x="579690" y="63080"/>
                </a:lnTo>
                <a:lnTo>
                  <a:pt x="580580" y="63091"/>
                </a:lnTo>
                <a:lnTo>
                  <a:pt x="581458" y="63123"/>
                </a:lnTo>
                <a:lnTo>
                  <a:pt x="582322" y="63176"/>
                </a:lnTo>
                <a:lnTo>
                  <a:pt x="583173" y="63251"/>
                </a:lnTo>
                <a:lnTo>
                  <a:pt x="584011" y="63347"/>
                </a:lnTo>
                <a:lnTo>
                  <a:pt x="584835" y="63465"/>
                </a:lnTo>
                <a:lnTo>
                  <a:pt x="585647" y="63604"/>
                </a:lnTo>
                <a:lnTo>
                  <a:pt x="586445" y="63764"/>
                </a:lnTo>
                <a:lnTo>
                  <a:pt x="587230" y="63946"/>
                </a:lnTo>
                <a:lnTo>
                  <a:pt x="588002" y="64149"/>
                </a:lnTo>
                <a:lnTo>
                  <a:pt x="588760" y="64373"/>
                </a:lnTo>
                <a:lnTo>
                  <a:pt x="589506" y="64619"/>
                </a:lnTo>
                <a:lnTo>
                  <a:pt x="590238" y="64886"/>
                </a:lnTo>
                <a:lnTo>
                  <a:pt x="590957" y="65175"/>
                </a:lnTo>
                <a:lnTo>
                  <a:pt x="591663" y="65485"/>
                </a:lnTo>
                <a:lnTo>
                  <a:pt x="592355" y="65816"/>
                </a:lnTo>
                <a:lnTo>
                  <a:pt x="593034" y="66168"/>
                </a:lnTo>
                <a:lnTo>
                  <a:pt x="593701" y="66542"/>
                </a:lnTo>
                <a:lnTo>
                  <a:pt x="594354" y="66938"/>
                </a:lnTo>
                <a:lnTo>
                  <a:pt x="594993" y="67355"/>
                </a:lnTo>
                <a:lnTo>
                  <a:pt x="595620" y="67793"/>
                </a:lnTo>
                <a:lnTo>
                  <a:pt x="596233" y="68252"/>
                </a:lnTo>
                <a:lnTo>
                  <a:pt x="596833" y="68733"/>
                </a:lnTo>
                <a:lnTo>
                  <a:pt x="597420" y="69235"/>
                </a:lnTo>
                <a:lnTo>
                  <a:pt x="597996" y="69767"/>
                </a:lnTo>
                <a:lnTo>
                  <a:pt x="598563" y="70336"/>
                </a:lnTo>
                <a:lnTo>
                  <a:pt x="599122" y="70944"/>
                </a:lnTo>
                <a:lnTo>
                  <a:pt x="599671" y="71589"/>
                </a:lnTo>
                <a:lnTo>
                  <a:pt x="600212" y="72272"/>
                </a:lnTo>
                <a:lnTo>
                  <a:pt x="600744" y="72993"/>
                </a:lnTo>
                <a:lnTo>
                  <a:pt x="601268" y="73752"/>
                </a:lnTo>
                <a:lnTo>
                  <a:pt x="601783" y="74549"/>
                </a:lnTo>
                <a:lnTo>
                  <a:pt x="602289" y="75384"/>
                </a:lnTo>
                <a:lnTo>
                  <a:pt x="602786" y="76257"/>
                </a:lnTo>
                <a:lnTo>
                  <a:pt x="603275" y="77168"/>
                </a:lnTo>
                <a:lnTo>
                  <a:pt x="603754" y="78116"/>
                </a:lnTo>
                <a:lnTo>
                  <a:pt x="604225" y="79103"/>
                </a:lnTo>
                <a:lnTo>
                  <a:pt x="604688" y="80127"/>
                </a:lnTo>
                <a:lnTo>
                  <a:pt x="605141" y="81189"/>
                </a:lnTo>
                <a:lnTo>
                  <a:pt x="605586" y="82289"/>
                </a:lnTo>
                <a:lnTo>
                  <a:pt x="606022" y="83427"/>
                </a:lnTo>
                <a:lnTo>
                  <a:pt x="606450" y="84603"/>
                </a:lnTo>
                <a:lnTo>
                  <a:pt x="606868" y="85817"/>
                </a:lnTo>
                <a:lnTo>
                  <a:pt x="607278" y="87069"/>
                </a:lnTo>
                <a:lnTo>
                  <a:pt x="607679" y="88359"/>
                </a:lnTo>
                <a:lnTo>
                  <a:pt x="608072" y="89686"/>
                </a:lnTo>
                <a:lnTo>
                  <a:pt x="608456" y="91052"/>
                </a:lnTo>
                <a:lnTo>
                  <a:pt x="608831" y="92455"/>
                </a:lnTo>
                <a:lnTo>
                  <a:pt x="612693" y="92455"/>
                </a:lnTo>
                <a:lnTo>
                  <a:pt x="612693" y="56175"/>
                </a:lnTo>
                <a:lnTo>
                  <a:pt x="608831" y="56175"/>
                </a:lnTo>
                <a:lnTo>
                  <a:pt x="608714" y="56406"/>
                </a:lnTo>
                <a:lnTo>
                  <a:pt x="608599" y="56630"/>
                </a:lnTo>
                <a:lnTo>
                  <a:pt x="608485" y="56846"/>
                </a:lnTo>
                <a:close/>
                <a:moveTo>
                  <a:pt x="631553" y="73123"/>
                </a:moveTo>
                <a:lnTo>
                  <a:pt x="631895" y="73006"/>
                </a:lnTo>
                <a:lnTo>
                  <a:pt x="632232" y="72895"/>
                </a:lnTo>
                <a:lnTo>
                  <a:pt x="632564" y="72790"/>
                </a:lnTo>
                <a:lnTo>
                  <a:pt x="632890" y="72691"/>
                </a:lnTo>
                <a:lnTo>
                  <a:pt x="633212" y="72597"/>
                </a:lnTo>
                <a:lnTo>
                  <a:pt x="633528" y="72509"/>
                </a:lnTo>
                <a:lnTo>
                  <a:pt x="633838" y="72426"/>
                </a:lnTo>
                <a:lnTo>
                  <a:pt x="634144" y="72349"/>
                </a:lnTo>
                <a:lnTo>
                  <a:pt x="634444" y="72278"/>
                </a:lnTo>
                <a:lnTo>
                  <a:pt x="634739" y="72213"/>
                </a:lnTo>
                <a:lnTo>
                  <a:pt x="635028" y="72153"/>
                </a:lnTo>
                <a:lnTo>
                  <a:pt x="635312" y="72099"/>
                </a:lnTo>
                <a:lnTo>
                  <a:pt x="635591" y="72051"/>
                </a:lnTo>
                <a:lnTo>
                  <a:pt x="635865" y="72008"/>
                </a:lnTo>
                <a:lnTo>
                  <a:pt x="636133" y="71971"/>
                </a:lnTo>
                <a:lnTo>
                  <a:pt x="636396" y="71940"/>
                </a:lnTo>
                <a:lnTo>
                  <a:pt x="636654" y="71914"/>
                </a:lnTo>
                <a:lnTo>
                  <a:pt x="636907" y="71894"/>
                </a:lnTo>
                <a:lnTo>
                  <a:pt x="637154" y="71880"/>
                </a:lnTo>
                <a:lnTo>
                  <a:pt x="637396" y="71871"/>
                </a:lnTo>
                <a:lnTo>
                  <a:pt x="637633" y="71869"/>
                </a:lnTo>
                <a:lnTo>
                  <a:pt x="637923" y="71871"/>
                </a:lnTo>
                <a:lnTo>
                  <a:pt x="638208" y="71878"/>
                </a:lnTo>
                <a:lnTo>
                  <a:pt x="638488" y="71891"/>
                </a:lnTo>
                <a:lnTo>
                  <a:pt x="638762" y="71908"/>
                </a:lnTo>
                <a:lnTo>
                  <a:pt x="639032" y="71930"/>
                </a:lnTo>
                <a:lnTo>
                  <a:pt x="639297" y="71957"/>
                </a:lnTo>
                <a:lnTo>
                  <a:pt x="639556" y="71988"/>
                </a:lnTo>
                <a:lnTo>
                  <a:pt x="639811" y="72025"/>
                </a:lnTo>
                <a:lnTo>
                  <a:pt x="640060" y="72067"/>
                </a:lnTo>
                <a:lnTo>
                  <a:pt x="640305" y="72113"/>
                </a:lnTo>
                <a:lnTo>
                  <a:pt x="640544" y="72164"/>
                </a:lnTo>
                <a:lnTo>
                  <a:pt x="640778" y="72221"/>
                </a:lnTo>
                <a:lnTo>
                  <a:pt x="641007" y="72282"/>
                </a:lnTo>
                <a:lnTo>
                  <a:pt x="641231" y="72348"/>
                </a:lnTo>
                <a:lnTo>
                  <a:pt x="641450" y="72419"/>
                </a:lnTo>
                <a:lnTo>
                  <a:pt x="641664" y="72494"/>
                </a:lnTo>
                <a:lnTo>
                  <a:pt x="641873" y="72575"/>
                </a:lnTo>
                <a:lnTo>
                  <a:pt x="642076" y="72661"/>
                </a:lnTo>
                <a:lnTo>
                  <a:pt x="642275" y="72751"/>
                </a:lnTo>
                <a:lnTo>
                  <a:pt x="642469" y="72846"/>
                </a:lnTo>
                <a:lnTo>
                  <a:pt x="642657" y="72947"/>
                </a:lnTo>
                <a:lnTo>
                  <a:pt x="642840" y="73052"/>
                </a:lnTo>
                <a:lnTo>
                  <a:pt x="643019" y="73162"/>
                </a:lnTo>
                <a:lnTo>
                  <a:pt x="643192" y="73277"/>
                </a:lnTo>
                <a:lnTo>
                  <a:pt x="643361" y="73396"/>
                </a:lnTo>
                <a:lnTo>
                  <a:pt x="643525" y="73520"/>
                </a:lnTo>
                <a:lnTo>
                  <a:pt x="643686" y="73650"/>
                </a:lnTo>
                <a:lnTo>
                  <a:pt x="643844" y="73784"/>
                </a:lnTo>
                <a:lnTo>
                  <a:pt x="643997" y="73923"/>
                </a:lnTo>
                <a:lnTo>
                  <a:pt x="644146" y="74067"/>
                </a:lnTo>
                <a:lnTo>
                  <a:pt x="644292" y="74216"/>
                </a:lnTo>
                <a:lnTo>
                  <a:pt x="644434" y="74369"/>
                </a:lnTo>
                <a:lnTo>
                  <a:pt x="644572" y="74528"/>
                </a:lnTo>
                <a:lnTo>
                  <a:pt x="644706" y="74691"/>
                </a:lnTo>
                <a:lnTo>
                  <a:pt x="644836" y="74860"/>
                </a:lnTo>
                <a:lnTo>
                  <a:pt x="644962" y="75033"/>
                </a:lnTo>
                <a:lnTo>
                  <a:pt x="645084" y="75211"/>
                </a:lnTo>
                <a:lnTo>
                  <a:pt x="645203" y="75394"/>
                </a:lnTo>
                <a:lnTo>
                  <a:pt x="645318" y="75582"/>
                </a:lnTo>
                <a:lnTo>
                  <a:pt x="645428" y="75775"/>
                </a:lnTo>
                <a:lnTo>
                  <a:pt x="645535" y="75973"/>
                </a:lnTo>
                <a:lnTo>
                  <a:pt x="645639" y="76175"/>
                </a:lnTo>
                <a:lnTo>
                  <a:pt x="645738" y="76383"/>
                </a:lnTo>
                <a:lnTo>
                  <a:pt x="645833" y="76595"/>
                </a:lnTo>
                <a:lnTo>
                  <a:pt x="645925" y="76812"/>
                </a:lnTo>
                <a:lnTo>
                  <a:pt x="646012" y="77034"/>
                </a:lnTo>
                <a:lnTo>
                  <a:pt x="646096" y="77261"/>
                </a:lnTo>
                <a:lnTo>
                  <a:pt x="646176" y="77493"/>
                </a:lnTo>
                <a:lnTo>
                  <a:pt x="646253" y="77741"/>
                </a:lnTo>
                <a:lnTo>
                  <a:pt x="646326" y="78014"/>
                </a:lnTo>
                <a:lnTo>
                  <a:pt x="646396" y="78315"/>
                </a:lnTo>
                <a:lnTo>
                  <a:pt x="646462" y="78641"/>
                </a:lnTo>
                <a:lnTo>
                  <a:pt x="646526" y="78994"/>
                </a:lnTo>
                <a:lnTo>
                  <a:pt x="646586" y="79374"/>
                </a:lnTo>
                <a:lnTo>
                  <a:pt x="646643" y="79780"/>
                </a:lnTo>
                <a:lnTo>
                  <a:pt x="646696" y="80212"/>
                </a:lnTo>
                <a:lnTo>
                  <a:pt x="646747" y="80671"/>
                </a:lnTo>
                <a:lnTo>
                  <a:pt x="646794" y="81156"/>
                </a:lnTo>
                <a:lnTo>
                  <a:pt x="646838" y="81668"/>
                </a:lnTo>
                <a:lnTo>
                  <a:pt x="646878" y="82206"/>
                </a:lnTo>
                <a:lnTo>
                  <a:pt x="646916" y="82770"/>
                </a:lnTo>
                <a:lnTo>
                  <a:pt x="646950" y="83361"/>
                </a:lnTo>
                <a:lnTo>
                  <a:pt x="646981" y="83979"/>
                </a:lnTo>
                <a:lnTo>
                  <a:pt x="647008" y="84623"/>
                </a:lnTo>
                <a:lnTo>
                  <a:pt x="647033" y="85293"/>
                </a:lnTo>
                <a:lnTo>
                  <a:pt x="647054" y="85990"/>
                </a:lnTo>
                <a:lnTo>
                  <a:pt x="647072" y="86713"/>
                </a:lnTo>
                <a:lnTo>
                  <a:pt x="647086" y="87462"/>
                </a:lnTo>
                <a:lnTo>
                  <a:pt x="647098" y="88239"/>
                </a:lnTo>
                <a:lnTo>
                  <a:pt x="647106" y="89041"/>
                </a:lnTo>
                <a:lnTo>
                  <a:pt x="647111" y="89870"/>
                </a:lnTo>
                <a:lnTo>
                  <a:pt x="647112" y="90725"/>
                </a:lnTo>
                <a:lnTo>
                  <a:pt x="647112" y="192152"/>
                </a:lnTo>
                <a:lnTo>
                  <a:pt x="647110" y="193112"/>
                </a:lnTo>
                <a:lnTo>
                  <a:pt x="647104" y="194042"/>
                </a:lnTo>
                <a:lnTo>
                  <a:pt x="647093" y="194941"/>
                </a:lnTo>
                <a:lnTo>
                  <a:pt x="647078" y="195810"/>
                </a:lnTo>
                <a:lnTo>
                  <a:pt x="647059" y="196647"/>
                </a:lnTo>
                <a:lnTo>
                  <a:pt x="647036" y="197454"/>
                </a:lnTo>
                <a:lnTo>
                  <a:pt x="647008" y="198231"/>
                </a:lnTo>
                <a:lnTo>
                  <a:pt x="646976" y="198976"/>
                </a:lnTo>
                <a:lnTo>
                  <a:pt x="646940" y="199691"/>
                </a:lnTo>
                <a:lnTo>
                  <a:pt x="646899" y="200375"/>
                </a:lnTo>
                <a:lnTo>
                  <a:pt x="646854" y="201029"/>
                </a:lnTo>
                <a:lnTo>
                  <a:pt x="646805" y="201651"/>
                </a:lnTo>
                <a:lnTo>
                  <a:pt x="646752" y="202244"/>
                </a:lnTo>
                <a:lnTo>
                  <a:pt x="646694" y="202805"/>
                </a:lnTo>
                <a:lnTo>
                  <a:pt x="646632" y="203336"/>
                </a:lnTo>
                <a:lnTo>
                  <a:pt x="646566" y="203835"/>
                </a:lnTo>
                <a:lnTo>
                  <a:pt x="646496" y="204305"/>
                </a:lnTo>
                <a:lnTo>
                  <a:pt x="646421" y="204743"/>
                </a:lnTo>
                <a:lnTo>
                  <a:pt x="646342" y="205151"/>
                </a:lnTo>
                <a:lnTo>
                  <a:pt x="646259" y="205528"/>
                </a:lnTo>
                <a:lnTo>
                  <a:pt x="646172" y="205875"/>
                </a:lnTo>
                <a:lnTo>
                  <a:pt x="646080" y="206190"/>
                </a:lnTo>
                <a:lnTo>
                  <a:pt x="645984" y="206475"/>
                </a:lnTo>
                <a:lnTo>
                  <a:pt x="645884" y="206730"/>
                </a:lnTo>
                <a:lnTo>
                  <a:pt x="645779" y="206966"/>
                </a:lnTo>
                <a:lnTo>
                  <a:pt x="645672" y="207197"/>
                </a:lnTo>
                <a:lnTo>
                  <a:pt x="645561" y="207423"/>
                </a:lnTo>
                <a:lnTo>
                  <a:pt x="645446" y="207643"/>
                </a:lnTo>
                <a:lnTo>
                  <a:pt x="645328" y="207857"/>
                </a:lnTo>
                <a:lnTo>
                  <a:pt x="645207" y="208066"/>
                </a:lnTo>
                <a:lnTo>
                  <a:pt x="645082" y="208270"/>
                </a:lnTo>
                <a:lnTo>
                  <a:pt x="644954" y="208468"/>
                </a:lnTo>
                <a:lnTo>
                  <a:pt x="644822" y="208660"/>
                </a:lnTo>
                <a:lnTo>
                  <a:pt x="644687" y="208847"/>
                </a:lnTo>
                <a:lnTo>
                  <a:pt x="644548" y="209029"/>
                </a:lnTo>
                <a:lnTo>
                  <a:pt x="644406" y="209205"/>
                </a:lnTo>
                <a:lnTo>
                  <a:pt x="644260" y="209375"/>
                </a:lnTo>
                <a:lnTo>
                  <a:pt x="644111" y="209540"/>
                </a:lnTo>
                <a:lnTo>
                  <a:pt x="643959" y="209700"/>
                </a:lnTo>
                <a:lnTo>
                  <a:pt x="643803" y="209854"/>
                </a:lnTo>
                <a:lnTo>
                  <a:pt x="643644" y="210002"/>
                </a:lnTo>
                <a:lnTo>
                  <a:pt x="643481" y="210145"/>
                </a:lnTo>
                <a:lnTo>
                  <a:pt x="643314" y="210283"/>
                </a:lnTo>
                <a:lnTo>
                  <a:pt x="643145" y="210415"/>
                </a:lnTo>
                <a:lnTo>
                  <a:pt x="642971" y="210541"/>
                </a:lnTo>
                <a:lnTo>
                  <a:pt x="642795" y="210662"/>
                </a:lnTo>
                <a:lnTo>
                  <a:pt x="642615" y="210778"/>
                </a:lnTo>
                <a:lnTo>
                  <a:pt x="642431" y="210888"/>
                </a:lnTo>
                <a:lnTo>
                  <a:pt x="642048" y="211098"/>
                </a:lnTo>
                <a:lnTo>
                  <a:pt x="641657" y="211299"/>
                </a:lnTo>
                <a:lnTo>
                  <a:pt x="641261" y="211490"/>
                </a:lnTo>
                <a:lnTo>
                  <a:pt x="640858" y="211672"/>
                </a:lnTo>
                <a:lnTo>
                  <a:pt x="640448" y="211845"/>
                </a:lnTo>
                <a:lnTo>
                  <a:pt x="640032" y="212009"/>
                </a:lnTo>
                <a:lnTo>
                  <a:pt x="639609" y="212163"/>
                </a:lnTo>
                <a:lnTo>
                  <a:pt x="639180" y="212307"/>
                </a:lnTo>
                <a:lnTo>
                  <a:pt x="638745" y="212443"/>
                </a:lnTo>
                <a:lnTo>
                  <a:pt x="638302" y="212569"/>
                </a:lnTo>
                <a:lnTo>
                  <a:pt x="637854" y="212685"/>
                </a:lnTo>
                <a:lnTo>
                  <a:pt x="637399" y="212792"/>
                </a:lnTo>
                <a:lnTo>
                  <a:pt x="636937" y="212890"/>
                </a:lnTo>
                <a:lnTo>
                  <a:pt x="636469" y="212979"/>
                </a:lnTo>
                <a:lnTo>
                  <a:pt x="635994" y="213058"/>
                </a:lnTo>
                <a:lnTo>
                  <a:pt x="635513" y="213128"/>
                </a:lnTo>
                <a:lnTo>
                  <a:pt x="635026" y="213188"/>
                </a:lnTo>
                <a:lnTo>
                  <a:pt x="634531" y="213239"/>
                </a:lnTo>
                <a:lnTo>
                  <a:pt x="634031" y="213281"/>
                </a:lnTo>
                <a:lnTo>
                  <a:pt x="633524" y="213313"/>
                </a:lnTo>
                <a:lnTo>
                  <a:pt x="633010" y="213336"/>
                </a:lnTo>
                <a:lnTo>
                  <a:pt x="632490" y="213350"/>
                </a:lnTo>
                <a:lnTo>
                  <a:pt x="631963" y="213354"/>
                </a:lnTo>
                <a:lnTo>
                  <a:pt x="631430" y="213349"/>
                </a:lnTo>
                <a:lnTo>
                  <a:pt x="628504" y="213349"/>
                </a:lnTo>
                <a:lnTo>
                  <a:pt x="628504" y="217679"/>
                </a:lnTo>
                <a:lnTo>
                  <a:pt x="684680" y="217679"/>
                </a:lnTo>
                <a:lnTo>
                  <a:pt x="684680" y="213349"/>
                </a:lnTo>
                <a:lnTo>
                  <a:pt x="683958" y="213346"/>
                </a:lnTo>
                <a:lnTo>
                  <a:pt x="683255" y="213337"/>
                </a:lnTo>
                <a:lnTo>
                  <a:pt x="682570" y="213322"/>
                </a:lnTo>
                <a:lnTo>
                  <a:pt x="681905" y="213300"/>
                </a:lnTo>
                <a:lnTo>
                  <a:pt x="681259" y="213273"/>
                </a:lnTo>
                <a:lnTo>
                  <a:pt x="680631" y="213239"/>
                </a:lnTo>
                <a:lnTo>
                  <a:pt x="680022" y="213200"/>
                </a:lnTo>
                <a:lnTo>
                  <a:pt x="679433" y="213154"/>
                </a:lnTo>
                <a:lnTo>
                  <a:pt x="678862" y="213102"/>
                </a:lnTo>
                <a:lnTo>
                  <a:pt x="678310" y="213044"/>
                </a:lnTo>
                <a:lnTo>
                  <a:pt x="677777" y="212980"/>
                </a:lnTo>
                <a:lnTo>
                  <a:pt x="677263" y="212910"/>
                </a:lnTo>
                <a:lnTo>
                  <a:pt x="676767" y="212834"/>
                </a:lnTo>
                <a:lnTo>
                  <a:pt x="676291" y="212752"/>
                </a:lnTo>
                <a:lnTo>
                  <a:pt x="675834" y="212663"/>
                </a:lnTo>
                <a:lnTo>
                  <a:pt x="675395" y="212569"/>
                </a:lnTo>
                <a:lnTo>
                  <a:pt x="674975" y="212468"/>
                </a:lnTo>
                <a:lnTo>
                  <a:pt x="674575" y="212362"/>
                </a:lnTo>
                <a:lnTo>
                  <a:pt x="674193" y="212249"/>
                </a:lnTo>
                <a:lnTo>
                  <a:pt x="673830" y="212130"/>
                </a:lnTo>
                <a:lnTo>
                  <a:pt x="673486" y="212005"/>
                </a:lnTo>
                <a:lnTo>
                  <a:pt x="673161" y="211874"/>
                </a:lnTo>
                <a:lnTo>
                  <a:pt x="672854" y="211737"/>
                </a:lnTo>
                <a:lnTo>
                  <a:pt x="672567" y="211594"/>
                </a:lnTo>
                <a:lnTo>
                  <a:pt x="672292" y="211445"/>
                </a:lnTo>
                <a:lnTo>
                  <a:pt x="672025" y="211293"/>
                </a:lnTo>
                <a:lnTo>
                  <a:pt x="671764" y="211136"/>
                </a:lnTo>
                <a:lnTo>
                  <a:pt x="671510" y="210974"/>
                </a:lnTo>
                <a:lnTo>
                  <a:pt x="671263" y="210809"/>
                </a:lnTo>
                <a:lnTo>
                  <a:pt x="671023" y="210639"/>
                </a:lnTo>
                <a:lnTo>
                  <a:pt x="670790" y="210465"/>
                </a:lnTo>
                <a:lnTo>
                  <a:pt x="670564" y="210287"/>
                </a:lnTo>
                <a:lnTo>
                  <a:pt x="670345" y="210104"/>
                </a:lnTo>
                <a:lnTo>
                  <a:pt x="670133" y="209917"/>
                </a:lnTo>
                <a:lnTo>
                  <a:pt x="669927" y="209726"/>
                </a:lnTo>
                <a:lnTo>
                  <a:pt x="669729" y="209531"/>
                </a:lnTo>
                <a:lnTo>
                  <a:pt x="669537" y="209331"/>
                </a:lnTo>
                <a:lnTo>
                  <a:pt x="669353" y="209127"/>
                </a:lnTo>
                <a:lnTo>
                  <a:pt x="669175" y="208919"/>
                </a:lnTo>
                <a:lnTo>
                  <a:pt x="669004" y="208707"/>
                </a:lnTo>
                <a:lnTo>
                  <a:pt x="668840" y="208490"/>
                </a:lnTo>
                <a:lnTo>
                  <a:pt x="668683" y="208269"/>
                </a:lnTo>
                <a:lnTo>
                  <a:pt x="668533" y="208044"/>
                </a:lnTo>
                <a:lnTo>
                  <a:pt x="668389" y="207815"/>
                </a:lnTo>
                <a:lnTo>
                  <a:pt x="668253" y="207581"/>
                </a:lnTo>
                <a:lnTo>
                  <a:pt x="668124" y="207343"/>
                </a:lnTo>
                <a:lnTo>
                  <a:pt x="668001" y="207100"/>
                </a:lnTo>
                <a:lnTo>
                  <a:pt x="667886" y="206854"/>
                </a:lnTo>
                <a:lnTo>
                  <a:pt x="667776" y="206591"/>
                </a:lnTo>
                <a:lnTo>
                  <a:pt x="667671" y="206301"/>
                </a:lnTo>
                <a:lnTo>
                  <a:pt x="667570" y="205983"/>
                </a:lnTo>
                <a:lnTo>
                  <a:pt x="667474" y="205636"/>
                </a:lnTo>
                <a:lnTo>
                  <a:pt x="667383" y="205262"/>
                </a:lnTo>
                <a:lnTo>
                  <a:pt x="667297" y="204861"/>
                </a:lnTo>
                <a:lnTo>
                  <a:pt x="667215" y="204431"/>
                </a:lnTo>
                <a:lnTo>
                  <a:pt x="667138" y="203974"/>
                </a:lnTo>
                <a:lnTo>
                  <a:pt x="667065" y="203488"/>
                </a:lnTo>
                <a:lnTo>
                  <a:pt x="666998" y="202975"/>
                </a:lnTo>
                <a:lnTo>
                  <a:pt x="666935" y="202434"/>
                </a:lnTo>
                <a:lnTo>
                  <a:pt x="666876" y="201865"/>
                </a:lnTo>
                <a:lnTo>
                  <a:pt x="666822" y="201269"/>
                </a:lnTo>
                <a:lnTo>
                  <a:pt x="666773" y="200644"/>
                </a:lnTo>
                <a:lnTo>
                  <a:pt x="666729" y="199992"/>
                </a:lnTo>
                <a:lnTo>
                  <a:pt x="666689" y="199312"/>
                </a:lnTo>
                <a:lnTo>
                  <a:pt x="666654" y="198604"/>
                </a:lnTo>
                <a:lnTo>
                  <a:pt x="666624" y="197868"/>
                </a:lnTo>
                <a:lnTo>
                  <a:pt x="666598" y="197104"/>
                </a:lnTo>
                <a:lnTo>
                  <a:pt x="666577" y="196313"/>
                </a:lnTo>
                <a:lnTo>
                  <a:pt x="666561" y="195494"/>
                </a:lnTo>
                <a:lnTo>
                  <a:pt x="666549" y="194646"/>
                </a:lnTo>
                <a:lnTo>
                  <a:pt x="666542" y="193771"/>
                </a:lnTo>
                <a:lnTo>
                  <a:pt x="666540" y="192869"/>
                </a:lnTo>
                <a:lnTo>
                  <a:pt x="666540" y="160217"/>
                </a:lnTo>
                <a:lnTo>
                  <a:pt x="667025" y="160649"/>
                </a:lnTo>
                <a:lnTo>
                  <a:pt x="667507" y="161070"/>
                </a:lnTo>
                <a:lnTo>
                  <a:pt x="667984" y="161478"/>
                </a:lnTo>
                <a:lnTo>
                  <a:pt x="668458" y="161875"/>
                </a:lnTo>
                <a:lnTo>
                  <a:pt x="668927" y="162259"/>
                </a:lnTo>
                <a:lnTo>
                  <a:pt x="669392" y="162630"/>
                </a:lnTo>
                <a:lnTo>
                  <a:pt x="669854" y="162990"/>
                </a:lnTo>
                <a:lnTo>
                  <a:pt x="670311" y="163338"/>
                </a:lnTo>
                <a:lnTo>
                  <a:pt x="670764" y="163673"/>
                </a:lnTo>
                <a:lnTo>
                  <a:pt x="671213" y="163996"/>
                </a:lnTo>
                <a:lnTo>
                  <a:pt x="671658" y="164307"/>
                </a:lnTo>
                <a:lnTo>
                  <a:pt x="672099" y="164605"/>
                </a:lnTo>
                <a:lnTo>
                  <a:pt x="672536" y="164892"/>
                </a:lnTo>
                <a:lnTo>
                  <a:pt x="672968" y="165166"/>
                </a:lnTo>
                <a:lnTo>
                  <a:pt x="673397" y="165428"/>
                </a:lnTo>
                <a:lnTo>
                  <a:pt x="673822" y="165678"/>
                </a:lnTo>
                <a:lnTo>
                  <a:pt x="674242" y="165916"/>
                </a:lnTo>
                <a:lnTo>
                  <a:pt x="674659" y="166141"/>
                </a:lnTo>
                <a:lnTo>
                  <a:pt x="675071" y="166355"/>
                </a:lnTo>
                <a:lnTo>
                  <a:pt x="675480" y="166556"/>
                </a:lnTo>
                <a:lnTo>
                  <a:pt x="675884" y="166745"/>
                </a:lnTo>
                <a:lnTo>
                  <a:pt x="676284" y="166922"/>
                </a:lnTo>
                <a:lnTo>
                  <a:pt x="676680" y="167086"/>
                </a:lnTo>
                <a:lnTo>
                  <a:pt x="677073" y="167239"/>
                </a:lnTo>
                <a:lnTo>
                  <a:pt x="677603" y="167439"/>
                </a:lnTo>
                <a:lnTo>
                  <a:pt x="678142" y="167631"/>
                </a:lnTo>
                <a:lnTo>
                  <a:pt x="678689" y="167815"/>
                </a:lnTo>
                <a:lnTo>
                  <a:pt x="679244" y="167990"/>
                </a:lnTo>
                <a:lnTo>
                  <a:pt x="679807" y="168156"/>
                </a:lnTo>
                <a:lnTo>
                  <a:pt x="680379" y="168314"/>
                </a:lnTo>
                <a:lnTo>
                  <a:pt x="680958" y="168463"/>
                </a:lnTo>
                <a:lnTo>
                  <a:pt x="681546" y="168604"/>
                </a:lnTo>
                <a:lnTo>
                  <a:pt x="682142" y="168736"/>
                </a:lnTo>
                <a:lnTo>
                  <a:pt x="682745" y="168860"/>
                </a:lnTo>
                <a:lnTo>
                  <a:pt x="683357" y="168975"/>
                </a:lnTo>
                <a:lnTo>
                  <a:pt x="683977" y="169082"/>
                </a:lnTo>
                <a:lnTo>
                  <a:pt x="684606" y="169180"/>
                </a:lnTo>
                <a:lnTo>
                  <a:pt x="685242" y="169270"/>
                </a:lnTo>
                <a:lnTo>
                  <a:pt x="685887" y="169351"/>
                </a:lnTo>
                <a:lnTo>
                  <a:pt x="686539" y="169423"/>
                </a:lnTo>
                <a:lnTo>
                  <a:pt x="687200" y="169487"/>
                </a:lnTo>
                <a:lnTo>
                  <a:pt x="687869" y="169543"/>
                </a:lnTo>
                <a:lnTo>
                  <a:pt x="688546" y="169590"/>
                </a:lnTo>
                <a:lnTo>
                  <a:pt x="689231" y="169628"/>
                </a:lnTo>
                <a:lnTo>
                  <a:pt x="689924" y="169658"/>
                </a:lnTo>
                <a:lnTo>
                  <a:pt x="690626" y="169679"/>
                </a:lnTo>
                <a:lnTo>
                  <a:pt x="691335" y="169692"/>
                </a:lnTo>
                <a:lnTo>
                  <a:pt x="692053" y="169696"/>
                </a:lnTo>
                <a:lnTo>
                  <a:pt x="693699" y="169670"/>
                </a:lnTo>
                <a:lnTo>
                  <a:pt x="695321" y="169593"/>
                </a:lnTo>
                <a:lnTo>
                  <a:pt x="696920" y="169464"/>
                </a:lnTo>
                <a:lnTo>
                  <a:pt x="698496" y="169284"/>
                </a:lnTo>
                <a:lnTo>
                  <a:pt x="700048" y="169052"/>
                </a:lnTo>
                <a:lnTo>
                  <a:pt x="701576" y="168768"/>
                </a:lnTo>
                <a:lnTo>
                  <a:pt x="703081" y="168433"/>
                </a:lnTo>
                <a:lnTo>
                  <a:pt x="704562" y="168046"/>
                </a:lnTo>
                <a:lnTo>
                  <a:pt x="706020" y="167608"/>
                </a:lnTo>
                <a:lnTo>
                  <a:pt x="707454" y="167118"/>
                </a:lnTo>
                <a:lnTo>
                  <a:pt x="708864" y="166577"/>
                </a:lnTo>
                <a:lnTo>
                  <a:pt x="710251" y="165984"/>
                </a:lnTo>
                <a:lnTo>
                  <a:pt x="711614" y="165340"/>
                </a:lnTo>
                <a:lnTo>
                  <a:pt x="712954" y="164644"/>
                </a:lnTo>
                <a:lnTo>
                  <a:pt x="714270" y="163896"/>
                </a:lnTo>
                <a:lnTo>
                  <a:pt x="715563" y="163097"/>
                </a:lnTo>
                <a:lnTo>
                  <a:pt x="716832" y="162246"/>
                </a:lnTo>
                <a:lnTo>
                  <a:pt x="718078" y="161344"/>
                </a:lnTo>
                <a:lnTo>
                  <a:pt x="719300" y="160390"/>
                </a:lnTo>
                <a:lnTo>
                  <a:pt x="720498" y="159385"/>
                </a:lnTo>
                <a:lnTo>
                  <a:pt x="721673" y="158328"/>
                </a:lnTo>
                <a:lnTo>
                  <a:pt x="722824" y="157219"/>
                </a:lnTo>
                <a:lnTo>
                  <a:pt x="723952" y="156059"/>
                </a:lnTo>
                <a:lnTo>
                  <a:pt x="725056" y="154848"/>
                </a:lnTo>
                <a:lnTo>
                  <a:pt x="726354" y="153321"/>
                </a:lnTo>
                <a:lnTo>
                  <a:pt x="727598" y="151761"/>
                </a:lnTo>
                <a:lnTo>
                  <a:pt x="728786" y="150168"/>
                </a:lnTo>
                <a:lnTo>
                  <a:pt x="729919" y="148541"/>
                </a:lnTo>
                <a:lnTo>
                  <a:pt x="730997" y="146881"/>
                </a:lnTo>
                <a:lnTo>
                  <a:pt x="732019" y="145188"/>
                </a:lnTo>
                <a:lnTo>
                  <a:pt x="732986" y="143461"/>
                </a:lnTo>
                <a:lnTo>
                  <a:pt x="733898" y="141702"/>
                </a:lnTo>
                <a:lnTo>
                  <a:pt x="734755" y="139909"/>
                </a:lnTo>
                <a:lnTo>
                  <a:pt x="735556" y="138082"/>
                </a:lnTo>
                <a:lnTo>
                  <a:pt x="736302" y="136223"/>
                </a:lnTo>
                <a:lnTo>
                  <a:pt x="736993" y="134330"/>
                </a:lnTo>
                <a:lnTo>
                  <a:pt x="737628" y="132404"/>
                </a:lnTo>
                <a:lnTo>
                  <a:pt x="738209" y="130444"/>
                </a:lnTo>
                <a:lnTo>
                  <a:pt x="738734" y="128451"/>
                </a:lnTo>
                <a:lnTo>
                  <a:pt x="739204" y="126425"/>
                </a:lnTo>
                <a:lnTo>
                  <a:pt x="739618" y="124366"/>
                </a:lnTo>
                <a:lnTo>
                  <a:pt x="739977" y="122273"/>
                </a:lnTo>
                <a:lnTo>
                  <a:pt x="740281" y="120148"/>
                </a:lnTo>
                <a:lnTo>
                  <a:pt x="740530" y="117988"/>
                </a:lnTo>
                <a:lnTo>
                  <a:pt x="740723" y="115796"/>
                </a:lnTo>
                <a:lnTo>
                  <a:pt x="740861" y="113570"/>
                </a:lnTo>
                <a:lnTo>
                  <a:pt x="740944" y="111311"/>
                </a:lnTo>
                <a:lnTo>
                  <a:pt x="740972" y="109019"/>
                </a:lnTo>
                <a:lnTo>
                  <a:pt x="740949" y="106970"/>
                </a:lnTo>
                <a:lnTo>
                  <a:pt x="740880" y="104953"/>
                </a:lnTo>
                <a:lnTo>
                  <a:pt x="740765" y="102969"/>
                </a:lnTo>
                <a:lnTo>
                  <a:pt x="740605" y="101017"/>
                </a:lnTo>
                <a:lnTo>
                  <a:pt x="740398" y="99098"/>
                </a:lnTo>
                <a:lnTo>
                  <a:pt x="740145" y="97211"/>
                </a:lnTo>
                <a:lnTo>
                  <a:pt x="739847" y="95356"/>
                </a:lnTo>
                <a:lnTo>
                  <a:pt x="739503" y="93535"/>
                </a:lnTo>
                <a:lnTo>
                  <a:pt x="739112" y="91745"/>
                </a:lnTo>
                <a:lnTo>
                  <a:pt x="738676" y="89988"/>
                </a:lnTo>
                <a:lnTo>
                  <a:pt x="738194" y="88264"/>
                </a:lnTo>
                <a:lnTo>
                  <a:pt x="737666" y="86572"/>
                </a:lnTo>
                <a:lnTo>
                  <a:pt x="737092" y="84912"/>
                </a:lnTo>
                <a:lnTo>
                  <a:pt x="736472" y="83285"/>
                </a:lnTo>
                <a:lnTo>
                  <a:pt x="735806" y="81690"/>
                </a:lnTo>
                <a:lnTo>
                  <a:pt x="735094" y="80128"/>
                </a:lnTo>
                <a:lnTo>
                  <a:pt x="734337" y="78599"/>
                </a:lnTo>
                <a:lnTo>
                  <a:pt x="733533" y="77101"/>
                </a:lnTo>
                <a:lnTo>
                  <a:pt x="732684" y="75637"/>
                </a:lnTo>
                <a:lnTo>
                  <a:pt x="731788" y="74204"/>
                </a:lnTo>
                <a:lnTo>
                  <a:pt x="730847" y="72805"/>
                </a:lnTo>
                <a:lnTo>
                  <a:pt x="729860" y="71437"/>
                </a:lnTo>
                <a:lnTo>
                  <a:pt x="728826" y="70103"/>
                </a:lnTo>
                <a:lnTo>
                  <a:pt x="727747" y="68800"/>
                </a:lnTo>
                <a:lnTo>
                  <a:pt x="726841" y="67770"/>
                </a:lnTo>
                <a:lnTo>
                  <a:pt x="725916" y="66784"/>
                </a:lnTo>
                <a:lnTo>
                  <a:pt x="724972" y="65841"/>
                </a:lnTo>
                <a:lnTo>
                  <a:pt x="724009" y="64943"/>
                </a:lnTo>
                <a:lnTo>
                  <a:pt x="723028" y="64088"/>
                </a:lnTo>
                <a:lnTo>
                  <a:pt x="722027" y="63277"/>
                </a:lnTo>
                <a:lnTo>
                  <a:pt x="721009" y="62510"/>
                </a:lnTo>
                <a:lnTo>
                  <a:pt x="719971" y="61786"/>
                </a:lnTo>
                <a:lnTo>
                  <a:pt x="718915" y="61107"/>
                </a:lnTo>
                <a:lnTo>
                  <a:pt x="717840" y="60471"/>
                </a:lnTo>
                <a:lnTo>
                  <a:pt x="716747" y="59879"/>
                </a:lnTo>
                <a:lnTo>
                  <a:pt x="715635" y="59332"/>
                </a:lnTo>
                <a:lnTo>
                  <a:pt x="714504" y="58827"/>
                </a:lnTo>
                <a:lnTo>
                  <a:pt x="713354" y="58367"/>
                </a:lnTo>
                <a:lnTo>
                  <a:pt x="712186" y="57951"/>
                </a:lnTo>
                <a:lnTo>
                  <a:pt x="710999" y="57578"/>
                </a:lnTo>
                <a:lnTo>
                  <a:pt x="709793" y="57249"/>
                </a:lnTo>
                <a:lnTo>
                  <a:pt x="708569" y="56964"/>
                </a:lnTo>
                <a:lnTo>
                  <a:pt x="707326" y="56723"/>
                </a:lnTo>
                <a:lnTo>
                  <a:pt x="706064" y="56526"/>
                </a:lnTo>
                <a:lnTo>
                  <a:pt x="704784" y="56373"/>
                </a:lnTo>
                <a:lnTo>
                  <a:pt x="703484" y="56263"/>
                </a:lnTo>
                <a:lnTo>
                  <a:pt x="702167" y="56197"/>
                </a:lnTo>
                <a:lnTo>
                  <a:pt x="700830" y="56175"/>
                </a:lnTo>
                <a:lnTo>
                  <a:pt x="700061" y="56185"/>
                </a:lnTo>
                <a:lnTo>
                  <a:pt x="699295" y="56214"/>
                </a:lnTo>
                <a:lnTo>
                  <a:pt x="698532" y="56262"/>
                </a:lnTo>
                <a:lnTo>
                  <a:pt x="697773" y="56330"/>
                </a:lnTo>
                <a:lnTo>
                  <a:pt x="697016" y="56417"/>
                </a:lnTo>
                <a:lnTo>
                  <a:pt x="696262" y="56523"/>
                </a:lnTo>
                <a:lnTo>
                  <a:pt x="695511" y="56648"/>
                </a:lnTo>
                <a:lnTo>
                  <a:pt x="694764" y="56793"/>
                </a:lnTo>
                <a:lnTo>
                  <a:pt x="694019" y="56957"/>
                </a:lnTo>
                <a:lnTo>
                  <a:pt x="693278" y="57140"/>
                </a:lnTo>
                <a:lnTo>
                  <a:pt x="692539" y="57343"/>
                </a:lnTo>
                <a:lnTo>
                  <a:pt x="691804" y="57565"/>
                </a:lnTo>
                <a:lnTo>
                  <a:pt x="691072" y="57806"/>
                </a:lnTo>
                <a:lnTo>
                  <a:pt x="690342" y="58067"/>
                </a:lnTo>
                <a:lnTo>
                  <a:pt x="689616" y="58347"/>
                </a:lnTo>
                <a:lnTo>
                  <a:pt x="688893" y="58646"/>
                </a:lnTo>
                <a:lnTo>
                  <a:pt x="688173" y="58964"/>
                </a:lnTo>
                <a:lnTo>
                  <a:pt x="687455" y="59302"/>
                </a:lnTo>
                <a:lnTo>
                  <a:pt x="686741" y="59659"/>
                </a:lnTo>
                <a:lnTo>
                  <a:pt x="686030" y="60036"/>
                </a:lnTo>
                <a:lnTo>
                  <a:pt x="685322" y="60431"/>
                </a:lnTo>
                <a:lnTo>
                  <a:pt x="684617" y="60846"/>
                </a:lnTo>
                <a:lnTo>
                  <a:pt x="683916" y="61281"/>
                </a:lnTo>
                <a:lnTo>
                  <a:pt x="683217" y="61734"/>
                </a:lnTo>
                <a:lnTo>
                  <a:pt x="682520" y="62213"/>
                </a:lnTo>
                <a:lnTo>
                  <a:pt x="681823" y="62721"/>
                </a:lnTo>
                <a:lnTo>
                  <a:pt x="681126" y="63258"/>
                </a:lnTo>
                <a:lnTo>
                  <a:pt x="680429" y="63826"/>
                </a:lnTo>
                <a:lnTo>
                  <a:pt x="679733" y="64424"/>
                </a:lnTo>
                <a:lnTo>
                  <a:pt x="679037" y="65051"/>
                </a:lnTo>
                <a:lnTo>
                  <a:pt x="678341" y="65709"/>
                </a:lnTo>
                <a:lnTo>
                  <a:pt x="677645" y="66396"/>
                </a:lnTo>
                <a:lnTo>
                  <a:pt x="676949" y="67113"/>
                </a:lnTo>
                <a:lnTo>
                  <a:pt x="676254" y="67860"/>
                </a:lnTo>
                <a:lnTo>
                  <a:pt x="675559" y="68637"/>
                </a:lnTo>
                <a:lnTo>
                  <a:pt x="674864" y="69444"/>
                </a:lnTo>
                <a:lnTo>
                  <a:pt x="674169" y="70280"/>
                </a:lnTo>
                <a:lnTo>
                  <a:pt x="673474" y="71147"/>
                </a:lnTo>
                <a:lnTo>
                  <a:pt x="672780" y="72043"/>
                </a:lnTo>
                <a:lnTo>
                  <a:pt x="672086" y="72969"/>
                </a:lnTo>
                <a:lnTo>
                  <a:pt x="671392" y="73925"/>
                </a:lnTo>
                <a:lnTo>
                  <a:pt x="670698" y="74911"/>
                </a:lnTo>
                <a:lnTo>
                  <a:pt x="670004" y="75927"/>
                </a:lnTo>
                <a:lnTo>
                  <a:pt x="669311" y="76973"/>
                </a:lnTo>
                <a:lnTo>
                  <a:pt x="668618" y="78048"/>
                </a:lnTo>
                <a:lnTo>
                  <a:pt x="667925" y="79154"/>
                </a:lnTo>
                <a:lnTo>
                  <a:pt x="667232" y="80289"/>
                </a:lnTo>
                <a:lnTo>
                  <a:pt x="666540" y="81454"/>
                </a:lnTo>
                <a:lnTo>
                  <a:pt x="666540" y="56409"/>
                </a:lnTo>
                <a:lnTo>
                  <a:pt x="662092" y="56409"/>
                </a:lnTo>
                <a:lnTo>
                  <a:pt x="629089" y="69762"/>
                </a:lnTo>
                <a:lnTo>
                  <a:pt x="630494" y="73507"/>
                </a:lnTo>
                <a:lnTo>
                  <a:pt x="630852" y="73373"/>
                </a:lnTo>
                <a:lnTo>
                  <a:pt x="631205" y="73245"/>
                </a:lnTo>
                <a:lnTo>
                  <a:pt x="631553" y="73123"/>
                </a:lnTo>
                <a:close/>
                <a:moveTo>
                  <a:pt x="669625" y="85299"/>
                </a:moveTo>
                <a:lnTo>
                  <a:pt x="670348" y="84554"/>
                </a:lnTo>
                <a:lnTo>
                  <a:pt x="671053" y="83838"/>
                </a:lnTo>
                <a:lnTo>
                  <a:pt x="671738" y="83151"/>
                </a:lnTo>
                <a:lnTo>
                  <a:pt x="672404" y="82494"/>
                </a:lnTo>
                <a:lnTo>
                  <a:pt x="673051" y="81866"/>
                </a:lnTo>
                <a:lnTo>
                  <a:pt x="673679" y="81267"/>
                </a:lnTo>
                <a:lnTo>
                  <a:pt x="674288" y="80697"/>
                </a:lnTo>
                <a:lnTo>
                  <a:pt x="674878" y="80157"/>
                </a:lnTo>
                <a:lnTo>
                  <a:pt x="675449" y="79646"/>
                </a:lnTo>
                <a:lnTo>
                  <a:pt x="676001" y="79163"/>
                </a:lnTo>
                <a:lnTo>
                  <a:pt x="676533" y="78711"/>
                </a:lnTo>
                <a:lnTo>
                  <a:pt x="677047" y="78287"/>
                </a:lnTo>
                <a:lnTo>
                  <a:pt x="677541" y="77893"/>
                </a:lnTo>
                <a:lnTo>
                  <a:pt x="678016" y="77527"/>
                </a:lnTo>
                <a:lnTo>
                  <a:pt x="678472" y="77192"/>
                </a:lnTo>
                <a:lnTo>
                  <a:pt x="678909" y="76885"/>
                </a:lnTo>
                <a:lnTo>
                  <a:pt x="679327" y="76607"/>
                </a:lnTo>
                <a:lnTo>
                  <a:pt x="679726" y="76359"/>
                </a:lnTo>
                <a:lnTo>
                  <a:pt x="680106" y="76140"/>
                </a:lnTo>
                <a:lnTo>
                  <a:pt x="680466" y="75950"/>
                </a:lnTo>
                <a:lnTo>
                  <a:pt x="680925" y="75721"/>
                </a:lnTo>
                <a:lnTo>
                  <a:pt x="681384" y="75502"/>
                </a:lnTo>
                <a:lnTo>
                  <a:pt x="681843" y="75293"/>
                </a:lnTo>
                <a:lnTo>
                  <a:pt x="682303" y="75093"/>
                </a:lnTo>
                <a:lnTo>
                  <a:pt x="682763" y="74903"/>
                </a:lnTo>
                <a:lnTo>
                  <a:pt x="683224" y="74723"/>
                </a:lnTo>
                <a:lnTo>
                  <a:pt x="683685" y="74552"/>
                </a:lnTo>
                <a:lnTo>
                  <a:pt x="684146" y="74392"/>
                </a:lnTo>
                <a:lnTo>
                  <a:pt x="684608" y="74241"/>
                </a:lnTo>
                <a:lnTo>
                  <a:pt x="685071" y="74099"/>
                </a:lnTo>
                <a:lnTo>
                  <a:pt x="685533" y="73968"/>
                </a:lnTo>
                <a:lnTo>
                  <a:pt x="685996" y="73846"/>
                </a:lnTo>
                <a:lnTo>
                  <a:pt x="686460" y="73734"/>
                </a:lnTo>
                <a:lnTo>
                  <a:pt x="686924" y="73632"/>
                </a:lnTo>
                <a:lnTo>
                  <a:pt x="687388" y="73539"/>
                </a:lnTo>
                <a:lnTo>
                  <a:pt x="687853" y="73457"/>
                </a:lnTo>
                <a:lnTo>
                  <a:pt x="688318" y="73384"/>
                </a:lnTo>
                <a:lnTo>
                  <a:pt x="688783" y="73320"/>
                </a:lnTo>
                <a:lnTo>
                  <a:pt x="689249" y="73267"/>
                </a:lnTo>
                <a:lnTo>
                  <a:pt x="689715" y="73223"/>
                </a:lnTo>
                <a:lnTo>
                  <a:pt x="690182" y="73189"/>
                </a:lnTo>
                <a:lnTo>
                  <a:pt x="690649" y="73164"/>
                </a:lnTo>
                <a:lnTo>
                  <a:pt x="691117" y="73150"/>
                </a:lnTo>
                <a:lnTo>
                  <a:pt x="691585" y="73145"/>
                </a:lnTo>
                <a:lnTo>
                  <a:pt x="692438" y="73161"/>
                </a:lnTo>
                <a:lnTo>
                  <a:pt x="693281" y="73208"/>
                </a:lnTo>
                <a:lnTo>
                  <a:pt x="694115" y="73287"/>
                </a:lnTo>
                <a:lnTo>
                  <a:pt x="694939" y="73398"/>
                </a:lnTo>
                <a:lnTo>
                  <a:pt x="695754" y="73541"/>
                </a:lnTo>
                <a:lnTo>
                  <a:pt x="696558" y="73715"/>
                </a:lnTo>
                <a:lnTo>
                  <a:pt x="697353" y="73921"/>
                </a:lnTo>
                <a:lnTo>
                  <a:pt x="698138" y="74158"/>
                </a:lnTo>
                <a:lnTo>
                  <a:pt x="698914" y="74427"/>
                </a:lnTo>
                <a:lnTo>
                  <a:pt x="699679" y="74728"/>
                </a:lnTo>
                <a:lnTo>
                  <a:pt x="700435" y="75060"/>
                </a:lnTo>
                <a:lnTo>
                  <a:pt x="701181" y="75424"/>
                </a:lnTo>
                <a:lnTo>
                  <a:pt x="701917" y="75820"/>
                </a:lnTo>
                <a:lnTo>
                  <a:pt x="702644" y="76247"/>
                </a:lnTo>
                <a:lnTo>
                  <a:pt x="703361" y="76706"/>
                </a:lnTo>
                <a:lnTo>
                  <a:pt x="704068" y="77197"/>
                </a:lnTo>
                <a:lnTo>
                  <a:pt x="704765" y="77720"/>
                </a:lnTo>
                <a:lnTo>
                  <a:pt x="705453" y="78274"/>
                </a:lnTo>
                <a:lnTo>
                  <a:pt x="706131" y="78859"/>
                </a:lnTo>
                <a:lnTo>
                  <a:pt x="706799" y="79477"/>
                </a:lnTo>
                <a:lnTo>
                  <a:pt x="707457" y="80126"/>
                </a:lnTo>
                <a:lnTo>
                  <a:pt x="708106" y="80806"/>
                </a:lnTo>
                <a:lnTo>
                  <a:pt x="708744" y="81519"/>
                </a:lnTo>
                <a:lnTo>
                  <a:pt x="709373" y="82262"/>
                </a:lnTo>
                <a:lnTo>
                  <a:pt x="710252" y="83383"/>
                </a:lnTo>
                <a:lnTo>
                  <a:pt x="711093" y="84542"/>
                </a:lnTo>
                <a:lnTo>
                  <a:pt x="711897" y="85741"/>
                </a:lnTo>
                <a:lnTo>
                  <a:pt x="712663" y="86980"/>
                </a:lnTo>
                <a:lnTo>
                  <a:pt x="713392" y="88257"/>
                </a:lnTo>
                <a:lnTo>
                  <a:pt x="714084" y="89574"/>
                </a:lnTo>
                <a:lnTo>
                  <a:pt x="714738" y="90931"/>
                </a:lnTo>
                <a:lnTo>
                  <a:pt x="715355" y="92326"/>
                </a:lnTo>
                <a:lnTo>
                  <a:pt x="715934" y="93762"/>
                </a:lnTo>
                <a:lnTo>
                  <a:pt x="716477" y="95236"/>
                </a:lnTo>
                <a:lnTo>
                  <a:pt x="716981" y="96750"/>
                </a:lnTo>
                <a:lnTo>
                  <a:pt x="717449" y="98303"/>
                </a:lnTo>
                <a:lnTo>
                  <a:pt x="717879" y="99896"/>
                </a:lnTo>
                <a:lnTo>
                  <a:pt x="718271" y="101528"/>
                </a:lnTo>
                <a:lnTo>
                  <a:pt x="718626" y="103199"/>
                </a:lnTo>
                <a:lnTo>
                  <a:pt x="718944" y="104910"/>
                </a:lnTo>
                <a:lnTo>
                  <a:pt x="719224" y="106660"/>
                </a:lnTo>
                <a:lnTo>
                  <a:pt x="719467" y="108449"/>
                </a:lnTo>
                <a:lnTo>
                  <a:pt x="719673" y="110278"/>
                </a:lnTo>
                <a:lnTo>
                  <a:pt x="719841" y="112146"/>
                </a:lnTo>
                <a:lnTo>
                  <a:pt x="719972" y="114054"/>
                </a:lnTo>
                <a:lnTo>
                  <a:pt x="720066" y="116001"/>
                </a:lnTo>
                <a:lnTo>
                  <a:pt x="720122" y="117987"/>
                </a:lnTo>
                <a:lnTo>
                  <a:pt x="720140" y="120013"/>
                </a:lnTo>
                <a:lnTo>
                  <a:pt x="720124" y="121798"/>
                </a:lnTo>
                <a:lnTo>
                  <a:pt x="720074" y="123549"/>
                </a:lnTo>
                <a:lnTo>
                  <a:pt x="719992" y="125267"/>
                </a:lnTo>
                <a:lnTo>
                  <a:pt x="719877" y="126951"/>
                </a:lnTo>
                <a:lnTo>
                  <a:pt x="719729" y="128602"/>
                </a:lnTo>
                <a:lnTo>
                  <a:pt x="719548" y="130219"/>
                </a:lnTo>
                <a:lnTo>
                  <a:pt x="719334" y="131802"/>
                </a:lnTo>
                <a:lnTo>
                  <a:pt x="719087" y="133351"/>
                </a:lnTo>
                <a:lnTo>
                  <a:pt x="718807" y="134867"/>
                </a:lnTo>
                <a:lnTo>
                  <a:pt x="718495" y="136349"/>
                </a:lnTo>
                <a:lnTo>
                  <a:pt x="718149" y="137797"/>
                </a:lnTo>
                <a:lnTo>
                  <a:pt x="717770" y="139211"/>
                </a:lnTo>
                <a:lnTo>
                  <a:pt x="717359" y="140592"/>
                </a:lnTo>
                <a:lnTo>
                  <a:pt x="716915" y="141939"/>
                </a:lnTo>
                <a:lnTo>
                  <a:pt x="716437" y="143253"/>
                </a:lnTo>
                <a:lnTo>
                  <a:pt x="715927" y="144532"/>
                </a:lnTo>
                <a:lnTo>
                  <a:pt x="715384" y="145778"/>
                </a:lnTo>
                <a:lnTo>
                  <a:pt x="714808" y="146991"/>
                </a:lnTo>
                <a:lnTo>
                  <a:pt x="714199" y="148169"/>
                </a:lnTo>
                <a:lnTo>
                  <a:pt x="713557" y="149314"/>
                </a:lnTo>
                <a:lnTo>
                  <a:pt x="712883" y="150425"/>
                </a:lnTo>
                <a:lnTo>
                  <a:pt x="712175" y="151503"/>
                </a:lnTo>
                <a:lnTo>
                  <a:pt x="711434" y="152547"/>
                </a:lnTo>
                <a:lnTo>
                  <a:pt x="710661" y="153557"/>
                </a:lnTo>
                <a:lnTo>
                  <a:pt x="710048" y="154301"/>
                </a:lnTo>
                <a:lnTo>
                  <a:pt x="709421" y="155013"/>
                </a:lnTo>
                <a:lnTo>
                  <a:pt x="708777" y="155694"/>
                </a:lnTo>
                <a:lnTo>
                  <a:pt x="708119" y="156343"/>
                </a:lnTo>
                <a:lnTo>
                  <a:pt x="707444" y="156960"/>
                </a:lnTo>
                <a:lnTo>
                  <a:pt x="706755" y="157546"/>
                </a:lnTo>
                <a:lnTo>
                  <a:pt x="706050" y="158100"/>
                </a:lnTo>
                <a:lnTo>
                  <a:pt x="705329" y="158622"/>
                </a:lnTo>
                <a:lnTo>
                  <a:pt x="704593" y="159113"/>
                </a:lnTo>
                <a:lnTo>
                  <a:pt x="703842" y="159572"/>
                </a:lnTo>
                <a:lnTo>
                  <a:pt x="703075" y="159999"/>
                </a:lnTo>
                <a:lnTo>
                  <a:pt x="702293" y="160395"/>
                </a:lnTo>
                <a:lnTo>
                  <a:pt x="701495" y="160759"/>
                </a:lnTo>
                <a:lnTo>
                  <a:pt x="700682" y="161091"/>
                </a:lnTo>
                <a:lnTo>
                  <a:pt x="699854" y="161392"/>
                </a:lnTo>
                <a:lnTo>
                  <a:pt x="699010" y="161661"/>
                </a:lnTo>
                <a:lnTo>
                  <a:pt x="698150" y="161899"/>
                </a:lnTo>
                <a:lnTo>
                  <a:pt x="697275" y="162105"/>
                </a:lnTo>
                <a:lnTo>
                  <a:pt x="696385" y="162279"/>
                </a:lnTo>
                <a:lnTo>
                  <a:pt x="695479" y="162421"/>
                </a:lnTo>
                <a:lnTo>
                  <a:pt x="694558" y="162532"/>
                </a:lnTo>
                <a:lnTo>
                  <a:pt x="693621" y="162611"/>
                </a:lnTo>
                <a:lnTo>
                  <a:pt x="692669" y="162659"/>
                </a:lnTo>
                <a:lnTo>
                  <a:pt x="691702" y="162674"/>
                </a:lnTo>
                <a:lnTo>
                  <a:pt x="690898" y="162665"/>
                </a:lnTo>
                <a:lnTo>
                  <a:pt x="690106" y="162639"/>
                </a:lnTo>
                <a:lnTo>
                  <a:pt x="689325" y="162594"/>
                </a:lnTo>
                <a:lnTo>
                  <a:pt x="688556" y="162532"/>
                </a:lnTo>
                <a:lnTo>
                  <a:pt x="687799" y="162451"/>
                </a:lnTo>
                <a:lnTo>
                  <a:pt x="687053" y="162353"/>
                </a:lnTo>
                <a:lnTo>
                  <a:pt x="686319" y="162237"/>
                </a:lnTo>
                <a:lnTo>
                  <a:pt x="685596" y="162103"/>
                </a:lnTo>
                <a:lnTo>
                  <a:pt x="684885" y="161951"/>
                </a:lnTo>
                <a:lnTo>
                  <a:pt x="684186" y="161782"/>
                </a:lnTo>
                <a:lnTo>
                  <a:pt x="683498" y="161594"/>
                </a:lnTo>
                <a:lnTo>
                  <a:pt x="682822" y="161389"/>
                </a:lnTo>
                <a:lnTo>
                  <a:pt x="682157" y="161166"/>
                </a:lnTo>
                <a:lnTo>
                  <a:pt x="681504" y="160925"/>
                </a:lnTo>
                <a:lnTo>
                  <a:pt x="680862" y="160666"/>
                </a:lnTo>
                <a:lnTo>
                  <a:pt x="680232" y="160389"/>
                </a:lnTo>
                <a:lnTo>
                  <a:pt x="679614" y="160094"/>
                </a:lnTo>
                <a:lnTo>
                  <a:pt x="679007" y="159782"/>
                </a:lnTo>
                <a:lnTo>
                  <a:pt x="678412" y="159452"/>
                </a:lnTo>
                <a:lnTo>
                  <a:pt x="677828" y="159103"/>
                </a:lnTo>
                <a:lnTo>
                  <a:pt x="677256" y="158737"/>
                </a:lnTo>
                <a:lnTo>
                  <a:pt x="676696" y="158354"/>
                </a:lnTo>
                <a:lnTo>
                  <a:pt x="676147" y="157952"/>
                </a:lnTo>
                <a:lnTo>
                  <a:pt x="675610" y="157532"/>
                </a:lnTo>
                <a:lnTo>
                  <a:pt x="675086" y="157101"/>
                </a:lnTo>
                <a:lnTo>
                  <a:pt x="674580" y="156664"/>
                </a:lnTo>
                <a:lnTo>
                  <a:pt x="674089" y="156221"/>
                </a:lnTo>
                <a:lnTo>
                  <a:pt x="673615" y="155773"/>
                </a:lnTo>
                <a:lnTo>
                  <a:pt x="673158" y="155319"/>
                </a:lnTo>
                <a:lnTo>
                  <a:pt x="672717" y="154859"/>
                </a:lnTo>
                <a:lnTo>
                  <a:pt x="672292" y="154393"/>
                </a:lnTo>
                <a:lnTo>
                  <a:pt x="671884" y="153922"/>
                </a:lnTo>
                <a:lnTo>
                  <a:pt x="671493" y="153445"/>
                </a:lnTo>
                <a:lnTo>
                  <a:pt x="671117" y="152963"/>
                </a:lnTo>
                <a:lnTo>
                  <a:pt x="670759" y="152475"/>
                </a:lnTo>
                <a:lnTo>
                  <a:pt x="670416" y="151981"/>
                </a:lnTo>
                <a:lnTo>
                  <a:pt x="670091" y="151481"/>
                </a:lnTo>
                <a:lnTo>
                  <a:pt x="669781" y="150976"/>
                </a:lnTo>
                <a:lnTo>
                  <a:pt x="669488" y="150465"/>
                </a:lnTo>
                <a:lnTo>
                  <a:pt x="669212" y="149948"/>
                </a:lnTo>
                <a:lnTo>
                  <a:pt x="668952" y="149426"/>
                </a:lnTo>
                <a:lnTo>
                  <a:pt x="668708" y="148898"/>
                </a:lnTo>
                <a:lnTo>
                  <a:pt x="668481" y="148364"/>
                </a:lnTo>
                <a:lnTo>
                  <a:pt x="668271" y="147824"/>
                </a:lnTo>
                <a:lnTo>
                  <a:pt x="668077" y="147279"/>
                </a:lnTo>
                <a:lnTo>
                  <a:pt x="667899" y="146728"/>
                </a:lnTo>
                <a:lnTo>
                  <a:pt x="667738" y="146172"/>
                </a:lnTo>
                <a:lnTo>
                  <a:pt x="667593" y="145610"/>
                </a:lnTo>
                <a:lnTo>
                  <a:pt x="667507" y="145253"/>
                </a:lnTo>
                <a:lnTo>
                  <a:pt x="667425" y="144866"/>
                </a:lnTo>
                <a:lnTo>
                  <a:pt x="667346" y="144449"/>
                </a:lnTo>
                <a:lnTo>
                  <a:pt x="667271" y="144000"/>
                </a:lnTo>
                <a:lnTo>
                  <a:pt x="667200" y="143520"/>
                </a:lnTo>
                <a:lnTo>
                  <a:pt x="667132" y="143010"/>
                </a:lnTo>
                <a:lnTo>
                  <a:pt x="667068" y="142468"/>
                </a:lnTo>
                <a:lnTo>
                  <a:pt x="667008" y="141896"/>
                </a:lnTo>
                <a:lnTo>
                  <a:pt x="666951" y="141293"/>
                </a:lnTo>
                <a:lnTo>
                  <a:pt x="666898" y="140659"/>
                </a:lnTo>
                <a:lnTo>
                  <a:pt x="666849" y="139995"/>
                </a:lnTo>
                <a:lnTo>
                  <a:pt x="666803" y="139299"/>
                </a:lnTo>
                <a:lnTo>
                  <a:pt x="666761" y="138573"/>
                </a:lnTo>
                <a:lnTo>
                  <a:pt x="666723" y="137815"/>
                </a:lnTo>
                <a:lnTo>
                  <a:pt x="666688" y="137027"/>
                </a:lnTo>
                <a:lnTo>
                  <a:pt x="666657" y="136208"/>
                </a:lnTo>
                <a:lnTo>
                  <a:pt x="666629" y="135358"/>
                </a:lnTo>
                <a:lnTo>
                  <a:pt x="666606" y="134477"/>
                </a:lnTo>
                <a:lnTo>
                  <a:pt x="666585" y="133566"/>
                </a:lnTo>
                <a:lnTo>
                  <a:pt x="666569" y="132623"/>
                </a:lnTo>
                <a:lnTo>
                  <a:pt x="666556" y="131650"/>
                </a:lnTo>
                <a:lnTo>
                  <a:pt x="666547" y="130646"/>
                </a:lnTo>
                <a:lnTo>
                  <a:pt x="666542" y="129611"/>
                </a:lnTo>
                <a:lnTo>
                  <a:pt x="666540" y="128545"/>
                </a:lnTo>
                <a:lnTo>
                  <a:pt x="666540" y="88571"/>
                </a:lnTo>
                <a:lnTo>
                  <a:pt x="667340" y="87709"/>
                </a:lnTo>
                <a:lnTo>
                  <a:pt x="668120" y="86877"/>
                </a:lnTo>
                <a:lnTo>
                  <a:pt x="668882" y="86073"/>
                </a:lnTo>
                <a:lnTo>
                  <a:pt x="669625" y="85299"/>
                </a:lnTo>
                <a:close/>
                <a:moveTo>
                  <a:pt x="1141811" y="96"/>
                </a:moveTo>
                <a:lnTo>
                  <a:pt x="1141416" y="151"/>
                </a:lnTo>
                <a:lnTo>
                  <a:pt x="1141027" y="217"/>
                </a:lnTo>
                <a:lnTo>
                  <a:pt x="1140643" y="295"/>
                </a:lnTo>
                <a:lnTo>
                  <a:pt x="1140265" y="386"/>
                </a:lnTo>
                <a:lnTo>
                  <a:pt x="1139892" y="488"/>
                </a:lnTo>
                <a:lnTo>
                  <a:pt x="1139525" y="603"/>
                </a:lnTo>
                <a:lnTo>
                  <a:pt x="1139163" y="729"/>
                </a:lnTo>
                <a:lnTo>
                  <a:pt x="1138807" y="868"/>
                </a:lnTo>
                <a:lnTo>
                  <a:pt x="1138456" y="1018"/>
                </a:lnTo>
                <a:lnTo>
                  <a:pt x="1138111" y="1181"/>
                </a:lnTo>
                <a:lnTo>
                  <a:pt x="1137771" y="1356"/>
                </a:lnTo>
                <a:lnTo>
                  <a:pt x="1137437" y="1543"/>
                </a:lnTo>
                <a:lnTo>
                  <a:pt x="1137108" y="1741"/>
                </a:lnTo>
                <a:lnTo>
                  <a:pt x="1136785" y="1952"/>
                </a:lnTo>
                <a:lnTo>
                  <a:pt x="1136467" y="2175"/>
                </a:lnTo>
                <a:lnTo>
                  <a:pt x="1136154" y="2410"/>
                </a:lnTo>
                <a:lnTo>
                  <a:pt x="1135848" y="2657"/>
                </a:lnTo>
                <a:lnTo>
                  <a:pt x="1135546" y="2916"/>
                </a:lnTo>
                <a:lnTo>
                  <a:pt x="1135250" y="3188"/>
                </a:lnTo>
                <a:lnTo>
                  <a:pt x="1134960" y="3471"/>
                </a:lnTo>
                <a:lnTo>
                  <a:pt x="1134678" y="3762"/>
                </a:lnTo>
                <a:lnTo>
                  <a:pt x="1134408" y="4059"/>
                </a:lnTo>
                <a:lnTo>
                  <a:pt x="1134151" y="4361"/>
                </a:lnTo>
                <a:lnTo>
                  <a:pt x="1133905" y="4667"/>
                </a:lnTo>
                <a:lnTo>
                  <a:pt x="1133671" y="4979"/>
                </a:lnTo>
                <a:lnTo>
                  <a:pt x="1133449" y="5296"/>
                </a:lnTo>
                <a:lnTo>
                  <a:pt x="1133240" y="5619"/>
                </a:lnTo>
                <a:lnTo>
                  <a:pt x="1133042" y="5946"/>
                </a:lnTo>
                <a:lnTo>
                  <a:pt x="1132856" y="6278"/>
                </a:lnTo>
                <a:lnTo>
                  <a:pt x="1132682" y="6616"/>
                </a:lnTo>
                <a:lnTo>
                  <a:pt x="1132520" y="6958"/>
                </a:lnTo>
                <a:lnTo>
                  <a:pt x="1132370" y="7306"/>
                </a:lnTo>
                <a:lnTo>
                  <a:pt x="1132233" y="7659"/>
                </a:lnTo>
                <a:lnTo>
                  <a:pt x="1132107" y="8017"/>
                </a:lnTo>
                <a:lnTo>
                  <a:pt x="1131993" y="8380"/>
                </a:lnTo>
                <a:lnTo>
                  <a:pt x="1131891" y="8749"/>
                </a:lnTo>
                <a:lnTo>
                  <a:pt x="1131801" y="9122"/>
                </a:lnTo>
                <a:lnTo>
                  <a:pt x="1131723" y="9500"/>
                </a:lnTo>
                <a:lnTo>
                  <a:pt x="1131657" y="9884"/>
                </a:lnTo>
                <a:lnTo>
                  <a:pt x="1131603" y="10273"/>
                </a:lnTo>
                <a:lnTo>
                  <a:pt x="1131561" y="10667"/>
                </a:lnTo>
                <a:lnTo>
                  <a:pt x="1131531" y="11065"/>
                </a:lnTo>
                <a:lnTo>
                  <a:pt x="1131513" y="11470"/>
                </a:lnTo>
                <a:lnTo>
                  <a:pt x="1131507" y="11879"/>
                </a:lnTo>
                <a:lnTo>
                  <a:pt x="1131513" y="12288"/>
                </a:lnTo>
                <a:lnTo>
                  <a:pt x="1131532" y="12692"/>
                </a:lnTo>
                <a:lnTo>
                  <a:pt x="1131562" y="13092"/>
                </a:lnTo>
                <a:lnTo>
                  <a:pt x="1131605" y="13487"/>
                </a:lnTo>
                <a:lnTo>
                  <a:pt x="1131660" y="13876"/>
                </a:lnTo>
                <a:lnTo>
                  <a:pt x="1131727" y="14261"/>
                </a:lnTo>
                <a:lnTo>
                  <a:pt x="1131806" y="14641"/>
                </a:lnTo>
                <a:lnTo>
                  <a:pt x="1131897" y="15016"/>
                </a:lnTo>
                <a:lnTo>
                  <a:pt x="1132001" y="15386"/>
                </a:lnTo>
                <a:lnTo>
                  <a:pt x="1132117" y="15751"/>
                </a:lnTo>
                <a:lnTo>
                  <a:pt x="1132245" y="16111"/>
                </a:lnTo>
                <a:lnTo>
                  <a:pt x="1132385" y="16467"/>
                </a:lnTo>
                <a:lnTo>
                  <a:pt x="1132537" y="16817"/>
                </a:lnTo>
                <a:lnTo>
                  <a:pt x="1132702" y="17163"/>
                </a:lnTo>
                <a:lnTo>
                  <a:pt x="1132879" y="17503"/>
                </a:lnTo>
                <a:lnTo>
                  <a:pt x="1133068" y="17839"/>
                </a:lnTo>
                <a:lnTo>
                  <a:pt x="1133269" y="18170"/>
                </a:lnTo>
                <a:lnTo>
                  <a:pt x="1133482" y="18496"/>
                </a:lnTo>
                <a:lnTo>
                  <a:pt x="1133708" y="18817"/>
                </a:lnTo>
                <a:lnTo>
                  <a:pt x="1133945" y="19133"/>
                </a:lnTo>
                <a:lnTo>
                  <a:pt x="1134195" y="19445"/>
                </a:lnTo>
                <a:lnTo>
                  <a:pt x="1134457" y="19751"/>
                </a:lnTo>
                <a:lnTo>
                  <a:pt x="1134732" y="20052"/>
                </a:lnTo>
                <a:lnTo>
                  <a:pt x="1135018" y="20349"/>
                </a:lnTo>
                <a:lnTo>
                  <a:pt x="1135313" y="20637"/>
                </a:lnTo>
                <a:lnTo>
                  <a:pt x="1135613" y="20912"/>
                </a:lnTo>
                <a:lnTo>
                  <a:pt x="1135918" y="21175"/>
                </a:lnTo>
                <a:lnTo>
                  <a:pt x="1136228" y="21426"/>
                </a:lnTo>
                <a:lnTo>
                  <a:pt x="1136542" y="21665"/>
                </a:lnTo>
                <a:lnTo>
                  <a:pt x="1136862" y="21891"/>
                </a:lnTo>
                <a:lnTo>
                  <a:pt x="1137186" y="22106"/>
                </a:lnTo>
                <a:lnTo>
                  <a:pt x="1137515" y="22308"/>
                </a:lnTo>
                <a:lnTo>
                  <a:pt x="1137849" y="22497"/>
                </a:lnTo>
                <a:lnTo>
                  <a:pt x="1138188" y="22675"/>
                </a:lnTo>
                <a:lnTo>
                  <a:pt x="1138532" y="22840"/>
                </a:lnTo>
                <a:lnTo>
                  <a:pt x="1138880" y="22993"/>
                </a:lnTo>
                <a:lnTo>
                  <a:pt x="1139234" y="23134"/>
                </a:lnTo>
                <a:lnTo>
                  <a:pt x="1139592" y="23262"/>
                </a:lnTo>
                <a:lnTo>
                  <a:pt x="1139956" y="23379"/>
                </a:lnTo>
                <a:lnTo>
                  <a:pt x="1140324" y="23483"/>
                </a:lnTo>
                <a:lnTo>
                  <a:pt x="1140697" y="23575"/>
                </a:lnTo>
                <a:lnTo>
                  <a:pt x="1141075" y="23654"/>
                </a:lnTo>
                <a:lnTo>
                  <a:pt x="1141457" y="23721"/>
                </a:lnTo>
                <a:lnTo>
                  <a:pt x="1141845" y="23777"/>
                </a:lnTo>
                <a:lnTo>
                  <a:pt x="1142238" y="23819"/>
                </a:lnTo>
                <a:lnTo>
                  <a:pt x="1142635" y="23850"/>
                </a:lnTo>
                <a:lnTo>
                  <a:pt x="1143037" y="23868"/>
                </a:lnTo>
                <a:lnTo>
                  <a:pt x="1143445" y="23875"/>
                </a:lnTo>
                <a:lnTo>
                  <a:pt x="1143852" y="23868"/>
                </a:lnTo>
                <a:lnTo>
                  <a:pt x="1144254" y="23850"/>
                </a:lnTo>
                <a:lnTo>
                  <a:pt x="1144651" y="23819"/>
                </a:lnTo>
                <a:lnTo>
                  <a:pt x="1145042" y="23777"/>
                </a:lnTo>
                <a:lnTo>
                  <a:pt x="1145429" y="23721"/>
                </a:lnTo>
                <a:lnTo>
                  <a:pt x="1145811" y="23654"/>
                </a:lnTo>
                <a:lnTo>
                  <a:pt x="1146187" y="23575"/>
                </a:lnTo>
                <a:lnTo>
                  <a:pt x="1146559" y="23483"/>
                </a:lnTo>
                <a:lnTo>
                  <a:pt x="1146925" y="23379"/>
                </a:lnTo>
                <a:lnTo>
                  <a:pt x="1147287" y="23262"/>
                </a:lnTo>
                <a:lnTo>
                  <a:pt x="1147643" y="23134"/>
                </a:lnTo>
                <a:lnTo>
                  <a:pt x="1147994" y="22993"/>
                </a:lnTo>
                <a:lnTo>
                  <a:pt x="1148340" y="22840"/>
                </a:lnTo>
                <a:lnTo>
                  <a:pt x="1148681" y="22675"/>
                </a:lnTo>
                <a:lnTo>
                  <a:pt x="1149017" y="22497"/>
                </a:lnTo>
                <a:lnTo>
                  <a:pt x="1149348" y="22308"/>
                </a:lnTo>
                <a:lnTo>
                  <a:pt x="1149674" y="22106"/>
                </a:lnTo>
                <a:lnTo>
                  <a:pt x="1149995" y="21891"/>
                </a:lnTo>
                <a:lnTo>
                  <a:pt x="1150310" y="21665"/>
                </a:lnTo>
                <a:lnTo>
                  <a:pt x="1150621" y="21426"/>
                </a:lnTo>
                <a:lnTo>
                  <a:pt x="1150926" y="21175"/>
                </a:lnTo>
                <a:lnTo>
                  <a:pt x="1151227" y="20912"/>
                </a:lnTo>
                <a:lnTo>
                  <a:pt x="1151522" y="20637"/>
                </a:lnTo>
                <a:lnTo>
                  <a:pt x="1151812" y="20349"/>
                </a:lnTo>
                <a:lnTo>
                  <a:pt x="1152094" y="20052"/>
                </a:lnTo>
                <a:lnTo>
                  <a:pt x="1152364" y="19751"/>
                </a:lnTo>
                <a:lnTo>
                  <a:pt x="1152622" y="19445"/>
                </a:lnTo>
                <a:lnTo>
                  <a:pt x="1152867" y="19133"/>
                </a:lnTo>
                <a:lnTo>
                  <a:pt x="1153101" y="18817"/>
                </a:lnTo>
                <a:lnTo>
                  <a:pt x="1153323" y="18496"/>
                </a:lnTo>
                <a:lnTo>
                  <a:pt x="1153533" y="18170"/>
                </a:lnTo>
                <a:lnTo>
                  <a:pt x="1153730" y="17839"/>
                </a:lnTo>
                <a:lnTo>
                  <a:pt x="1153916" y="17503"/>
                </a:lnTo>
                <a:lnTo>
                  <a:pt x="1154090" y="17163"/>
                </a:lnTo>
                <a:lnTo>
                  <a:pt x="1154252" y="16817"/>
                </a:lnTo>
                <a:lnTo>
                  <a:pt x="1154402" y="16467"/>
                </a:lnTo>
                <a:lnTo>
                  <a:pt x="1154540" y="16111"/>
                </a:lnTo>
                <a:lnTo>
                  <a:pt x="1154665" y="15751"/>
                </a:lnTo>
                <a:lnTo>
                  <a:pt x="1154779" y="15386"/>
                </a:lnTo>
                <a:lnTo>
                  <a:pt x="1154881" y="15016"/>
                </a:lnTo>
                <a:lnTo>
                  <a:pt x="1154971" y="14641"/>
                </a:lnTo>
                <a:lnTo>
                  <a:pt x="1155049" y="14261"/>
                </a:lnTo>
                <a:lnTo>
                  <a:pt x="1155115" y="13876"/>
                </a:lnTo>
                <a:lnTo>
                  <a:pt x="1155169" y="13487"/>
                </a:lnTo>
                <a:lnTo>
                  <a:pt x="1155211" y="13092"/>
                </a:lnTo>
                <a:lnTo>
                  <a:pt x="1155241" y="12692"/>
                </a:lnTo>
                <a:lnTo>
                  <a:pt x="1155259" y="12288"/>
                </a:lnTo>
                <a:lnTo>
                  <a:pt x="1155265" y="11879"/>
                </a:lnTo>
                <a:lnTo>
                  <a:pt x="1155259" y="11470"/>
                </a:lnTo>
                <a:lnTo>
                  <a:pt x="1155241" y="11065"/>
                </a:lnTo>
                <a:lnTo>
                  <a:pt x="1155211" y="10667"/>
                </a:lnTo>
                <a:lnTo>
                  <a:pt x="1155169" y="10273"/>
                </a:lnTo>
                <a:lnTo>
                  <a:pt x="1155115" y="9884"/>
                </a:lnTo>
                <a:lnTo>
                  <a:pt x="1155049" y="9500"/>
                </a:lnTo>
                <a:lnTo>
                  <a:pt x="1154971" y="9122"/>
                </a:lnTo>
                <a:lnTo>
                  <a:pt x="1154881" y="8749"/>
                </a:lnTo>
                <a:lnTo>
                  <a:pt x="1154779" y="8380"/>
                </a:lnTo>
                <a:lnTo>
                  <a:pt x="1154665" y="8017"/>
                </a:lnTo>
                <a:lnTo>
                  <a:pt x="1154540" y="7659"/>
                </a:lnTo>
                <a:lnTo>
                  <a:pt x="1154402" y="7306"/>
                </a:lnTo>
                <a:lnTo>
                  <a:pt x="1154252" y="6958"/>
                </a:lnTo>
                <a:lnTo>
                  <a:pt x="1154090" y="6616"/>
                </a:lnTo>
                <a:lnTo>
                  <a:pt x="1153916" y="6278"/>
                </a:lnTo>
                <a:lnTo>
                  <a:pt x="1153730" y="5946"/>
                </a:lnTo>
                <a:lnTo>
                  <a:pt x="1153533" y="5619"/>
                </a:lnTo>
                <a:lnTo>
                  <a:pt x="1153323" y="5296"/>
                </a:lnTo>
                <a:lnTo>
                  <a:pt x="1153101" y="4979"/>
                </a:lnTo>
                <a:lnTo>
                  <a:pt x="1152867" y="4667"/>
                </a:lnTo>
                <a:lnTo>
                  <a:pt x="1152622" y="4361"/>
                </a:lnTo>
                <a:lnTo>
                  <a:pt x="1152364" y="4059"/>
                </a:lnTo>
                <a:lnTo>
                  <a:pt x="1152094" y="3762"/>
                </a:lnTo>
                <a:lnTo>
                  <a:pt x="1151812" y="3471"/>
                </a:lnTo>
                <a:lnTo>
                  <a:pt x="1151522" y="3188"/>
                </a:lnTo>
                <a:lnTo>
                  <a:pt x="1151227" y="2916"/>
                </a:lnTo>
                <a:lnTo>
                  <a:pt x="1150926" y="2657"/>
                </a:lnTo>
                <a:lnTo>
                  <a:pt x="1150621" y="2410"/>
                </a:lnTo>
                <a:lnTo>
                  <a:pt x="1150310" y="2175"/>
                </a:lnTo>
                <a:lnTo>
                  <a:pt x="1149995" y="1952"/>
                </a:lnTo>
                <a:lnTo>
                  <a:pt x="1149674" y="1741"/>
                </a:lnTo>
                <a:lnTo>
                  <a:pt x="1149348" y="1543"/>
                </a:lnTo>
                <a:lnTo>
                  <a:pt x="1149017" y="1356"/>
                </a:lnTo>
                <a:lnTo>
                  <a:pt x="1148681" y="1181"/>
                </a:lnTo>
                <a:lnTo>
                  <a:pt x="1148340" y="1018"/>
                </a:lnTo>
                <a:lnTo>
                  <a:pt x="1147994" y="868"/>
                </a:lnTo>
                <a:lnTo>
                  <a:pt x="1147643" y="729"/>
                </a:lnTo>
                <a:lnTo>
                  <a:pt x="1147287" y="603"/>
                </a:lnTo>
                <a:lnTo>
                  <a:pt x="1146925" y="488"/>
                </a:lnTo>
                <a:lnTo>
                  <a:pt x="1146559" y="386"/>
                </a:lnTo>
                <a:lnTo>
                  <a:pt x="1146187" y="295"/>
                </a:lnTo>
                <a:lnTo>
                  <a:pt x="1145811" y="217"/>
                </a:lnTo>
                <a:lnTo>
                  <a:pt x="1145429" y="151"/>
                </a:lnTo>
                <a:lnTo>
                  <a:pt x="1145042" y="96"/>
                </a:lnTo>
                <a:lnTo>
                  <a:pt x="1144651" y="54"/>
                </a:lnTo>
                <a:lnTo>
                  <a:pt x="1144254" y="24"/>
                </a:lnTo>
                <a:lnTo>
                  <a:pt x="1143852" y="6"/>
                </a:lnTo>
                <a:lnTo>
                  <a:pt x="1143445" y="0"/>
                </a:lnTo>
                <a:lnTo>
                  <a:pt x="1143028" y="6"/>
                </a:lnTo>
                <a:lnTo>
                  <a:pt x="1142617" y="24"/>
                </a:lnTo>
                <a:lnTo>
                  <a:pt x="1142211" y="54"/>
                </a:lnTo>
                <a:lnTo>
                  <a:pt x="1141811" y="96"/>
                </a:lnTo>
                <a:close/>
                <a:moveTo>
                  <a:pt x="1107984" y="152376"/>
                </a:moveTo>
                <a:lnTo>
                  <a:pt x="1107549" y="152538"/>
                </a:lnTo>
                <a:lnTo>
                  <a:pt x="1107121" y="152693"/>
                </a:lnTo>
                <a:lnTo>
                  <a:pt x="1106700" y="152842"/>
                </a:lnTo>
                <a:lnTo>
                  <a:pt x="1106287" y="152983"/>
                </a:lnTo>
                <a:lnTo>
                  <a:pt x="1105881" y="153118"/>
                </a:lnTo>
                <a:lnTo>
                  <a:pt x="1105482" y="153246"/>
                </a:lnTo>
                <a:lnTo>
                  <a:pt x="1105091" y="153367"/>
                </a:lnTo>
                <a:lnTo>
                  <a:pt x="1104707" y="153481"/>
                </a:lnTo>
                <a:lnTo>
                  <a:pt x="1104330" y="153588"/>
                </a:lnTo>
                <a:lnTo>
                  <a:pt x="1103961" y="153688"/>
                </a:lnTo>
                <a:lnTo>
                  <a:pt x="1103599" y="153781"/>
                </a:lnTo>
                <a:lnTo>
                  <a:pt x="1103244" y="153868"/>
                </a:lnTo>
                <a:lnTo>
                  <a:pt x="1102897" y="153947"/>
                </a:lnTo>
                <a:lnTo>
                  <a:pt x="1102557" y="154020"/>
                </a:lnTo>
                <a:lnTo>
                  <a:pt x="1102224" y="154085"/>
                </a:lnTo>
                <a:lnTo>
                  <a:pt x="1101898" y="154144"/>
                </a:lnTo>
                <a:lnTo>
                  <a:pt x="1101580" y="154196"/>
                </a:lnTo>
                <a:lnTo>
                  <a:pt x="1101269" y="154241"/>
                </a:lnTo>
                <a:lnTo>
                  <a:pt x="1100966" y="154279"/>
                </a:lnTo>
                <a:lnTo>
                  <a:pt x="1100670" y="154310"/>
                </a:lnTo>
                <a:lnTo>
                  <a:pt x="1100381" y="154334"/>
                </a:lnTo>
                <a:lnTo>
                  <a:pt x="1100099" y="154351"/>
                </a:lnTo>
                <a:lnTo>
                  <a:pt x="1099825" y="154362"/>
                </a:lnTo>
                <a:lnTo>
                  <a:pt x="1099558" y="154365"/>
                </a:lnTo>
                <a:lnTo>
                  <a:pt x="1099344" y="154362"/>
                </a:lnTo>
                <a:lnTo>
                  <a:pt x="1099133" y="154354"/>
                </a:lnTo>
                <a:lnTo>
                  <a:pt x="1098924" y="154339"/>
                </a:lnTo>
                <a:lnTo>
                  <a:pt x="1098717" y="154320"/>
                </a:lnTo>
                <a:lnTo>
                  <a:pt x="1098513" y="154294"/>
                </a:lnTo>
                <a:lnTo>
                  <a:pt x="1098311" y="154263"/>
                </a:lnTo>
                <a:lnTo>
                  <a:pt x="1098111" y="154226"/>
                </a:lnTo>
                <a:lnTo>
                  <a:pt x="1097913" y="154183"/>
                </a:lnTo>
                <a:lnTo>
                  <a:pt x="1097717" y="154135"/>
                </a:lnTo>
                <a:lnTo>
                  <a:pt x="1097524" y="154081"/>
                </a:lnTo>
                <a:lnTo>
                  <a:pt x="1097333" y="154021"/>
                </a:lnTo>
                <a:lnTo>
                  <a:pt x="1097144" y="153955"/>
                </a:lnTo>
                <a:lnTo>
                  <a:pt x="1096957" y="153884"/>
                </a:lnTo>
                <a:lnTo>
                  <a:pt x="1096773" y="153808"/>
                </a:lnTo>
                <a:lnTo>
                  <a:pt x="1096591" y="153725"/>
                </a:lnTo>
                <a:lnTo>
                  <a:pt x="1096411" y="153637"/>
                </a:lnTo>
                <a:lnTo>
                  <a:pt x="1096233" y="153543"/>
                </a:lnTo>
                <a:lnTo>
                  <a:pt x="1096058" y="153443"/>
                </a:lnTo>
                <a:lnTo>
                  <a:pt x="1095885" y="153338"/>
                </a:lnTo>
                <a:lnTo>
                  <a:pt x="1095714" y="153227"/>
                </a:lnTo>
                <a:lnTo>
                  <a:pt x="1095545" y="153111"/>
                </a:lnTo>
                <a:lnTo>
                  <a:pt x="1095378" y="152988"/>
                </a:lnTo>
                <a:lnTo>
                  <a:pt x="1095214" y="152860"/>
                </a:lnTo>
                <a:lnTo>
                  <a:pt x="1095052" y="152727"/>
                </a:lnTo>
                <a:lnTo>
                  <a:pt x="1094893" y="152586"/>
                </a:lnTo>
                <a:lnTo>
                  <a:pt x="1094737" y="152436"/>
                </a:lnTo>
                <a:lnTo>
                  <a:pt x="1094586" y="152278"/>
                </a:lnTo>
                <a:lnTo>
                  <a:pt x="1094438" y="152111"/>
                </a:lnTo>
                <a:lnTo>
                  <a:pt x="1094293" y="151935"/>
                </a:lnTo>
                <a:lnTo>
                  <a:pt x="1094152" y="151750"/>
                </a:lnTo>
                <a:lnTo>
                  <a:pt x="1094015" y="151557"/>
                </a:lnTo>
                <a:lnTo>
                  <a:pt x="1093882" y="151355"/>
                </a:lnTo>
                <a:lnTo>
                  <a:pt x="1093752" y="151144"/>
                </a:lnTo>
                <a:lnTo>
                  <a:pt x="1093626" y="150924"/>
                </a:lnTo>
                <a:lnTo>
                  <a:pt x="1093503" y="150696"/>
                </a:lnTo>
                <a:lnTo>
                  <a:pt x="1093384" y="150459"/>
                </a:lnTo>
                <a:lnTo>
                  <a:pt x="1093269" y="150213"/>
                </a:lnTo>
                <a:lnTo>
                  <a:pt x="1093158" y="149959"/>
                </a:lnTo>
                <a:lnTo>
                  <a:pt x="1093050" y="149696"/>
                </a:lnTo>
                <a:lnTo>
                  <a:pt x="1092945" y="149424"/>
                </a:lnTo>
                <a:lnTo>
                  <a:pt x="1092845" y="149143"/>
                </a:lnTo>
                <a:lnTo>
                  <a:pt x="1092748" y="148854"/>
                </a:lnTo>
                <a:lnTo>
                  <a:pt x="1092655" y="148555"/>
                </a:lnTo>
                <a:lnTo>
                  <a:pt x="1092565" y="148249"/>
                </a:lnTo>
                <a:lnTo>
                  <a:pt x="1092479" y="147933"/>
                </a:lnTo>
                <a:lnTo>
                  <a:pt x="1092397" y="147609"/>
                </a:lnTo>
                <a:lnTo>
                  <a:pt x="1092318" y="147275"/>
                </a:lnTo>
                <a:lnTo>
                  <a:pt x="1092243" y="146934"/>
                </a:lnTo>
                <a:lnTo>
                  <a:pt x="1092172" y="146562"/>
                </a:lnTo>
                <a:lnTo>
                  <a:pt x="1092103" y="146139"/>
                </a:lnTo>
                <a:lnTo>
                  <a:pt x="1092037" y="145665"/>
                </a:lnTo>
                <a:lnTo>
                  <a:pt x="1091975" y="145141"/>
                </a:lnTo>
                <a:lnTo>
                  <a:pt x="1091916" y="144565"/>
                </a:lnTo>
                <a:lnTo>
                  <a:pt x="1091859" y="143938"/>
                </a:lnTo>
                <a:lnTo>
                  <a:pt x="1091806" y="143261"/>
                </a:lnTo>
                <a:lnTo>
                  <a:pt x="1091756" y="142532"/>
                </a:lnTo>
                <a:lnTo>
                  <a:pt x="1091708" y="141752"/>
                </a:lnTo>
                <a:lnTo>
                  <a:pt x="1091664" y="140921"/>
                </a:lnTo>
                <a:lnTo>
                  <a:pt x="1091623" y="140040"/>
                </a:lnTo>
                <a:lnTo>
                  <a:pt x="1091585" y="139107"/>
                </a:lnTo>
                <a:lnTo>
                  <a:pt x="1091550" y="138123"/>
                </a:lnTo>
                <a:lnTo>
                  <a:pt x="1091518" y="137089"/>
                </a:lnTo>
                <a:lnTo>
                  <a:pt x="1091489" y="136003"/>
                </a:lnTo>
                <a:lnTo>
                  <a:pt x="1091463" y="134866"/>
                </a:lnTo>
                <a:lnTo>
                  <a:pt x="1091440" y="133679"/>
                </a:lnTo>
                <a:lnTo>
                  <a:pt x="1091420" y="132440"/>
                </a:lnTo>
                <a:lnTo>
                  <a:pt x="1091404" y="131150"/>
                </a:lnTo>
                <a:lnTo>
                  <a:pt x="1091390" y="129810"/>
                </a:lnTo>
                <a:lnTo>
                  <a:pt x="1091379" y="128418"/>
                </a:lnTo>
                <a:lnTo>
                  <a:pt x="1091372" y="126975"/>
                </a:lnTo>
                <a:lnTo>
                  <a:pt x="1091367" y="125481"/>
                </a:lnTo>
                <a:lnTo>
                  <a:pt x="1091365" y="123937"/>
                </a:lnTo>
                <a:lnTo>
                  <a:pt x="1091365" y="0"/>
                </a:lnTo>
                <a:lnTo>
                  <a:pt x="1086099" y="0"/>
                </a:lnTo>
                <a:lnTo>
                  <a:pt x="1054149" y="13162"/>
                </a:lnTo>
                <a:lnTo>
                  <a:pt x="1055671" y="17277"/>
                </a:lnTo>
                <a:lnTo>
                  <a:pt x="1056087" y="17123"/>
                </a:lnTo>
                <a:lnTo>
                  <a:pt x="1056496" y="16977"/>
                </a:lnTo>
                <a:lnTo>
                  <a:pt x="1056898" y="16836"/>
                </a:lnTo>
                <a:lnTo>
                  <a:pt x="1057293" y="16702"/>
                </a:lnTo>
                <a:lnTo>
                  <a:pt x="1057681" y="16575"/>
                </a:lnTo>
                <a:lnTo>
                  <a:pt x="1058063" y="16454"/>
                </a:lnTo>
                <a:lnTo>
                  <a:pt x="1058437" y="16340"/>
                </a:lnTo>
                <a:lnTo>
                  <a:pt x="1058805" y="16232"/>
                </a:lnTo>
                <a:lnTo>
                  <a:pt x="1059165" y="16131"/>
                </a:lnTo>
                <a:lnTo>
                  <a:pt x="1059519" y="16037"/>
                </a:lnTo>
                <a:lnTo>
                  <a:pt x="1059866" y="15949"/>
                </a:lnTo>
                <a:lnTo>
                  <a:pt x="1060206" y="15867"/>
                </a:lnTo>
                <a:lnTo>
                  <a:pt x="1060539" y="15792"/>
                </a:lnTo>
                <a:lnTo>
                  <a:pt x="1060865" y="15723"/>
                </a:lnTo>
                <a:lnTo>
                  <a:pt x="1061184" y="15661"/>
                </a:lnTo>
                <a:lnTo>
                  <a:pt x="1061496" y="15606"/>
                </a:lnTo>
                <a:lnTo>
                  <a:pt x="1061802" y="15557"/>
                </a:lnTo>
                <a:lnTo>
                  <a:pt x="1062100" y="15515"/>
                </a:lnTo>
                <a:lnTo>
                  <a:pt x="1062392" y="15479"/>
                </a:lnTo>
                <a:lnTo>
                  <a:pt x="1062676" y="15449"/>
                </a:lnTo>
                <a:lnTo>
                  <a:pt x="1062954" y="15426"/>
                </a:lnTo>
                <a:lnTo>
                  <a:pt x="1063225" y="15410"/>
                </a:lnTo>
                <a:lnTo>
                  <a:pt x="1063489" y="15400"/>
                </a:lnTo>
                <a:lnTo>
                  <a:pt x="1063746" y="15397"/>
                </a:lnTo>
                <a:lnTo>
                  <a:pt x="1063978" y="15400"/>
                </a:lnTo>
                <a:lnTo>
                  <a:pt x="1064208" y="15408"/>
                </a:lnTo>
                <a:lnTo>
                  <a:pt x="1064433" y="15421"/>
                </a:lnTo>
                <a:lnTo>
                  <a:pt x="1064656" y="15439"/>
                </a:lnTo>
                <a:lnTo>
                  <a:pt x="1064876" y="15463"/>
                </a:lnTo>
                <a:lnTo>
                  <a:pt x="1065092" y="15493"/>
                </a:lnTo>
                <a:lnTo>
                  <a:pt x="1065305" y="15527"/>
                </a:lnTo>
                <a:lnTo>
                  <a:pt x="1065514" y="15567"/>
                </a:lnTo>
                <a:lnTo>
                  <a:pt x="1065721" y="15612"/>
                </a:lnTo>
                <a:lnTo>
                  <a:pt x="1065924" y="15662"/>
                </a:lnTo>
                <a:lnTo>
                  <a:pt x="1066124" y="15718"/>
                </a:lnTo>
                <a:lnTo>
                  <a:pt x="1066321" y="15779"/>
                </a:lnTo>
                <a:lnTo>
                  <a:pt x="1066514" y="15846"/>
                </a:lnTo>
                <a:lnTo>
                  <a:pt x="1066704" y="15917"/>
                </a:lnTo>
                <a:lnTo>
                  <a:pt x="1066891" y="15994"/>
                </a:lnTo>
                <a:lnTo>
                  <a:pt x="1067075" y="16076"/>
                </a:lnTo>
                <a:lnTo>
                  <a:pt x="1067255" y="16164"/>
                </a:lnTo>
                <a:lnTo>
                  <a:pt x="1067432" y="16257"/>
                </a:lnTo>
                <a:lnTo>
                  <a:pt x="1067606" y="16355"/>
                </a:lnTo>
                <a:lnTo>
                  <a:pt x="1067777" y="16459"/>
                </a:lnTo>
                <a:lnTo>
                  <a:pt x="1067944" y="16567"/>
                </a:lnTo>
                <a:lnTo>
                  <a:pt x="1068109" y="16682"/>
                </a:lnTo>
                <a:lnTo>
                  <a:pt x="1068270" y="16801"/>
                </a:lnTo>
                <a:lnTo>
                  <a:pt x="1068427" y="16926"/>
                </a:lnTo>
                <a:lnTo>
                  <a:pt x="1068582" y="17058"/>
                </a:lnTo>
                <a:lnTo>
                  <a:pt x="1068732" y="17199"/>
                </a:lnTo>
                <a:lnTo>
                  <a:pt x="1068880" y="17349"/>
                </a:lnTo>
                <a:lnTo>
                  <a:pt x="1069024" y="17509"/>
                </a:lnTo>
                <a:lnTo>
                  <a:pt x="1069164" y="17679"/>
                </a:lnTo>
                <a:lnTo>
                  <a:pt x="1069301" y="17857"/>
                </a:lnTo>
                <a:lnTo>
                  <a:pt x="1069435" y="18046"/>
                </a:lnTo>
                <a:lnTo>
                  <a:pt x="1069565" y="18243"/>
                </a:lnTo>
                <a:lnTo>
                  <a:pt x="1069692" y="18450"/>
                </a:lnTo>
                <a:lnTo>
                  <a:pt x="1069815" y="18666"/>
                </a:lnTo>
                <a:lnTo>
                  <a:pt x="1069935" y="18892"/>
                </a:lnTo>
                <a:lnTo>
                  <a:pt x="1070051" y="19127"/>
                </a:lnTo>
                <a:lnTo>
                  <a:pt x="1070164" y="19372"/>
                </a:lnTo>
                <a:lnTo>
                  <a:pt x="1070273" y="19626"/>
                </a:lnTo>
                <a:lnTo>
                  <a:pt x="1070379" y="19889"/>
                </a:lnTo>
                <a:lnTo>
                  <a:pt x="1070482" y="20162"/>
                </a:lnTo>
                <a:lnTo>
                  <a:pt x="1070581" y="20444"/>
                </a:lnTo>
                <a:lnTo>
                  <a:pt x="1070676" y="20736"/>
                </a:lnTo>
                <a:lnTo>
                  <a:pt x="1070769" y="21037"/>
                </a:lnTo>
                <a:lnTo>
                  <a:pt x="1070857" y="21347"/>
                </a:lnTo>
                <a:lnTo>
                  <a:pt x="1070942" y="21667"/>
                </a:lnTo>
                <a:lnTo>
                  <a:pt x="1071024" y="21996"/>
                </a:lnTo>
                <a:lnTo>
                  <a:pt x="1071103" y="22334"/>
                </a:lnTo>
                <a:lnTo>
                  <a:pt x="1071177" y="22682"/>
                </a:lnTo>
                <a:lnTo>
                  <a:pt x="1071249" y="23060"/>
                </a:lnTo>
                <a:lnTo>
                  <a:pt x="1071318" y="23486"/>
                </a:lnTo>
                <a:lnTo>
                  <a:pt x="1071383" y="23962"/>
                </a:lnTo>
                <a:lnTo>
                  <a:pt x="1071446" y="24488"/>
                </a:lnTo>
                <a:lnTo>
                  <a:pt x="1071505" y="25063"/>
                </a:lnTo>
                <a:lnTo>
                  <a:pt x="1071561" y="25687"/>
                </a:lnTo>
                <a:lnTo>
                  <a:pt x="1071615" y="26360"/>
                </a:lnTo>
                <a:lnTo>
                  <a:pt x="1071665" y="27083"/>
                </a:lnTo>
                <a:lnTo>
                  <a:pt x="1071712" y="27855"/>
                </a:lnTo>
                <a:lnTo>
                  <a:pt x="1071757" y="28677"/>
                </a:lnTo>
                <a:lnTo>
                  <a:pt x="1071798" y="29548"/>
                </a:lnTo>
                <a:lnTo>
                  <a:pt x="1071836" y="30469"/>
                </a:lnTo>
                <a:lnTo>
                  <a:pt x="1071871" y="31438"/>
                </a:lnTo>
                <a:lnTo>
                  <a:pt x="1071903" y="32457"/>
                </a:lnTo>
                <a:lnTo>
                  <a:pt x="1071932" y="33526"/>
                </a:lnTo>
                <a:lnTo>
                  <a:pt x="1071958" y="34644"/>
                </a:lnTo>
                <a:lnTo>
                  <a:pt x="1071981" y="35811"/>
                </a:lnTo>
                <a:lnTo>
                  <a:pt x="1072000" y="37028"/>
                </a:lnTo>
                <a:lnTo>
                  <a:pt x="1072017" y="38294"/>
                </a:lnTo>
                <a:lnTo>
                  <a:pt x="1072031" y="39609"/>
                </a:lnTo>
                <a:lnTo>
                  <a:pt x="1072041" y="40974"/>
                </a:lnTo>
                <a:lnTo>
                  <a:pt x="1072049" y="42388"/>
                </a:lnTo>
                <a:lnTo>
                  <a:pt x="1072054" y="43852"/>
                </a:lnTo>
                <a:lnTo>
                  <a:pt x="1072055" y="45365"/>
                </a:lnTo>
                <a:lnTo>
                  <a:pt x="1072055" y="65187"/>
                </a:lnTo>
                <a:lnTo>
                  <a:pt x="1071276" y="64451"/>
                </a:lnTo>
                <a:lnTo>
                  <a:pt x="1070480" y="63747"/>
                </a:lnTo>
                <a:lnTo>
                  <a:pt x="1069667" y="63075"/>
                </a:lnTo>
                <a:lnTo>
                  <a:pt x="1068837" y="62433"/>
                </a:lnTo>
                <a:lnTo>
                  <a:pt x="1067990" y="61823"/>
                </a:lnTo>
                <a:lnTo>
                  <a:pt x="1067125" y="61244"/>
                </a:lnTo>
                <a:lnTo>
                  <a:pt x="1066244" y="60697"/>
                </a:lnTo>
                <a:lnTo>
                  <a:pt x="1065345" y="60180"/>
                </a:lnTo>
                <a:lnTo>
                  <a:pt x="1064430" y="59695"/>
                </a:lnTo>
                <a:lnTo>
                  <a:pt x="1063497" y="59242"/>
                </a:lnTo>
                <a:lnTo>
                  <a:pt x="1062548" y="58819"/>
                </a:lnTo>
                <a:lnTo>
                  <a:pt x="1061581" y="58428"/>
                </a:lnTo>
                <a:lnTo>
                  <a:pt x="1060597" y="58068"/>
                </a:lnTo>
                <a:lnTo>
                  <a:pt x="1059596" y="57740"/>
                </a:lnTo>
                <a:lnTo>
                  <a:pt x="1058578" y="57443"/>
                </a:lnTo>
                <a:lnTo>
                  <a:pt x="1057543" y="57177"/>
                </a:lnTo>
                <a:lnTo>
                  <a:pt x="1056491" y="56942"/>
                </a:lnTo>
                <a:lnTo>
                  <a:pt x="1055422" y="56739"/>
                </a:lnTo>
                <a:lnTo>
                  <a:pt x="1054336" y="56566"/>
                </a:lnTo>
                <a:lnTo>
                  <a:pt x="1053233" y="56426"/>
                </a:lnTo>
                <a:lnTo>
                  <a:pt x="1052112" y="56316"/>
                </a:lnTo>
                <a:lnTo>
                  <a:pt x="1050975" y="56238"/>
                </a:lnTo>
                <a:lnTo>
                  <a:pt x="1049820" y="56191"/>
                </a:lnTo>
                <a:lnTo>
                  <a:pt x="1048649" y="56175"/>
                </a:lnTo>
                <a:lnTo>
                  <a:pt x="1046761" y="56208"/>
                </a:lnTo>
                <a:lnTo>
                  <a:pt x="1044903" y="56308"/>
                </a:lnTo>
                <a:lnTo>
                  <a:pt x="1043073" y="56474"/>
                </a:lnTo>
                <a:lnTo>
                  <a:pt x="1041273" y="56706"/>
                </a:lnTo>
                <a:lnTo>
                  <a:pt x="1039501" y="57004"/>
                </a:lnTo>
                <a:lnTo>
                  <a:pt x="1037758" y="57369"/>
                </a:lnTo>
                <a:lnTo>
                  <a:pt x="1036043" y="57800"/>
                </a:lnTo>
                <a:lnTo>
                  <a:pt x="1034358" y="58297"/>
                </a:lnTo>
                <a:lnTo>
                  <a:pt x="1032701" y="58860"/>
                </a:lnTo>
                <a:lnTo>
                  <a:pt x="1031074" y="59490"/>
                </a:lnTo>
                <a:lnTo>
                  <a:pt x="1029475" y="60186"/>
                </a:lnTo>
                <a:lnTo>
                  <a:pt x="1027905" y="60949"/>
                </a:lnTo>
                <a:lnTo>
                  <a:pt x="1026364" y="61778"/>
                </a:lnTo>
                <a:lnTo>
                  <a:pt x="1024852" y="62673"/>
                </a:lnTo>
                <a:lnTo>
                  <a:pt x="1023368" y="63634"/>
                </a:lnTo>
                <a:lnTo>
                  <a:pt x="1021914" y="64662"/>
                </a:lnTo>
                <a:lnTo>
                  <a:pt x="1020488" y="65756"/>
                </a:lnTo>
                <a:lnTo>
                  <a:pt x="1019091" y="66916"/>
                </a:lnTo>
                <a:lnTo>
                  <a:pt x="1017723" y="68143"/>
                </a:lnTo>
                <a:lnTo>
                  <a:pt x="1016384" y="69435"/>
                </a:lnTo>
                <a:lnTo>
                  <a:pt x="1015073" y="70795"/>
                </a:lnTo>
                <a:lnTo>
                  <a:pt x="1013792" y="72220"/>
                </a:lnTo>
                <a:lnTo>
                  <a:pt x="1012539" y="73712"/>
                </a:lnTo>
                <a:lnTo>
                  <a:pt x="1011316" y="75270"/>
                </a:lnTo>
                <a:lnTo>
                  <a:pt x="1010132" y="76868"/>
                </a:lnTo>
                <a:lnTo>
                  <a:pt x="1008998" y="78479"/>
                </a:lnTo>
                <a:lnTo>
                  <a:pt x="1007914" y="80105"/>
                </a:lnTo>
                <a:lnTo>
                  <a:pt x="1006881" y="81743"/>
                </a:lnTo>
                <a:lnTo>
                  <a:pt x="1005899" y="83396"/>
                </a:lnTo>
                <a:lnTo>
                  <a:pt x="1004967" y="85062"/>
                </a:lnTo>
                <a:lnTo>
                  <a:pt x="1004085" y="86741"/>
                </a:lnTo>
                <a:lnTo>
                  <a:pt x="1003253" y="88434"/>
                </a:lnTo>
                <a:lnTo>
                  <a:pt x="1002472" y="90141"/>
                </a:lnTo>
                <a:lnTo>
                  <a:pt x="1001742" y="91861"/>
                </a:lnTo>
                <a:lnTo>
                  <a:pt x="1001062" y="93595"/>
                </a:lnTo>
                <a:lnTo>
                  <a:pt x="1000432" y="95343"/>
                </a:lnTo>
                <a:lnTo>
                  <a:pt x="999852" y="97104"/>
                </a:lnTo>
                <a:lnTo>
                  <a:pt x="999323" y="98878"/>
                </a:lnTo>
                <a:lnTo>
                  <a:pt x="998844" y="100667"/>
                </a:lnTo>
                <a:lnTo>
                  <a:pt x="998416" y="102468"/>
                </a:lnTo>
                <a:lnTo>
                  <a:pt x="998038" y="104284"/>
                </a:lnTo>
                <a:lnTo>
                  <a:pt x="997711" y="106113"/>
                </a:lnTo>
                <a:lnTo>
                  <a:pt x="997434" y="107955"/>
                </a:lnTo>
                <a:lnTo>
                  <a:pt x="997207" y="109811"/>
                </a:lnTo>
                <a:lnTo>
                  <a:pt x="997030" y="111681"/>
                </a:lnTo>
                <a:lnTo>
                  <a:pt x="996904" y="113565"/>
                </a:lnTo>
                <a:lnTo>
                  <a:pt x="996829" y="115462"/>
                </a:lnTo>
                <a:lnTo>
                  <a:pt x="996804" y="117372"/>
                </a:lnTo>
                <a:lnTo>
                  <a:pt x="996826" y="119275"/>
                </a:lnTo>
                <a:lnTo>
                  <a:pt x="996895" y="121149"/>
                </a:lnTo>
                <a:lnTo>
                  <a:pt x="997008" y="122994"/>
                </a:lnTo>
                <a:lnTo>
                  <a:pt x="997168" y="124810"/>
                </a:lnTo>
                <a:lnTo>
                  <a:pt x="997373" y="126598"/>
                </a:lnTo>
                <a:lnTo>
                  <a:pt x="997623" y="128356"/>
                </a:lnTo>
                <a:lnTo>
                  <a:pt x="997919" y="130085"/>
                </a:lnTo>
                <a:lnTo>
                  <a:pt x="998260" y="131785"/>
                </a:lnTo>
                <a:lnTo>
                  <a:pt x="998647" y="133456"/>
                </a:lnTo>
                <a:lnTo>
                  <a:pt x="999079" y="135098"/>
                </a:lnTo>
                <a:lnTo>
                  <a:pt x="999557" y="136711"/>
                </a:lnTo>
                <a:lnTo>
                  <a:pt x="1000081" y="138295"/>
                </a:lnTo>
                <a:lnTo>
                  <a:pt x="1000649" y="139850"/>
                </a:lnTo>
                <a:lnTo>
                  <a:pt x="1001264" y="141376"/>
                </a:lnTo>
                <a:lnTo>
                  <a:pt x="1001924" y="142873"/>
                </a:lnTo>
                <a:lnTo>
                  <a:pt x="1002629" y="144341"/>
                </a:lnTo>
                <a:lnTo>
                  <a:pt x="1003380" y="145780"/>
                </a:lnTo>
                <a:lnTo>
                  <a:pt x="1004177" y="147190"/>
                </a:lnTo>
                <a:lnTo>
                  <a:pt x="1005019" y="148572"/>
                </a:lnTo>
                <a:lnTo>
                  <a:pt x="1005906" y="149924"/>
                </a:lnTo>
                <a:lnTo>
                  <a:pt x="1006839" y="151247"/>
                </a:lnTo>
                <a:lnTo>
                  <a:pt x="1007818" y="152541"/>
                </a:lnTo>
                <a:lnTo>
                  <a:pt x="1008842" y="153806"/>
                </a:lnTo>
                <a:lnTo>
                  <a:pt x="1009911" y="155042"/>
                </a:lnTo>
                <a:lnTo>
                  <a:pt x="1011011" y="156237"/>
                </a:lnTo>
                <a:lnTo>
                  <a:pt x="1012127" y="157382"/>
                </a:lnTo>
                <a:lnTo>
                  <a:pt x="1013258" y="158476"/>
                </a:lnTo>
                <a:lnTo>
                  <a:pt x="1014404" y="159519"/>
                </a:lnTo>
                <a:lnTo>
                  <a:pt x="1015566" y="160512"/>
                </a:lnTo>
                <a:lnTo>
                  <a:pt x="1016743" y="161453"/>
                </a:lnTo>
                <a:lnTo>
                  <a:pt x="1017936" y="162344"/>
                </a:lnTo>
                <a:lnTo>
                  <a:pt x="1019144" y="163183"/>
                </a:lnTo>
                <a:lnTo>
                  <a:pt x="1020367" y="163972"/>
                </a:lnTo>
                <a:lnTo>
                  <a:pt x="1021606" y="164710"/>
                </a:lnTo>
                <a:lnTo>
                  <a:pt x="1022861" y="165397"/>
                </a:lnTo>
                <a:lnTo>
                  <a:pt x="1024131" y="166033"/>
                </a:lnTo>
                <a:lnTo>
                  <a:pt x="1025416" y="166618"/>
                </a:lnTo>
                <a:lnTo>
                  <a:pt x="1026717" y="167152"/>
                </a:lnTo>
                <a:lnTo>
                  <a:pt x="1028033" y="167635"/>
                </a:lnTo>
                <a:lnTo>
                  <a:pt x="1029365" y="168068"/>
                </a:lnTo>
                <a:lnTo>
                  <a:pt x="1030712" y="168450"/>
                </a:lnTo>
                <a:lnTo>
                  <a:pt x="1032074" y="168780"/>
                </a:lnTo>
                <a:lnTo>
                  <a:pt x="1033452" y="169060"/>
                </a:lnTo>
                <a:lnTo>
                  <a:pt x="1034846" y="169289"/>
                </a:lnTo>
                <a:lnTo>
                  <a:pt x="1036254" y="169467"/>
                </a:lnTo>
                <a:lnTo>
                  <a:pt x="1037679" y="169595"/>
                </a:lnTo>
                <a:lnTo>
                  <a:pt x="1039118" y="169671"/>
                </a:lnTo>
                <a:lnTo>
                  <a:pt x="1040574" y="169696"/>
                </a:lnTo>
                <a:lnTo>
                  <a:pt x="1041293" y="169690"/>
                </a:lnTo>
                <a:lnTo>
                  <a:pt x="1042009" y="169671"/>
                </a:lnTo>
                <a:lnTo>
                  <a:pt x="1042720" y="169641"/>
                </a:lnTo>
                <a:lnTo>
                  <a:pt x="1043428" y="169597"/>
                </a:lnTo>
                <a:lnTo>
                  <a:pt x="1044131" y="169541"/>
                </a:lnTo>
                <a:lnTo>
                  <a:pt x="1044831" y="169473"/>
                </a:lnTo>
                <a:lnTo>
                  <a:pt x="1045526" y="169393"/>
                </a:lnTo>
                <a:lnTo>
                  <a:pt x="1046217" y="169300"/>
                </a:lnTo>
                <a:lnTo>
                  <a:pt x="1046904" y="169194"/>
                </a:lnTo>
                <a:lnTo>
                  <a:pt x="1047587" y="169077"/>
                </a:lnTo>
                <a:lnTo>
                  <a:pt x="1048266" y="168946"/>
                </a:lnTo>
                <a:lnTo>
                  <a:pt x="1048941" y="168804"/>
                </a:lnTo>
                <a:lnTo>
                  <a:pt x="1049612" y="168649"/>
                </a:lnTo>
                <a:lnTo>
                  <a:pt x="1050279" y="168482"/>
                </a:lnTo>
                <a:lnTo>
                  <a:pt x="1050942" y="168302"/>
                </a:lnTo>
                <a:lnTo>
                  <a:pt x="1051601" y="168110"/>
                </a:lnTo>
                <a:lnTo>
                  <a:pt x="1052255" y="167905"/>
                </a:lnTo>
                <a:lnTo>
                  <a:pt x="1052906" y="167688"/>
                </a:lnTo>
                <a:lnTo>
                  <a:pt x="1053552" y="167459"/>
                </a:lnTo>
                <a:lnTo>
                  <a:pt x="1054195" y="167217"/>
                </a:lnTo>
                <a:lnTo>
                  <a:pt x="1054833" y="166963"/>
                </a:lnTo>
                <a:lnTo>
                  <a:pt x="1055468" y="166697"/>
                </a:lnTo>
                <a:lnTo>
                  <a:pt x="1056098" y="166418"/>
                </a:lnTo>
                <a:lnTo>
                  <a:pt x="1056724" y="166127"/>
                </a:lnTo>
                <a:lnTo>
                  <a:pt x="1057349" y="165821"/>
                </a:lnTo>
                <a:lnTo>
                  <a:pt x="1057975" y="165500"/>
                </a:lnTo>
                <a:lnTo>
                  <a:pt x="1058602" y="165162"/>
                </a:lnTo>
                <a:lnTo>
                  <a:pt x="1059230" y="164809"/>
                </a:lnTo>
                <a:lnTo>
                  <a:pt x="1059860" y="164439"/>
                </a:lnTo>
                <a:lnTo>
                  <a:pt x="1060491" y="164053"/>
                </a:lnTo>
                <a:lnTo>
                  <a:pt x="1061123" y="163651"/>
                </a:lnTo>
                <a:lnTo>
                  <a:pt x="1061756" y="163234"/>
                </a:lnTo>
                <a:lnTo>
                  <a:pt x="1062391" y="162800"/>
                </a:lnTo>
                <a:lnTo>
                  <a:pt x="1063027" y="162350"/>
                </a:lnTo>
                <a:lnTo>
                  <a:pt x="1063664" y="161884"/>
                </a:lnTo>
                <a:lnTo>
                  <a:pt x="1064302" y="161402"/>
                </a:lnTo>
                <a:lnTo>
                  <a:pt x="1064941" y="160904"/>
                </a:lnTo>
                <a:lnTo>
                  <a:pt x="1065582" y="160389"/>
                </a:lnTo>
                <a:lnTo>
                  <a:pt x="1066224" y="159859"/>
                </a:lnTo>
                <a:lnTo>
                  <a:pt x="1066867" y="159313"/>
                </a:lnTo>
                <a:lnTo>
                  <a:pt x="1067511" y="158751"/>
                </a:lnTo>
                <a:lnTo>
                  <a:pt x="1068157" y="158172"/>
                </a:lnTo>
                <a:lnTo>
                  <a:pt x="1068803" y="157578"/>
                </a:lnTo>
                <a:lnTo>
                  <a:pt x="1069451" y="156967"/>
                </a:lnTo>
                <a:lnTo>
                  <a:pt x="1070100" y="156341"/>
                </a:lnTo>
                <a:lnTo>
                  <a:pt x="1070751" y="155698"/>
                </a:lnTo>
                <a:lnTo>
                  <a:pt x="1071402" y="155040"/>
                </a:lnTo>
                <a:lnTo>
                  <a:pt x="1072055" y="154365"/>
                </a:lnTo>
                <a:lnTo>
                  <a:pt x="1072055" y="169696"/>
                </a:lnTo>
                <a:lnTo>
                  <a:pt x="1077439" y="169696"/>
                </a:lnTo>
                <a:lnTo>
                  <a:pt x="1109271" y="156472"/>
                </a:lnTo>
                <a:lnTo>
                  <a:pt x="1107984" y="152376"/>
                </a:lnTo>
                <a:close/>
                <a:moveTo>
                  <a:pt x="1068720" y="149445"/>
                </a:moveTo>
                <a:lnTo>
                  <a:pt x="1067880" y="150164"/>
                </a:lnTo>
                <a:lnTo>
                  <a:pt x="1067037" y="150847"/>
                </a:lnTo>
                <a:lnTo>
                  <a:pt x="1066193" y="151492"/>
                </a:lnTo>
                <a:lnTo>
                  <a:pt x="1065345" y="152101"/>
                </a:lnTo>
                <a:lnTo>
                  <a:pt x="1064496" y="152673"/>
                </a:lnTo>
                <a:lnTo>
                  <a:pt x="1063644" y="153208"/>
                </a:lnTo>
                <a:lnTo>
                  <a:pt x="1062789" y="153706"/>
                </a:lnTo>
                <a:lnTo>
                  <a:pt x="1061932" y="154167"/>
                </a:lnTo>
                <a:lnTo>
                  <a:pt x="1061072" y="154591"/>
                </a:lnTo>
                <a:lnTo>
                  <a:pt x="1060211" y="154978"/>
                </a:lnTo>
                <a:lnTo>
                  <a:pt x="1059346" y="155329"/>
                </a:lnTo>
                <a:lnTo>
                  <a:pt x="1058480" y="155642"/>
                </a:lnTo>
                <a:lnTo>
                  <a:pt x="1057610" y="155919"/>
                </a:lnTo>
                <a:lnTo>
                  <a:pt x="1056739" y="156159"/>
                </a:lnTo>
                <a:lnTo>
                  <a:pt x="1055865" y="156362"/>
                </a:lnTo>
                <a:lnTo>
                  <a:pt x="1054988" y="156528"/>
                </a:lnTo>
                <a:lnTo>
                  <a:pt x="1054109" y="156657"/>
                </a:lnTo>
                <a:lnTo>
                  <a:pt x="1053228" y="156749"/>
                </a:lnTo>
                <a:lnTo>
                  <a:pt x="1052344" y="156804"/>
                </a:lnTo>
                <a:lnTo>
                  <a:pt x="1051458" y="156823"/>
                </a:lnTo>
                <a:lnTo>
                  <a:pt x="1050408" y="156801"/>
                </a:lnTo>
                <a:lnTo>
                  <a:pt x="1049367" y="156736"/>
                </a:lnTo>
                <a:lnTo>
                  <a:pt x="1048334" y="156627"/>
                </a:lnTo>
                <a:lnTo>
                  <a:pt x="1047309" y="156474"/>
                </a:lnTo>
                <a:lnTo>
                  <a:pt x="1046293" y="156278"/>
                </a:lnTo>
                <a:lnTo>
                  <a:pt x="1045284" y="156039"/>
                </a:lnTo>
                <a:lnTo>
                  <a:pt x="1044284" y="155755"/>
                </a:lnTo>
                <a:lnTo>
                  <a:pt x="1043291" y="155429"/>
                </a:lnTo>
                <a:lnTo>
                  <a:pt x="1042307" y="155058"/>
                </a:lnTo>
                <a:lnTo>
                  <a:pt x="1041331" y="154644"/>
                </a:lnTo>
                <a:lnTo>
                  <a:pt x="1040363" y="154187"/>
                </a:lnTo>
                <a:lnTo>
                  <a:pt x="1039403" y="153686"/>
                </a:lnTo>
                <a:lnTo>
                  <a:pt x="1038452" y="153141"/>
                </a:lnTo>
                <a:lnTo>
                  <a:pt x="1037508" y="152553"/>
                </a:lnTo>
                <a:lnTo>
                  <a:pt x="1036573" y="151921"/>
                </a:lnTo>
                <a:lnTo>
                  <a:pt x="1035645" y="151246"/>
                </a:lnTo>
                <a:lnTo>
                  <a:pt x="1034726" y="150527"/>
                </a:lnTo>
                <a:lnTo>
                  <a:pt x="1033815" y="149765"/>
                </a:lnTo>
                <a:lnTo>
                  <a:pt x="1032912" y="148958"/>
                </a:lnTo>
                <a:lnTo>
                  <a:pt x="1032017" y="148109"/>
                </a:lnTo>
                <a:lnTo>
                  <a:pt x="1031131" y="147216"/>
                </a:lnTo>
                <a:lnTo>
                  <a:pt x="1030252" y="146279"/>
                </a:lnTo>
                <a:lnTo>
                  <a:pt x="1029382" y="145299"/>
                </a:lnTo>
                <a:lnTo>
                  <a:pt x="1028519" y="144275"/>
                </a:lnTo>
                <a:lnTo>
                  <a:pt x="1027679" y="143210"/>
                </a:lnTo>
                <a:lnTo>
                  <a:pt x="1026874" y="142106"/>
                </a:lnTo>
                <a:lnTo>
                  <a:pt x="1026106" y="140964"/>
                </a:lnTo>
                <a:lnTo>
                  <a:pt x="1025372" y="139784"/>
                </a:lnTo>
                <a:lnTo>
                  <a:pt x="1024675" y="138566"/>
                </a:lnTo>
                <a:lnTo>
                  <a:pt x="1024014" y="137310"/>
                </a:lnTo>
                <a:lnTo>
                  <a:pt x="1023388" y="136015"/>
                </a:lnTo>
                <a:lnTo>
                  <a:pt x="1022798" y="134681"/>
                </a:lnTo>
                <a:lnTo>
                  <a:pt x="1022243" y="133310"/>
                </a:lnTo>
                <a:lnTo>
                  <a:pt x="1021725" y="131900"/>
                </a:lnTo>
                <a:lnTo>
                  <a:pt x="1021242" y="130452"/>
                </a:lnTo>
                <a:lnTo>
                  <a:pt x="1020795" y="128966"/>
                </a:lnTo>
                <a:lnTo>
                  <a:pt x="1020384" y="127441"/>
                </a:lnTo>
                <a:lnTo>
                  <a:pt x="1020009" y="125878"/>
                </a:lnTo>
                <a:lnTo>
                  <a:pt x="1019669" y="124276"/>
                </a:lnTo>
                <a:lnTo>
                  <a:pt x="1019365" y="122637"/>
                </a:lnTo>
                <a:lnTo>
                  <a:pt x="1019097" y="120959"/>
                </a:lnTo>
                <a:lnTo>
                  <a:pt x="1018864" y="119243"/>
                </a:lnTo>
                <a:lnTo>
                  <a:pt x="1018668" y="117488"/>
                </a:lnTo>
                <a:lnTo>
                  <a:pt x="1018507" y="115695"/>
                </a:lnTo>
                <a:lnTo>
                  <a:pt x="1018381" y="113864"/>
                </a:lnTo>
                <a:lnTo>
                  <a:pt x="1018292" y="111995"/>
                </a:lnTo>
                <a:lnTo>
                  <a:pt x="1018238" y="110087"/>
                </a:lnTo>
                <a:lnTo>
                  <a:pt x="1018221" y="108141"/>
                </a:lnTo>
                <a:lnTo>
                  <a:pt x="1018239" y="106215"/>
                </a:lnTo>
                <a:lnTo>
                  <a:pt x="1018294" y="104328"/>
                </a:lnTo>
                <a:lnTo>
                  <a:pt x="1018387" y="102479"/>
                </a:lnTo>
                <a:lnTo>
                  <a:pt x="1018516" y="100670"/>
                </a:lnTo>
                <a:lnTo>
                  <a:pt x="1018683" y="98899"/>
                </a:lnTo>
                <a:lnTo>
                  <a:pt x="1018886" y="97168"/>
                </a:lnTo>
                <a:lnTo>
                  <a:pt x="1019127" y="95475"/>
                </a:lnTo>
                <a:lnTo>
                  <a:pt x="1019404" y="93821"/>
                </a:lnTo>
                <a:lnTo>
                  <a:pt x="1019718" y="92207"/>
                </a:lnTo>
                <a:lnTo>
                  <a:pt x="1020069" y="90631"/>
                </a:lnTo>
                <a:lnTo>
                  <a:pt x="1020458" y="89094"/>
                </a:lnTo>
                <a:lnTo>
                  <a:pt x="1020883" y="87596"/>
                </a:lnTo>
                <a:lnTo>
                  <a:pt x="1021345" y="86137"/>
                </a:lnTo>
                <a:lnTo>
                  <a:pt x="1021844" y="84716"/>
                </a:lnTo>
                <a:lnTo>
                  <a:pt x="1022381" y="83335"/>
                </a:lnTo>
                <a:lnTo>
                  <a:pt x="1022954" y="81993"/>
                </a:lnTo>
                <a:lnTo>
                  <a:pt x="1023564" y="80689"/>
                </a:lnTo>
                <a:lnTo>
                  <a:pt x="1024211" y="79425"/>
                </a:lnTo>
                <a:lnTo>
                  <a:pt x="1024895" y="78199"/>
                </a:lnTo>
                <a:lnTo>
                  <a:pt x="1025616" y="77012"/>
                </a:lnTo>
                <a:lnTo>
                  <a:pt x="1026374" y="75865"/>
                </a:lnTo>
                <a:lnTo>
                  <a:pt x="1027169" y="74756"/>
                </a:lnTo>
                <a:lnTo>
                  <a:pt x="1028001" y="73686"/>
                </a:lnTo>
                <a:lnTo>
                  <a:pt x="1028870" y="72655"/>
                </a:lnTo>
                <a:lnTo>
                  <a:pt x="1029547" y="71902"/>
                </a:lnTo>
                <a:lnTo>
                  <a:pt x="1030232" y="71182"/>
                </a:lnTo>
                <a:lnTo>
                  <a:pt x="1030924" y="70493"/>
                </a:lnTo>
                <a:lnTo>
                  <a:pt x="1031624" y="69837"/>
                </a:lnTo>
                <a:lnTo>
                  <a:pt x="1032332" y="69212"/>
                </a:lnTo>
                <a:lnTo>
                  <a:pt x="1033047" y="68620"/>
                </a:lnTo>
                <a:lnTo>
                  <a:pt x="1033770" y="68059"/>
                </a:lnTo>
                <a:lnTo>
                  <a:pt x="1034501" y="67531"/>
                </a:lnTo>
                <a:lnTo>
                  <a:pt x="1035240" y="67034"/>
                </a:lnTo>
                <a:lnTo>
                  <a:pt x="1035986" y="66570"/>
                </a:lnTo>
                <a:lnTo>
                  <a:pt x="1036740" y="66138"/>
                </a:lnTo>
                <a:lnTo>
                  <a:pt x="1037502" y="65737"/>
                </a:lnTo>
                <a:lnTo>
                  <a:pt x="1038271" y="65369"/>
                </a:lnTo>
                <a:lnTo>
                  <a:pt x="1039048" y="65033"/>
                </a:lnTo>
                <a:lnTo>
                  <a:pt x="1039833" y="64728"/>
                </a:lnTo>
                <a:lnTo>
                  <a:pt x="1040626" y="64456"/>
                </a:lnTo>
                <a:lnTo>
                  <a:pt x="1041426" y="64216"/>
                </a:lnTo>
                <a:lnTo>
                  <a:pt x="1042234" y="64008"/>
                </a:lnTo>
                <a:lnTo>
                  <a:pt x="1043050" y="63832"/>
                </a:lnTo>
                <a:lnTo>
                  <a:pt x="1043873" y="63688"/>
                </a:lnTo>
                <a:lnTo>
                  <a:pt x="1044704" y="63575"/>
                </a:lnTo>
                <a:lnTo>
                  <a:pt x="1045543" y="63495"/>
                </a:lnTo>
                <a:lnTo>
                  <a:pt x="1046390" y="63447"/>
                </a:lnTo>
                <a:lnTo>
                  <a:pt x="1047244" y="63431"/>
                </a:lnTo>
                <a:lnTo>
                  <a:pt x="1047703" y="63437"/>
                </a:lnTo>
                <a:lnTo>
                  <a:pt x="1048163" y="63454"/>
                </a:lnTo>
                <a:lnTo>
                  <a:pt x="1048624" y="63483"/>
                </a:lnTo>
                <a:lnTo>
                  <a:pt x="1049086" y="63524"/>
                </a:lnTo>
                <a:lnTo>
                  <a:pt x="1049549" y="63576"/>
                </a:lnTo>
                <a:lnTo>
                  <a:pt x="1050013" y="63639"/>
                </a:lnTo>
                <a:lnTo>
                  <a:pt x="1050478" y="63714"/>
                </a:lnTo>
                <a:lnTo>
                  <a:pt x="1050944" y="63801"/>
                </a:lnTo>
                <a:lnTo>
                  <a:pt x="1051411" y="63899"/>
                </a:lnTo>
                <a:lnTo>
                  <a:pt x="1051879" y="64009"/>
                </a:lnTo>
                <a:lnTo>
                  <a:pt x="1052348" y="64130"/>
                </a:lnTo>
                <a:lnTo>
                  <a:pt x="1052818" y="64263"/>
                </a:lnTo>
                <a:lnTo>
                  <a:pt x="1053289" y="64408"/>
                </a:lnTo>
                <a:lnTo>
                  <a:pt x="1053761" y="64564"/>
                </a:lnTo>
                <a:lnTo>
                  <a:pt x="1054234" y="64731"/>
                </a:lnTo>
                <a:lnTo>
                  <a:pt x="1054708" y="64910"/>
                </a:lnTo>
                <a:lnTo>
                  <a:pt x="1055184" y="65101"/>
                </a:lnTo>
                <a:lnTo>
                  <a:pt x="1055660" y="65303"/>
                </a:lnTo>
                <a:lnTo>
                  <a:pt x="1056137" y="65517"/>
                </a:lnTo>
                <a:lnTo>
                  <a:pt x="1056615" y="65742"/>
                </a:lnTo>
                <a:lnTo>
                  <a:pt x="1057094" y="65979"/>
                </a:lnTo>
                <a:lnTo>
                  <a:pt x="1057575" y="66228"/>
                </a:lnTo>
                <a:lnTo>
                  <a:pt x="1058056" y="66488"/>
                </a:lnTo>
                <a:lnTo>
                  <a:pt x="1058538" y="66759"/>
                </a:lnTo>
                <a:lnTo>
                  <a:pt x="1059017" y="67042"/>
                </a:lnTo>
                <a:lnTo>
                  <a:pt x="1059488" y="67336"/>
                </a:lnTo>
                <a:lnTo>
                  <a:pt x="1059951" y="67641"/>
                </a:lnTo>
                <a:lnTo>
                  <a:pt x="1060406" y="67957"/>
                </a:lnTo>
                <a:lnTo>
                  <a:pt x="1060853" y="68284"/>
                </a:lnTo>
                <a:lnTo>
                  <a:pt x="1061292" y="68623"/>
                </a:lnTo>
                <a:lnTo>
                  <a:pt x="1061723" y="68972"/>
                </a:lnTo>
                <a:lnTo>
                  <a:pt x="1062147" y="69333"/>
                </a:lnTo>
                <a:lnTo>
                  <a:pt x="1062562" y="69705"/>
                </a:lnTo>
                <a:lnTo>
                  <a:pt x="1062969" y="70088"/>
                </a:lnTo>
                <a:lnTo>
                  <a:pt x="1063369" y="70482"/>
                </a:lnTo>
                <a:lnTo>
                  <a:pt x="1063761" y="70888"/>
                </a:lnTo>
                <a:lnTo>
                  <a:pt x="1064144" y="71304"/>
                </a:lnTo>
                <a:lnTo>
                  <a:pt x="1064520" y="71732"/>
                </a:lnTo>
                <a:lnTo>
                  <a:pt x="1064888" y="72171"/>
                </a:lnTo>
                <a:lnTo>
                  <a:pt x="1065248" y="72621"/>
                </a:lnTo>
                <a:lnTo>
                  <a:pt x="1065600" y="73082"/>
                </a:lnTo>
                <a:lnTo>
                  <a:pt x="1065944" y="73554"/>
                </a:lnTo>
                <a:lnTo>
                  <a:pt x="1066280" y="74038"/>
                </a:lnTo>
                <a:lnTo>
                  <a:pt x="1066608" y="74533"/>
                </a:lnTo>
                <a:lnTo>
                  <a:pt x="1066929" y="75038"/>
                </a:lnTo>
                <a:lnTo>
                  <a:pt x="1067241" y="75555"/>
                </a:lnTo>
                <a:lnTo>
                  <a:pt x="1067546" y="76084"/>
                </a:lnTo>
                <a:lnTo>
                  <a:pt x="1067842" y="76623"/>
                </a:lnTo>
                <a:lnTo>
                  <a:pt x="1068130" y="77170"/>
                </a:lnTo>
                <a:lnTo>
                  <a:pt x="1068408" y="77722"/>
                </a:lnTo>
                <a:lnTo>
                  <a:pt x="1068676" y="78279"/>
                </a:lnTo>
                <a:lnTo>
                  <a:pt x="1068934" y="78841"/>
                </a:lnTo>
                <a:lnTo>
                  <a:pt x="1069183" y="79407"/>
                </a:lnTo>
                <a:lnTo>
                  <a:pt x="1069422" y="79979"/>
                </a:lnTo>
                <a:lnTo>
                  <a:pt x="1069651" y="80555"/>
                </a:lnTo>
                <a:lnTo>
                  <a:pt x="1069871" y="81136"/>
                </a:lnTo>
                <a:lnTo>
                  <a:pt x="1070080" y="81722"/>
                </a:lnTo>
                <a:lnTo>
                  <a:pt x="1070280" y="82313"/>
                </a:lnTo>
                <a:lnTo>
                  <a:pt x="1070470" y="82909"/>
                </a:lnTo>
                <a:lnTo>
                  <a:pt x="1070651" y="83510"/>
                </a:lnTo>
                <a:lnTo>
                  <a:pt x="1070821" y="84115"/>
                </a:lnTo>
                <a:lnTo>
                  <a:pt x="1070982" y="84726"/>
                </a:lnTo>
                <a:lnTo>
                  <a:pt x="1071134" y="85341"/>
                </a:lnTo>
                <a:lnTo>
                  <a:pt x="1071275" y="85961"/>
                </a:lnTo>
                <a:lnTo>
                  <a:pt x="1071407" y="86586"/>
                </a:lnTo>
                <a:lnTo>
                  <a:pt x="1071529" y="87216"/>
                </a:lnTo>
                <a:lnTo>
                  <a:pt x="1071641" y="87851"/>
                </a:lnTo>
                <a:lnTo>
                  <a:pt x="1071743" y="88491"/>
                </a:lnTo>
                <a:lnTo>
                  <a:pt x="1071836" y="89135"/>
                </a:lnTo>
                <a:lnTo>
                  <a:pt x="1071919" y="89785"/>
                </a:lnTo>
                <a:lnTo>
                  <a:pt x="1071992" y="90439"/>
                </a:lnTo>
                <a:lnTo>
                  <a:pt x="1072055" y="91098"/>
                </a:lnTo>
                <a:lnTo>
                  <a:pt x="1072055" y="146198"/>
                </a:lnTo>
                <a:lnTo>
                  <a:pt x="1071225" y="147065"/>
                </a:lnTo>
                <a:lnTo>
                  <a:pt x="1070392" y="147895"/>
                </a:lnTo>
                <a:lnTo>
                  <a:pt x="1069557" y="148689"/>
                </a:lnTo>
                <a:lnTo>
                  <a:pt x="1068720" y="149445"/>
                </a:lnTo>
                <a:close/>
                <a:moveTo>
                  <a:pt x="872165" y="73459"/>
                </a:moveTo>
                <a:lnTo>
                  <a:pt x="872543" y="73317"/>
                </a:lnTo>
                <a:lnTo>
                  <a:pt x="872916" y="73180"/>
                </a:lnTo>
                <a:lnTo>
                  <a:pt x="873286" y="73049"/>
                </a:lnTo>
                <a:lnTo>
                  <a:pt x="873650" y="72924"/>
                </a:lnTo>
                <a:lnTo>
                  <a:pt x="874010" y="72806"/>
                </a:lnTo>
                <a:lnTo>
                  <a:pt x="874366" y="72693"/>
                </a:lnTo>
                <a:lnTo>
                  <a:pt x="874718" y="72587"/>
                </a:lnTo>
                <a:lnTo>
                  <a:pt x="875064" y="72486"/>
                </a:lnTo>
                <a:lnTo>
                  <a:pt x="875407" y="72392"/>
                </a:lnTo>
                <a:lnTo>
                  <a:pt x="875745" y="72304"/>
                </a:lnTo>
                <a:lnTo>
                  <a:pt x="876078" y="72222"/>
                </a:lnTo>
                <a:lnTo>
                  <a:pt x="876407" y="72146"/>
                </a:lnTo>
                <a:lnTo>
                  <a:pt x="876731" y="72076"/>
                </a:lnTo>
                <a:lnTo>
                  <a:pt x="877051" y="72012"/>
                </a:lnTo>
                <a:lnTo>
                  <a:pt x="877367" y="71954"/>
                </a:lnTo>
                <a:lnTo>
                  <a:pt x="877678" y="71902"/>
                </a:lnTo>
                <a:lnTo>
                  <a:pt x="877985" y="71857"/>
                </a:lnTo>
                <a:lnTo>
                  <a:pt x="878287" y="71817"/>
                </a:lnTo>
                <a:lnTo>
                  <a:pt x="878584" y="71784"/>
                </a:lnTo>
                <a:lnTo>
                  <a:pt x="878878" y="71756"/>
                </a:lnTo>
                <a:lnTo>
                  <a:pt x="879166" y="71735"/>
                </a:lnTo>
                <a:lnTo>
                  <a:pt x="879451" y="71720"/>
                </a:lnTo>
                <a:lnTo>
                  <a:pt x="879730" y="71711"/>
                </a:lnTo>
                <a:lnTo>
                  <a:pt x="880006" y="71708"/>
                </a:lnTo>
                <a:lnTo>
                  <a:pt x="880257" y="71710"/>
                </a:lnTo>
                <a:lnTo>
                  <a:pt x="880504" y="71718"/>
                </a:lnTo>
                <a:lnTo>
                  <a:pt x="880747" y="71731"/>
                </a:lnTo>
                <a:lnTo>
                  <a:pt x="880986" y="71750"/>
                </a:lnTo>
                <a:lnTo>
                  <a:pt x="881220" y="71774"/>
                </a:lnTo>
                <a:lnTo>
                  <a:pt x="881450" y="71803"/>
                </a:lnTo>
                <a:lnTo>
                  <a:pt x="881676" y="71837"/>
                </a:lnTo>
                <a:lnTo>
                  <a:pt x="881898" y="71876"/>
                </a:lnTo>
                <a:lnTo>
                  <a:pt x="882115" y="71921"/>
                </a:lnTo>
                <a:lnTo>
                  <a:pt x="882328" y="71971"/>
                </a:lnTo>
                <a:lnTo>
                  <a:pt x="882537" y="72026"/>
                </a:lnTo>
                <a:lnTo>
                  <a:pt x="882741" y="72087"/>
                </a:lnTo>
                <a:lnTo>
                  <a:pt x="882942" y="72153"/>
                </a:lnTo>
                <a:lnTo>
                  <a:pt x="883138" y="72224"/>
                </a:lnTo>
                <a:lnTo>
                  <a:pt x="883329" y="72301"/>
                </a:lnTo>
                <a:lnTo>
                  <a:pt x="883517" y="72382"/>
                </a:lnTo>
                <a:lnTo>
                  <a:pt x="883700" y="72469"/>
                </a:lnTo>
                <a:lnTo>
                  <a:pt x="883879" y="72561"/>
                </a:lnTo>
                <a:lnTo>
                  <a:pt x="884053" y="72659"/>
                </a:lnTo>
                <a:lnTo>
                  <a:pt x="884224" y="72762"/>
                </a:lnTo>
                <a:lnTo>
                  <a:pt x="884390" y="72870"/>
                </a:lnTo>
                <a:lnTo>
                  <a:pt x="884552" y="72983"/>
                </a:lnTo>
                <a:lnTo>
                  <a:pt x="884709" y="73102"/>
                </a:lnTo>
                <a:lnTo>
                  <a:pt x="884863" y="73225"/>
                </a:lnTo>
                <a:lnTo>
                  <a:pt x="885012" y="73357"/>
                </a:lnTo>
                <a:lnTo>
                  <a:pt x="885158" y="73497"/>
                </a:lnTo>
                <a:lnTo>
                  <a:pt x="885301" y="73647"/>
                </a:lnTo>
                <a:lnTo>
                  <a:pt x="885441" y="73806"/>
                </a:lnTo>
                <a:lnTo>
                  <a:pt x="885578" y="73974"/>
                </a:lnTo>
                <a:lnTo>
                  <a:pt x="885711" y="74152"/>
                </a:lnTo>
                <a:lnTo>
                  <a:pt x="885841" y="74339"/>
                </a:lnTo>
                <a:lnTo>
                  <a:pt x="885968" y="74536"/>
                </a:lnTo>
                <a:lnTo>
                  <a:pt x="886091" y="74742"/>
                </a:lnTo>
                <a:lnTo>
                  <a:pt x="886212" y="74957"/>
                </a:lnTo>
                <a:lnTo>
                  <a:pt x="886329" y="75181"/>
                </a:lnTo>
                <a:lnTo>
                  <a:pt x="886442" y="75415"/>
                </a:lnTo>
                <a:lnTo>
                  <a:pt x="886553" y="75658"/>
                </a:lnTo>
                <a:lnTo>
                  <a:pt x="886660" y="75911"/>
                </a:lnTo>
                <a:lnTo>
                  <a:pt x="886764" y="76173"/>
                </a:lnTo>
                <a:lnTo>
                  <a:pt x="886865" y="76444"/>
                </a:lnTo>
                <a:lnTo>
                  <a:pt x="886963" y="76724"/>
                </a:lnTo>
                <a:lnTo>
                  <a:pt x="887057" y="77014"/>
                </a:lnTo>
                <a:lnTo>
                  <a:pt x="887148" y="77313"/>
                </a:lnTo>
                <a:lnTo>
                  <a:pt x="887236" y="77622"/>
                </a:lnTo>
                <a:lnTo>
                  <a:pt x="887320" y="77940"/>
                </a:lnTo>
                <a:lnTo>
                  <a:pt x="887401" y="78267"/>
                </a:lnTo>
                <a:lnTo>
                  <a:pt x="887479" y="78603"/>
                </a:lnTo>
                <a:lnTo>
                  <a:pt x="887554" y="78949"/>
                </a:lnTo>
                <a:lnTo>
                  <a:pt x="887626" y="79325"/>
                </a:lnTo>
                <a:lnTo>
                  <a:pt x="887694" y="79754"/>
                </a:lnTo>
                <a:lnTo>
                  <a:pt x="887760" y="80235"/>
                </a:lnTo>
                <a:lnTo>
                  <a:pt x="887822" y="80768"/>
                </a:lnTo>
                <a:lnTo>
                  <a:pt x="887882" y="81354"/>
                </a:lnTo>
                <a:lnTo>
                  <a:pt x="887938" y="81992"/>
                </a:lnTo>
                <a:lnTo>
                  <a:pt x="887992" y="82682"/>
                </a:lnTo>
                <a:lnTo>
                  <a:pt x="888042" y="83424"/>
                </a:lnTo>
                <a:lnTo>
                  <a:pt x="888089" y="84219"/>
                </a:lnTo>
                <a:lnTo>
                  <a:pt x="888133" y="85066"/>
                </a:lnTo>
                <a:lnTo>
                  <a:pt x="888174" y="85966"/>
                </a:lnTo>
                <a:lnTo>
                  <a:pt x="888213" y="86917"/>
                </a:lnTo>
                <a:lnTo>
                  <a:pt x="888248" y="87921"/>
                </a:lnTo>
                <a:lnTo>
                  <a:pt x="888280" y="88978"/>
                </a:lnTo>
                <a:lnTo>
                  <a:pt x="888309" y="90086"/>
                </a:lnTo>
                <a:lnTo>
                  <a:pt x="888334" y="91247"/>
                </a:lnTo>
                <a:lnTo>
                  <a:pt x="888357" y="92460"/>
                </a:lnTo>
                <a:lnTo>
                  <a:pt x="888377" y="93726"/>
                </a:lnTo>
                <a:lnTo>
                  <a:pt x="888394" y="95044"/>
                </a:lnTo>
                <a:lnTo>
                  <a:pt x="888408" y="96414"/>
                </a:lnTo>
                <a:lnTo>
                  <a:pt x="888418" y="97836"/>
                </a:lnTo>
                <a:lnTo>
                  <a:pt x="888426" y="99311"/>
                </a:lnTo>
                <a:lnTo>
                  <a:pt x="888430" y="100838"/>
                </a:lnTo>
                <a:lnTo>
                  <a:pt x="888432" y="102418"/>
                </a:lnTo>
                <a:lnTo>
                  <a:pt x="888432" y="142121"/>
                </a:lnTo>
                <a:lnTo>
                  <a:pt x="888427" y="143081"/>
                </a:lnTo>
                <a:lnTo>
                  <a:pt x="888412" y="144015"/>
                </a:lnTo>
                <a:lnTo>
                  <a:pt x="888387" y="144922"/>
                </a:lnTo>
                <a:lnTo>
                  <a:pt x="888352" y="145804"/>
                </a:lnTo>
                <a:lnTo>
                  <a:pt x="888308" y="146659"/>
                </a:lnTo>
                <a:lnTo>
                  <a:pt x="888253" y="147489"/>
                </a:lnTo>
                <a:lnTo>
                  <a:pt x="888188" y="148292"/>
                </a:lnTo>
                <a:lnTo>
                  <a:pt x="888113" y="149069"/>
                </a:lnTo>
                <a:lnTo>
                  <a:pt x="888029" y="149820"/>
                </a:lnTo>
                <a:lnTo>
                  <a:pt x="887934" y="150545"/>
                </a:lnTo>
                <a:lnTo>
                  <a:pt x="887830" y="151243"/>
                </a:lnTo>
                <a:lnTo>
                  <a:pt x="887715" y="151916"/>
                </a:lnTo>
                <a:lnTo>
                  <a:pt x="887591" y="152562"/>
                </a:lnTo>
                <a:lnTo>
                  <a:pt x="887456" y="153182"/>
                </a:lnTo>
                <a:lnTo>
                  <a:pt x="887312" y="153776"/>
                </a:lnTo>
                <a:lnTo>
                  <a:pt x="887158" y="154344"/>
                </a:lnTo>
                <a:lnTo>
                  <a:pt x="886993" y="154886"/>
                </a:lnTo>
                <a:lnTo>
                  <a:pt x="886819" y="155401"/>
                </a:lnTo>
                <a:lnTo>
                  <a:pt x="886635" y="155891"/>
                </a:lnTo>
                <a:lnTo>
                  <a:pt x="886441" y="156354"/>
                </a:lnTo>
                <a:lnTo>
                  <a:pt x="886237" y="156791"/>
                </a:lnTo>
                <a:lnTo>
                  <a:pt x="886023" y="157202"/>
                </a:lnTo>
                <a:lnTo>
                  <a:pt x="885799" y="157587"/>
                </a:lnTo>
                <a:lnTo>
                  <a:pt x="885565" y="157946"/>
                </a:lnTo>
                <a:lnTo>
                  <a:pt x="885317" y="158284"/>
                </a:lnTo>
                <a:lnTo>
                  <a:pt x="885050" y="158607"/>
                </a:lnTo>
                <a:lnTo>
                  <a:pt x="884765" y="158917"/>
                </a:lnTo>
                <a:lnTo>
                  <a:pt x="884461" y="159212"/>
                </a:lnTo>
                <a:lnTo>
                  <a:pt x="884139" y="159492"/>
                </a:lnTo>
                <a:lnTo>
                  <a:pt x="883798" y="159758"/>
                </a:lnTo>
                <a:lnTo>
                  <a:pt x="883439" y="160010"/>
                </a:lnTo>
                <a:lnTo>
                  <a:pt x="883062" y="160248"/>
                </a:lnTo>
                <a:lnTo>
                  <a:pt x="882665" y="160471"/>
                </a:lnTo>
                <a:lnTo>
                  <a:pt x="882251" y="160679"/>
                </a:lnTo>
                <a:lnTo>
                  <a:pt x="881818" y="160873"/>
                </a:lnTo>
                <a:lnTo>
                  <a:pt x="881366" y="161053"/>
                </a:lnTo>
                <a:lnTo>
                  <a:pt x="880896" y="161219"/>
                </a:lnTo>
                <a:lnTo>
                  <a:pt x="880408" y="161370"/>
                </a:lnTo>
                <a:lnTo>
                  <a:pt x="879901" y="161507"/>
                </a:lnTo>
                <a:lnTo>
                  <a:pt x="879375" y="161629"/>
                </a:lnTo>
                <a:lnTo>
                  <a:pt x="878831" y="161737"/>
                </a:lnTo>
                <a:lnTo>
                  <a:pt x="878269" y="161830"/>
                </a:lnTo>
                <a:lnTo>
                  <a:pt x="877688" y="161909"/>
                </a:lnTo>
                <a:lnTo>
                  <a:pt x="877088" y="161974"/>
                </a:lnTo>
                <a:lnTo>
                  <a:pt x="876470" y="162024"/>
                </a:lnTo>
                <a:lnTo>
                  <a:pt x="875834" y="162060"/>
                </a:lnTo>
                <a:lnTo>
                  <a:pt x="875179" y="162082"/>
                </a:lnTo>
                <a:lnTo>
                  <a:pt x="874505" y="162089"/>
                </a:lnTo>
                <a:lnTo>
                  <a:pt x="872165" y="162089"/>
                </a:lnTo>
                <a:lnTo>
                  <a:pt x="872165" y="166419"/>
                </a:lnTo>
                <a:lnTo>
                  <a:pt x="925180" y="166419"/>
                </a:lnTo>
                <a:lnTo>
                  <a:pt x="925180" y="162089"/>
                </a:lnTo>
                <a:lnTo>
                  <a:pt x="924459" y="162086"/>
                </a:lnTo>
                <a:lnTo>
                  <a:pt x="923758" y="162078"/>
                </a:lnTo>
                <a:lnTo>
                  <a:pt x="923078" y="162065"/>
                </a:lnTo>
                <a:lnTo>
                  <a:pt x="922418" y="162046"/>
                </a:lnTo>
                <a:lnTo>
                  <a:pt x="921779" y="162021"/>
                </a:lnTo>
                <a:lnTo>
                  <a:pt x="921161" y="161991"/>
                </a:lnTo>
                <a:lnTo>
                  <a:pt x="920563" y="161955"/>
                </a:lnTo>
                <a:lnTo>
                  <a:pt x="919985" y="161914"/>
                </a:lnTo>
                <a:lnTo>
                  <a:pt x="919428" y="161868"/>
                </a:lnTo>
                <a:lnTo>
                  <a:pt x="918892" y="161816"/>
                </a:lnTo>
                <a:lnTo>
                  <a:pt x="918376" y="161759"/>
                </a:lnTo>
                <a:lnTo>
                  <a:pt x="917880" y="161696"/>
                </a:lnTo>
                <a:lnTo>
                  <a:pt x="917405" y="161628"/>
                </a:lnTo>
                <a:lnTo>
                  <a:pt x="916951" y="161554"/>
                </a:lnTo>
                <a:lnTo>
                  <a:pt x="916517" y="161475"/>
                </a:lnTo>
                <a:lnTo>
                  <a:pt x="916104" y="161390"/>
                </a:lnTo>
                <a:lnTo>
                  <a:pt x="915711" y="161300"/>
                </a:lnTo>
                <a:lnTo>
                  <a:pt x="915338" y="161205"/>
                </a:lnTo>
                <a:lnTo>
                  <a:pt x="914987" y="161104"/>
                </a:lnTo>
                <a:lnTo>
                  <a:pt x="914655" y="160997"/>
                </a:lnTo>
                <a:lnTo>
                  <a:pt x="914345" y="160885"/>
                </a:lnTo>
                <a:lnTo>
                  <a:pt x="914054" y="160768"/>
                </a:lnTo>
                <a:lnTo>
                  <a:pt x="913785" y="160645"/>
                </a:lnTo>
                <a:lnTo>
                  <a:pt x="913535" y="160517"/>
                </a:lnTo>
                <a:lnTo>
                  <a:pt x="913299" y="160382"/>
                </a:lnTo>
                <a:lnTo>
                  <a:pt x="913066" y="160242"/>
                </a:lnTo>
                <a:lnTo>
                  <a:pt x="912838" y="160095"/>
                </a:lnTo>
                <a:lnTo>
                  <a:pt x="912614" y="159942"/>
                </a:lnTo>
                <a:lnTo>
                  <a:pt x="912394" y="159783"/>
                </a:lnTo>
                <a:lnTo>
                  <a:pt x="912179" y="159618"/>
                </a:lnTo>
                <a:lnTo>
                  <a:pt x="911967" y="159446"/>
                </a:lnTo>
                <a:lnTo>
                  <a:pt x="911760" y="159268"/>
                </a:lnTo>
                <a:lnTo>
                  <a:pt x="911558" y="159084"/>
                </a:lnTo>
                <a:lnTo>
                  <a:pt x="911359" y="158893"/>
                </a:lnTo>
                <a:lnTo>
                  <a:pt x="911165" y="158696"/>
                </a:lnTo>
                <a:lnTo>
                  <a:pt x="910975" y="158493"/>
                </a:lnTo>
                <a:lnTo>
                  <a:pt x="910790" y="158284"/>
                </a:lnTo>
                <a:lnTo>
                  <a:pt x="910608" y="158068"/>
                </a:lnTo>
                <a:lnTo>
                  <a:pt x="910431" y="157847"/>
                </a:lnTo>
                <a:lnTo>
                  <a:pt x="910258" y="157618"/>
                </a:lnTo>
                <a:lnTo>
                  <a:pt x="910090" y="157384"/>
                </a:lnTo>
                <a:lnTo>
                  <a:pt x="909926" y="157143"/>
                </a:lnTo>
                <a:lnTo>
                  <a:pt x="909766" y="156897"/>
                </a:lnTo>
                <a:lnTo>
                  <a:pt x="909610" y="156643"/>
                </a:lnTo>
                <a:lnTo>
                  <a:pt x="909458" y="156384"/>
                </a:lnTo>
                <a:lnTo>
                  <a:pt x="909311" y="156118"/>
                </a:lnTo>
                <a:lnTo>
                  <a:pt x="909168" y="155847"/>
                </a:lnTo>
                <a:lnTo>
                  <a:pt x="909030" y="155568"/>
                </a:lnTo>
                <a:lnTo>
                  <a:pt x="908925" y="155341"/>
                </a:lnTo>
                <a:lnTo>
                  <a:pt x="908824" y="155084"/>
                </a:lnTo>
                <a:lnTo>
                  <a:pt x="908728" y="154799"/>
                </a:lnTo>
                <a:lnTo>
                  <a:pt x="908636" y="154485"/>
                </a:lnTo>
                <a:lnTo>
                  <a:pt x="908549" y="154143"/>
                </a:lnTo>
                <a:lnTo>
                  <a:pt x="908466" y="153771"/>
                </a:lnTo>
                <a:lnTo>
                  <a:pt x="908388" y="153372"/>
                </a:lnTo>
                <a:lnTo>
                  <a:pt x="908314" y="152943"/>
                </a:lnTo>
                <a:lnTo>
                  <a:pt x="908245" y="152485"/>
                </a:lnTo>
                <a:lnTo>
                  <a:pt x="908180" y="151999"/>
                </a:lnTo>
                <a:lnTo>
                  <a:pt x="908120" y="151485"/>
                </a:lnTo>
                <a:lnTo>
                  <a:pt x="908064" y="150941"/>
                </a:lnTo>
                <a:lnTo>
                  <a:pt x="908013" y="150369"/>
                </a:lnTo>
                <a:lnTo>
                  <a:pt x="907966" y="149768"/>
                </a:lnTo>
                <a:lnTo>
                  <a:pt x="907923" y="149138"/>
                </a:lnTo>
                <a:lnTo>
                  <a:pt x="907885" y="148480"/>
                </a:lnTo>
                <a:lnTo>
                  <a:pt x="907852" y="147793"/>
                </a:lnTo>
                <a:lnTo>
                  <a:pt x="907823" y="147077"/>
                </a:lnTo>
                <a:lnTo>
                  <a:pt x="907798" y="146332"/>
                </a:lnTo>
                <a:lnTo>
                  <a:pt x="907778" y="145559"/>
                </a:lnTo>
                <a:lnTo>
                  <a:pt x="907762" y="144757"/>
                </a:lnTo>
                <a:lnTo>
                  <a:pt x="907751" y="143927"/>
                </a:lnTo>
                <a:lnTo>
                  <a:pt x="907745" y="143067"/>
                </a:lnTo>
                <a:lnTo>
                  <a:pt x="907742" y="142179"/>
                </a:lnTo>
                <a:lnTo>
                  <a:pt x="907742" y="85942"/>
                </a:lnTo>
                <a:lnTo>
                  <a:pt x="908893" y="84706"/>
                </a:lnTo>
                <a:lnTo>
                  <a:pt x="910045" y="83524"/>
                </a:lnTo>
                <a:lnTo>
                  <a:pt x="911197" y="82394"/>
                </a:lnTo>
                <a:lnTo>
                  <a:pt x="912349" y="81316"/>
                </a:lnTo>
                <a:lnTo>
                  <a:pt x="913501" y="80291"/>
                </a:lnTo>
                <a:lnTo>
                  <a:pt x="914654" y="79319"/>
                </a:lnTo>
                <a:lnTo>
                  <a:pt x="915808" y="78399"/>
                </a:lnTo>
                <a:lnTo>
                  <a:pt x="916962" y="77532"/>
                </a:lnTo>
                <a:lnTo>
                  <a:pt x="918116" y="76717"/>
                </a:lnTo>
                <a:lnTo>
                  <a:pt x="919271" y="75955"/>
                </a:lnTo>
                <a:lnTo>
                  <a:pt x="920426" y="75246"/>
                </a:lnTo>
                <a:lnTo>
                  <a:pt x="921581" y="74589"/>
                </a:lnTo>
                <a:lnTo>
                  <a:pt x="922737" y="73984"/>
                </a:lnTo>
                <a:lnTo>
                  <a:pt x="923893" y="73432"/>
                </a:lnTo>
                <a:lnTo>
                  <a:pt x="925050" y="72933"/>
                </a:lnTo>
                <a:lnTo>
                  <a:pt x="926207" y="72486"/>
                </a:lnTo>
                <a:lnTo>
                  <a:pt x="927365" y="72092"/>
                </a:lnTo>
                <a:lnTo>
                  <a:pt x="928523" y="71750"/>
                </a:lnTo>
                <a:lnTo>
                  <a:pt x="929681" y="71461"/>
                </a:lnTo>
                <a:lnTo>
                  <a:pt x="930840" y="71225"/>
                </a:lnTo>
                <a:lnTo>
                  <a:pt x="931999" y="71041"/>
                </a:lnTo>
                <a:lnTo>
                  <a:pt x="933159" y="70909"/>
                </a:lnTo>
                <a:lnTo>
                  <a:pt x="934318" y="70831"/>
                </a:lnTo>
                <a:lnTo>
                  <a:pt x="935479" y="70804"/>
                </a:lnTo>
                <a:lnTo>
                  <a:pt x="936221" y="70816"/>
                </a:lnTo>
                <a:lnTo>
                  <a:pt x="936945" y="70850"/>
                </a:lnTo>
                <a:lnTo>
                  <a:pt x="937650" y="70907"/>
                </a:lnTo>
                <a:lnTo>
                  <a:pt x="938338" y="70987"/>
                </a:lnTo>
                <a:lnTo>
                  <a:pt x="939008" y="71090"/>
                </a:lnTo>
                <a:lnTo>
                  <a:pt x="939659" y="71216"/>
                </a:lnTo>
                <a:lnTo>
                  <a:pt x="940292" y="71364"/>
                </a:lnTo>
                <a:lnTo>
                  <a:pt x="940908" y="71535"/>
                </a:lnTo>
                <a:lnTo>
                  <a:pt x="941505" y="71730"/>
                </a:lnTo>
                <a:lnTo>
                  <a:pt x="942084" y="71947"/>
                </a:lnTo>
                <a:lnTo>
                  <a:pt x="942645" y="72186"/>
                </a:lnTo>
                <a:lnTo>
                  <a:pt x="943188" y="72449"/>
                </a:lnTo>
                <a:lnTo>
                  <a:pt x="943713" y="72735"/>
                </a:lnTo>
                <a:lnTo>
                  <a:pt x="944220" y="73043"/>
                </a:lnTo>
                <a:lnTo>
                  <a:pt x="944709" y="73374"/>
                </a:lnTo>
                <a:lnTo>
                  <a:pt x="945179" y="73728"/>
                </a:lnTo>
                <a:lnTo>
                  <a:pt x="945632" y="74105"/>
                </a:lnTo>
                <a:lnTo>
                  <a:pt x="946067" y="74505"/>
                </a:lnTo>
                <a:lnTo>
                  <a:pt x="946483" y="74928"/>
                </a:lnTo>
                <a:lnTo>
                  <a:pt x="946881" y="75373"/>
                </a:lnTo>
                <a:lnTo>
                  <a:pt x="947262" y="75842"/>
                </a:lnTo>
                <a:lnTo>
                  <a:pt x="947624" y="76333"/>
                </a:lnTo>
                <a:lnTo>
                  <a:pt x="947968" y="76847"/>
                </a:lnTo>
                <a:lnTo>
                  <a:pt x="948294" y="77384"/>
                </a:lnTo>
                <a:lnTo>
                  <a:pt x="948604" y="77946"/>
                </a:lnTo>
                <a:lnTo>
                  <a:pt x="948901" y="78536"/>
                </a:lnTo>
                <a:lnTo>
                  <a:pt x="949185" y="79153"/>
                </a:lnTo>
                <a:lnTo>
                  <a:pt x="949456" y="79798"/>
                </a:lnTo>
                <a:lnTo>
                  <a:pt x="949714" y="80471"/>
                </a:lnTo>
                <a:lnTo>
                  <a:pt x="949958" y="81172"/>
                </a:lnTo>
                <a:lnTo>
                  <a:pt x="950189" y="81900"/>
                </a:lnTo>
                <a:lnTo>
                  <a:pt x="950407" y="82656"/>
                </a:lnTo>
                <a:lnTo>
                  <a:pt x="950612" y="83439"/>
                </a:lnTo>
                <a:lnTo>
                  <a:pt x="950803" y="84251"/>
                </a:lnTo>
                <a:lnTo>
                  <a:pt x="950981" y="85090"/>
                </a:lnTo>
                <a:lnTo>
                  <a:pt x="951146" y="85956"/>
                </a:lnTo>
                <a:lnTo>
                  <a:pt x="951298" y="86851"/>
                </a:lnTo>
                <a:lnTo>
                  <a:pt x="951437" y="87773"/>
                </a:lnTo>
                <a:lnTo>
                  <a:pt x="951562" y="88722"/>
                </a:lnTo>
                <a:lnTo>
                  <a:pt x="951675" y="89700"/>
                </a:lnTo>
                <a:lnTo>
                  <a:pt x="951774" y="90705"/>
                </a:lnTo>
                <a:lnTo>
                  <a:pt x="951860" y="91737"/>
                </a:lnTo>
                <a:lnTo>
                  <a:pt x="951932" y="92798"/>
                </a:lnTo>
                <a:lnTo>
                  <a:pt x="951992" y="93886"/>
                </a:lnTo>
                <a:lnTo>
                  <a:pt x="952038" y="95002"/>
                </a:lnTo>
                <a:lnTo>
                  <a:pt x="952071" y="96145"/>
                </a:lnTo>
                <a:lnTo>
                  <a:pt x="952091" y="97316"/>
                </a:lnTo>
                <a:lnTo>
                  <a:pt x="952097" y="98515"/>
                </a:lnTo>
                <a:lnTo>
                  <a:pt x="952097" y="142179"/>
                </a:lnTo>
                <a:lnTo>
                  <a:pt x="952097" y="142933"/>
                </a:lnTo>
                <a:lnTo>
                  <a:pt x="952094" y="143660"/>
                </a:lnTo>
                <a:lnTo>
                  <a:pt x="952090" y="144362"/>
                </a:lnTo>
                <a:lnTo>
                  <a:pt x="952084" y="145038"/>
                </a:lnTo>
                <a:lnTo>
                  <a:pt x="952077" y="145688"/>
                </a:lnTo>
                <a:lnTo>
                  <a:pt x="952068" y="146313"/>
                </a:lnTo>
                <a:lnTo>
                  <a:pt x="952058" y="146911"/>
                </a:lnTo>
                <a:lnTo>
                  <a:pt x="952045" y="147483"/>
                </a:lnTo>
                <a:lnTo>
                  <a:pt x="952032" y="148030"/>
                </a:lnTo>
                <a:lnTo>
                  <a:pt x="952016" y="148551"/>
                </a:lnTo>
                <a:lnTo>
                  <a:pt x="951999" y="149046"/>
                </a:lnTo>
                <a:lnTo>
                  <a:pt x="951980" y="149515"/>
                </a:lnTo>
                <a:lnTo>
                  <a:pt x="951960" y="149958"/>
                </a:lnTo>
                <a:lnTo>
                  <a:pt x="951938" y="150375"/>
                </a:lnTo>
                <a:lnTo>
                  <a:pt x="951915" y="150767"/>
                </a:lnTo>
                <a:lnTo>
                  <a:pt x="951889" y="151132"/>
                </a:lnTo>
                <a:lnTo>
                  <a:pt x="951862" y="151472"/>
                </a:lnTo>
                <a:lnTo>
                  <a:pt x="951834" y="151786"/>
                </a:lnTo>
                <a:lnTo>
                  <a:pt x="951804" y="152074"/>
                </a:lnTo>
                <a:lnTo>
                  <a:pt x="951772" y="152336"/>
                </a:lnTo>
                <a:lnTo>
                  <a:pt x="951739" y="152572"/>
                </a:lnTo>
                <a:lnTo>
                  <a:pt x="951704" y="152782"/>
                </a:lnTo>
                <a:lnTo>
                  <a:pt x="951667" y="152967"/>
                </a:lnTo>
                <a:lnTo>
                  <a:pt x="951629" y="153125"/>
                </a:lnTo>
                <a:lnTo>
                  <a:pt x="951529" y="153490"/>
                </a:lnTo>
                <a:lnTo>
                  <a:pt x="951422" y="153847"/>
                </a:lnTo>
                <a:lnTo>
                  <a:pt x="951308" y="154197"/>
                </a:lnTo>
                <a:lnTo>
                  <a:pt x="951189" y="154539"/>
                </a:lnTo>
                <a:lnTo>
                  <a:pt x="951063" y="154874"/>
                </a:lnTo>
                <a:lnTo>
                  <a:pt x="950931" y="155202"/>
                </a:lnTo>
                <a:lnTo>
                  <a:pt x="950792" y="155522"/>
                </a:lnTo>
                <a:lnTo>
                  <a:pt x="950647" y="155834"/>
                </a:lnTo>
                <a:lnTo>
                  <a:pt x="950496" y="156139"/>
                </a:lnTo>
                <a:lnTo>
                  <a:pt x="950339" y="156437"/>
                </a:lnTo>
                <a:lnTo>
                  <a:pt x="950175" y="156727"/>
                </a:lnTo>
                <a:lnTo>
                  <a:pt x="950005" y="157009"/>
                </a:lnTo>
                <a:lnTo>
                  <a:pt x="949829" y="157284"/>
                </a:lnTo>
                <a:lnTo>
                  <a:pt x="949647" y="157552"/>
                </a:lnTo>
                <a:lnTo>
                  <a:pt x="949458" y="157812"/>
                </a:lnTo>
                <a:lnTo>
                  <a:pt x="949263" y="158065"/>
                </a:lnTo>
                <a:lnTo>
                  <a:pt x="949061" y="158310"/>
                </a:lnTo>
                <a:lnTo>
                  <a:pt x="948853" y="158548"/>
                </a:lnTo>
                <a:lnTo>
                  <a:pt x="948639" y="158778"/>
                </a:lnTo>
                <a:lnTo>
                  <a:pt x="948419" y="159001"/>
                </a:lnTo>
                <a:lnTo>
                  <a:pt x="948192" y="159217"/>
                </a:lnTo>
                <a:lnTo>
                  <a:pt x="947959" y="159425"/>
                </a:lnTo>
                <a:lnTo>
                  <a:pt x="947720" y="159625"/>
                </a:lnTo>
                <a:lnTo>
                  <a:pt x="947475" y="159818"/>
                </a:lnTo>
                <a:lnTo>
                  <a:pt x="947218" y="160003"/>
                </a:lnTo>
                <a:lnTo>
                  <a:pt x="946946" y="160181"/>
                </a:lnTo>
                <a:lnTo>
                  <a:pt x="946658" y="160350"/>
                </a:lnTo>
                <a:lnTo>
                  <a:pt x="946355" y="160512"/>
                </a:lnTo>
                <a:lnTo>
                  <a:pt x="946036" y="160666"/>
                </a:lnTo>
                <a:lnTo>
                  <a:pt x="945701" y="160812"/>
                </a:lnTo>
                <a:lnTo>
                  <a:pt x="945350" y="160950"/>
                </a:lnTo>
                <a:lnTo>
                  <a:pt x="944984" y="161080"/>
                </a:lnTo>
                <a:lnTo>
                  <a:pt x="944603" y="161202"/>
                </a:lnTo>
                <a:lnTo>
                  <a:pt x="944205" y="161316"/>
                </a:lnTo>
                <a:lnTo>
                  <a:pt x="943792" y="161423"/>
                </a:lnTo>
                <a:lnTo>
                  <a:pt x="943364" y="161521"/>
                </a:lnTo>
                <a:lnTo>
                  <a:pt x="942920" y="161612"/>
                </a:lnTo>
                <a:lnTo>
                  <a:pt x="942460" y="161695"/>
                </a:lnTo>
                <a:lnTo>
                  <a:pt x="941984" y="161770"/>
                </a:lnTo>
                <a:lnTo>
                  <a:pt x="941493" y="161837"/>
                </a:lnTo>
                <a:lnTo>
                  <a:pt x="940986" y="161896"/>
                </a:lnTo>
                <a:lnTo>
                  <a:pt x="940464" y="161947"/>
                </a:lnTo>
                <a:lnTo>
                  <a:pt x="939926" y="161991"/>
                </a:lnTo>
                <a:lnTo>
                  <a:pt x="939372" y="162026"/>
                </a:lnTo>
                <a:lnTo>
                  <a:pt x="938802" y="162054"/>
                </a:lnTo>
                <a:lnTo>
                  <a:pt x="938217" y="162073"/>
                </a:lnTo>
                <a:lnTo>
                  <a:pt x="937617" y="162085"/>
                </a:lnTo>
                <a:lnTo>
                  <a:pt x="937000" y="162089"/>
                </a:lnTo>
                <a:lnTo>
                  <a:pt x="934777" y="162089"/>
                </a:lnTo>
                <a:lnTo>
                  <a:pt x="934777" y="166419"/>
                </a:lnTo>
                <a:lnTo>
                  <a:pt x="987792" y="166419"/>
                </a:lnTo>
                <a:lnTo>
                  <a:pt x="987792" y="162089"/>
                </a:lnTo>
                <a:lnTo>
                  <a:pt x="987157" y="162086"/>
                </a:lnTo>
                <a:lnTo>
                  <a:pt x="986538" y="162078"/>
                </a:lnTo>
                <a:lnTo>
                  <a:pt x="985937" y="162064"/>
                </a:lnTo>
                <a:lnTo>
                  <a:pt x="985352" y="162044"/>
                </a:lnTo>
                <a:lnTo>
                  <a:pt x="984785" y="162018"/>
                </a:lnTo>
                <a:lnTo>
                  <a:pt x="984234" y="161987"/>
                </a:lnTo>
                <a:lnTo>
                  <a:pt x="983700" y="161950"/>
                </a:lnTo>
                <a:lnTo>
                  <a:pt x="983182" y="161908"/>
                </a:lnTo>
                <a:lnTo>
                  <a:pt x="982682" y="161859"/>
                </a:lnTo>
                <a:lnTo>
                  <a:pt x="982199" y="161805"/>
                </a:lnTo>
                <a:lnTo>
                  <a:pt x="981732" y="161746"/>
                </a:lnTo>
                <a:lnTo>
                  <a:pt x="981282" y="161681"/>
                </a:lnTo>
                <a:lnTo>
                  <a:pt x="980849" y="161610"/>
                </a:lnTo>
                <a:lnTo>
                  <a:pt x="980433" y="161533"/>
                </a:lnTo>
                <a:lnTo>
                  <a:pt x="980034" y="161451"/>
                </a:lnTo>
                <a:lnTo>
                  <a:pt x="979652" y="161363"/>
                </a:lnTo>
                <a:lnTo>
                  <a:pt x="979286" y="161269"/>
                </a:lnTo>
                <a:lnTo>
                  <a:pt x="978938" y="161170"/>
                </a:lnTo>
                <a:lnTo>
                  <a:pt x="978606" y="161065"/>
                </a:lnTo>
                <a:lnTo>
                  <a:pt x="978291" y="160954"/>
                </a:lnTo>
                <a:lnTo>
                  <a:pt x="977993" y="160838"/>
                </a:lnTo>
                <a:lnTo>
                  <a:pt x="977712" y="160716"/>
                </a:lnTo>
                <a:lnTo>
                  <a:pt x="977448" y="160588"/>
                </a:lnTo>
                <a:lnTo>
                  <a:pt x="977201" y="160454"/>
                </a:lnTo>
                <a:lnTo>
                  <a:pt x="976965" y="160316"/>
                </a:lnTo>
                <a:lnTo>
                  <a:pt x="976734" y="160173"/>
                </a:lnTo>
                <a:lnTo>
                  <a:pt x="976509" y="160026"/>
                </a:lnTo>
                <a:lnTo>
                  <a:pt x="976289" y="159874"/>
                </a:lnTo>
                <a:lnTo>
                  <a:pt x="976075" y="159718"/>
                </a:lnTo>
                <a:lnTo>
                  <a:pt x="975866" y="159557"/>
                </a:lnTo>
                <a:lnTo>
                  <a:pt x="975663" y="159392"/>
                </a:lnTo>
                <a:lnTo>
                  <a:pt x="975465" y="159222"/>
                </a:lnTo>
                <a:lnTo>
                  <a:pt x="975272" y="159048"/>
                </a:lnTo>
                <a:lnTo>
                  <a:pt x="975086" y="158869"/>
                </a:lnTo>
                <a:lnTo>
                  <a:pt x="974904" y="158686"/>
                </a:lnTo>
                <a:lnTo>
                  <a:pt x="974728" y="158499"/>
                </a:lnTo>
                <a:lnTo>
                  <a:pt x="974558" y="158307"/>
                </a:lnTo>
                <a:lnTo>
                  <a:pt x="974393" y="158110"/>
                </a:lnTo>
                <a:lnTo>
                  <a:pt x="974234" y="157909"/>
                </a:lnTo>
                <a:lnTo>
                  <a:pt x="974080" y="157704"/>
                </a:lnTo>
                <a:lnTo>
                  <a:pt x="973931" y="157494"/>
                </a:lnTo>
                <a:lnTo>
                  <a:pt x="973788" y="157280"/>
                </a:lnTo>
                <a:lnTo>
                  <a:pt x="973651" y="157061"/>
                </a:lnTo>
                <a:lnTo>
                  <a:pt x="973519" y="156838"/>
                </a:lnTo>
                <a:lnTo>
                  <a:pt x="973393" y="156611"/>
                </a:lnTo>
                <a:lnTo>
                  <a:pt x="973272" y="156379"/>
                </a:lnTo>
                <a:lnTo>
                  <a:pt x="973156" y="156142"/>
                </a:lnTo>
                <a:lnTo>
                  <a:pt x="973046" y="155901"/>
                </a:lnTo>
                <a:lnTo>
                  <a:pt x="972912" y="155588"/>
                </a:lnTo>
                <a:lnTo>
                  <a:pt x="972784" y="155252"/>
                </a:lnTo>
                <a:lnTo>
                  <a:pt x="972662" y="154894"/>
                </a:lnTo>
                <a:lnTo>
                  <a:pt x="972545" y="154513"/>
                </a:lnTo>
                <a:lnTo>
                  <a:pt x="972435" y="154109"/>
                </a:lnTo>
                <a:lnTo>
                  <a:pt x="972329" y="153682"/>
                </a:lnTo>
                <a:lnTo>
                  <a:pt x="972230" y="153233"/>
                </a:lnTo>
                <a:lnTo>
                  <a:pt x="972136" y="152761"/>
                </a:lnTo>
                <a:lnTo>
                  <a:pt x="972048" y="152266"/>
                </a:lnTo>
                <a:lnTo>
                  <a:pt x="971965" y="151749"/>
                </a:lnTo>
                <a:lnTo>
                  <a:pt x="971888" y="151209"/>
                </a:lnTo>
                <a:lnTo>
                  <a:pt x="971817" y="150646"/>
                </a:lnTo>
                <a:lnTo>
                  <a:pt x="971752" y="150060"/>
                </a:lnTo>
                <a:lnTo>
                  <a:pt x="971692" y="149452"/>
                </a:lnTo>
                <a:lnTo>
                  <a:pt x="971638" y="148821"/>
                </a:lnTo>
                <a:lnTo>
                  <a:pt x="971590" y="148167"/>
                </a:lnTo>
                <a:lnTo>
                  <a:pt x="971547" y="147491"/>
                </a:lnTo>
                <a:lnTo>
                  <a:pt x="971510" y="146792"/>
                </a:lnTo>
                <a:lnTo>
                  <a:pt x="971479" y="146070"/>
                </a:lnTo>
                <a:lnTo>
                  <a:pt x="971453" y="145326"/>
                </a:lnTo>
                <a:lnTo>
                  <a:pt x="971433" y="144558"/>
                </a:lnTo>
                <a:lnTo>
                  <a:pt x="971419" y="143769"/>
                </a:lnTo>
                <a:lnTo>
                  <a:pt x="971410" y="142956"/>
                </a:lnTo>
                <a:lnTo>
                  <a:pt x="971408" y="142121"/>
                </a:lnTo>
                <a:lnTo>
                  <a:pt x="971408" y="96464"/>
                </a:lnTo>
                <a:lnTo>
                  <a:pt x="971403" y="95270"/>
                </a:lnTo>
                <a:lnTo>
                  <a:pt x="971390" y="94102"/>
                </a:lnTo>
                <a:lnTo>
                  <a:pt x="971367" y="92960"/>
                </a:lnTo>
                <a:lnTo>
                  <a:pt x="971336" y="91844"/>
                </a:lnTo>
                <a:lnTo>
                  <a:pt x="971296" y="90754"/>
                </a:lnTo>
                <a:lnTo>
                  <a:pt x="971247" y="89690"/>
                </a:lnTo>
                <a:lnTo>
                  <a:pt x="971189" y="88652"/>
                </a:lnTo>
                <a:lnTo>
                  <a:pt x="971122" y="87639"/>
                </a:lnTo>
                <a:lnTo>
                  <a:pt x="971046" y="86653"/>
                </a:lnTo>
                <a:lnTo>
                  <a:pt x="970961" y="85693"/>
                </a:lnTo>
                <a:lnTo>
                  <a:pt x="970867" y="84759"/>
                </a:lnTo>
                <a:lnTo>
                  <a:pt x="970764" y="83851"/>
                </a:lnTo>
                <a:lnTo>
                  <a:pt x="970652" y="82968"/>
                </a:lnTo>
                <a:lnTo>
                  <a:pt x="970532" y="82112"/>
                </a:lnTo>
                <a:lnTo>
                  <a:pt x="970402" y="81282"/>
                </a:lnTo>
                <a:lnTo>
                  <a:pt x="970263" y="80477"/>
                </a:lnTo>
                <a:lnTo>
                  <a:pt x="970116" y="79699"/>
                </a:lnTo>
                <a:lnTo>
                  <a:pt x="969959" y="78946"/>
                </a:lnTo>
                <a:lnTo>
                  <a:pt x="969794" y="78220"/>
                </a:lnTo>
                <a:lnTo>
                  <a:pt x="969620" y="77520"/>
                </a:lnTo>
                <a:lnTo>
                  <a:pt x="969436" y="76845"/>
                </a:lnTo>
                <a:lnTo>
                  <a:pt x="969244" y="76196"/>
                </a:lnTo>
                <a:lnTo>
                  <a:pt x="969043" y="75574"/>
                </a:lnTo>
                <a:lnTo>
                  <a:pt x="968833" y="74977"/>
                </a:lnTo>
                <a:lnTo>
                  <a:pt x="968516" y="74150"/>
                </a:lnTo>
                <a:lnTo>
                  <a:pt x="968191" y="73343"/>
                </a:lnTo>
                <a:lnTo>
                  <a:pt x="967856" y="72555"/>
                </a:lnTo>
                <a:lnTo>
                  <a:pt x="967513" y="71787"/>
                </a:lnTo>
                <a:lnTo>
                  <a:pt x="967161" y="71039"/>
                </a:lnTo>
                <a:lnTo>
                  <a:pt x="966799" y="70310"/>
                </a:lnTo>
                <a:lnTo>
                  <a:pt x="966429" y="69601"/>
                </a:lnTo>
                <a:lnTo>
                  <a:pt x="966050" y="68911"/>
                </a:lnTo>
                <a:lnTo>
                  <a:pt x="965662" y="68242"/>
                </a:lnTo>
                <a:lnTo>
                  <a:pt x="965265" y="67592"/>
                </a:lnTo>
                <a:lnTo>
                  <a:pt x="964859" y="66961"/>
                </a:lnTo>
                <a:lnTo>
                  <a:pt x="964444" y="66351"/>
                </a:lnTo>
                <a:lnTo>
                  <a:pt x="964020" y="65760"/>
                </a:lnTo>
                <a:lnTo>
                  <a:pt x="963588" y="65188"/>
                </a:lnTo>
                <a:lnTo>
                  <a:pt x="963146" y="64637"/>
                </a:lnTo>
                <a:lnTo>
                  <a:pt x="962695" y="64105"/>
                </a:lnTo>
                <a:lnTo>
                  <a:pt x="962236" y="63592"/>
                </a:lnTo>
                <a:lnTo>
                  <a:pt x="961767" y="63100"/>
                </a:lnTo>
                <a:lnTo>
                  <a:pt x="961290" y="62627"/>
                </a:lnTo>
                <a:lnTo>
                  <a:pt x="960803" y="62173"/>
                </a:lnTo>
                <a:lnTo>
                  <a:pt x="960308" y="61740"/>
                </a:lnTo>
                <a:lnTo>
                  <a:pt x="959804" y="61326"/>
                </a:lnTo>
                <a:lnTo>
                  <a:pt x="959290" y="60931"/>
                </a:lnTo>
                <a:lnTo>
                  <a:pt x="958768" y="60557"/>
                </a:lnTo>
                <a:lnTo>
                  <a:pt x="958237" y="60199"/>
                </a:lnTo>
                <a:lnTo>
                  <a:pt x="957698" y="59857"/>
                </a:lnTo>
                <a:lnTo>
                  <a:pt x="957150" y="59530"/>
                </a:lnTo>
                <a:lnTo>
                  <a:pt x="956593" y="59218"/>
                </a:lnTo>
                <a:lnTo>
                  <a:pt x="956028" y="58921"/>
                </a:lnTo>
                <a:lnTo>
                  <a:pt x="955455" y="58640"/>
                </a:lnTo>
                <a:lnTo>
                  <a:pt x="954873" y="58374"/>
                </a:lnTo>
                <a:lnTo>
                  <a:pt x="954282" y="58123"/>
                </a:lnTo>
                <a:lnTo>
                  <a:pt x="953683" y="57887"/>
                </a:lnTo>
                <a:lnTo>
                  <a:pt x="953075" y="57666"/>
                </a:lnTo>
                <a:lnTo>
                  <a:pt x="952459" y="57461"/>
                </a:lnTo>
                <a:lnTo>
                  <a:pt x="951834" y="57271"/>
                </a:lnTo>
                <a:lnTo>
                  <a:pt x="951201" y="57096"/>
                </a:lnTo>
                <a:lnTo>
                  <a:pt x="950559" y="56936"/>
                </a:lnTo>
                <a:lnTo>
                  <a:pt x="949909" y="56791"/>
                </a:lnTo>
                <a:lnTo>
                  <a:pt x="949250" y="56662"/>
                </a:lnTo>
                <a:lnTo>
                  <a:pt x="948582" y="56548"/>
                </a:lnTo>
                <a:lnTo>
                  <a:pt x="947906" y="56449"/>
                </a:lnTo>
                <a:lnTo>
                  <a:pt x="947222" y="56365"/>
                </a:lnTo>
                <a:lnTo>
                  <a:pt x="946529" y="56297"/>
                </a:lnTo>
                <a:lnTo>
                  <a:pt x="945827" y="56244"/>
                </a:lnTo>
                <a:lnTo>
                  <a:pt x="945117" y="56206"/>
                </a:lnTo>
                <a:lnTo>
                  <a:pt x="944398" y="56183"/>
                </a:lnTo>
                <a:lnTo>
                  <a:pt x="943671" y="56175"/>
                </a:lnTo>
                <a:lnTo>
                  <a:pt x="942244" y="56215"/>
                </a:lnTo>
                <a:lnTo>
                  <a:pt x="940811" y="56333"/>
                </a:lnTo>
                <a:lnTo>
                  <a:pt x="939372" y="56530"/>
                </a:lnTo>
                <a:lnTo>
                  <a:pt x="937927" y="56806"/>
                </a:lnTo>
                <a:lnTo>
                  <a:pt x="936475" y="57161"/>
                </a:lnTo>
                <a:lnTo>
                  <a:pt x="935018" y="57594"/>
                </a:lnTo>
                <a:lnTo>
                  <a:pt x="933555" y="58107"/>
                </a:lnTo>
                <a:lnTo>
                  <a:pt x="932085" y="58698"/>
                </a:lnTo>
                <a:lnTo>
                  <a:pt x="930609" y="59368"/>
                </a:lnTo>
                <a:lnTo>
                  <a:pt x="929127" y="60117"/>
                </a:lnTo>
                <a:lnTo>
                  <a:pt x="927640" y="60945"/>
                </a:lnTo>
                <a:lnTo>
                  <a:pt x="926146" y="61851"/>
                </a:lnTo>
                <a:lnTo>
                  <a:pt x="924645" y="62837"/>
                </a:lnTo>
                <a:lnTo>
                  <a:pt x="923139" y="63901"/>
                </a:lnTo>
                <a:lnTo>
                  <a:pt x="921627" y="65044"/>
                </a:lnTo>
                <a:lnTo>
                  <a:pt x="920109" y="66266"/>
                </a:lnTo>
                <a:lnTo>
                  <a:pt x="918584" y="67567"/>
                </a:lnTo>
                <a:lnTo>
                  <a:pt x="917054" y="68946"/>
                </a:lnTo>
                <a:lnTo>
                  <a:pt x="915517" y="70405"/>
                </a:lnTo>
                <a:lnTo>
                  <a:pt x="913974" y="71942"/>
                </a:lnTo>
                <a:lnTo>
                  <a:pt x="912425" y="73558"/>
                </a:lnTo>
                <a:lnTo>
                  <a:pt x="910870" y="75253"/>
                </a:lnTo>
                <a:lnTo>
                  <a:pt x="909309" y="77027"/>
                </a:lnTo>
                <a:lnTo>
                  <a:pt x="907742" y="78880"/>
                </a:lnTo>
                <a:lnTo>
                  <a:pt x="907742" y="56175"/>
                </a:lnTo>
                <a:lnTo>
                  <a:pt x="902710" y="56175"/>
                </a:lnTo>
                <a:lnTo>
                  <a:pt x="870409" y="69254"/>
                </a:lnTo>
                <a:lnTo>
                  <a:pt x="872165" y="73459"/>
                </a:lnTo>
                <a:close/>
                <a:moveTo>
                  <a:pt x="1117734" y="73317"/>
                </a:moveTo>
                <a:lnTo>
                  <a:pt x="1118117" y="73180"/>
                </a:lnTo>
                <a:lnTo>
                  <a:pt x="1118495" y="73049"/>
                </a:lnTo>
                <a:lnTo>
                  <a:pt x="1118868" y="72924"/>
                </a:lnTo>
                <a:lnTo>
                  <a:pt x="1119236" y="72806"/>
                </a:lnTo>
                <a:lnTo>
                  <a:pt x="1119599" y="72693"/>
                </a:lnTo>
                <a:lnTo>
                  <a:pt x="1119958" y="72587"/>
                </a:lnTo>
                <a:lnTo>
                  <a:pt x="1120311" y="72486"/>
                </a:lnTo>
                <a:lnTo>
                  <a:pt x="1120660" y="72392"/>
                </a:lnTo>
                <a:lnTo>
                  <a:pt x="1121004" y="72304"/>
                </a:lnTo>
                <a:lnTo>
                  <a:pt x="1121343" y="72222"/>
                </a:lnTo>
                <a:lnTo>
                  <a:pt x="1121677" y="72146"/>
                </a:lnTo>
                <a:lnTo>
                  <a:pt x="1122006" y="72076"/>
                </a:lnTo>
                <a:lnTo>
                  <a:pt x="1122330" y="72012"/>
                </a:lnTo>
                <a:lnTo>
                  <a:pt x="1122649" y="71954"/>
                </a:lnTo>
                <a:lnTo>
                  <a:pt x="1122964" y="71902"/>
                </a:lnTo>
                <a:lnTo>
                  <a:pt x="1123274" y="71857"/>
                </a:lnTo>
                <a:lnTo>
                  <a:pt x="1123578" y="71817"/>
                </a:lnTo>
                <a:lnTo>
                  <a:pt x="1123878" y="71784"/>
                </a:lnTo>
                <a:lnTo>
                  <a:pt x="1124173" y="71756"/>
                </a:lnTo>
                <a:lnTo>
                  <a:pt x="1124463" y="71735"/>
                </a:lnTo>
                <a:lnTo>
                  <a:pt x="1124749" y="71720"/>
                </a:lnTo>
                <a:lnTo>
                  <a:pt x="1125029" y="71711"/>
                </a:lnTo>
                <a:lnTo>
                  <a:pt x="1125305" y="71708"/>
                </a:lnTo>
                <a:lnTo>
                  <a:pt x="1125556" y="71710"/>
                </a:lnTo>
                <a:lnTo>
                  <a:pt x="1125803" y="71718"/>
                </a:lnTo>
                <a:lnTo>
                  <a:pt x="1126045" y="71730"/>
                </a:lnTo>
                <a:lnTo>
                  <a:pt x="1126283" y="71748"/>
                </a:lnTo>
                <a:lnTo>
                  <a:pt x="1126517" y="71771"/>
                </a:lnTo>
                <a:lnTo>
                  <a:pt x="1126746" y="71799"/>
                </a:lnTo>
                <a:lnTo>
                  <a:pt x="1126970" y="71832"/>
                </a:lnTo>
                <a:lnTo>
                  <a:pt x="1127190" y="71870"/>
                </a:lnTo>
                <a:lnTo>
                  <a:pt x="1127406" y="71913"/>
                </a:lnTo>
                <a:lnTo>
                  <a:pt x="1127617" y="71961"/>
                </a:lnTo>
                <a:lnTo>
                  <a:pt x="1127823" y="72014"/>
                </a:lnTo>
                <a:lnTo>
                  <a:pt x="1128026" y="72072"/>
                </a:lnTo>
                <a:lnTo>
                  <a:pt x="1128223" y="72136"/>
                </a:lnTo>
                <a:lnTo>
                  <a:pt x="1128417" y="72204"/>
                </a:lnTo>
                <a:lnTo>
                  <a:pt x="1128605" y="72278"/>
                </a:lnTo>
                <a:lnTo>
                  <a:pt x="1128790" y="72356"/>
                </a:lnTo>
                <a:lnTo>
                  <a:pt x="1128969" y="72440"/>
                </a:lnTo>
                <a:lnTo>
                  <a:pt x="1129145" y="72528"/>
                </a:lnTo>
                <a:lnTo>
                  <a:pt x="1129316" y="72622"/>
                </a:lnTo>
                <a:lnTo>
                  <a:pt x="1129482" y="72721"/>
                </a:lnTo>
                <a:lnTo>
                  <a:pt x="1129644" y="72825"/>
                </a:lnTo>
                <a:lnTo>
                  <a:pt x="1129801" y="72934"/>
                </a:lnTo>
                <a:lnTo>
                  <a:pt x="1129954" y="73048"/>
                </a:lnTo>
                <a:lnTo>
                  <a:pt x="1130103" y="73167"/>
                </a:lnTo>
                <a:lnTo>
                  <a:pt x="1130248" y="73292"/>
                </a:lnTo>
                <a:lnTo>
                  <a:pt x="1130389" y="73426"/>
                </a:lnTo>
                <a:lnTo>
                  <a:pt x="1130527" y="73567"/>
                </a:lnTo>
                <a:lnTo>
                  <a:pt x="1130662" y="73717"/>
                </a:lnTo>
                <a:lnTo>
                  <a:pt x="1130794" y="73874"/>
                </a:lnTo>
                <a:lnTo>
                  <a:pt x="1130922" y="74039"/>
                </a:lnTo>
                <a:lnTo>
                  <a:pt x="1131047" y="74212"/>
                </a:lnTo>
                <a:lnTo>
                  <a:pt x="1131169" y="74393"/>
                </a:lnTo>
                <a:lnTo>
                  <a:pt x="1131288" y="74582"/>
                </a:lnTo>
                <a:lnTo>
                  <a:pt x="1131403" y="74778"/>
                </a:lnTo>
                <a:lnTo>
                  <a:pt x="1131515" y="74983"/>
                </a:lnTo>
                <a:lnTo>
                  <a:pt x="1131624" y="75196"/>
                </a:lnTo>
                <a:lnTo>
                  <a:pt x="1131730" y="75416"/>
                </a:lnTo>
                <a:lnTo>
                  <a:pt x="1131832" y="75645"/>
                </a:lnTo>
                <a:lnTo>
                  <a:pt x="1131932" y="75881"/>
                </a:lnTo>
                <a:lnTo>
                  <a:pt x="1132027" y="76125"/>
                </a:lnTo>
                <a:lnTo>
                  <a:pt x="1132120" y="76377"/>
                </a:lnTo>
                <a:lnTo>
                  <a:pt x="1132210" y="76637"/>
                </a:lnTo>
                <a:lnTo>
                  <a:pt x="1132296" y="76905"/>
                </a:lnTo>
                <a:lnTo>
                  <a:pt x="1132379" y="77181"/>
                </a:lnTo>
                <a:lnTo>
                  <a:pt x="1132458" y="77465"/>
                </a:lnTo>
                <a:lnTo>
                  <a:pt x="1132535" y="77757"/>
                </a:lnTo>
                <a:lnTo>
                  <a:pt x="1132608" y="78056"/>
                </a:lnTo>
                <a:lnTo>
                  <a:pt x="1132678" y="78364"/>
                </a:lnTo>
                <a:lnTo>
                  <a:pt x="1132764" y="78813"/>
                </a:lnTo>
                <a:lnTo>
                  <a:pt x="1132846" y="79305"/>
                </a:lnTo>
                <a:lnTo>
                  <a:pt x="1132924" y="79839"/>
                </a:lnTo>
                <a:lnTo>
                  <a:pt x="1132999" y="80416"/>
                </a:lnTo>
                <a:lnTo>
                  <a:pt x="1133071" y="81036"/>
                </a:lnTo>
                <a:lnTo>
                  <a:pt x="1133138" y="81698"/>
                </a:lnTo>
                <a:lnTo>
                  <a:pt x="1133202" y="82403"/>
                </a:lnTo>
                <a:lnTo>
                  <a:pt x="1133263" y="83150"/>
                </a:lnTo>
                <a:lnTo>
                  <a:pt x="1133319" y="83940"/>
                </a:lnTo>
                <a:lnTo>
                  <a:pt x="1133373" y="84772"/>
                </a:lnTo>
                <a:lnTo>
                  <a:pt x="1133422" y="85648"/>
                </a:lnTo>
                <a:lnTo>
                  <a:pt x="1133468" y="86565"/>
                </a:lnTo>
                <a:lnTo>
                  <a:pt x="1133510" y="87526"/>
                </a:lnTo>
                <a:lnTo>
                  <a:pt x="1133548" y="88528"/>
                </a:lnTo>
                <a:lnTo>
                  <a:pt x="1133583" y="89574"/>
                </a:lnTo>
                <a:lnTo>
                  <a:pt x="1133614" y="90662"/>
                </a:lnTo>
                <a:lnTo>
                  <a:pt x="1133641" y="91793"/>
                </a:lnTo>
                <a:lnTo>
                  <a:pt x="1133665" y="92966"/>
                </a:lnTo>
                <a:lnTo>
                  <a:pt x="1133685" y="94182"/>
                </a:lnTo>
                <a:lnTo>
                  <a:pt x="1133702" y="95440"/>
                </a:lnTo>
                <a:lnTo>
                  <a:pt x="1133714" y="96741"/>
                </a:lnTo>
                <a:lnTo>
                  <a:pt x="1133724" y="98085"/>
                </a:lnTo>
                <a:lnTo>
                  <a:pt x="1133729" y="99471"/>
                </a:lnTo>
                <a:lnTo>
                  <a:pt x="1133731" y="100900"/>
                </a:lnTo>
                <a:lnTo>
                  <a:pt x="1133731" y="142121"/>
                </a:lnTo>
                <a:lnTo>
                  <a:pt x="1133728" y="142937"/>
                </a:lnTo>
                <a:lnTo>
                  <a:pt x="1133720" y="143730"/>
                </a:lnTo>
                <a:lnTo>
                  <a:pt x="1133706" y="144502"/>
                </a:lnTo>
                <a:lnTo>
                  <a:pt x="1133687" y="145251"/>
                </a:lnTo>
                <a:lnTo>
                  <a:pt x="1133662" y="145978"/>
                </a:lnTo>
                <a:lnTo>
                  <a:pt x="1133632" y="146682"/>
                </a:lnTo>
                <a:lnTo>
                  <a:pt x="1133597" y="147364"/>
                </a:lnTo>
                <a:lnTo>
                  <a:pt x="1133555" y="148024"/>
                </a:lnTo>
                <a:lnTo>
                  <a:pt x="1133509" y="148662"/>
                </a:lnTo>
                <a:lnTo>
                  <a:pt x="1133457" y="149277"/>
                </a:lnTo>
                <a:lnTo>
                  <a:pt x="1133399" y="149870"/>
                </a:lnTo>
                <a:lnTo>
                  <a:pt x="1133336" y="150441"/>
                </a:lnTo>
                <a:lnTo>
                  <a:pt x="1133267" y="150989"/>
                </a:lnTo>
                <a:lnTo>
                  <a:pt x="1133193" y="151515"/>
                </a:lnTo>
                <a:lnTo>
                  <a:pt x="1133114" y="152019"/>
                </a:lnTo>
                <a:lnTo>
                  <a:pt x="1133029" y="152501"/>
                </a:lnTo>
                <a:lnTo>
                  <a:pt x="1132938" y="152960"/>
                </a:lnTo>
                <a:lnTo>
                  <a:pt x="1132842" y="153397"/>
                </a:lnTo>
                <a:lnTo>
                  <a:pt x="1132741" y="153811"/>
                </a:lnTo>
                <a:lnTo>
                  <a:pt x="1132634" y="154204"/>
                </a:lnTo>
                <a:lnTo>
                  <a:pt x="1132521" y="154574"/>
                </a:lnTo>
                <a:lnTo>
                  <a:pt x="1132403" y="154922"/>
                </a:lnTo>
                <a:lnTo>
                  <a:pt x="1132280" y="155247"/>
                </a:lnTo>
                <a:lnTo>
                  <a:pt x="1132151" y="155550"/>
                </a:lnTo>
                <a:lnTo>
                  <a:pt x="1132017" y="155839"/>
                </a:lnTo>
                <a:lnTo>
                  <a:pt x="1131880" y="156120"/>
                </a:lnTo>
                <a:lnTo>
                  <a:pt x="1131739" y="156395"/>
                </a:lnTo>
                <a:lnTo>
                  <a:pt x="1131593" y="156663"/>
                </a:lnTo>
                <a:lnTo>
                  <a:pt x="1131444" y="156924"/>
                </a:lnTo>
                <a:lnTo>
                  <a:pt x="1131292" y="157178"/>
                </a:lnTo>
                <a:lnTo>
                  <a:pt x="1131135" y="157425"/>
                </a:lnTo>
                <a:lnTo>
                  <a:pt x="1130974" y="157665"/>
                </a:lnTo>
                <a:lnTo>
                  <a:pt x="1130810" y="157899"/>
                </a:lnTo>
                <a:lnTo>
                  <a:pt x="1130641" y="158125"/>
                </a:lnTo>
                <a:lnTo>
                  <a:pt x="1130469" y="158345"/>
                </a:lnTo>
                <a:lnTo>
                  <a:pt x="1130293" y="158557"/>
                </a:lnTo>
                <a:lnTo>
                  <a:pt x="1130113" y="158763"/>
                </a:lnTo>
                <a:lnTo>
                  <a:pt x="1129929" y="158962"/>
                </a:lnTo>
                <a:lnTo>
                  <a:pt x="1129742" y="159154"/>
                </a:lnTo>
                <a:lnTo>
                  <a:pt x="1129550" y="159339"/>
                </a:lnTo>
                <a:lnTo>
                  <a:pt x="1129355" y="159517"/>
                </a:lnTo>
                <a:lnTo>
                  <a:pt x="1129156" y="159688"/>
                </a:lnTo>
                <a:lnTo>
                  <a:pt x="1128953" y="159853"/>
                </a:lnTo>
                <a:lnTo>
                  <a:pt x="1128746" y="160010"/>
                </a:lnTo>
                <a:lnTo>
                  <a:pt x="1128535" y="160161"/>
                </a:lnTo>
                <a:lnTo>
                  <a:pt x="1128320" y="160305"/>
                </a:lnTo>
                <a:lnTo>
                  <a:pt x="1128102" y="160442"/>
                </a:lnTo>
                <a:lnTo>
                  <a:pt x="1127879" y="160571"/>
                </a:lnTo>
                <a:lnTo>
                  <a:pt x="1127646" y="160695"/>
                </a:lnTo>
                <a:lnTo>
                  <a:pt x="1127395" y="160814"/>
                </a:lnTo>
                <a:lnTo>
                  <a:pt x="1127126" y="160927"/>
                </a:lnTo>
                <a:lnTo>
                  <a:pt x="1126839" y="161035"/>
                </a:lnTo>
                <a:lnTo>
                  <a:pt x="1126534" y="161138"/>
                </a:lnTo>
                <a:lnTo>
                  <a:pt x="1126212" y="161235"/>
                </a:lnTo>
                <a:lnTo>
                  <a:pt x="1125871" y="161328"/>
                </a:lnTo>
                <a:lnTo>
                  <a:pt x="1125513" y="161415"/>
                </a:lnTo>
                <a:lnTo>
                  <a:pt x="1125136" y="161496"/>
                </a:lnTo>
                <a:lnTo>
                  <a:pt x="1124742" y="161573"/>
                </a:lnTo>
                <a:lnTo>
                  <a:pt x="1124330" y="161644"/>
                </a:lnTo>
                <a:lnTo>
                  <a:pt x="1123900" y="161710"/>
                </a:lnTo>
                <a:lnTo>
                  <a:pt x="1123452" y="161770"/>
                </a:lnTo>
                <a:lnTo>
                  <a:pt x="1122987" y="161826"/>
                </a:lnTo>
                <a:lnTo>
                  <a:pt x="1122503" y="161876"/>
                </a:lnTo>
                <a:lnTo>
                  <a:pt x="1122002" y="161921"/>
                </a:lnTo>
                <a:lnTo>
                  <a:pt x="1121482" y="161960"/>
                </a:lnTo>
                <a:lnTo>
                  <a:pt x="1120945" y="161994"/>
                </a:lnTo>
                <a:lnTo>
                  <a:pt x="1120390" y="162023"/>
                </a:lnTo>
                <a:lnTo>
                  <a:pt x="1119817" y="162047"/>
                </a:lnTo>
                <a:lnTo>
                  <a:pt x="1119226" y="162065"/>
                </a:lnTo>
                <a:lnTo>
                  <a:pt x="1118618" y="162079"/>
                </a:lnTo>
                <a:lnTo>
                  <a:pt x="1117991" y="162087"/>
                </a:lnTo>
                <a:lnTo>
                  <a:pt x="1117346" y="162089"/>
                </a:lnTo>
                <a:lnTo>
                  <a:pt x="1117346" y="166419"/>
                </a:lnTo>
                <a:lnTo>
                  <a:pt x="1169426" y="166419"/>
                </a:lnTo>
                <a:lnTo>
                  <a:pt x="1169426" y="162089"/>
                </a:lnTo>
                <a:lnTo>
                  <a:pt x="1168800" y="162086"/>
                </a:lnTo>
                <a:lnTo>
                  <a:pt x="1168191" y="162078"/>
                </a:lnTo>
                <a:lnTo>
                  <a:pt x="1167598" y="162064"/>
                </a:lnTo>
                <a:lnTo>
                  <a:pt x="1167022" y="162044"/>
                </a:lnTo>
                <a:lnTo>
                  <a:pt x="1166462" y="162018"/>
                </a:lnTo>
                <a:lnTo>
                  <a:pt x="1165918" y="161987"/>
                </a:lnTo>
                <a:lnTo>
                  <a:pt x="1165391" y="161950"/>
                </a:lnTo>
                <a:lnTo>
                  <a:pt x="1164881" y="161908"/>
                </a:lnTo>
                <a:lnTo>
                  <a:pt x="1164387" y="161859"/>
                </a:lnTo>
                <a:lnTo>
                  <a:pt x="1163909" y="161805"/>
                </a:lnTo>
                <a:lnTo>
                  <a:pt x="1163448" y="161746"/>
                </a:lnTo>
                <a:lnTo>
                  <a:pt x="1163004" y="161681"/>
                </a:lnTo>
                <a:lnTo>
                  <a:pt x="1162575" y="161610"/>
                </a:lnTo>
                <a:lnTo>
                  <a:pt x="1162164" y="161533"/>
                </a:lnTo>
                <a:lnTo>
                  <a:pt x="1161768" y="161451"/>
                </a:lnTo>
                <a:lnTo>
                  <a:pt x="1161389" y="161363"/>
                </a:lnTo>
                <a:lnTo>
                  <a:pt x="1161027" y="161269"/>
                </a:lnTo>
                <a:lnTo>
                  <a:pt x="1160681" y="161170"/>
                </a:lnTo>
                <a:lnTo>
                  <a:pt x="1160352" y="161065"/>
                </a:lnTo>
                <a:lnTo>
                  <a:pt x="1160039" y="160954"/>
                </a:lnTo>
                <a:lnTo>
                  <a:pt x="1159742" y="160838"/>
                </a:lnTo>
                <a:lnTo>
                  <a:pt x="1159462" y="160716"/>
                </a:lnTo>
                <a:lnTo>
                  <a:pt x="1159198" y="160588"/>
                </a:lnTo>
                <a:lnTo>
                  <a:pt x="1158951" y="160454"/>
                </a:lnTo>
                <a:lnTo>
                  <a:pt x="1158715" y="160315"/>
                </a:lnTo>
                <a:lnTo>
                  <a:pt x="1158483" y="160170"/>
                </a:lnTo>
                <a:lnTo>
                  <a:pt x="1158256" y="160019"/>
                </a:lnTo>
                <a:lnTo>
                  <a:pt x="1158035" y="159862"/>
                </a:lnTo>
                <a:lnTo>
                  <a:pt x="1157818" y="159700"/>
                </a:lnTo>
                <a:lnTo>
                  <a:pt x="1157605" y="159531"/>
                </a:lnTo>
                <a:lnTo>
                  <a:pt x="1157398" y="159357"/>
                </a:lnTo>
                <a:lnTo>
                  <a:pt x="1157196" y="159176"/>
                </a:lnTo>
                <a:lnTo>
                  <a:pt x="1156998" y="158990"/>
                </a:lnTo>
                <a:lnTo>
                  <a:pt x="1156806" y="158798"/>
                </a:lnTo>
                <a:lnTo>
                  <a:pt x="1156618" y="158600"/>
                </a:lnTo>
                <a:lnTo>
                  <a:pt x="1156435" y="158396"/>
                </a:lnTo>
                <a:lnTo>
                  <a:pt x="1156257" y="158187"/>
                </a:lnTo>
                <a:lnTo>
                  <a:pt x="1156084" y="157971"/>
                </a:lnTo>
                <a:lnTo>
                  <a:pt x="1155916" y="157749"/>
                </a:lnTo>
                <a:lnTo>
                  <a:pt x="1155752" y="157522"/>
                </a:lnTo>
                <a:lnTo>
                  <a:pt x="1155594" y="157289"/>
                </a:lnTo>
                <a:lnTo>
                  <a:pt x="1155440" y="157050"/>
                </a:lnTo>
                <a:lnTo>
                  <a:pt x="1155292" y="156805"/>
                </a:lnTo>
                <a:lnTo>
                  <a:pt x="1155148" y="156554"/>
                </a:lnTo>
                <a:lnTo>
                  <a:pt x="1155009" y="156297"/>
                </a:lnTo>
                <a:lnTo>
                  <a:pt x="1154875" y="156034"/>
                </a:lnTo>
                <a:lnTo>
                  <a:pt x="1154745" y="155766"/>
                </a:lnTo>
                <a:lnTo>
                  <a:pt x="1154621" y="155492"/>
                </a:lnTo>
                <a:lnTo>
                  <a:pt x="1154502" y="155203"/>
                </a:lnTo>
                <a:lnTo>
                  <a:pt x="1154387" y="154890"/>
                </a:lnTo>
                <a:lnTo>
                  <a:pt x="1154278" y="154555"/>
                </a:lnTo>
                <a:lnTo>
                  <a:pt x="1154174" y="154196"/>
                </a:lnTo>
                <a:lnTo>
                  <a:pt x="1154075" y="153813"/>
                </a:lnTo>
                <a:lnTo>
                  <a:pt x="1153981" y="153408"/>
                </a:lnTo>
                <a:lnTo>
                  <a:pt x="1153892" y="152979"/>
                </a:lnTo>
                <a:lnTo>
                  <a:pt x="1153808" y="152527"/>
                </a:lnTo>
                <a:lnTo>
                  <a:pt x="1153730" y="152051"/>
                </a:lnTo>
                <a:lnTo>
                  <a:pt x="1153656" y="151552"/>
                </a:lnTo>
                <a:lnTo>
                  <a:pt x="1153587" y="151030"/>
                </a:lnTo>
                <a:lnTo>
                  <a:pt x="1153524" y="150485"/>
                </a:lnTo>
                <a:lnTo>
                  <a:pt x="1153466" y="149916"/>
                </a:lnTo>
                <a:lnTo>
                  <a:pt x="1153412" y="149324"/>
                </a:lnTo>
                <a:lnTo>
                  <a:pt x="1153364" y="148708"/>
                </a:lnTo>
                <a:lnTo>
                  <a:pt x="1153321" y="148070"/>
                </a:lnTo>
                <a:lnTo>
                  <a:pt x="1153283" y="147408"/>
                </a:lnTo>
                <a:lnTo>
                  <a:pt x="1153250" y="146722"/>
                </a:lnTo>
                <a:lnTo>
                  <a:pt x="1153222" y="146014"/>
                </a:lnTo>
                <a:lnTo>
                  <a:pt x="1153199" y="145282"/>
                </a:lnTo>
                <a:lnTo>
                  <a:pt x="1153181" y="144526"/>
                </a:lnTo>
                <a:lnTo>
                  <a:pt x="1153168" y="143748"/>
                </a:lnTo>
                <a:lnTo>
                  <a:pt x="1153161" y="142946"/>
                </a:lnTo>
                <a:lnTo>
                  <a:pt x="1153158" y="142121"/>
                </a:lnTo>
                <a:lnTo>
                  <a:pt x="1153158" y="56175"/>
                </a:lnTo>
                <a:lnTo>
                  <a:pt x="1148009" y="56175"/>
                </a:lnTo>
                <a:lnTo>
                  <a:pt x="1115708" y="69254"/>
                </a:lnTo>
                <a:lnTo>
                  <a:pt x="1117346" y="73459"/>
                </a:lnTo>
                <a:lnTo>
                  <a:pt x="1117734" y="73317"/>
                </a:lnTo>
                <a:close/>
                <a:moveTo>
                  <a:pt x="1178813" y="73459"/>
                </a:moveTo>
                <a:lnTo>
                  <a:pt x="1179191" y="73317"/>
                </a:lnTo>
                <a:lnTo>
                  <a:pt x="1179565" y="73180"/>
                </a:lnTo>
                <a:lnTo>
                  <a:pt x="1179934" y="73049"/>
                </a:lnTo>
                <a:lnTo>
                  <a:pt x="1180299" y="72924"/>
                </a:lnTo>
                <a:lnTo>
                  <a:pt x="1180659" y="72806"/>
                </a:lnTo>
                <a:lnTo>
                  <a:pt x="1181015" y="72693"/>
                </a:lnTo>
                <a:lnTo>
                  <a:pt x="1181366" y="72587"/>
                </a:lnTo>
                <a:lnTo>
                  <a:pt x="1181713" y="72486"/>
                </a:lnTo>
                <a:lnTo>
                  <a:pt x="1182055" y="72392"/>
                </a:lnTo>
                <a:lnTo>
                  <a:pt x="1182393" y="72304"/>
                </a:lnTo>
                <a:lnTo>
                  <a:pt x="1182726" y="72222"/>
                </a:lnTo>
                <a:lnTo>
                  <a:pt x="1183055" y="72146"/>
                </a:lnTo>
                <a:lnTo>
                  <a:pt x="1183380" y="72076"/>
                </a:lnTo>
                <a:lnTo>
                  <a:pt x="1183700" y="72012"/>
                </a:lnTo>
                <a:lnTo>
                  <a:pt x="1184015" y="71954"/>
                </a:lnTo>
                <a:lnTo>
                  <a:pt x="1184326" y="71902"/>
                </a:lnTo>
                <a:lnTo>
                  <a:pt x="1184633" y="71857"/>
                </a:lnTo>
                <a:lnTo>
                  <a:pt x="1184935" y="71817"/>
                </a:lnTo>
                <a:lnTo>
                  <a:pt x="1185233" y="71784"/>
                </a:lnTo>
                <a:lnTo>
                  <a:pt x="1185526" y="71756"/>
                </a:lnTo>
                <a:lnTo>
                  <a:pt x="1185815" y="71735"/>
                </a:lnTo>
                <a:lnTo>
                  <a:pt x="1186099" y="71720"/>
                </a:lnTo>
                <a:lnTo>
                  <a:pt x="1186379" y="71711"/>
                </a:lnTo>
                <a:lnTo>
                  <a:pt x="1186654" y="71708"/>
                </a:lnTo>
                <a:lnTo>
                  <a:pt x="1186905" y="71710"/>
                </a:lnTo>
                <a:lnTo>
                  <a:pt x="1187153" y="71718"/>
                </a:lnTo>
                <a:lnTo>
                  <a:pt x="1187396" y="71731"/>
                </a:lnTo>
                <a:lnTo>
                  <a:pt x="1187634" y="71750"/>
                </a:lnTo>
                <a:lnTo>
                  <a:pt x="1187869" y="71774"/>
                </a:lnTo>
                <a:lnTo>
                  <a:pt x="1188099" y="71803"/>
                </a:lnTo>
                <a:lnTo>
                  <a:pt x="1188324" y="71837"/>
                </a:lnTo>
                <a:lnTo>
                  <a:pt x="1188546" y="71876"/>
                </a:lnTo>
                <a:lnTo>
                  <a:pt x="1188763" y="71921"/>
                </a:lnTo>
                <a:lnTo>
                  <a:pt x="1188976" y="71971"/>
                </a:lnTo>
                <a:lnTo>
                  <a:pt x="1189185" y="72026"/>
                </a:lnTo>
                <a:lnTo>
                  <a:pt x="1189390" y="72087"/>
                </a:lnTo>
                <a:lnTo>
                  <a:pt x="1189590" y="72153"/>
                </a:lnTo>
                <a:lnTo>
                  <a:pt x="1189786" y="72224"/>
                </a:lnTo>
                <a:lnTo>
                  <a:pt x="1189978" y="72301"/>
                </a:lnTo>
                <a:lnTo>
                  <a:pt x="1190165" y="72382"/>
                </a:lnTo>
                <a:lnTo>
                  <a:pt x="1190348" y="72469"/>
                </a:lnTo>
                <a:lnTo>
                  <a:pt x="1190527" y="72561"/>
                </a:lnTo>
                <a:lnTo>
                  <a:pt x="1190702" y="72659"/>
                </a:lnTo>
                <a:lnTo>
                  <a:pt x="1190872" y="72762"/>
                </a:lnTo>
                <a:lnTo>
                  <a:pt x="1191038" y="72870"/>
                </a:lnTo>
                <a:lnTo>
                  <a:pt x="1191200" y="72983"/>
                </a:lnTo>
                <a:lnTo>
                  <a:pt x="1191358" y="73102"/>
                </a:lnTo>
                <a:lnTo>
                  <a:pt x="1191511" y="73225"/>
                </a:lnTo>
                <a:lnTo>
                  <a:pt x="1191660" y="73357"/>
                </a:lnTo>
                <a:lnTo>
                  <a:pt x="1191807" y="73497"/>
                </a:lnTo>
                <a:lnTo>
                  <a:pt x="1191950" y="73647"/>
                </a:lnTo>
                <a:lnTo>
                  <a:pt x="1192090" y="73806"/>
                </a:lnTo>
                <a:lnTo>
                  <a:pt x="1192226" y="73974"/>
                </a:lnTo>
                <a:lnTo>
                  <a:pt x="1192359" y="74152"/>
                </a:lnTo>
                <a:lnTo>
                  <a:pt x="1192489" y="74339"/>
                </a:lnTo>
                <a:lnTo>
                  <a:pt x="1192616" y="74536"/>
                </a:lnTo>
                <a:lnTo>
                  <a:pt x="1192740" y="74742"/>
                </a:lnTo>
                <a:lnTo>
                  <a:pt x="1192860" y="74957"/>
                </a:lnTo>
                <a:lnTo>
                  <a:pt x="1192977" y="75181"/>
                </a:lnTo>
                <a:lnTo>
                  <a:pt x="1193091" y="75415"/>
                </a:lnTo>
                <a:lnTo>
                  <a:pt x="1193201" y="75658"/>
                </a:lnTo>
                <a:lnTo>
                  <a:pt x="1193309" y="75911"/>
                </a:lnTo>
                <a:lnTo>
                  <a:pt x="1193413" y="76173"/>
                </a:lnTo>
                <a:lnTo>
                  <a:pt x="1193513" y="76444"/>
                </a:lnTo>
                <a:lnTo>
                  <a:pt x="1193611" y="76724"/>
                </a:lnTo>
                <a:lnTo>
                  <a:pt x="1193705" y="77014"/>
                </a:lnTo>
                <a:lnTo>
                  <a:pt x="1193796" y="77313"/>
                </a:lnTo>
                <a:lnTo>
                  <a:pt x="1193884" y="77622"/>
                </a:lnTo>
                <a:lnTo>
                  <a:pt x="1193969" y="77940"/>
                </a:lnTo>
                <a:lnTo>
                  <a:pt x="1194050" y="78267"/>
                </a:lnTo>
                <a:lnTo>
                  <a:pt x="1194128" y="78603"/>
                </a:lnTo>
                <a:lnTo>
                  <a:pt x="1194203" y="78949"/>
                </a:lnTo>
                <a:lnTo>
                  <a:pt x="1194274" y="79325"/>
                </a:lnTo>
                <a:lnTo>
                  <a:pt x="1194343" y="79754"/>
                </a:lnTo>
                <a:lnTo>
                  <a:pt x="1194408" y="80235"/>
                </a:lnTo>
                <a:lnTo>
                  <a:pt x="1194471" y="80768"/>
                </a:lnTo>
                <a:lnTo>
                  <a:pt x="1194530" y="81354"/>
                </a:lnTo>
                <a:lnTo>
                  <a:pt x="1194587" y="81992"/>
                </a:lnTo>
                <a:lnTo>
                  <a:pt x="1194640" y="82682"/>
                </a:lnTo>
                <a:lnTo>
                  <a:pt x="1194690" y="83424"/>
                </a:lnTo>
                <a:lnTo>
                  <a:pt x="1194737" y="84219"/>
                </a:lnTo>
                <a:lnTo>
                  <a:pt x="1194782" y="85066"/>
                </a:lnTo>
                <a:lnTo>
                  <a:pt x="1194823" y="85966"/>
                </a:lnTo>
                <a:lnTo>
                  <a:pt x="1194861" y="86917"/>
                </a:lnTo>
                <a:lnTo>
                  <a:pt x="1194896" y="87921"/>
                </a:lnTo>
                <a:lnTo>
                  <a:pt x="1194928" y="88978"/>
                </a:lnTo>
                <a:lnTo>
                  <a:pt x="1194957" y="90086"/>
                </a:lnTo>
                <a:lnTo>
                  <a:pt x="1194983" y="91247"/>
                </a:lnTo>
                <a:lnTo>
                  <a:pt x="1195006" y="92460"/>
                </a:lnTo>
                <a:lnTo>
                  <a:pt x="1195025" y="93726"/>
                </a:lnTo>
                <a:lnTo>
                  <a:pt x="1195042" y="95044"/>
                </a:lnTo>
                <a:lnTo>
                  <a:pt x="1195056" y="96414"/>
                </a:lnTo>
                <a:lnTo>
                  <a:pt x="1195067" y="97836"/>
                </a:lnTo>
                <a:lnTo>
                  <a:pt x="1195074" y="99311"/>
                </a:lnTo>
                <a:lnTo>
                  <a:pt x="1195079" y="100838"/>
                </a:lnTo>
                <a:lnTo>
                  <a:pt x="1195080" y="102418"/>
                </a:lnTo>
                <a:lnTo>
                  <a:pt x="1195080" y="142121"/>
                </a:lnTo>
                <a:lnTo>
                  <a:pt x="1195075" y="143081"/>
                </a:lnTo>
                <a:lnTo>
                  <a:pt x="1195060" y="144015"/>
                </a:lnTo>
                <a:lnTo>
                  <a:pt x="1195036" y="144922"/>
                </a:lnTo>
                <a:lnTo>
                  <a:pt x="1195001" y="145804"/>
                </a:lnTo>
                <a:lnTo>
                  <a:pt x="1194956" y="146659"/>
                </a:lnTo>
                <a:lnTo>
                  <a:pt x="1194901" y="147489"/>
                </a:lnTo>
                <a:lnTo>
                  <a:pt x="1194836" y="148292"/>
                </a:lnTo>
                <a:lnTo>
                  <a:pt x="1194762" y="149069"/>
                </a:lnTo>
                <a:lnTo>
                  <a:pt x="1194677" y="149820"/>
                </a:lnTo>
                <a:lnTo>
                  <a:pt x="1194583" y="150545"/>
                </a:lnTo>
                <a:lnTo>
                  <a:pt x="1194478" y="151243"/>
                </a:lnTo>
                <a:lnTo>
                  <a:pt x="1194364" y="151916"/>
                </a:lnTo>
                <a:lnTo>
                  <a:pt x="1194239" y="152562"/>
                </a:lnTo>
                <a:lnTo>
                  <a:pt x="1194105" y="153182"/>
                </a:lnTo>
                <a:lnTo>
                  <a:pt x="1193960" y="153776"/>
                </a:lnTo>
                <a:lnTo>
                  <a:pt x="1193806" y="154344"/>
                </a:lnTo>
                <a:lnTo>
                  <a:pt x="1193642" y="154886"/>
                </a:lnTo>
                <a:lnTo>
                  <a:pt x="1193467" y="155401"/>
                </a:lnTo>
                <a:lnTo>
                  <a:pt x="1193283" y="155891"/>
                </a:lnTo>
                <a:lnTo>
                  <a:pt x="1193089" y="156354"/>
                </a:lnTo>
                <a:lnTo>
                  <a:pt x="1192885" y="156791"/>
                </a:lnTo>
                <a:lnTo>
                  <a:pt x="1192671" y="157202"/>
                </a:lnTo>
                <a:lnTo>
                  <a:pt x="1192447" y="157587"/>
                </a:lnTo>
                <a:lnTo>
                  <a:pt x="1192213" y="157946"/>
                </a:lnTo>
                <a:lnTo>
                  <a:pt x="1191965" y="158284"/>
                </a:lnTo>
                <a:lnTo>
                  <a:pt x="1191698" y="158607"/>
                </a:lnTo>
                <a:lnTo>
                  <a:pt x="1191413" y="158917"/>
                </a:lnTo>
                <a:lnTo>
                  <a:pt x="1191109" y="159212"/>
                </a:lnTo>
                <a:lnTo>
                  <a:pt x="1190787" y="159492"/>
                </a:lnTo>
                <a:lnTo>
                  <a:pt x="1190447" y="159758"/>
                </a:lnTo>
                <a:lnTo>
                  <a:pt x="1190087" y="160010"/>
                </a:lnTo>
                <a:lnTo>
                  <a:pt x="1189710" y="160248"/>
                </a:lnTo>
                <a:lnTo>
                  <a:pt x="1189314" y="160471"/>
                </a:lnTo>
                <a:lnTo>
                  <a:pt x="1188899" y="160679"/>
                </a:lnTo>
                <a:lnTo>
                  <a:pt x="1188466" y="160873"/>
                </a:lnTo>
                <a:lnTo>
                  <a:pt x="1188015" y="161053"/>
                </a:lnTo>
                <a:lnTo>
                  <a:pt x="1187544" y="161219"/>
                </a:lnTo>
                <a:lnTo>
                  <a:pt x="1187056" y="161370"/>
                </a:lnTo>
                <a:lnTo>
                  <a:pt x="1186549" y="161507"/>
                </a:lnTo>
                <a:lnTo>
                  <a:pt x="1186023" y="161629"/>
                </a:lnTo>
                <a:lnTo>
                  <a:pt x="1185479" y="161737"/>
                </a:lnTo>
                <a:lnTo>
                  <a:pt x="1184917" y="161830"/>
                </a:lnTo>
                <a:lnTo>
                  <a:pt x="1184336" y="161909"/>
                </a:lnTo>
                <a:lnTo>
                  <a:pt x="1183736" y="161974"/>
                </a:lnTo>
                <a:lnTo>
                  <a:pt x="1183118" y="162024"/>
                </a:lnTo>
                <a:lnTo>
                  <a:pt x="1182482" y="162060"/>
                </a:lnTo>
                <a:lnTo>
                  <a:pt x="1181827" y="162082"/>
                </a:lnTo>
                <a:lnTo>
                  <a:pt x="1181154" y="162089"/>
                </a:lnTo>
                <a:lnTo>
                  <a:pt x="1178813" y="162089"/>
                </a:lnTo>
                <a:lnTo>
                  <a:pt x="1178813" y="166419"/>
                </a:lnTo>
                <a:lnTo>
                  <a:pt x="1231828" y="166419"/>
                </a:lnTo>
                <a:lnTo>
                  <a:pt x="1231828" y="162089"/>
                </a:lnTo>
                <a:lnTo>
                  <a:pt x="1231107" y="162086"/>
                </a:lnTo>
                <a:lnTo>
                  <a:pt x="1230406" y="162078"/>
                </a:lnTo>
                <a:lnTo>
                  <a:pt x="1229726" y="162065"/>
                </a:lnTo>
                <a:lnTo>
                  <a:pt x="1229067" y="162046"/>
                </a:lnTo>
                <a:lnTo>
                  <a:pt x="1228428" y="162021"/>
                </a:lnTo>
                <a:lnTo>
                  <a:pt x="1227809" y="161991"/>
                </a:lnTo>
                <a:lnTo>
                  <a:pt x="1227211" y="161955"/>
                </a:lnTo>
                <a:lnTo>
                  <a:pt x="1226633" y="161914"/>
                </a:lnTo>
                <a:lnTo>
                  <a:pt x="1226076" y="161868"/>
                </a:lnTo>
                <a:lnTo>
                  <a:pt x="1225540" y="161816"/>
                </a:lnTo>
                <a:lnTo>
                  <a:pt x="1225024" y="161759"/>
                </a:lnTo>
                <a:lnTo>
                  <a:pt x="1224528" y="161696"/>
                </a:lnTo>
                <a:lnTo>
                  <a:pt x="1224054" y="161628"/>
                </a:lnTo>
                <a:lnTo>
                  <a:pt x="1223599" y="161554"/>
                </a:lnTo>
                <a:lnTo>
                  <a:pt x="1223165" y="161475"/>
                </a:lnTo>
                <a:lnTo>
                  <a:pt x="1222752" y="161390"/>
                </a:lnTo>
                <a:lnTo>
                  <a:pt x="1222359" y="161300"/>
                </a:lnTo>
                <a:lnTo>
                  <a:pt x="1221987" y="161205"/>
                </a:lnTo>
                <a:lnTo>
                  <a:pt x="1221635" y="161104"/>
                </a:lnTo>
                <a:lnTo>
                  <a:pt x="1221304" y="160997"/>
                </a:lnTo>
                <a:lnTo>
                  <a:pt x="1220993" y="160885"/>
                </a:lnTo>
                <a:lnTo>
                  <a:pt x="1220703" y="160768"/>
                </a:lnTo>
                <a:lnTo>
                  <a:pt x="1220433" y="160645"/>
                </a:lnTo>
                <a:lnTo>
                  <a:pt x="1220184" y="160517"/>
                </a:lnTo>
                <a:lnTo>
                  <a:pt x="1219947" y="160382"/>
                </a:lnTo>
                <a:lnTo>
                  <a:pt x="1219714" y="160242"/>
                </a:lnTo>
                <a:lnTo>
                  <a:pt x="1219486" y="160095"/>
                </a:lnTo>
                <a:lnTo>
                  <a:pt x="1219262" y="159942"/>
                </a:lnTo>
                <a:lnTo>
                  <a:pt x="1219042" y="159783"/>
                </a:lnTo>
                <a:lnTo>
                  <a:pt x="1218827" y="159618"/>
                </a:lnTo>
                <a:lnTo>
                  <a:pt x="1218616" y="159446"/>
                </a:lnTo>
                <a:lnTo>
                  <a:pt x="1218409" y="159268"/>
                </a:lnTo>
                <a:lnTo>
                  <a:pt x="1218206" y="159084"/>
                </a:lnTo>
                <a:lnTo>
                  <a:pt x="1218008" y="158893"/>
                </a:lnTo>
                <a:lnTo>
                  <a:pt x="1217813" y="158696"/>
                </a:lnTo>
                <a:lnTo>
                  <a:pt x="1217624" y="158493"/>
                </a:lnTo>
                <a:lnTo>
                  <a:pt x="1217438" y="158284"/>
                </a:lnTo>
                <a:lnTo>
                  <a:pt x="1217257" y="158068"/>
                </a:lnTo>
                <a:lnTo>
                  <a:pt x="1217080" y="157847"/>
                </a:lnTo>
                <a:lnTo>
                  <a:pt x="1216907" y="157618"/>
                </a:lnTo>
                <a:lnTo>
                  <a:pt x="1216738" y="157384"/>
                </a:lnTo>
                <a:lnTo>
                  <a:pt x="1216574" y="157143"/>
                </a:lnTo>
                <a:lnTo>
                  <a:pt x="1216414" y="156897"/>
                </a:lnTo>
                <a:lnTo>
                  <a:pt x="1216258" y="156643"/>
                </a:lnTo>
                <a:lnTo>
                  <a:pt x="1216107" y="156384"/>
                </a:lnTo>
                <a:lnTo>
                  <a:pt x="1215960" y="156118"/>
                </a:lnTo>
                <a:lnTo>
                  <a:pt x="1215817" y="155847"/>
                </a:lnTo>
                <a:lnTo>
                  <a:pt x="1215678" y="155568"/>
                </a:lnTo>
                <a:lnTo>
                  <a:pt x="1215573" y="155341"/>
                </a:lnTo>
                <a:lnTo>
                  <a:pt x="1215472" y="155084"/>
                </a:lnTo>
                <a:lnTo>
                  <a:pt x="1215376" y="154799"/>
                </a:lnTo>
                <a:lnTo>
                  <a:pt x="1215285" y="154485"/>
                </a:lnTo>
                <a:lnTo>
                  <a:pt x="1215197" y="154143"/>
                </a:lnTo>
                <a:lnTo>
                  <a:pt x="1215115" y="153771"/>
                </a:lnTo>
                <a:lnTo>
                  <a:pt x="1215037" y="153372"/>
                </a:lnTo>
                <a:lnTo>
                  <a:pt x="1214963" y="152943"/>
                </a:lnTo>
                <a:lnTo>
                  <a:pt x="1214893" y="152485"/>
                </a:lnTo>
                <a:lnTo>
                  <a:pt x="1214829" y="151999"/>
                </a:lnTo>
                <a:lnTo>
                  <a:pt x="1214768" y="151485"/>
                </a:lnTo>
                <a:lnTo>
                  <a:pt x="1214712" y="150941"/>
                </a:lnTo>
                <a:lnTo>
                  <a:pt x="1214661" y="150369"/>
                </a:lnTo>
                <a:lnTo>
                  <a:pt x="1214614" y="149768"/>
                </a:lnTo>
                <a:lnTo>
                  <a:pt x="1214572" y="149138"/>
                </a:lnTo>
                <a:lnTo>
                  <a:pt x="1214534" y="148480"/>
                </a:lnTo>
                <a:lnTo>
                  <a:pt x="1214500" y="147793"/>
                </a:lnTo>
                <a:lnTo>
                  <a:pt x="1214471" y="147077"/>
                </a:lnTo>
                <a:lnTo>
                  <a:pt x="1214446" y="146332"/>
                </a:lnTo>
                <a:lnTo>
                  <a:pt x="1214426" y="145559"/>
                </a:lnTo>
                <a:lnTo>
                  <a:pt x="1214411" y="144757"/>
                </a:lnTo>
                <a:lnTo>
                  <a:pt x="1214400" y="143927"/>
                </a:lnTo>
                <a:lnTo>
                  <a:pt x="1214393" y="143067"/>
                </a:lnTo>
                <a:lnTo>
                  <a:pt x="1214391" y="142179"/>
                </a:lnTo>
                <a:lnTo>
                  <a:pt x="1214391" y="85942"/>
                </a:lnTo>
                <a:lnTo>
                  <a:pt x="1215542" y="84706"/>
                </a:lnTo>
                <a:lnTo>
                  <a:pt x="1216693" y="83524"/>
                </a:lnTo>
                <a:lnTo>
                  <a:pt x="1217845" y="82394"/>
                </a:lnTo>
                <a:lnTo>
                  <a:pt x="1218997" y="81316"/>
                </a:lnTo>
                <a:lnTo>
                  <a:pt x="1220150" y="80291"/>
                </a:lnTo>
                <a:lnTo>
                  <a:pt x="1221303" y="79319"/>
                </a:lnTo>
                <a:lnTo>
                  <a:pt x="1222456" y="78399"/>
                </a:lnTo>
                <a:lnTo>
                  <a:pt x="1223610" y="77532"/>
                </a:lnTo>
                <a:lnTo>
                  <a:pt x="1224764" y="76717"/>
                </a:lnTo>
                <a:lnTo>
                  <a:pt x="1225919" y="75955"/>
                </a:lnTo>
                <a:lnTo>
                  <a:pt x="1227074" y="75246"/>
                </a:lnTo>
                <a:lnTo>
                  <a:pt x="1228230" y="74589"/>
                </a:lnTo>
                <a:lnTo>
                  <a:pt x="1229386" y="73984"/>
                </a:lnTo>
                <a:lnTo>
                  <a:pt x="1230542" y="73432"/>
                </a:lnTo>
                <a:lnTo>
                  <a:pt x="1231699" y="72933"/>
                </a:lnTo>
                <a:lnTo>
                  <a:pt x="1232856" y="72486"/>
                </a:lnTo>
                <a:lnTo>
                  <a:pt x="1234013" y="72092"/>
                </a:lnTo>
                <a:lnTo>
                  <a:pt x="1235171" y="71750"/>
                </a:lnTo>
                <a:lnTo>
                  <a:pt x="1236329" y="71461"/>
                </a:lnTo>
                <a:lnTo>
                  <a:pt x="1237488" y="71225"/>
                </a:lnTo>
                <a:lnTo>
                  <a:pt x="1238647" y="71041"/>
                </a:lnTo>
                <a:lnTo>
                  <a:pt x="1239807" y="70909"/>
                </a:lnTo>
                <a:lnTo>
                  <a:pt x="1240967" y="70831"/>
                </a:lnTo>
                <a:lnTo>
                  <a:pt x="1242127" y="70804"/>
                </a:lnTo>
                <a:lnTo>
                  <a:pt x="1242869" y="70816"/>
                </a:lnTo>
                <a:lnTo>
                  <a:pt x="1243593" y="70850"/>
                </a:lnTo>
                <a:lnTo>
                  <a:pt x="1244299" y="70907"/>
                </a:lnTo>
                <a:lnTo>
                  <a:pt x="1244986" y="70987"/>
                </a:lnTo>
                <a:lnTo>
                  <a:pt x="1245656" y="71090"/>
                </a:lnTo>
                <a:lnTo>
                  <a:pt x="1246307" y="71216"/>
                </a:lnTo>
                <a:lnTo>
                  <a:pt x="1246941" y="71364"/>
                </a:lnTo>
                <a:lnTo>
                  <a:pt x="1247556" y="71535"/>
                </a:lnTo>
                <a:lnTo>
                  <a:pt x="1248153" y="71730"/>
                </a:lnTo>
                <a:lnTo>
                  <a:pt x="1248733" y="71947"/>
                </a:lnTo>
                <a:lnTo>
                  <a:pt x="1249294" y="72186"/>
                </a:lnTo>
                <a:lnTo>
                  <a:pt x="1249837" y="72449"/>
                </a:lnTo>
                <a:lnTo>
                  <a:pt x="1250362" y="72735"/>
                </a:lnTo>
                <a:lnTo>
                  <a:pt x="1250868" y="73043"/>
                </a:lnTo>
                <a:lnTo>
                  <a:pt x="1251357" y="73374"/>
                </a:lnTo>
                <a:lnTo>
                  <a:pt x="1251828" y="73728"/>
                </a:lnTo>
                <a:lnTo>
                  <a:pt x="1252280" y="74105"/>
                </a:lnTo>
                <a:lnTo>
                  <a:pt x="1252715" y="74505"/>
                </a:lnTo>
                <a:lnTo>
                  <a:pt x="1253131" y="74928"/>
                </a:lnTo>
                <a:lnTo>
                  <a:pt x="1253530" y="75373"/>
                </a:lnTo>
                <a:lnTo>
                  <a:pt x="1253910" y="75842"/>
                </a:lnTo>
                <a:lnTo>
                  <a:pt x="1254272" y="76333"/>
                </a:lnTo>
                <a:lnTo>
                  <a:pt x="1254616" y="76847"/>
                </a:lnTo>
                <a:lnTo>
                  <a:pt x="1254942" y="77384"/>
                </a:lnTo>
                <a:lnTo>
                  <a:pt x="1255253" y="77946"/>
                </a:lnTo>
                <a:lnTo>
                  <a:pt x="1255550" y="78536"/>
                </a:lnTo>
                <a:lnTo>
                  <a:pt x="1255834" y="79153"/>
                </a:lnTo>
                <a:lnTo>
                  <a:pt x="1256104" y="79798"/>
                </a:lnTo>
                <a:lnTo>
                  <a:pt x="1256362" y="80471"/>
                </a:lnTo>
                <a:lnTo>
                  <a:pt x="1256606" y="81172"/>
                </a:lnTo>
                <a:lnTo>
                  <a:pt x="1256837" y="81900"/>
                </a:lnTo>
                <a:lnTo>
                  <a:pt x="1257055" y="82656"/>
                </a:lnTo>
                <a:lnTo>
                  <a:pt x="1257260" y="83439"/>
                </a:lnTo>
                <a:lnTo>
                  <a:pt x="1257451" y="84251"/>
                </a:lnTo>
                <a:lnTo>
                  <a:pt x="1257630" y="85090"/>
                </a:lnTo>
                <a:lnTo>
                  <a:pt x="1257795" y="85956"/>
                </a:lnTo>
                <a:lnTo>
                  <a:pt x="1257947" y="86851"/>
                </a:lnTo>
                <a:lnTo>
                  <a:pt x="1258085" y="87773"/>
                </a:lnTo>
                <a:lnTo>
                  <a:pt x="1258211" y="88722"/>
                </a:lnTo>
                <a:lnTo>
                  <a:pt x="1258323" y="89700"/>
                </a:lnTo>
                <a:lnTo>
                  <a:pt x="1258422" y="90705"/>
                </a:lnTo>
                <a:lnTo>
                  <a:pt x="1258508" y="91737"/>
                </a:lnTo>
                <a:lnTo>
                  <a:pt x="1258581" y="92798"/>
                </a:lnTo>
                <a:lnTo>
                  <a:pt x="1258640" y="93886"/>
                </a:lnTo>
                <a:lnTo>
                  <a:pt x="1258686" y="95002"/>
                </a:lnTo>
                <a:lnTo>
                  <a:pt x="1258719" y="96145"/>
                </a:lnTo>
                <a:lnTo>
                  <a:pt x="1258739" y="97316"/>
                </a:lnTo>
                <a:lnTo>
                  <a:pt x="1258746" y="98515"/>
                </a:lnTo>
                <a:lnTo>
                  <a:pt x="1258746" y="142179"/>
                </a:lnTo>
                <a:lnTo>
                  <a:pt x="1258745" y="142933"/>
                </a:lnTo>
                <a:lnTo>
                  <a:pt x="1258742" y="143660"/>
                </a:lnTo>
                <a:lnTo>
                  <a:pt x="1258738" y="144362"/>
                </a:lnTo>
                <a:lnTo>
                  <a:pt x="1258733" y="145038"/>
                </a:lnTo>
                <a:lnTo>
                  <a:pt x="1258725" y="145688"/>
                </a:lnTo>
                <a:lnTo>
                  <a:pt x="1258716" y="146313"/>
                </a:lnTo>
                <a:lnTo>
                  <a:pt x="1258706" y="146911"/>
                </a:lnTo>
                <a:lnTo>
                  <a:pt x="1258694" y="147483"/>
                </a:lnTo>
                <a:lnTo>
                  <a:pt x="1258680" y="148030"/>
                </a:lnTo>
                <a:lnTo>
                  <a:pt x="1258664" y="148551"/>
                </a:lnTo>
                <a:lnTo>
                  <a:pt x="1258647" y="149046"/>
                </a:lnTo>
                <a:lnTo>
                  <a:pt x="1258629" y="149515"/>
                </a:lnTo>
                <a:lnTo>
                  <a:pt x="1258608" y="149958"/>
                </a:lnTo>
                <a:lnTo>
                  <a:pt x="1258586" y="150375"/>
                </a:lnTo>
                <a:lnTo>
                  <a:pt x="1258563" y="150767"/>
                </a:lnTo>
                <a:lnTo>
                  <a:pt x="1258538" y="151132"/>
                </a:lnTo>
                <a:lnTo>
                  <a:pt x="1258511" y="151472"/>
                </a:lnTo>
                <a:lnTo>
                  <a:pt x="1258482" y="151786"/>
                </a:lnTo>
                <a:lnTo>
                  <a:pt x="1258452" y="152074"/>
                </a:lnTo>
                <a:lnTo>
                  <a:pt x="1258421" y="152336"/>
                </a:lnTo>
                <a:lnTo>
                  <a:pt x="1258387" y="152572"/>
                </a:lnTo>
                <a:lnTo>
                  <a:pt x="1258352" y="152782"/>
                </a:lnTo>
                <a:lnTo>
                  <a:pt x="1258316" y="152967"/>
                </a:lnTo>
                <a:lnTo>
                  <a:pt x="1258278" y="153125"/>
                </a:lnTo>
                <a:lnTo>
                  <a:pt x="1258177" y="153490"/>
                </a:lnTo>
                <a:lnTo>
                  <a:pt x="1258070" y="153847"/>
                </a:lnTo>
                <a:lnTo>
                  <a:pt x="1257957" y="154197"/>
                </a:lnTo>
                <a:lnTo>
                  <a:pt x="1257837" y="154539"/>
                </a:lnTo>
                <a:lnTo>
                  <a:pt x="1257711" y="154874"/>
                </a:lnTo>
                <a:lnTo>
                  <a:pt x="1257579" y="155202"/>
                </a:lnTo>
                <a:lnTo>
                  <a:pt x="1257441" y="155522"/>
                </a:lnTo>
                <a:lnTo>
                  <a:pt x="1257296" y="155834"/>
                </a:lnTo>
                <a:lnTo>
                  <a:pt x="1257145" y="156139"/>
                </a:lnTo>
                <a:lnTo>
                  <a:pt x="1256987" y="156437"/>
                </a:lnTo>
                <a:lnTo>
                  <a:pt x="1256824" y="156727"/>
                </a:lnTo>
                <a:lnTo>
                  <a:pt x="1256654" y="157009"/>
                </a:lnTo>
                <a:lnTo>
                  <a:pt x="1256477" y="157284"/>
                </a:lnTo>
                <a:lnTo>
                  <a:pt x="1256295" y="157552"/>
                </a:lnTo>
                <a:lnTo>
                  <a:pt x="1256106" y="157812"/>
                </a:lnTo>
                <a:lnTo>
                  <a:pt x="1255911" y="158065"/>
                </a:lnTo>
                <a:lnTo>
                  <a:pt x="1255709" y="158310"/>
                </a:lnTo>
                <a:lnTo>
                  <a:pt x="1255502" y="158548"/>
                </a:lnTo>
                <a:lnTo>
                  <a:pt x="1255288" y="158778"/>
                </a:lnTo>
                <a:lnTo>
                  <a:pt x="1255067" y="159001"/>
                </a:lnTo>
                <a:lnTo>
                  <a:pt x="1254841" y="159217"/>
                </a:lnTo>
                <a:lnTo>
                  <a:pt x="1254608" y="159425"/>
                </a:lnTo>
                <a:lnTo>
                  <a:pt x="1254368" y="159625"/>
                </a:lnTo>
                <a:lnTo>
                  <a:pt x="1254123" y="159818"/>
                </a:lnTo>
                <a:lnTo>
                  <a:pt x="1253866" y="160003"/>
                </a:lnTo>
                <a:lnTo>
                  <a:pt x="1253594" y="160181"/>
                </a:lnTo>
                <a:lnTo>
                  <a:pt x="1253306" y="160350"/>
                </a:lnTo>
                <a:lnTo>
                  <a:pt x="1253003" y="160512"/>
                </a:lnTo>
                <a:lnTo>
                  <a:pt x="1252684" y="160666"/>
                </a:lnTo>
                <a:lnTo>
                  <a:pt x="1252349" y="160812"/>
                </a:lnTo>
                <a:lnTo>
                  <a:pt x="1251999" y="160950"/>
                </a:lnTo>
                <a:lnTo>
                  <a:pt x="1251633" y="161080"/>
                </a:lnTo>
                <a:lnTo>
                  <a:pt x="1251251" y="161202"/>
                </a:lnTo>
                <a:lnTo>
                  <a:pt x="1250854" y="161316"/>
                </a:lnTo>
                <a:lnTo>
                  <a:pt x="1250441" y="161423"/>
                </a:lnTo>
                <a:lnTo>
                  <a:pt x="1250012" y="161521"/>
                </a:lnTo>
                <a:lnTo>
                  <a:pt x="1249568" y="161612"/>
                </a:lnTo>
                <a:lnTo>
                  <a:pt x="1249108" y="161695"/>
                </a:lnTo>
                <a:lnTo>
                  <a:pt x="1248632" y="161770"/>
                </a:lnTo>
                <a:lnTo>
                  <a:pt x="1248141" y="161837"/>
                </a:lnTo>
                <a:lnTo>
                  <a:pt x="1247634" y="161896"/>
                </a:lnTo>
                <a:lnTo>
                  <a:pt x="1247112" y="161947"/>
                </a:lnTo>
                <a:lnTo>
                  <a:pt x="1246574" y="161991"/>
                </a:lnTo>
                <a:lnTo>
                  <a:pt x="1246020" y="162026"/>
                </a:lnTo>
                <a:lnTo>
                  <a:pt x="1245451" y="162054"/>
                </a:lnTo>
                <a:lnTo>
                  <a:pt x="1244866" y="162073"/>
                </a:lnTo>
                <a:lnTo>
                  <a:pt x="1244265" y="162085"/>
                </a:lnTo>
                <a:lnTo>
                  <a:pt x="1243649" y="162089"/>
                </a:lnTo>
                <a:lnTo>
                  <a:pt x="1241425" y="162089"/>
                </a:lnTo>
                <a:lnTo>
                  <a:pt x="1241425" y="166419"/>
                </a:lnTo>
                <a:lnTo>
                  <a:pt x="1294440" y="166419"/>
                </a:lnTo>
                <a:lnTo>
                  <a:pt x="1294440" y="162089"/>
                </a:lnTo>
                <a:lnTo>
                  <a:pt x="1293805" y="162086"/>
                </a:lnTo>
                <a:lnTo>
                  <a:pt x="1293187" y="162078"/>
                </a:lnTo>
                <a:lnTo>
                  <a:pt x="1292585" y="162064"/>
                </a:lnTo>
                <a:lnTo>
                  <a:pt x="1292001" y="162044"/>
                </a:lnTo>
                <a:lnTo>
                  <a:pt x="1291433" y="162018"/>
                </a:lnTo>
                <a:lnTo>
                  <a:pt x="1290882" y="161987"/>
                </a:lnTo>
                <a:lnTo>
                  <a:pt x="1290348" y="161950"/>
                </a:lnTo>
                <a:lnTo>
                  <a:pt x="1289831" y="161908"/>
                </a:lnTo>
                <a:lnTo>
                  <a:pt x="1289330" y="161859"/>
                </a:lnTo>
                <a:lnTo>
                  <a:pt x="1288847" y="161805"/>
                </a:lnTo>
                <a:lnTo>
                  <a:pt x="1288380" y="161746"/>
                </a:lnTo>
                <a:lnTo>
                  <a:pt x="1287931" y="161681"/>
                </a:lnTo>
                <a:lnTo>
                  <a:pt x="1287498" y="161610"/>
                </a:lnTo>
                <a:lnTo>
                  <a:pt x="1287082" y="161533"/>
                </a:lnTo>
                <a:lnTo>
                  <a:pt x="1286682" y="161451"/>
                </a:lnTo>
                <a:lnTo>
                  <a:pt x="1286300" y="161363"/>
                </a:lnTo>
                <a:lnTo>
                  <a:pt x="1285935" y="161269"/>
                </a:lnTo>
                <a:lnTo>
                  <a:pt x="1285586" y="161170"/>
                </a:lnTo>
                <a:lnTo>
                  <a:pt x="1285255" y="161065"/>
                </a:lnTo>
                <a:lnTo>
                  <a:pt x="1284940" y="160954"/>
                </a:lnTo>
                <a:lnTo>
                  <a:pt x="1284642" y="160838"/>
                </a:lnTo>
                <a:lnTo>
                  <a:pt x="1284361" y="160716"/>
                </a:lnTo>
                <a:lnTo>
                  <a:pt x="1284096" y="160588"/>
                </a:lnTo>
                <a:lnTo>
                  <a:pt x="1283849" y="160454"/>
                </a:lnTo>
                <a:lnTo>
                  <a:pt x="1283613" y="160316"/>
                </a:lnTo>
                <a:lnTo>
                  <a:pt x="1283382" y="160173"/>
                </a:lnTo>
                <a:lnTo>
                  <a:pt x="1283157" y="160026"/>
                </a:lnTo>
                <a:lnTo>
                  <a:pt x="1282937" y="159874"/>
                </a:lnTo>
                <a:lnTo>
                  <a:pt x="1282723" y="159718"/>
                </a:lnTo>
                <a:lnTo>
                  <a:pt x="1282514" y="159557"/>
                </a:lnTo>
                <a:lnTo>
                  <a:pt x="1282311" y="159392"/>
                </a:lnTo>
                <a:lnTo>
                  <a:pt x="1282113" y="159222"/>
                </a:lnTo>
                <a:lnTo>
                  <a:pt x="1281921" y="159048"/>
                </a:lnTo>
                <a:lnTo>
                  <a:pt x="1281734" y="158869"/>
                </a:lnTo>
                <a:lnTo>
                  <a:pt x="1281553" y="158686"/>
                </a:lnTo>
                <a:lnTo>
                  <a:pt x="1281377" y="158499"/>
                </a:lnTo>
                <a:lnTo>
                  <a:pt x="1281206" y="158307"/>
                </a:lnTo>
                <a:lnTo>
                  <a:pt x="1281041" y="158110"/>
                </a:lnTo>
                <a:lnTo>
                  <a:pt x="1280882" y="157909"/>
                </a:lnTo>
                <a:lnTo>
                  <a:pt x="1280728" y="157704"/>
                </a:lnTo>
                <a:lnTo>
                  <a:pt x="1280580" y="157494"/>
                </a:lnTo>
                <a:lnTo>
                  <a:pt x="1280437" y="157280"/>
                </a:lnTo>
                <a:lnTo>
                  <a:pt x="1280299" y="157061"/>
                </a:lnTo>
                <a:lnTo>
                  <a:pt x="1280167" y="156838"/>
                </a:lnTo>
                <a:lnTo>
                  <a:pt x="1280041" y="156611"/>
                </a:lnTo>
                <a:lnTo>
                  <a:pt x="1279920" y="156379"/>
                </a:lnTo>
                <a:lnTo>
                  <a:pt x="1279804" y="156142"/>
                </a:lnTo>
                <a:lnTo>
                  <a:pt x="1279694" y="155901"/>
                </a:lnTo>
                <a:lnTo>
                  <a:pt x="1279561" y="155588"/>
                </a:lnTo>
                <a:lnTo>
                  <a:pt x="1279433" y="155252"/>
                </a:lnTo>
                <a:lnTo>
                  <a:pt x="1279310" y="154894"/>
                </a:lnTo>
                <a:lnTo>
                  <a:pt x="1279194" y="154513"/>
                </a:lnTo>
                <a:lnTo>
                  <a:pt x="1279083" y="154109"/>
                </a:lnTo>
                <a:lnTo>
                  <a:pt x="1278978" y="153682"/>
                </a:lnTo>
                <a:lnTo>
                  <a:pt x="1278878" y="153233"/>
                </a:lnTo>
                <a:lnTo>
                  <a:pt x="1278784" y="152761"/>
                </a:lnTo>
                <a:lnTo>
                  <a:pt x="1278696" y="152266"/>
                </a:lnTo>
                <a:lnTo>
                  <a:pt x="1278613" y="151749"/>
                </a:lnTo>
                <a:lnTo>
                  <a:pt x="1278537" y="151209"/>
                </a:lnTo>
                <a:lnTo>
                  <a:pt x="1278466" y="150646"/>
                </a:lnTo>
                <a:lnTo>
                  <a:pt x="1278400" y="150060"/>
                </a:lnTo>
                <a:lnTo>
                  <a:pt x="1278340" y="149452"/>
                </a:lnTo>
                <a:lnTo>
                  <a:pt x="1278286" y="148821"/>
                </a:lnTo>
                <a:lnTo>
                  <a:pt x="1278238" y="148167"/>
                </a:lnTo>
                <a:lnTo>
                  <a:pt x="1278195" y="147491"/>
                </a:lnTo>
                <a:lnTo>
                  <a:pt x="1278158" y="146792"/>
                </a:lnTo>
                <a:lnTo>
                  <a:pt x="1278127" y="146070"/>
                </a:lnTo>
                <a:lnTo>
                  <a:pt x="1278101" y="145326"/>
                </a:lnTo>
                <a:lnTo>
                  <a:pt x="1278082" y="144558"/>
                </a:lnTo>
                <a:lnTo>
                  <a:pt x="1278067" y="143769"/>
                </a:lnTo>
                <a:lnTo>
                  <a:pt x="1278059" y="142956"/>
                </a:lnTo>
                <a:lnTo>
                  <a:pt x="1278056" y="142121"/>
                </a:lnTo>
                <a:lnTo>
                  <a:pt x="1278056" y="96464"/>
                </a:lnTo>
                <a:lnTo>
                  <a:pt x="1278051" y="95270"/>
                </a:lnTo>
                <a:lnTo>
                  <a:pt x="1278038" y="94102"/>
                </a:lnTo>
                <a:lnTo>
                  <a:pt x="1278016" y="92960"/>
                </a:lnTo>
                <a:lnTo>
                  <a:pt x="1277984" y="91844"/>
                </a:lnTo>
                <a:lnTo>
                  <a:pt x="1277944" y="90754"/>
                </a:lnTo>
                <a:lnTo>
                  <a:pt x="1277895" y="89690"/>
                </a:lnTo>
                <a:lnTo>
                  <a:pt x="1277837" y="88652"/>
                </a:lnTo>
                <a:lnTo>
                  <a:pt x="1277770" y="87639"/>
                </a:lnTo>
                <a:lnTo>
                  <a:pt x="1277694" y="86653"/>
                </a:lnTo>
                <a:lnTo>
                  <a:pt x="1277609" y="85693"/>
                </a:lnTo>
                <a:lnTo>
                  <a:pt x="1277515" y="84759"/>
                </a:lnTo>
                <a:lnTo>
                  <a:pt x="1277412" y="83851"/>
                </a:lnTo>
                <a:lnTo>
                  <a:pt x="1277301" y="82968"/>
                </a:lnTo>
                <a:lnTo>
                  <a:pt x="1277180" y="82112"/>
                </a:lnTo>
                <a:lnTo>
                  <a:pt x="1277050" y="81282"/>
                </a:lnTo>
                <a:lnTo>
                  <a:pt x="1276912" y="80477"/>
                </a:lnTo>
                <a:lnTo>
                  <a:pt x="1276764" y="79699"/>
                </a:lnTo>
                <a:lnTo>
                  <a:pt x="1276608" y="78946"/>
                </a:lnTo>
                <a:lnTo>
                  <a:pt x="1276442" y="78220"/>
                </a:lnTo>
                <a:lnTo>
                  <a:pt x="1276268" y="77520"/>
                </a:lnTo>
                <a:lnTo>
                  <a:pt x="1276085" y="76845"/>
                </a:lnTo>
                <a:lnTo>
                  <a:pt x="1275892" y="76196"/>
                </a:lnTo>
                <a:lnTo>
                  <a:pt x="1275691" y="75574"/>
                </a:lnTo>
                <a:lnTo>
                  <a:pt x="1275481" y="74977"/>
                </a:lnTo>
                <a:lnTo>
                  <a:pt x="1275165" y="74150"/>
                </a:lnTo>
                <a:lnTo>
                  <a:pt x="1274839" y="73343"/>
                </a:lnTo>
                <a:lnTo>
                  <a:pt x="1274505" y="72555"/>
                </a:lnTo>
                <a:lnTo>
                  <a:pt x="1274161" y="71787"/>
                </a:lnTo>
                <a:lnTo>
                  <a:pt x="1273809" y="71039"/>
                </a:lnTo>
                <a:lnTo>
                  <a:pt x="1273448" y="70310"/>
                </a:lnTo>
                <a:lnTo>
                  <a:pt x="1273078" y="69601"/>
                </a:lnTo>
                <a:lnTo>
                  <a:pt x="1272698" y="68911"/>
                </a:lnTo>
                <a:lnTo>
                  <a:pt x="1272310" y="68242"/>
                </a:lnTo>
                <a:lnTo>
                  <a:pt x="1271913" y="67592"/>
                </a:lnTo>
                <a:lnTo>
                  <a:pt x="1271507" y="66961"/>
                </a:lnTo>
                <a:lnTo>
                  <a:pt x="1271093" y="66351"/>
                </a:lnTo>
                <a:lnTo>
                  <a:pt x="1270669" y="65760"/>
                </a:lnTo>
                <a:lnTo>
                  <a:pt x="1270236" y="65188"/>
                </a:lnTo>
                <a:lnTo>
                  <a:pt x="1269794" y="64637"/>
                </a:lnTo>
                <a:lnTo>
                  <a:pt x="1269344" y="64105"/>
                </a:lnTo>
                <a:lnTo>
                  <a:pt x="1268884" y="63592"/>
                </a:lnTo>
                <a:lnTo>
                  <a:pt x="1268415" y="63100"/>
                </a:lnTo>
                <a:lnTo>
                  <a:pt x="1267938" y="62627"/>
                </a:lnTo>
                <a:lnTo>
                  <a:pt x="1267452" y="62173"/>
                </a:lnTo>
                <a:lnTo>
                  <a:pt x="1266956" y="61740"/>
                </a:lnTo>
                <a:lnTo>
                  <a:pt x="1266452" y="61326"/>
                </a:lnTo>
                <a:lnTo>
                  <a:pt x="1265939" y="60931"/>
                </a:lnTo>
                <a:lnTo>
                  <a:pt x="1265417" y="60557"/>
                </a:lnTo>
                <a:lnTo>
                  <a:pt x="1264886" y="60199"/>
                </a:lnTo>
                <a:lnTo>
                  <a:pt x="1264346" y="59857"/>
                </a:lnTo>
                <a:lnTo>
                  <a:pt x="1263798" y="59530"/>
                </a:lnTo>
                <a:lnTo>
                  <a:pt x="1263242" y="59218"/>
                </a:lnTo>
                <a:lnTo>
                  <a:pt x="1262677" y="58921"/>
                </a:lnTo>
                <a:lnTo>
                  <a:pt x="1262103" y="58640"/>
                </a:lnTo>
                <a:lnTo>
                  <a:pt x="1261521" y="58374"/>
                </a:lnTo>
                <a:lnTo>
                  <a:pt x="1260930" y="58123"/>
                </a:lnTo>
                <a:lnTo>
                  <a:pt x="1260331" y="57887"/>
                </a:lnTo>
                <a:lnTo>
                  <a:pt x="1259723" y="57666"/>
                </a:lnTo>
                <a:lnTo>
                  <a:pt x="1259107" y="57461"/>
                </a:lnTo>
                <a:lnTo>
                  <a:pt x="1258482" y="57271"/>
                </a:lnTo>
                <a:lnTo>
                  <a:pt x="1257849" y="57096"/>
                </a:lnTo>
                <a:lnTo>
                  <a:pt x="1257207" y="56936"/>
                </a:lnTo>
                <a:lnTo>
                  <a:pt x="1256557" y="56791"/>
                </a:lnTo>
                <a:lnTo>
                  <a:pt x="1255898" y="56662"/>
                </a:lnTo>
                <a:lnTo>
                  <a:pt x="1255230" y="56548"/>
                </a:lnTo>
                <a:lnTo>
                  <a:pt x="1254554" y="56449"/>
                </a:lnTo>
                <a:lnTo>
                  <a:pt x="1253870" y="56365"/>
                </a:lnTo>
                <a:lnTo>
                  <a:pt x="1253177" y="56297"/>
                </a:lnTo>
                <a:lnTo>
                  <a:pt x="1252475" y="56244"/>
                </a:lnTo>
                <a:lnTo>
                  <a:pt x="1251765" y="56206"/>
                </a:lnTo>
                <a:lnTo>
                  <a:pt x="1251047" y="56183"/>
                </a:lnTo>
                <a:lnTo>
                  <a:pt x="1250319" y="56175"/>
                </a:lnTo>
                <a:lnTo>
                  <a:pt x="1248892" y="56215"/>
                </a:lnTo>
                <a:lnTo>
                  <a:pt x="1247459" y="56333"/>
                </a:lnTo>
                <a:lnTo>
                  <a:pt x="1246020" y="56530"/>
                </a:lnTo>
                <a:lnTo>
                  <a:pt x="1244575" y="56806"/>
                </a:lnTo>
                <a:lnTo>
                  <a:pt x="1243124" y="57161"/>
                </a:lnTo>
                <a:lnTo>
                  <a:pt x="1241666" y="57594"/>
                </a:lnTo>
                <a:lnTo>
                  <a:pt x="1240203" y="58107"/>
                </a:lnTo>
                <a:lnTo>
                  <a:pt x="1238733" y="58698"/>
                </a:lnTo>
                <a:lnTo>
                  <a:pt x="1237258" y="59368"/>
                </a:lnTo>
                <a:lnTo>
                  <a:pt x="1235776" y="60117"/>
                </a:lnTo>
                <a:lnTo>
                  <a:pt x="1234288" y="60945"/>
                </a:lnTo>
                <a:lnTo>
                  <a:pt x="1232794" y="61851"/>
                </a:lnTo>
                <a:lnTo>
                  <a:pt x="1231294" y="62837"/>
                </a:lnTo>
                <a:lnTo>
                  <a:pt x="1229788" y="63901"/>
                </a:lnTo>
                <a:lnTo>
                  <a:pt x="1228275" y="65044"/>
                </a:lnTo>
                <a:lnTo>
                  <a:pt x="1226757" y="66266"/>
                </a:lnTo>
                <a:lnTo>
                  <a:pt x="1225233" y="67567"/>
                </a:lnTo>
                <a:lnTo>
                  <a:pt x="1223702" y="68946"/>
                </a:lnTo>
                <a:lnTo>
                  <a:pt x="1222165" y="70405"/>
                </a:lnTo>
                <a:lnTo>
                  <a:pt x="1220623" y="71942"/>
                </a:lnTo>
                <a:lnTo>
                  <a:pt x="1219074" y="73558"/>
                </a:lnTo>
                <a:lnTo>
                  <a:pt x="1217519" y="75253"/>
                </a:lnTo>
                <a:lnTo>
                  <a:pt x="1215958" y="77027"/>
                </a:lnTo>
                <a:lnTo>
                  <a:pt x="1214391" y="78880"/>
                </a:lnTo>
                <a:lnTo>
                  <a:pt x="1214391" y="56175"/>
                </a:lnTo>
                <a:lnTo>
                  <a:pt x="1209358" y="56175"/>
                </a:lnTo>
                <a:lnTo>
                  <a:pt x="1177057" y="69254"/>
                </a:lnTo>
                <a:lnTo>
                  <a:pt x="1178813" y="73459"/>
                </a:lnTo>
                <a:close/>
                <a:moveTo>
                  <a:pt x="804676" y="56369"/>
                </a:moveTo>
                <a:lnTo>
                  <a:pt x="803587" y="56477"/>
                </a:lnTo>
                <a:lnTo>
                  <a:pt x="802502" y="56610"/>
                </a:lnTo>
                <a:lnTo>
                  <a:pt x="801421" y="56767"/>
                </a:lnTo>
                <a:lnTo>
                  <a:pt x="800346" y="56948"/>
                </a:lnTo>
                <a:lnTo>
                  <a:pt x="799276" y="57154"/>
                </a:lnTo>
                <a:lnTo>
                  <a:pt x="798210" y="57383"/>
                </a:lnTo>
                <a:lnTo>
                  <a:pt x="797150" y="57637"/>
                </a:lnTo>
                <a:lnTo>
                  <a:pt x="796094" y="57914"/>
                </a:lnTo>
                <a:lnTo>
                  <a:pt x="795043" y="58216"/>
                </a:lnTo>
                <a:lnTo>
                  <a:pt x="793997" y="58542"/>
                </a:lnTo>
                <a:lnTo>
                  <a:pt x="792956" y="58893"/>
                </a:lnTo>
                <a:lnTo>
                  <a:pt x="791920" y="59267"/>
                </a:lnTo>
                <a:lnTo>
                  <a:pt x="790889" y="59665"/>
                </a:lnTo>
                <a:lnTo>
                  <a:pt x="789862" y="60088"/>
                </a:lnTo>
                <a:lnTo>
                  <a:pt x="788841" y="60535"/>
                </a:lnTo>
                <a:lnTo>
                  <a:pt x="787824" y="61006"/>
                </a:lnTo>
                <a:lnTo>
                  <a:pt x="786812" y="61501"/>
                </a:lnTo>
                <a:lnTo>
                  <a:pt x="785805" y="62020"/>
                </a:lnTo>
                <a:lnTo>
                  <a:pt x="784803" y="62564"/>
                </a:lnTo>
                <a:lnTo>
                  <a:pt x="783806" y="63131"/>
                </a:lnTo>
                <a:lnTo>
                  <a:pt x="782819" y="63724"/>
                </a:lnTo>
                <a:lnTo>
                  <a:pt x="781848" y="64344"/>
                </a:lnTo>
                <a:lnTo>
                  <a:pt x="780894" y="64989"/>
                </a:lnTo>
                <a:lnTo>
                  <a:pt x="779955" y="65661"/>
                </a:lnTo>
                <a:lnTo>
                  <a:pt x="779032" y="66360"/>
                </a:lnTo>
                <a:lnTo>
                  <a:pt x="778126" y="67084"/>
                </a:lnTo>
                <a:lnTo>
                  <a:pt x="777236" y="67836"/>
                </a:lnTo>
                <a:lnTo>
                  <a:pt x="776361" y="68613"/>
                </a:lnTo>
                <a:lnTo>
                  <a:pt x="775503" y="69417"/>
                </a:lnTo>
                <a:lnTo>
                  <a:pt x="774661" y="70248"/>
                </a:lnTo>
                <a:lnTo>
                  <a:pt x="773834" y="71104"/>
                </a:lnTo>
                <a:lnTo>
                  <a:pt x="773024" y="71987"/>
                </a:lnTo>
                <a:lnTo>
                  <a:pt x="772230" y="72897"/>
                </a:lnTo>
                <a:lnTo>
                  <a:pt x="771452" y="73833"/>
                </a:lnTo>
                <a:lnTo>
                  <a:pt x="770690" y="74795"/>
                </a:lnTo>
                <a:lnTo>
                  <a:pt x="769944" y="75784"/>
                </a:lnTo>
                <a:lnTo>
                  <a:pt x="769214" y="76799"/>
                </a:lnTo>
                <a:lnTo>
                  <a:pt x="768500" y="77840"/>
                </a:lnTo>
                <a:lnTo>
                  <a:pt x="767802" y="78908"/>
                </a:lnTo>
                <a:lnTo>
                  <a:pt x="767121" y="80002"/>
                </a:lnTo>
                <a:lnTo>
                  <a:pt x="766455" y="81123"/>
                </a:lnTo>
                <a:lnTo>
                  <a:pt x="765805" y="82270"/>
                </a:lnTo>
                <a:lnTo>
                  <a:pt x="765172" y="83444"/>
                </a:lnTo>
                <a:lnTo>
                  <a:pt x="764554" y="84643"/>
                </a:lnTo>
                <a:lnTo>
                  <a:pt x="763957" y="85857"/>
                </a:lnTo>
                <a:lnTo>
                  <a:pt x="763386" y="87071"/>
                </a:lnTo>
                <a:lnTo>
                  <a:pt x="762840" y="88285"/>
                </a:lnTo>
                <a:lnTo>
                  <a:pt x="762319" y="89500"/>
                </a:lnTo>
                <a:lnTo>
                  <a:pt x="761824" y="90716"/>
                </a:lnTo>
                <a:lnTo>
                  <a:pt x="761354" y="91932"/>
                </a:lnTo>
                <a:lnTo>
                  <a:pt x="760909" y="93149"/>
                </a:lnTo>
                <a:lnTo>
                  <a:pt x="760490" y="94367"/>
                </a:lnTo>
                <a:lnTo>
                  <a:pt x="760097" y="95585"/>
                </a:lnTo>
                <a:lnTo>
                  <a:pt x="759728" y="96804"/>
                </a:lnTo>
                <a:lnTo>
                  <a:pt x="759386" y="98023"/>
                </a:lnTo>
                <a:lnTo>
                  <a:pt x="759068" y="99243"/>
                </a:lnTo>
                <a:lnTo>
                  <a:pt x="758776" y="100464"/>
                </a:lnTo>
                <a:lnTo>
                  <a:pt x="758509" y="101685"/>
                </a:lnTo>
                <a:lnTo>
                  <a:pt x="758268" y="102907"/>
                </a:lnTo>
                <a:lnTo>
                  <a:pt x="758052" y="104129"/>
                </a:lnTo>
                <a:lnTo>
                  <a:pt x="757862" y="105352"/>
                </a:lnTo>
                <a:lnTo>
                  <a:pt x="757697" y="106576"/>
                </a:lnTo>
                <a:lnTo>
                  <a:pt x="757557" y="107800"/>
                </a:lnTo>
                <a:lnTo>
                  <a:pt x="757443" y="109025"/>
                </a:lnTo>
                <a:lnTo>
                  <a:pt x="757354" y="110250"/>
                </a:lnTo>
                <a:lnTo>
                  <a:pt x="757290" y="111477"/>
                </a:lnTo>
                <a:lnTo>
                  <a:pt x="757252" y="112703"/>
                </a:lnTo>
                <a:lnTo>
                  <a:pt x="757239" y="113931"/>
                </a:lnTo>
                <a:lnTo>
                  <a:pt x="757260" y="115609"/>
                </a:lnTo>
                <a:lnTo>
                  <a:pt x="757323" y="117274"/>
                </a:lnTo>
                <a:lnTo>
                  <a:pt x="757428" y="118925"/>
                </a:lnTo>
                <a:lnTo>
                  <a:pt x="757574" y="120562"/>
                </a:lnTo>
                <a:lnTo>
                  <a:pt x="757763" y="122185"/>
                </a:lnTo>
                <a:lnTo>
                  <a:pt x="757993" y="123794"/>
                </a:lnTo>
                <a:lnTo>
                  <a:pt x="758265" y="125390"/>
                </a:lnTo>
                <a:lnTo>
                  <a:pt x="758579" y="126972"/>
                </a:lnTo>
                <a:lnTo>
                  <a:pt x="758935" y="128540"/>
                </a:lnTo>
                <a:lnTo>
                  <a:pt x="759332" y="130094"/>
                </a:lnTo>
                <a:lnTo>
                  <a:pt x="759772" y="131635"/>
                </a:lnTo>
                <a:lnTo>
                  <a:pt x="760253" y="133161"/>
                </a:lnTo>
                <a:lnTo>
                  <a:pt x="760776" y="134674"/>
                </a:lnTo>
                <a:lnTo>
                  <a:pt x="761341" y="136173"/>
                </a:lnTo>
                <a:lnTo>
                  <a:pt x="761948" y="137658"/>
                </a:lnTo>
                <a:lnTo>
                  <a:pt x="762597" y="139130"/>
                </a:lnTo>
                <a:lnTo>
                  <a:pt x="763288" y="140587"/>
                </a:lnTo>
                <a:lnTo>
                  <a:pt x="764020" y="142031"/>
                </a:lnTo>
                <a:lnTo>
                  <a:pt x="764794" y="143461"/>
                </a:lnTo>
                <a:lnTo>
                  <a:pt x="765611" y="144877"/>
                </a:lnTo>
                <a:lnTo>
                  <a:pt x="766469" y="146280"/>
                </a:lnTo>
                <a:lnTo>
                  <a:pt x="767368" y="147668"/>
                </a:lnTo>
                <a:lnTo>
                  <a:pt x="768310" y="149043"/>
                </a:lnTo>
                <a:lnTo>
                  <a:pt x="769294" y="150404"/>
                </a:lnTo>
                <a:lnTo>
                  <a:pt x="770501" y="151978"/>
                </a:lnTo>
                <a:lnTo>
                  <a:pt x="771742" y="153486"/>
                </a:lnTo>
                <a:lnTo>
                  <a:pt x="773019" y="154926"/>
                </a:lnTo>
                <a:lnTo>
                  <a:pt x="774329" y="156299"/>
                </a:lnTo>
                <a:lnTo>
                  <a:pt x="775675" y="157605"/>
                </a:lnTo>
                <a:lnTo>
                  <a:pt x="777054" y="158845"/>
                </a:lnTo>
                <a:lnTo>
                  <a:pt x="778469" y="160017"/>
                </a:lnTo>
                <a:lnTo>
                  <a:pt x="779918" y="161122"/>
                </a:lnTo>
                <a:lnTo>
                  <a:pt x="781401" y="162160"/>
                </a:lnTo>
                <a:lnTo>
                  <a:pt x="782919" y="163132"/>
                </a:lnTo>
                <a:lnTo>
                  <a:pt x="784472" y="164036"/>
                </a:lnTo>
                <a:lnTo>
                  <a:pt x="786059" y="164873"/>
                </a:lnTo>
                <a:lnTo>
                  <a:pt x="787680" y="165644"/>
                </a:lnTo>
                <a:lnTo>
                  <a:pt x="789336" y="166347"/>
                </a:lnTo>
                <a:lnTo>
                  <a:pt x="791027" y="166983"/>
                </a:lnTo>
                <a:lnTo>
                  <a:pt x="792752" y="167553"/>
                </a:lnTo>
                <a:lnTo>
                  <a:pt x="794512" y="168055"/>
                </a:lnTo>
                <a:lnTo>
                  <a:pt x="796306" y="168491"/>
                </a:lnTo>
                <a:lnTo>
                  <a:pt x="798135" y="168859"/>
                </a:lnTo>
                <a:lnTo>
                  <a:pt x="799998" y="169160"/>
                </a:lnTo>
                <a:lnTo>
                  <a:pt x="801896" y="169395"/>
                </a:lnTo>
                <a:lnTo>
                  <a:pt x="803829" y="169562"/>
                </a:lnTo>
                <a:lnTo>
                  <a:pt x="805796" y="169663"/>
                </a:lnTo>
                <a:lnTo>
                  <a:pt x="807797" y="169696"/>
                </a:lnTo>
                <a:lnTo>
                  <a:pt x="809031" y="169683"/>
                </a:lnTo>
                <a:lnTo>
                  <a:pt x="810255" y="169644"/>
                </a:lnTo>
                <a:lnTo>
                  <a:pt x="811470" y="169579"/>
                </a:lnTo>
                <a:lnTo>
                  <a:pt x="812675" y="169488"/>
                </a:lnTo>
                <a:lnTo>
                  <a:pt x="813871" y="169372"/>
                </a:lnTo>
                <a:lnTo>
                  <a:pt x="815057" y="169229"/>
                </a:lnTo>
                <a:lnTo>
                  <a:pt x="816233" y="169060"/>
                </a:lnTo>
                <a:lnTo>
                  <a:pt x="817400" y="168865"/>
                </a:lnTo>
                <a:lnTo>
                  <a:pt x="818558" y="168644"/>
                </a:lnTo>
                <a:lnTo>
                  <a:pt x="819706" y="168397"/>
                </a:lnTo>
                <a:lnTo>
                  <a:pt x="820844" y="168124"/>
                </a:lnTo>
                <a:lnTo>
                  <a:pt x="821973" y="167826"/>
                </a:lnTo>
                <a:lnTo>
                  <a:pt x="823092" y="167501"/>
                </a:lnTo>
                <a:lnTo>
                  <a:pt x="824202" y="167150"/>
                </a:lnTo>
                <a:lnTo>
                  <a:pt x="825302" y="166773"/>
                </a:lnTo>
                <a:lnTo>
                  <a:pt x="826392" y="166371"/>
                </a:lnTo>
                <a:lnTo>
                  <a:pt x="827473" y="165942"/>
                </a:lnTo>
                <a:lnTo>
                  <a:pt x="828545" y="165487"/>
                </a:lnTo>
                <a:lnTo>
                  <a:pt x="829607" y="165007"/>
                </a:lnTo>
                <a:lnTo>
                  <a:pt x="830659" y="164500"/>
                </a:lnTo>
                <a:lnTo>
                  <a:pt x="831702" y="163967"/>
                </a:lnTo>
                <a:lnTo>
                  <a:pt x="832735" y="163409"/>
                </a:lnTo>
                <a:lnTo>
                  <a:pt x="833759" y="162824"/>
                </a:lnTo>
                <a:lnTo>
                  <a:pt x="834773" y="162214"/>
                </a:lnTo>
                <a:lnTo>
                  <a:pt x="835773" y="161577"/>
                </a:lnTo>
                <a:lnTo>
                  <a:pt x="836756" y="160916"/>
                </a:lnTo>
                <a:lnTo>
                  <a:pt x="837720" y="160230"/>
                </a:lnTo>
                <a:lnTo>
                  <a:pt x="838666" y="159518"/>
                </a:lnTo>
                <a:lnTo>
                  <a:pt x="839594" y="158781"/>
                </a:lnTo>
                <a:lnTo>
                  <a:pt x="840504" y="158019"/>
                </a:lnTo>
                <a:lnTo>
                  <a:pt x="841396" y="157232"/>
                </a:lnTo>
                <a:lnTo>
                  <a:pt x="842270" y="156420"/>
                </a:lnTo>
                <a:lnTo>
                  <a:pt x="843125" y="155583"/>
                </a:lnTo>
                <a:lnTo>
                  <a:pt x="843963" y="154720"/>
                </a:lnTo>
                <a:lnTo>
                  <a:pt x="844782" y="153832"/>
                </a:lnTo>
                <a:lnTo>
                  <a:pt x="845584" y="152920"/>
                </a:lnTo>
                <a:lnTo>
                  <a:pt x="846367" y="151982"/>
                </a:lnTo>
                <a:lnTo>
                  <a:pt x="847133" y="151018"/>
                </a:lnTo>
                <a:lnTo>
                  <a:pt x="847880" y="150030"/>
                </a:lnTo>
                <a:lnTo>
                  <a:pt x="848609" y="149017"/>
                </a:lnTo>
                <a:lnTo>
                  <a:pt x="849320" y="147978"/>
                </a:lnTo>
                <a:lnTo>
                  <a:pt x="850013" y="146914"/>
                </a:lnTo>
                <a:lnTo>
                  <a:pt x="850688" y="145825"/>
                </a:lnTo>
                <a:lnTo>
                  <a:pt x="851345" y="144711"/>
                </a:lnTo>
                <a:lnTo>
                  <a:pt x="851983" y="143572"/>
                </a:lnTo>
                <a:lnTo>
                  <a:pt x="852604" y="142407"/>
                </a:lnTo>
                <a:lnTo>
                  <a:pt x="853206" y="141218"/>
                </a:lnTo>
                <a:lnTo>
                  <a:pt x="853791" y="140003"/>
                </a:lnTo>
                <a:lnTo>
                  <a:pt x="854354" y="138776"/>
                </a:lnTo>
                <a:lnTo>
                  <a:pt x="854894" y="137550"/>
                </a:lnTo>
                <a:lnTo>
                  <a:pt x="855409" y="136326"/>
                </a:lnTo>
                <a:lnTo>
                  <a:pt x="855901" y="135102"/>
                </a:lnTo>
                <a:lnTo>
                  <a:pt x="856368" y="133880"/>
                </a:lnTo>
                <a:lnTo>
                  <a:pt x="856812" y="132659"/>
                </a:lnTo>
                <a:lnTo>
                  <a:pt x="857231" y="131440"/>
                </a:lnTo>
                <a:lnTo>
                  <a:pt x="857627" y="130221"/>
                </a:lnTo>
                <a:lnTo>
                  <a:pt x="857998" y="129004"/>
                </a:lnTo>
                <a:lnTo>
                  <a:pt x="858346" y="127788"/>
                </a:lnTo>
                <a:lnTo>
                  <a:pt x="858670" y="126573"/>
                </a:lnTo>
                <a:lnTo>
                  <a:pt x="858969" y="125359"/>
                </a:lnTo>
                <a:lnTo>
                  <a:pt x="859245" y="124147"/>
                </a:lnTo>
                <a:lnTo>
                  <a:pt x="859497" y="122936"/>
                </a:lnTo>
                <a:lnTo>
                  <a:pt x="859725" y="121726"/>
                </a:lnTo>
                <a:lnTo>
                  <a:pt x="859928" y="120517"/>
                </a:lnTo>
                <a:lnTo>
                  <a:pt x="860108" y="119310"/>
                </a:lnTo>
                <a:lnTo>
                  <a:pt x="860264" y="118103"/>
                </a:lnTo>
                <a:lnTo>
                  <a:pt x="860396" y="116898"/>
                </a:lnTo>
                <a:lnTo>
                  <a:pt x="860504" y="115695"/>
                </a:lnTo>
                <a:lnTo>
                  <a:pt x="860588" y="114492"/>
                </a:lnTo>
                <a:lnTo>
                  <a:pt x="860648" y="113291"/>
                </a:lnTo>
                <a:lnTo>
                  <a:pt x="860684" y="112090"/>
                </a:lnTo>
                <a:lnTo>
                  <a:pt x="860696" y="110891"/>
                </a:lnTo>
                <a:lnTo>
                  <a:pt x="860674" y="109194"/>
                </a:lnTo>
                <a:lnTo>
                  <a:pt x="860609" y="107514"/>
                </a:lnTo>
                <a:lnTo>
                  <a:pt x="860500" y="105849"/>
                </a:lnTo>
                <a:lnTo>
                  <a:pt x="860348" y="104201"/>
                </a:lnTo>
                <a:lnTo>
                  <a:pt x="860152" y="102569"/>
                </a:lnTo>
                <a:lnTo>
                  <a:pt x="859913" y="100953"/>
                </a:lnTo>
                <a:lnTo>
                  <a:pt x="859630" y="99353"/>
                </a:lnTo>
                <a:lnTo>
                  <a:pt x="859304" y="97770"/>
                </a:lnTo>
                <a:lnTo>
                  <a:pt x="858935" y="96203"/>
                </a:lnTo>
                <a:lnTo>
                  <a:pt x="858522" y="94652"/>
                </a:lnTo>
                <a:lnTo>
                  <a:pt x="858065" y="93118"/>
                </a:lnTo>
                <a:lnTo>
                  <a:pt x="857565" y="91599"/>
                </a:lnTo>
                <a:lnTo>
                  <a:pt x="857022" y="90097"/>
                </a:lnTo>
                <a:lnTo>
                  <a:pt x="856435" y="88612"/>
                </a:lnTo>
                <a:lnTo>
                  <a:pt x="855804" y="87142"/>
                </a:lnTo>
                <a:lnTo>
                  <a:pt x="855130" y="85689"/>
                </a:lnTo>
                <a:lnTo>
                  <a:pt x="854413" y="84252"/>
                </a:lnTo>
                <a:lnTo>
                  <a:pt x="853652" y="82831"/>
                </a:lnTo>
                <a:lnTo>
                  <a:pt x="852847" y="81427"/>
                </a:lnTo>
                <a:lnTo>
                  <a:pt x="852000" y="80038"/>
                </a:lnTo>
                <a:lnTo>
                  <a:pt x="851108" y="78666"/>
                </a:lnTo>
                <a:lnTo>
                  <a:pt x="850173" y="77311"/>
                </a:lnTo>
                <a:lnTo>
                  <a:pt x="849195" y="75971"/>
                </a:lnTo>
                <a:lnTo>
                  <a:pt x="848173" y="74648"/>
                </a:lnTo>
                <a:lnTo>
                  <a:pt x="846928" y="73141"/>
                </a:lnTo>
                <a:lnTo>
                  <a:pt x="845649" y="71698"/>
                </a:lnTo>
                <a:lnTo>
                  <a:pt x="844337" y="70319"/>
                </a:lnTo>
                <a:lnTo>
                  <a:pt x="842991" y="69004"/>
                </a:lnTo>
                <a:lnTo>
                  <a:pt x="841613" y="67753"/>
                </a:lnTo>
                <a:lnTo>
                  <a:pt x="840200" y="66566"/>
                </a:lnTo>
                <a:lnTo>
                  <a:pt x="838755" y="65444"/>
                </a:lnTo>
                <a:lnTo>
                  <a:pt x="837276" y="64385"/>
                </a:lnTo>
                <a:lnTo>
                  <a:pt x="835764" y="63391"/>
                </a:lnTo>
                <a:lnTo>
                  <a:pt x="834219" y="62461"/>
                </a:lnTo>
                <a:lnTo>
                  <a:pt x="832640" y="61595"/>
                </a:lnTo>
                <a:lnTo>
                  <a:pt x="831028" y="60794"/>
                </a:lnTo>
                <a:lnTo>
                  <a:pt x="829383" y="60056"/>
                </a:lnTo>
                <a:lnTo>
                  <a:pt x="827704" y="59382"/>
                </a:lnTo>
                <a:lnTo>
                  <a:pt x="825992" y="58773"/>
                </a:lnTo>
                <a:lnTo>
                  <a:pt x="824247" y="58228"/>
                </a:lnTo>
                <a:lnTo>
                  <a:pt x="822468" y="57747"/>
                </a:lnTo>
                <a:lnTo>
                  <a:pt x="820656" y="57330"/>
                </a:lnTo>
                <a:lnTo>
                  <a:pt x="818811" y="56977"/>
                </a:lnTo>
                <a:lnTo>
                  <a:pt x="816932" y="56688"/>
                </a:lnTo>
                <a:lnTo>
                  <a:pt x="815020" y="56464"/>
                </a:lnTo>
                <a:lnTo>
                  <a:pt x="813075" y="56304"/>
                </a:lnTo>
                <a:lnTo>
                  <a:pt x="811097" y="56207"/>
                </a:lnTo>
                <a:lnTo>
                  <a:pt x="809085" y="56175"/>
                </a:lnTo>
                <a:lnTo>
                  <a:pt x="807975" y="56187"/>
                </a:lnTo>
                <a:lnTo>
                  <a:pt x="806871" y="56224"/>
                </a:lnTo>
                <a:lnTo>
                  <a:pt x="805771" y="56284"/>
                </a:lnTo>
                <a:lnTo>
                  <a:pt x="804676" y="56369"/>
                </a:lnTo>
                <a:close/>
                <a:moveTo>
                  <a:pt x="809621" y="64211"/>
                </a:moveTo>
                <a:lnTo>
                  <a:pt x="810622" y="64386"/>
                </a:lnTo>
                <a:lnTo>
                  <a:pt x="811608" y="64601"/>
                </a:lnTo>
                <a:lnTo>
                  <a:pt x="812578" y="64854"/>
                </a:lnTo>
                <a:lnTo>
                  <a:pt x="813532" y="65146"/>
                </a:lnTo>
                <a:lnTo>
                  <a:pt x="814470" y="65477"/>
                </a:lnTo>
                <a:lnTo>
                  <a:pt x="815392" y="65847"/>
                </a:lnTo>
                <a:lnTo>
                  <a:pt x="816299" y="66256"/>
                </a:lnTo>
                <a:lnTo>
                  <a:pt x="817189" y="66705"/>
                </a:lnTo>
                <a:lnTo>
                  <a:pt x="818064" y="67192"/>
                </a:lnTo>
                <a:lnTo>
                  <a:pt x="818923" y="67717"/>
                </a:lnTo>
                <a:lnTo>
                  <a:pt x="819766" y="68282"/>
                </a:lnTo>
                <a:lnTo>
                  <a:pt x="820593" y="68886"/>
                </a:lnTo>
                <a:lnTo>
                  <a:pt x="821404" y="69529"/>
                </a:lnTo>
                <a:lnTo>
                  <a:pt x="822199" y="70211"/>
                </a:lnTo>
                <a:lnTo>
                  <a:pt x="822979" y="70932"/>
                </a:lnTo>
                <a:lnTo>
                  <a:pt x="823743" y="71691"/>
                </a:lnTo>
                <a:lnTo>
                  <a:pt x="824491" y="72490"/>
                </a:lnTo>
                <a:lnTo>
                  <a:pt x="825223" y="73328"/>
                </a:lnTo>
                <a:lnTo>
                  <a:pt x="825939" y="74204"/>
                </a:lnTo>
                <a:lnTo>
                  <a:pt x="826639" y="75120"/>
                </a:lnTo>
                <a:lnTo>
                  <a:pt x="827642" y="76505"/>
                </a:lnTo>
                <a:lnTo>
                  <a:pt x="828602" y="77932"/>
                </a:lnTo>
                <a:lnTo>
                  <a:pt x="829519" y="79401"/>
                </a:lnTo>
                <a:lnTo>
                  <a:pt x="830394" y="80913"/>
                </a:lnTo>
                <a:lnTo>
                  <a:pt x="831226" y="82467"/>
                </a:lnTo>
                <a:lnTo>
                  <a:pt x="832016" y="84063"/>
                </a:lnTo>
                <a:lnTo>
                  <a:pt x="832762" y="85701"/>
                </a:lnTo>
                <a:lnTo>
                  <a:pt x="833466" y="87381"/>
                </a:lnTo>
                <a:lnTo>
                  <a:pt x="834128" y="89104"/>
                </a:lnTo>
                <a:lnTo>
                  <a:pt x="834746" y="90869"/>
                </a:lnTo>
                <a:lnTo>
                  <a:pt x="835322" y="92676"/>
                </a:lnTo>
                <a:lnTo>
                  <a:pt x="835856" y="94525"/>
                </a:lnTo>
                <a:lnTo>
                  <a:pt x="836346" y="96417"/>
                </a:lnTo>
                <a:lnTo>
                  <a:pt x="836794" y="98350"/>
                </a:lnTo>
                <a:lnTo>
                  <a:pt x="837200" y="100326"/>
                </a:lnTo>
                <a:lnTo>
                  <a:pt x="837562" y="102344"/>
                </a:lnTo>
                <a:lnTo>
                  <a:pt x="837882" y="104405"/>
                </a:lnTo>
                <a:lnTo>
                  <a:pt x="838160" y="106507"/>
                </a:lnTo>
                <a:lnTo>
                  <a:pt x="838394" y="108652"/>
                </a:lnTo>
                <a:lnTo>
                  <a:pt x="838586" y="110839"/>
                </a:lnTo>
                <a:lnTo>
                  <a:pt x="838736" y="113068"/>
                </a:lnTo>
                <a:lnTo>
                  <a:pt x="838842" y="115340"/>
                </a:lnTo>
                <a:lnTo>
                  <a:pt x="838906" y="117653"/>
                </a:lnTo>
                <a:lnTo>
                  <a:pt x="838928" y="120009"/>
                </a:lnTo>
                <a:lnTo>
                  <a:pt x="838915" y="121885"/>
                </a:lnTo>
                <a:lnTo>
                  <a:pt x="838877" y="123714"/>
                </a:lnTo>
                <a:lnTo>
                  <a:pt x="838813" y="125497"/>
                </a:lnTo>
                <a:lnTo>
                  <a:pt x="838723" y="127233"/>
                </a:lnTo>
                <a:lnTo>
                  <a:pt x="838608" y="128922"/>
                </a:lnTo>
                <a:lnTo>
                  <a:pt x="838467" y="130565"/>
                </a:lnTo>
                <a:lnTo>
                  <a:pt x="838301" y="132161"/>
                </a:lnTo>
                <a:lnTo>
                  <a:pt x="838109" y="133710"/>
                </a:lnTo>
                <a:lnTo>
                  <a:pt x="837891" y="135213"/>
                </a:lnTo>
                <a:lnTo>
                  <a:pt x="837648" y="136669"/>
                </a:lnTo>
                <a:lnTo>
                  <a:pt x="837379" y="138078"/>
                </a:lnTo>
                <a:lnTo>
                  <a:pt x="837084" y="139441"/>
                </a:lnTo>
                <a:lnTo>
                  <a:pt x="836764" y="140757"/>
                </a:lnTo>
                <a:lnTo>
                  <a:pt x="836419" y="142026"/>
                </a:lnTo>
                <a:lnTo>
                  <a:pt x="836048" y="143249"/>
                </a:lnTo>
                <a:lnTo>
                  <a:pt x="835651" y="144425"/>
                </a:lnTo>
                <a:lnTo>
                  <a:pt x="835228" y="145554"/>
                </a:lnTo>
                <a:lnTo>
                  <a:pt x="834780" y="146637"/>
                </a:lnTo>
                <a:lnTo>
                  <a:pt x="834307" y="147673"/>
                </a:lnTo>
                <a:lnTo>
                  <a:pt x="833808" y="148662"/>
                </a:lnTo>
                <a:lnTo>
                  <a:pt x="833283" y="149605"/>
                </a:lnTo>
                <a:lnTo>
                  <a:pt x="832732" y="150501"/>
                </a:lnTo>
                <a:lnTo>
                  <a:pt x="832156" y="151350"/>
                </a:lnTo>
                <a:lnTo>
                  <a:pt x="831555" y="152152"/>
                </a:lnTo>
                <a:lnTo>
                  <a:pt x="830933" y="152916"/>
                </a:lnTo>
                <a:lnTo>
                  <a:pt x="830298" y="153646"/>
                </a:lnTo>
                <a:lnTo>
                  <a:pt x="829649" y="154344"/>
                </a:lnTo>
                <a:lnTo>
                  <a:pt x="828987" y="155010"/>
                </a:lnTo>
                <a:lnTo>
                  <a:pt x="828310" y="155643"/>
                </a:lnTo>
                <a:lnTo>
                  <a:pt x="827620" y="156244"/>
                </a:lnTo>
                <a:lnTo>
                  <a:pt x="826915" y="156812"/>
                </a:lnTo>
                <a:lnTo>
                  <a:pt x="826197" y="157348"/>
                </a:lnTo>
                <a:lnTo>
                  <a:pt x="825465" y="157851"/>
                </a:lnTo>
                <a:lnTo>
                  <a:pt x="824720" y="158322"/>
                </a:lnTo>
                <a:lnTo>
                  <a:pt x="823960" y="158760"/>
                </a:lnTo>
                <a:lnTo>
                  <a:pt x="823187" y="159166"/>
                </a:lnTo>
                <a:lnTo>
                  <a:pt x="822400" y="159540"/>
                </a:lnTo>
                <a:lnTo>
                  <a:pt x="821599" y="159881"/>
                </a:lnTo>
                <a:lnTo>
                  <a:pt x="820784" y="160189"/>
                </a:lnTo>
                <a:lnTo>
                  <a:pt x="819956" y="160465"/>
                </a:lnTo>
                <a:lnTo>
                  <a:pt x="819113" y="160709"/>
                </a:lnTo>
                <a:lnTo>
                  <a:pt x="818257" y="160920"/>
                </a:lnTo>
                <a:lnTo>
                  <a:pt x="817387" y="161098"/>
                </a:lnTo>
                <a:lnTo>
                  <a:pt x="816503" y="161244"/>
                </a:lnTo>
                <a:lnTo>
                  <a:pt x="815605" y="161358"/>
                </a:lnTo>
                <a:lnTo>
                  <a:pt x="814694" y="161439"/>
                </a:lnTo>
                <a:lnTo>
                  <a:pt x="813769" y="161488"/>
                </a:lnTo>
                <a:lnTo>
                  <a:pt x="812830" y="161504"/>
                </a:lnTo>
                <a:lnTo>
                  <a:pt x="811572" y="161475"/>
                </a:lnTo>
                <a:lnTo>
                  <a:pt x="810335" y="161386"/>
                </a:lnTo>
                <a:lnTo>
                  <a:pt x="809118" y="161239"/>
                </a:lnTo>
                <a:lnTo>
                  <a:pt x="807922" y="161033"/>
                </a:lnTo>
                <a:lnTo>
                  <a:pt x="806747" y="160768"/>
                </a:lnTo>
                <a:lnTo>
                  <a:pt x="805592" y="160445"/>
                </a:lnTo>
                <a:lnTo>
                  <a:pt x="804457" y="160062"/>
                </a:lnTo>
                <a:lnTo>
                  <a:pt x="803344" y="159621"/>
                </a:lnTo>
                <a:lnTo>
                  <a:pt x="802250" y="159121"/>
                </a:lnTo>
                <a:lnTo>
                  <a:pt x="801177" y="158562"/>
                </a:lnTo>
                <a:lnTo>
                  <a:pt x="800125" y="157944"/>
                </a:lnTo>
                <a:lnTo>
                  <a:pt x="799093" y="157267"/>
                </a:lnTo>
                <a:lnTo>
                  <a:pt x="798082" y="156532"/>
                </a:lnTo>
                <a:lnTo>
                  <a:pt x="797091" y="155737"/>
                </a:lnTo>
                <a:lnTo>
                  <a:pt x="796121" y="154884"/>
                </a:lnTo>
                <a:lnTo>
                  <a:pt x="795171" y="153972"/>
                </a:lnTo>
                <a:lnTo>
                  <a:pt x="794242" y="153001"/>
                </a:lnTo>
                <a:lnTo>
                  <a:pt x="793333" y="151971"/>
                </a:lnTo>
                <a:lnTo>
                  <a:pt x="792445" y="150882"/>
                </a:lnTo>
                <a:lnTo>
                  <a:pt x="791577" y="149735"/>
                </a:lnTo>
                <a:lnTo>
                  <a:pt x="790730" y="148528"/>
                </a:lnTo>
                <a:lnTo>
                  <a:pt x="789903" y="147263"/>
                </a:lnTo>
                <a:lnTo>
                  <a:pt x="789097" y="145939"/>
                </a:lnTo>
                <a:lnTo>
                  <a:pt x="788311" y="144556"/>
                </a:lnTo>
                <a:lnTo>
                  <a:pt x="787552" y="143133"/>
                </a:lnTo>
                <a:lnTo>
                  <a:pt x="786825" y="141687"/>
                </a:lnTo>
                <a:lnTo>
                  <a:pt x="786131" y="140218"/>
                </a:lnTo>
                <a:lnTo>
                  <a:pt x="785469" y="138727"/>
                </a:lnTo>
                <a:lnTo>
                  <a:pt x="784839" y="137214"/>
                </a:lnTo>
                <a:lnTo>
                  <a:pt x="784241" y="135679"/>
                </a:lnTo>
                <a:lnTo>
                  <a:pt x="783676" y="134121"/>
                </a:lnTo>
                <a:lnTo>
                  <a:pt x="783143" y="132541"/>
                </a:lnTo>
                <a:lnTo>
                  <a:pt x="782642" y="130939"/>
                </a:lnTo>
                <a:lnTo>
                  <a:pt x="782173" y="129315"/>
                </a:lnTo>
                <a:lnTo>
                  <a:pt x="781737" y="127668"/>
                </a:lnTo>
                <a:lnTo>
                  <a:pt x="781333" y="125999"/>
                </a:lnTo>
                <a:lnTo>
                  <a:pt x="780962" y="124307"/>
                </a:lnTo>
                <a:lnTo>
                  <a:pt x="780623" y="122593"/>
                </a:lnTo>
                <a:lnTo>
                  <a:pt x="780316" y="120857"/>
                </a:lnTo>
                <a:lnTo>
                  <a:pt x="780041" y="119099"/>
                </a:lnTo>
                <a:lnTo>
                  <a:pt x="779799" y="117318"/>
                </a:lnTo>
                <a:lnTo>
                  <a:pt x="779589" y="115515"/>
                </a:lnTo>
                <a:lnTo>
                  <a:pt x="779411" y="113689"/>
                </a:lnTo>
                <a:lnTo>
                  <a:pt x="779266" y="111842"/>
                </a:lnTo>
                <a:lnTo>
                  <a:pt x="779153" y="109972"/>
                </a:lnTo>
                <a:lnTo>
                  <a:pt x="779072" y="108079"/>
                </a:lnTo>
                <a:lnTo>
                  <a:pt x="779024" y="106165"/>
                </a:lnTo>
                <a:lnTo>
                  <a:pt x="779007" y="104228"/>
                </a:lnTo>
                <a:lnTo>
                  <a:pt x="779014" y="103029"/>
                </a:lnTo>
                <a:lnTo>
                  <a:pt x="779034" y="101849"/>
                </a:lnTo>
                <a:lnTo>
                  <a:pt x="779068" y="100687"/>
                </a:lnTo>
                <a:lnTo>
                  <a:pt x="779115" y="99543"/>
                </a:lnTo>
                <a:lnTo>
                  <a:pt x="779175" y="98417"/>
                </a:lnTo>
                <a:lnTo>
                  <a:pt x="779249" y="97310"/>
                </a:lnTo>
                <a:lnTo>
                  <a:pt x="779336" y="96221"/>
                </a:lnTo>
                <a:lnTo>
                  <a:pt x="779437" y="95150"/>
                </a:lnTo>
                <a:lnTo>
                  <a:pt x="779551" y="94097"/>
                </a:lnTo>
                <a:lnTo>
                  <a:pt x="779678" y="93063"/>
                </a:lnTo>
                <a:lnTo>
                  <a:pt x="779819" y="92047"/>
                </a:lnTo>
                <a:lnTo>
                  <a:pt x="779973" y="91049"/>
                </a:lnTo>
                <a:lnTo>
                  <a:pt x="780141" y="90069"/>
                </a:lnTo>
                <a:lnTo>
                  <a:pt x="780322" y="89108"/>
                </a:lnTo>
                <a:lnTo>
                  <a:pt x="780516" y="88165"/>
                </a:lnTo>
                <a:lnTo>
                  <a:pt x="780724" y="87240"/>
                </a:lnTo>
                <a:lnTo>
                  <a:pt x="780945" y="86334"/>
                </a:lnTo>
                <a:lnTo>
                  <a:pt x="781180" y="85446"/>
                </a:lnTo>
                <a:lnTo>
                  <a:pt x="781428" y="84576"/>
                </a:lnTo>
                <a:lnTo>
                  <a:pt x="781689" y="83724"/>
                </a:lnTo>
                <a:lnTo>
                  <a:pt x="781964" y="82890"/>
                </a:lnTo>
                <a:lnTo>
                  <a:pt x="782253" y="82075"/>
                </a:lnTo>
                <a:lnTo>
                  <a:pt x="782554" y="81278"/>
                </a:lnTo>
                <a:lnTo>
                  <a:pt x="782869" y="80500"/>
                </a:lnTo>
                <a:lnTo>
                  <a:pt x="783195" y="79740"/>
                </a:lnTo>
                <a:lnTo>
                  <a:pt x="783530" y="78999"/>
                </a:lnTo>
                <a:lnTo>
                  <a:pt x="783872" y="78278"/>
                </a:lnTo>
                <a:lnTo>
                  <a:pt x="784223" y="77576"/>
                </a:lnTo>
                <a:lnTo>
                  <a:pt x="784583" y="76893"/>
                </a:lnTo>
                <a:lnTo>
                  <a:pt x="784950" y="76229"/>
                </a:lnTo>
                <a:lnTo>
                  <a:pt x="785326" y="75585"/>
                </a:lnTo>
                <a:lnTo>
                  <a:pt x="785711" y="74960"/>
                </a:lnTo>
                <a:lnTo>
                  <a:pt x="786103" y="74354"/>
                </a:lnTo>
                <a:lnTo>
                  <a:pt x="786504" y="73768"/>
                </a:lnTo>
                <a:lnTo>
                  <a:pt x="786914" y="73201"/>
                </a:lnTo>
                <a:lnTo>
                  <a:pt x="787331" y="72653"/>
                </a:lnTo>
                <a:lnTo>
                  <a:pt x="787757" y="72124"/>
                </a:lnTo>
                <a:lnTo>
                  <a:pt x="788192" y="71615"/>
                </a:lnTo>
                <a:lnTo>
                  <a:pt x="788634" y="71125"/>
                </a:lnTo>
                <a:lnTo>
                  <a:pt x="789085" y="70654"/>
                </a:lnTo>
                <a:lnTo>
                  <a:pt x="789544" y="70203"/>
                </a:lnTo>
                <a:lnTo>
                  <a:pt x="790012" y="69771"/>
                </a:lnTo>
                <a:lnTo>
                  <a:pt x="790488" y="69358"/>
                </a:lnTo>
                <a:lnTo>
                  <a:pt x="790972" y="68964"/>
                </a:lnTo>
                <a:lnTo>
                  <a:pt x="791465" y="68590"/>
                </a:lnTo>
                <a:lnTo>
                  <a:pt x="791966" y="68235"/>
                </a:lnTo>
                <a:lnTo>
                  <a:pt x="792475" y="67899"/>
                </a:lnTo>
                <a:lnTo>
                  <a:pt x="792993" y="67582"/>
                </a:lnTo>
                <a:lnTo>
                  <a:pt x="793514" y="67282"/>
                </a:lnTo>
                <a:lnTo>
                  <a:pt x="794036" y="66994"/>
                </a:lnTo>
                <a:lnTo>
                  <a:pt x="794557" y="66719"/>
                </a:lnTo>
                <a:lnTo>
                  <a:pt x="795078" y="66457"/>
                </a:lnTo>
                <a:lnTo>
                  <a:pt x="795599" y="66208"/>
                </a:lnTo>
                <a:lnTo>
                  <a:pt x="796120" y="65971"/>
                </a:lnTo>
                <a:lnTo>
                  <a:pt x="796640" y="65747"/>
                </a:lnTo>
                <a:lnTo>
                  <a:pt x="797160" y="65536"/>
                </a:lnTo>
                <a:lnTo>
                  <a:pt x="797680" y="65338"/>
                </a:lnTo>
                <a:lnTo>
                  <a:pt x="798200" y="65153"/>
                </a:lnTo>
                <a:lnTo>
                  <a:pt x="798720" y="64980"/>
                </a:lnTo>
                <a:lnTo>
                  <a:pt x="799239" y="64820"/>
                </a:lnTo>
                <a:lnTo>
                  <a:pt x="799759" y="64673"/>
                </a:lnTo>
                <a:lnTo>
                  <a:pt x="800278" y="64539"/>
                </a:lnTo>
                <a:lnTo>
                  <a:pt x="800796" y="64417"/>
                </a:lnTo>
                <a:lnTo>
                  <a:pt x="801315" y="64309"/>
                </a:lnTo>
                <a:lnTo>
                  <a:pt x="801833" y="64213"/>
                </a:lnTo>
                <a:lnTo>
                  <a:pt x="802352" y="64130"/>
                </a:lnTo>
                <a:lnTo>
                  <a:pt x="802870" y="64059"/>
                </a:lnTo>
                <a:lnTo>
                  <a:pt x="803387" y="64002"/>
                </a:lnTo>
                <a:lnTo>
                  <a:pt x="803905" y="63957"/>
                </a:lnTo>
                <a:lnTo>
                  <a:pt x="804422" y="63925"/>
                </a:lnTo>
                <a:lnTo>
                  <a:pt x="804940" y="63906"/>
                </a:lnTo>
                <a:lnTo>
                  <a:pt x="805457" y="63899"/>
                </a:lnTo>
                <a:lnTo>
                  <a:pt x="806521" y="63919"/>
                </a:lnTo>
                <a:lnTo>
                  <a:pt x="807571" y="63977"/>
                </a:lnTo>
                <a:lnTo>
                  <a:pt x="808604" y="64075"/>
                </a:lnTo>
                <a:lnTo>
                  <a:pt x="809621" y="64211"/>
                </a:lnTo>
                <a:close/>
                <a:moveTo>
                  <a:pt x="1327881" y="130588"/>
                </a:moveTo>
                <a:lnTo>
                  <a:pt x="1327013" y="131356"/>
                </a:lnTo>
                <a:lnTo>
                  <a:pt x="1326174" y="132109"/>
                </a:lnTo>
                <a:lnTo>
                  <a:pt x="1325367" y="132845"/>
                </a:lnTo>
                <a:lnTo>
                  <a:pt x="1324589" y="133566"/>
                </a:lnTo>
                <a:lnTo>
                  <a:pt x="1323842" y="134271"/>
                </a:lnTo>
                <a:lnTo>
                  <a:pt x="1323125" y="134960"/>
                </a:lnTo>
                <a:lnTo>
                  <a:pt x="1322439" y="135633"/>
                </a:lnTo>
                <a:lnTo>
                  <a:pt x="1321782" y="136290"/>
                </a:lnTo>
                <a:lnTo>
                  <a:pt x="1321156" y="136931"/>
                </a:lnTo>
                <a:lnTo>
                  <a:pt x="1320560" y="137557"/>
                </a:lnTo>
                <a:lnTo>
                  <a:pt x="1319995" y="138167"/>
                </a:lnTo>
                <a:lnTo>
                  <a:pt x="1319459" y="138760"/>
                </a:lnTo>
                <a:lnTo>
                  <a:pt x="1318954" y="139338"/>
                </a:lnTo>
                <a:lnTo>
                  <a:pt x="1318480" y="139900"/>
                </a:lnTo>
                <a:lnTo>
                  <a:pt x="1318035" y="140447"/>
                </a:lnTo>
                <a:lnTo>
                  <a:pt x="1317621" y="140977"/>
                </a:lnTo>
                <a:lnTo>
                  <a:pt x="1317237" y="141492"/>
                </a:lnTo>
                <a:lnTo>
                  <a:pt x="1316883" y="141990"/>
                </a:lnTo>
                <a:lnTo>
                  <a:pt x="1316560" y="142473"/>
                </a:lnTo>
                <a:lnTo>
                  <a:pt x="1316267" y="142940"/>
                </a:lnTo>
                <a:lnTo>
                  <a:pt x="1315995" y="143396"/>
                </a:lnTo>
                <a:lnTo>
                  <a:pt x="1315734" y="143848"/>
                </a:lnTo>
                <a:lnTo>
                  <a:pt x="1315485" y="144295"/>
                </a:lnTo>
                <a:lnTo>
                  <a:pt x="1315248" y="144737"/>
                </a:lnTo>
                <a:lnTo>
                  <a:pt x="1315022" y="145174"/>
                </a:lnTo>
                <a:lnTo>
                  <a:pt x="1314808" y="145606"/>
                </a:lnTo>
                <a:lnTo>
                  <a:pt x="1314605" y="146033"/>
                </a:lnTo>
                <a:lnTo>
                  <a:pt x="1314414" y="146456"/>
                </a:lnTo>
                <a:lnTo>
                  <a:pt x="1314234" y="146873"/>
                </a:lnTo>
                <a:lnTo>
                  <a:pt x="1314067" y="147286"/>
                </a:lnTo>
                <a:lnTo>
                  <a:pt x="1313910" y="147694"/>
                </a:lnTo>
                <a:lnTo>
                  <a:pt x="1313765" y="148097"/>
                </a:lnTo>
                <a:lnTo>
                  <a:pt x="1313632" y="148495"/>
                </a:lnTo>
                <a:lnTo>
                  <a:pt x="1313511" y="148888"/>
                </a:lnTo>
                <a:lnTo>
                  <a:pt x="1313401" y="149276"/>
                </a:lnTo>
                <a:lnTo>
                  <a:pt x="1313302" y="149659"/>
                </a:lnTo>
                <a:lnTo>
                  <a:pt x="1313215" y="150038"/>
                </a:lnTo>
                <a:lnTo>
                  <a:pt x="1313140" y="150412"/>
                </a:lnTo>
                <a:lnTo>
                  <a:pt x="1313076" y="150780"/>
                </a:lnTo>
                <a:lnTo>
                  <a:pt x="1313024" y="151144"/>
                </a:lnTo>
                <a:lnTo>
                  <a:pt x="1312984" y="151503"/>
                </a:lnTo>
                <a:lnTo>
                  <a:pt x="1312955" y="151857"/>
                </a:lnTo>
                <a:lnTo>
                  <a:pt x="1312937" y="152207"/>
                </a:lnTo>
                <a:lnTo>
                  <a:pt x="1312932" y="152551"/>
                </a:lnTo>
                <a:lnTo>
                  <a:pt x="1312936" y="152852"/>
                </a:lnTo>
                <a:lnTo>
                  <a:pt x="1312949" y="153151"/>
                </a:lnTo>
                <a:lnTo>
                  <a:pt x="1312971" y="153447"/>
                </a:lnTo>
                <a:lnTo>
                  <a:pt x="1313001" y="153741"/>
                </a:lnTo>
                <a:lnTo>
                  <a:pt x="1313041" y="154031"/>
                </a:lnTo>
                <a:lnTo>
                  <a:pt x="1313089" y="154319"/>
                </a:lnTo>
                <a:lnTo>
                  <a:pt x="1313146" y="154605"/>
                </a:lnTo>
                <a:lnTo>
                  <a:pt x="1313211" y="154888"/>
                </a:lnTo>
                <a:lnTo>
                  <a:pt x="1313285" y="155168"/>
                </a:lnTo>
                <a:lnTo>
                  <a:pt x="1313368" y="155445"/>
                </a:lnTo>
                <a:lnTo>
                  <a:pt x="1313460" y="155720"/>
                </a:lnTo>
                <a:lnTo>
                  <a:pt x="1313561" y="155993"/>
                </a:lnTo>
                <a:lnTo>
                  <a:pt x="1313670" y="156262"/>
                </a:lnTo>
                <a:lnTo>
                  <a:pt x="1313788" y="156529"/>
                </a:lnTo>
                <a:lnTo>
                  <a:pt x="1313914" y="156794"/>
                </a:lnTo>
                <a:lnTo>
                  <a:pt x="1314050" y="157055"/>
                </a:lnTo>
                <a:lnTo>
                  <a:pt x="1314194" y="157314"/>
                </a:lnTo>
                <a:lnTo>
                  <a:pt x="1314347" y="157571"/>
                </a:lnTo>
                <a:lnTo>
                  <a:pt x="1314509" y="157824"/>
                </a:lnTo>
                <a:lnTo>
                  <a:pt x="1314679" y="158076"/>
                </a:lnTo>
                <a:lnTo>
                  <a:pt x="1314858" y="158324"/>
                </a:lnTo>
                <a:lnTo>
                  <a:pt x="1315046" y="158570"/>
                </a:lnTo>
                <a:lnTo>
                  <a:pt x="1315242" y="158813"/>
                </a:lnTo>
                <a:lnTo>
                  <a:pt x="1315448" y="159054"/>
                </a:lnTo>
                <a:lnTo>
                  <a:pt x="1315664" y="159294"/>
                </a:lnTo>
                <a:lnTo>
                  <a:pt x="1315892" y="159537"/>
                </a:lnTo>
                <a:lnTo>
                  <a:pt x="1316133" y="159783"/>
                </a:lnTo>
                <a:lnTo>
                  <a:pt x="1316386" y="160032"/>
                </a:lnTo>
                <a:lnTo>
                  <a:pt x="1316651" y="160283"/>
                </a:lnTo>
                <a:lnTo>
                  <a:pt x="1316929" y="160537"/>
                </a:lnTo>
                <a:lnTo>
                  <a:pt x="1317219" y="160793"/>
                </a:lnTo>
                <a:lnTo>
                  <a:pt x="1317522" y="161052"/>
                </a:lnTo>
                <a:lnTo>
                  <a:pt x="1317837" y="161314"/>
                </a:lnTo>
                <a:lnTo>
                  <a:pt x="1318164" y="161578"/>
                </a:lnTo>
                <a:lnTo>
                  <a:pt x="1318504" y="161845"/>
                </a:lnTo>
                <a:lnTo>
                  <a:pt x="1318856" y="162115"/>
                </a:lnTo>
                <a:lnTo>
                  <a:pt x="1319221" y="162387"/>
                </a:lnTo>
                <a:lnTo>
                  <a:pt x="1319598" y="162662"/>
                </a:lnTo>
                <a:lnTo>
                  <a:pt x="1319987" y="162940"/>
                </a:lnTo>
                <a:lnTo>
                  <a:pt x="1320389" y="163220"/>
                </a:lnTo>
                <a:lnTo>
                  <a:pt x="1320803" y="163503"/>
                </a:lnTo>
                <a:lnTo>
                  <a:pt x="1321230" y="163788"/>
                </a:lnTo>
                <a:lnTo>
                  <a:pt x="1321669" y="164076"/>
                </a:lnTo>
                <a:lnTo>
                  <a:pt x="1322120" y="164367"/>
                </a:lnTo>
                <a:lnTo>
                  <a:pt x="1322584" y="164660"/>
                </a:lnTo>
                <a:lnTo>
                  <a:pt x="1323060" y="164956"/>
                </a:lnTo>
                <a:lnTo>
                  <a:pt x="1323549" y="165255"/>
                </a:lnTo>
                <a:lnTo>
                  <a:pt x="1324050" y="165556"/>
                </a:lnTo>
                <a:lnTo>
                  <a:pt x="1323141" y="166502"/>
                </a:lnTo>
                <a:lnTo>
                  <a:pt x="1322268" y="167412"/>
                </a:lnTo>
                <a:lnTo>
                  <a:pt x="1321431" y="168285"/>
                </a:lnTo>
                <a:lnTo>
                  <a:pt x="1320630" y="169121"/>
                </a:lnTo>
                <a:lnTo>
                  <a:pt x="1319864" y="169921"/>
                </a:lnTo>
                <a:lnTo>
                  <a:pt x="1319134" y="170684"/>
                </a:lnTo>
                <a:lnTo>
                  <a:pt x="1318440" y="171411"/>
                </a:lnTo>
                <a:lnTo>
                  <a:pt x="1317782" y="172102"/>
                </a:lnTo>
                <a:lnTo>
                  <a:pt x="1317159" y="172755"/>
                </a:lnTo>
                <a:lnTo>
                  <a:pt x="1316573" y="173372"/>
                </a:lnTo>
                <a:lnTo>
                  <a:pt x="1316022" y="173953"/>
                </a:lnTo>
                <a:lnTo>
                  <a:pt x="1315506" y="174497"/>
                </a:lnTo>
                <a:lnTo>
                  <a:pt x="1315027" y="175005"/>
                </a:lnTo>
                <a:lnTo>
                  <a:pt x="1314583" y="175476"/>
                </a:lnTo>
                <a:lnTo>
                  <a:pt x="1314175" y="175911"/>
                </a:lnTo>
                <a:lnTo>
                  <a:pt x="1313803" y="176309"/>
                </a:lnTo>
                <a:lnTo>
                  <a:pt x="1313466" y="176670"/>
                </a:lnTo>
                <a:lnTo>
                  <a:pt x="1313166" y="176995"/>
                </a:lnTo>
                <a:lnTo>
                  <a:pt x="1312901" y="177283"/>
                </a:lnTo>
                <a:lnTo>
                  <a:pt x="1312672" y="177535"/>
                </a:lnTo>
                <a:lnTo>
                  <a:pt x="1312478" y="177751"/>
                </a:lnTo>
                <a:lnTo>
                  <a:pt x="1312320" y="177929"/>
                </a:lnTo>
                <a:lnTo>
                  <a:pt x="1312199" y="178072"/>
                </a:lnTo>
                <a:lnTo>
                  <a:pt x="1312112" y="178177"/>
                </a:lnTo>
                <a:lnTo>
                  <a:pt x="1311603" y="178814"/>
                </a:lnTo>
                <a:lnTo>
                  <a:pt x="1311108" y="179439"/>
                </a:lnTo>
                <a:lnTo>
                  <a:pt x="1310628" y="180053"/>
                </a:lnTo>
                <a:lnTo>
                  <a:pt x="1310162" y="180654"/>
                </a:lnTo>
                <a:lnTo>
                  <a:pt x="1309711" y="181244"/>
                </a:lnTo>
                <a:lnTo>
                  <a:pt x="1309274" y="181822"/>
                </a:lnTo>
                <a:lnTo>
                  <a:pt x="1308853" y="182389"/>
                </a:lnTo>
                <a:lnTo>
                  <a:pt x="1308445" y="182943"/>
                </a:lnTo>
                <a:lnTo>
                  <a:pt x="1308053" y="183486"/>
                </a:lnTo>
                <a:lnTo>
                  <a:pt x="1307675" y="184017"/>
                </a:lnTo>
                <a:lnTo>
                  <a:pt x="1307312" y="184536"/>
                </a:lnTo>
                <a:lnTo>
                  <a:pt x="1306963" y="185044"/>
                </a:lnTo>
                <a:lnTo>
                  <a:pt x="1306629" y="185540"/>
                </a:lnTo>
                <a:lnTo>
                  <a:pt x="1306310" y="186024"/>
                </a:lnTo>
                <a:lnTo>
                  <a:pt x="1306005" y="186496"/>
                </a:lnTo>
                <a:lnTo>
                  <a:pt x="1305715" y="186956"/>
                </a:lnTo>
                <a:lnTo>
                  <a:pt x="1305439" y="187405"/>
                </a:lnTo>
                <a:lnTo>
                  <a:pt x="1305178" y="187842"/>
                </a:lnTo>
                <a:lnTo>
                  <a:pt x="1304932" y="188267"/>
                </a:lnTo>
                <a:lnTo>
                  <a:pt x="1304700" y="188681"/>
                </a:lnTo>
                <a:lnTo>
                  <a:pt x="1304483" y="189083"/>
                </a:lnTo>
                <a:lnTo>
                  <a:pt x="1304281" y="189472"/>
                </a:lnTo>
                <a:lnTo>
                  <a:pt x="1304093" y="189851"/>
                </a:lnTo>
                <a:lnTo>
                  <a:pt x="1303920" y="190217"/>
                </a:lnTo>
                <a:lnTo>
                  <a:pt x="1303815" y="190451"/>
                </a:lnTo>
                <a:lnTo>
                  <a:pt x="1303715" y="190685"/>
                </a:lnTo>
                <a:lnTo>
                  <a:pt x="1303618" y="190918"/>
                </a:lnTo>
                <a:lnTo>
                  <a:pt x="1303527" y="191152"/>
                </a:lnTo>
                <a:lnTo>
                  <a:pt x="1303440" y="191386"/>
                </a:lnTo>
                <a:lnTo>
                  <a:pt x="1303357" y="191619"/>
                </a:lnTo>
                <a:lnTo>
                  <a:pt x="1303279" y="191853"/>
                </a:lnTo>
                <a:lnTo>
                  <a:pt x="1303205" y="192087"/>
                </a:lnTo>
                <a:lnTo>
                  <a:pt x="1303136" y="192320"/>
                </a:lnTo>
                <a:lnTo>
                  <a:pt x="1303071" y="192554"/>
                </a:lnTo>
                <a:lnTo>
                  <a:pt x="1303010" y="192788"/>
                </a:lnTo>
                <a:lnTo>
                  <a:pt x="1302955" y="193021"/>
                </a:lnTo>
                <a:lnTo>
                  <a:pt x="1302903" y="193255"/>
                </a:lnTo>
                <a:lnTo>
                  <a:pt x="1302856" y="193488"/>
                </a:lnTo>
                <a:lnTo>
                  <a:pt x="1302814" y="193722"/>
                </a:lnTo>
                <a:lnTo>
                  <a:pt x="1302776" y="193956"/>
                </a:lnTo>
                <a:lnTo>
                  <a:pt x="1302742" y="194189"/>
                </a:lnTo>
                <a:lnTo>
                  <a:pt x="1302713" y="194423"/>
                </a:lnTo>
                <a:lnTo>
                  <a:pt x="1302689" y="194656"/>
                </a:lnTo>
                <a:lnTo>
                  <a:pt x="1302669" y="194890"/>
                </a:lnTo>
                <a:lnTo>
                  <a:pt x="1302653" y="195123"/>
                </a:lnTo>
                <a:lnTo>
                  <a:pt x="1302642" y="195357"/>
                </a:lnTo>
                <a:lnTo>
                  <a:pt x="1302635" y="195590"/>
                </a:lnTo>
                <a:lnTo>
                  <a:pt x="1302633" y="195824"/>
                </a:lnTo>
                <a:lnTo>
                  <a:pt x="1302648" y="196349"/>
                </a:lnTo>
                <a:lnTo>
                  <a:pt x="1302694" y="196872"/>
                </a:lnTo>
                <a:lnTo>
                  <a:pt x="1302770" y="197394"/>
                </a:lnTo>
                <a:lnTo>
                  <a:pt x="1302877" y="197915"/>
                </a:lnTo>
                <a:lnTo>
                  <a:pt x="1303014" y="198434"/>
                </a:lnTo>
                <a:lnTo>
                  <a:pt x="1303181" y="198951"/>
                </a:lnTo>
                <a:lnTo>
                  <a:pt x="1303379" y="199466"/>
                </a:lnTo>
                <a:lnTo>
                  <a:pt x="1303608" y="199980"/>
                </a:lnTo>
                <a:lnTo>
                  <a:pt x="1303867" y="200492"/>
                </a:lnTo>
                <a:lnTo>
                  <a:pt x="1304157" y="201003"/>
                </a:lnTo>
                <a:lnTo>
                  <a:pt x="1304477" y="201512"/>
                </a:lnTo>
                <a:lnTo>
                  <a:pt x="1304827" y="202019"/>
                </a:lnTo>
                <a:lnTo>
                  <a:pt x="1305208" y="202525"/>
                </a:lnTo>
                <a:lnTo>
                  <a:pt x="1305620" y="203029"/>
                </a:lnTo>
                <a:lnTo>
                  <a:pt x="1306061" y="203531"/>
                </a:lnTo>
                <a:lnTo>
                  <a:pt x="1306534" y="204032"/>
                </a:lnTo>
                <a:lnTo>
                  <a:pt x="1307037" y="204531"/>
                </a:lnTo>
                <a:lnTo>
                  <a:pt x="1307570" y="205029"/>
                </a:lnTo>
                <a:lnTo>
                  <a:pt x="1308134" y="205525"/>
                </a:lnTo>
                <a:lnTo>
                  <a:pt x="1308728" y="206019"/>
                </a:lnTo>
                <a:lnTo>
                  <a:pt x="1309353" y="206512"/>
                </a:lnTo>
                <a:lnTo>
                  <a:pt x="1310008" y="207003"/>
                </a:lnTo>
                <a:lnTo>
                  <a:pt x="1310694" y="207493"/>
                </a:lnTo>
                <a:lnTo>
                  <a:pt x="1311410" y="207980"/>
                </a:lnTo>
                <a:lnTo>
                  <a:pt x="1312719" y="208810"/>
                </a:lnTo>
                <a:lnTo>
                  <a:pt x="1314053" y="209604"/>
                </a:lnTo>
                <a:lnTo>
                  <a:pt x="1315411" y="210363"/>
                </a:lnTo>
                <a:lnTo>
                  <a:pt x="1316794" y="211087"/>
                </a:lnTo>
                <a:lnTo>
                  <a:pt x="1318200" y="211775"/>
                </a:lnTo>
                <a:lnTo>
                  <a:pt x="1319632" y="212428"/>
                </a:lnTo>
                <a:lnTo>
                  <a:pt x="1321087" y="213046"/>
                </a:lnTo>
                <a:lnTo>
                  <a:pt x="1322567" y="213629"/>
                </a:lnTo>
                <a:lnTo>
                  <a:pt x="1324072" y="214176"/>
                </a:lnTo>
                <a:lnTo>
                  <a:pt x="1325600" y="214688"/>
                </a:lnTo>
                <a:lnTo>
                  <a:pt x="1327153" y="215164"/>
                </a:lnTo>
                <a:lnTo>
                  <a:pt x="1328731" y="215606"/>
                </a:lnTo>
                <a:lnTo>
                  <a:pt x="1330333" y="216012"/>
                </a:lnTo>
                <a:lnTo>
                  <a:pt x="1331959" y="216382"/>
                </a:lnTo>
                <a:lnTo>
                  <a:pt x="1333610" y="216718"/>
                </a:lnTo>
                <a:lnTo>
                  <a:pt x="1335285" y="217018"/>
                </a:lnTo>
                <a:lnTo>
                  <a:pt x="1336984" y="217283"/>
                </a:lnTo>
                <a:lnTo>
                  <a:pt x="1338708" y="217512"/>
                </a:lnTo>
                <a:lnTo>
                  <a:pt x="1340456" y="217706"/>
                </a:lnTo>
                <a:lnTo>
                  <a:pt x="1342229" y="217865"/>
                </a:lnTo>
                <a:lnTo>
                  <a:pt x="1344026" y="217989"/>
                </a:lnTo>
                <a:lnTo>
                  <a:pt x="1345847" y="218077"/>
                </a:lnTo>
                <a:lnTo>
                  <a:pt x="1347693" y="218130"/>
                </a:lnTo>
                <a:lnTo>
                  <a:pt x="1349563" y="218147"/>
                </a:lnTo>
                <a:lnTo>
                  <a:pt x="1351991" y="218118"/>
                </a:lnTo>
                <a:lnTo>
                  <a:pt x="1354381" y="218029"/>
                </a:lnTo>
                <a:lnTo>
                  <a:pt x="1356733" y="217881"/>
                </a:lnTo>
                <a:lnTo>
                  <a:pt x="1359045" y="217673"/>
                </a:lnTo>
                <a:lnTo>
                  <a:pt x="1361320" y="217407"/>
                </a:lnTo>
                <a:lnTo>
                  <a:pt x="1363555" y="217080"/>
                </a:lnTo>
                <a:lnTo>
                  <a:pt x="1365752" y="216695"/>
                </a:lnTo>
                <a:lnTo>
                  <a:pt x="1367911" y="216251"/>
                </a:lnTo>
                <a:lnTo>
                  <a:pt x="1370030" y="215747"/>
                </a:lnTo>
                <a:lnTo>
                  <a:pt x="1372112" y="215184"/>
                </a:lnTo>
                <a:lnTo>
                  <a:pt x="1374154" y="214561"/>
                </a:lnTo>
                <a:lnTo>
                  <a:pt x="1376158" y="213879"/>
                </a:lnTo>
                <a:lnTo>
                  <a:pt x="1378123" y="213139"/>
                </a:lnTo>
                <a:lnTo>
                  <a:pt x="1380050" y="212338"/>
                </a:lnTo>
                <a:lnTo>
                  <a:pt x="1381938" y="211479"/>
                </a:lnTo>
                <a:lnTo>
                  <a:pt x="1383788" y="210560"/>
                </a:lnTo>
                <a:lnTo>
                  <a:pt x="1385599" y="209582"/>
                </a:lnTo>
                <a:lnTo>
                  <a:pt x="1387371" y="208544"/>
                </a:lnTo>
                <a:lnTo>
                  <a:pt x="1389105" y="207448"/>
                </a:lnTo>
                <a:lnTo>
                  <a:pt x="1390800" y="206292"/>
                </a:lnTo>
                <a:lnTo>
                  <a:pt x="1392457" y="205077"/>
                </a:lnTo>
                <a:lnTo>
                  <a:pt x="1394075" y="203802"/>
                </a:lnTo>
                <a:lnTo>
                  <a:pt x="1395654" y="202468"/>
                </a:lnTo>
                <a:lnTo>
                  <a:pt x="1397195" y="201075"/>
                </a:lnTo>
                <a:lnTo>
                  <a:pt x="1398207" y="200108"/>
                </a:lnTo>
                <a:lnTo>
                  <a:pt x="1399176" y="199134"/>
                </a:lnTo>
                <a:lnTo>
                  <a:pt x="1400102" y="198155"/>
                </a:lnTo>
                <a:lnTo>
                  <a:pt x="1400985" y="197170"/>
                </a:lnTo>
                <a:lnTo>
                  <a:pt x="1401825" y="196180"/>
                </a:lnTo>
                <a:lnTo>
                  <a:pt x="1402622" y="195184"/>
                </a:lnTo>
                <a:lnTo>
                  <a:pt x="1403376" y="194182"/>
                </a:lnTo>
                <a:lnTo>
                  <a:pt x="1404086" y="193175"/>
                </a:lnTo>
                <a:lnTo>
                  <a:pt x="1404754" y="192161"/>
                </a:lnTo>
                <a:lnTo>
                  <a:pt x="1405379" y="191143"/>
                </a:lnTo>
                <a:lnTo>
                  <a:pt x="1405960" y="190118"/>
                </a:lnTo>
                <a:lnTo>
                  <a:pt x="1406499" y="189088"/>
                </a:lnTo>
                <a:lnTo>
                  <a:pt x="1406994" y="188052"/>
                </a:lnTo>
                <a:lnTo>
                  <a:pt x="1407446" y="187011"/>
                </a:lnTo>
                <a:lnTo>
                  <a:pt x="1407855" y="185963"/>
                </a:lnTo>
                <a:lnTo>
                  <a:pt x="1408222" y="184910"/>
                </a:lnTo>
                <a:lnTo>
                  <a:pt x="1408545" y="183852"/>
                </a:lnTo>
                <a:lnTo>
                  <a:pt x="1408825" y="182788"/>
                </a:lnTo>
                <a:lnTo>
                  <a:pt x="1409062" y="181718"/>
                </a:lnTo>
                <a:lnTo>
                  <a:pt x="1409255" y="180642"/>
                </a:lnTo>
                <a:lnTo>
                  <a:pt x="1409406" y="179561"/>
                </a:lnTo>
                <a:lnTo>
                  <a:pt x="1409514" y="178474"/>
                </a:lnTo>
                <a:lnTo>
                  <a:pt x="1409578" y="177381"/>
                </a:lnTo>
                <a:lnTo>
                  <a:pt x="1409600" y="176283"/>
                </a:lnTo>
                <a:lnTo>
                  <a:pt x="1409589" y="175489"/>
                </a:lnTo>
                <a:lnTo>
                  <a:pt x="1409555" y="174706"/>
                </a:lnTo>
                <a:lnTo>
                  <a:pt x="1409498" y="173933"/>
                </a:lnTo>
                <a:lnTo>
                  <a:pt x="1409420" y="173171"/>
                </a:lnTo>
                <a:lnTo>
                  <a:pt x="1409318" y="172420"/>
                </a:lnTo>
                <a:lnTo>
                  <a:pt x="1409194" y="171679"/>
                </a:lnTo>
                <a:lnTo>
                  <a:pt x="1409047" y="170948"/>
                </a:lnTo>
                <a:lnTo>
                  <a:pt x="1408878" y="170228"/>
                </a:lnTo>
                <a:lnTo>
                  <a:pt x="1408687" y="169519"/>
                </a:lnTo>
                <a:lnTo>
                  <a:pt x="1408472" y="168820"/>
                </a:lnTo>
                <a:lnTo>
                  <a:pt x="1408235" y="168132"/>
                </a:lnTo>
                <a:lnTo>
                  <a:pt x="1407976" y="167454"/>
                </a:lnTo>
                <a:lnTo>
                  <a:pt x="1407694" y="166787"/>
                </a:lnTo>
                <a:lnTo>
                  <a:pt x="1407390" y="166131"/>
                </a:lnTo>
                <a:lnTo>
                  <a:pt x="1407063" y="165485"/>
                </a:lnTo>
                <a:lnTo>
                  <a:pt x="1406713" y="164850"/>
                </a:lnTo>
                <a:lnTo>
                  <a:pt x="1406341" y="164225"/>
                </a:lnTo>
                <a:lnTo>
                  <a:pt x="1405946" y="163611"/>
                </a:lnTo>
                <a:lnTo>
                  <a:pt x="1405529" y="163007"/>
                </a:lnTo>
                <a:lnTo>
                  <a:pt x="1405089" y="162414"/>
                </a:lnTo>
                <a:lnTo>
                  <a:pt x="1404627" y="161831"/>
                </a:lnTo>
                <a:lnTo>
                  <a:pt x="1404142" y="161259"/>
                </a:lnTo>
                <a:lnTo>
                  <a:pt x="1403635" y="160698"/>
                </a:lnTo>
                <a:lnTo>
                  <a:pt x="1403105" y="160147"/>
                </a:lnTo>
                <a:lnTo>
                  <a:pt x="1402556" y="159610"/>
                </a:lnTo>
                <a:lnTo>
                  <a:pt x="1401992" y="159090"/>
                </a:lnTo>
                <a:lnTo>
                  <a:pt x="1401412" y="158588"/>
                </a:lnTo>
                <a:lnTo>
                  <a:pt x="1400818" y="158104"/>
                </a:lnTo>
                <a:lnTo>
                  <a:pt x="1400208" y="157636"/>
                </a:lnTo>
                <a:lnTo>
                  <a:pt x="1399583" y="157186"/>
                </a:lnTo>
                <a:lnTo>
                  <a:pt x="1398942" y="156754"/>
                </a:lnTo>
                <a:lnTo>
                  <a:pt x="1398287" y="156339"/>
                </a:lnTo>
                <a:lnTo>
                  <a:pt x="1397616" y="155942"/>
                </a:lnTo>
                <a:lnTo>
                  <a:pt x="1396930" y="155562"/>
                </a:lnTo>
                <a:lnTo>
                  <a:pt x="1396229" y="155199"/>
                </a:lnTo>
                <a:lnTo>
                  <a:pt x="1395512" y="154854"/>
                </a:lnTo>
                <a:lnTo>
                  <a:pt x="1394780" y="154527"/>
                </a:lnTo>
                <a:lnTo>
                  <a:pt x="1394033" y="154217"/>
                </a:lnTo>
                <a:lnTo>
                  <a:pt x="1393271" y="153924"/>
                </a:lnTo>
                <a:lnTo>
                  <a:pt x="1392494" y="153649"/>
                </a:lnTo>
                <a:lnTo>
                  <a:pt x="1391701" y="153391"/>
                </a:lnTo>
                <a:lnTo>
                  <a:pt x="1390893" y="153151"/>
                </a:lnTo>
                <a:lnTo>
                  <a:pt x="1390070" y="152928"/>
                </a:lnTo>
                <a:lnTo>
                  <a:pt x="1389232" y="152722"/>
                </a:lnTo>
                <a:lnTo>
                  <a:pt x="1388378" y="152535"/>
                </a:lnTo>
                <a:lnTo>
                  <a:pt x="1387509" y="152364"/>
                </a:lnTo>
                <a:lnTo>
                  <a:pt x="1386625" y="152211"/>
                </a:lnTo>
                <a:lnTo>
                  <a:pt x="1385725" y="152076"/>
                </a:lnTo>
                <a:lnTo>
                  <a:pt x="1385101" y="151989"/>
                </a:lnTo>
                <a:lnTo>
                  <a:pt x="1384418" y="151903"/>
                </a:lnTo>
                <a:lnTo>
                  <a:pt x="1383676" y="151820"/>
                </a:lnTo>
                <a:lnTo>
                  <a:pt x="1382874" y="151738"/>
                </a:lnTo>
                <a:lnTo>
                  <a:pt x="1382014" y="151657"/>
                </a:lnTo>
                <a:lnTo>
                  <a:pt x="1381095" y="151579"/>
                </a:lnTo>
                <a:lnTo>
                  <a:pt x="1380117" y="151501"/>
                </a:lnTo>
                <a:lnTo>
                  <a:pt x="1379081" y="151426"/>
                </a:lnTo>
                <a:lnTo>
                  <a:pt x="1377985" y="151352"/>
                </a:lnTo>
                <a:lnTo>
                  <a:pt x="1376830" y="151280"/>
                </a:lnTo>
                <a:lnTo>
                  <a:pt x="1375617" y="151209"/>
                </a:lnTo>
                <a:lnTo>
                  <a:pt x="1374344" y="151140"/>
                </a:lnTo>
                <a:lnTo>
                  <a:pt x="1373013" y="151073"/>
                </a:lnTo>
                <a:lnTo>
                  <a:pt x="1371622" y="151007"/>
                </a:lnTo>
                <a:lnTo>
                  <a:pt x="1370173" y="150943"/>
                </a:lnTo>
                <a:lnTo>
                  <a:pt x="1368665" y="150881"/>
                </a:lnTo>
                <a:lnTo>
                  <a:pt x="1367098" y="150820"/>
                </a:lnTo>
                <a:lnTo>
                  <a:pt x="1365472" y="150761"/>
                </a:lnTo>
                <a:lnTo>
                  <a:pt x="1363787" y="150704"/>
                </a:lnTo>
                <a:lnTo>
                  <a:pt x="1362043" y="150648"/>
                </a:lnTo>
                <a:lnTo>
                  <a:pt x="1360240" y="150594"/>
                </a:lnTo>
                <a:lnTo>
                  <a:pt x="1358378" y="150541"/>
                </a:lnTo>
                <a:lnTo>
                  <a:pt x="1356458" y="150490"/>
                </a:lnTo>
                <a:lnTo>
                  <a:pt x="1354478" y="150441"/>
                </a:lnTo>
                <a:lnTo>
                  <a:pt x="1353403" y="150411"/>
                </a:lnTo>
                <a:lnTo>
                  <a:pt x="1352362" y="150382"/>
                </a:lnTo>
                <a:lnTo>
                  <a:pt x="1351355" y="150351"/>
                </a:lnTo>
                <a:lnTo>
                  <a:pt x="1350382" y="150321"/>
                </a:lnTo>
                <a:lnTo>
                  <a:pt x="1349443" y="150290"/>
                </a:lnTo>
                <a:lnTo>
                  <a:pt x="1348539" y="150258"/>
                </a:lnTo>
                <a:lnTo>
                  <a:pt x="1347668" y="150226"/>
                </a:lnTo>
                <a:lnTo>
                  <a:pt x="1346832" y="150194"/>
                </a:lnTo>
                <a:lnTo>
                  <a:pt x="1346030" y="150161"/>
                </a:lnTo>
                <a:lnTo>
                  <a:pt x="1345262" y="150128"/>
                </a:lnTo>
                <a:lnTo>
                  <a:pt x="1344528" y="150094"/>
                </a:lnTo>
                <a:lnTo>
                  <a:pt x="1343828" y="150061"/>
                </a:lnTo>
                <a:lnTo>
                  <a:pt x="1343162" y="150026"/>
                </a:lnTo>
                <a:lnTo>
                  <a:pt x="1342531" y="149991"/>
                </a:lnTo>
                <a:lnTo>
                  <a:pt x="1341934" y="149956"/>
                </a:lnTo>
                <a:lnTo>
                  <a:pt x="1341370" y="149921"/>
                </a:lnTo>
                <a:lnTo>
                  <a:pt x="1340841" y="149885"/>
                </a:lnTo>
                <a:lnTo>
                  <a:pt x="1340346" y="149848"/>
                </a:lnTo>
                <a:lnTo>
                  <a:pt x="1339886" y="149812"/>
                </a:lnTo>
                <a:lnTo>
                  <a:pt x="1339459" y="149774"/>
                </a:lnTo>
                <a:lnTo>
                  <a:pt x="1339066" y="149737"/>
                </a:lnTo>
                <a:lnTo>
                  <a:pt x="1338708" y="149699"/>
                </a:lnTo>
                <a:lnTo>
                  <a:pt x="1338384" y="149660"/>
                </a:lnTo>
                <a:lnTo>
                  <a:pt x="1338093" y="149622"/>
                </a:lnTo>
                <a:lnTo>
                  <a:pt x="1337632" y="149552"/>
                </a:lnTo>
                <a:lnTo>
                  <a:pt x="1337183" y="149478"/>
                </a:lnTo>
                <a:lnTo>
                  <a:pt x="1336747" y="149400"/>
                </a:lnTo>
                <a:lnTo>
                  <a:pt x="1336323" y="149319"/>
                </a:lnTo>
                <a:lnTo>
                  <a:pt x="1335913" y="149235"/>
                </a:lnTo>
                <a:lnTo>
                  <a:pt x="1335515" y="149146"/>
                </a:lnTo>
                <a:lnTo>
                  <a:pt x="1335130" y="149054"/>
                </a:lnTo>
                <a:lnTo>
                  <a:pt x="1334758" y="148959"/>
                </a:lnTo>
                <a:lnTo>
                  <a:pt x="1334399" y="148860"/>
                </a:lnTo>
                <a:lnTo>
                  <a:pt x="1334052" y="148757"/>
                </a:lnTo>
                <a:lnTo>
                  <a:pt x="1333718" y="148650"/>
                </a:lnTo>
                <a:lnTo>
                  <a:pt x="1333398" y="148540"/>
                </a:lnTo>
                <a:lnTo>
                  <a:pt x="1333089" y="148426"/>
                </a:lnTo>
                <a:lnTo>
                  <a:pt x="1332794" y="148309"/>
                </a:lnTo>
                <a:lnTo>
                  <a:pt x="1332512" y="148188"/>
                </a:lnTo>
                <a:lnTo>
                  <a:pt x="1332242" y="148063"/>
                </a:lnTo>
                <a:lnTo>
                  <a:pt x="1331985" y="147934"/>
                </a:lnTo>
                <a:lnTo>
                  <a:pt x="1331741" y="147802"/>
                </a:lnTo>
                <a:lnTo>
                  <a:pt x="1331509" y="147667"/>
                </a:lnTo>
                <a:lnTo>
                  <a:pt x="1331291" y="147527"/>
                </a:lnTo>
                <a:lnTo>
                  <a:pt x="1331085" y="147384"/>
                </a:lnTo>
                <a:lnTo>
                  <a:pt x="1330892" y="147238"/>
                </a:lnTo>
                <a:lnTo>
                  <a:pt x="1330712" y="147087"/>
                </a:lnTo>
                <a:lnTo>
                  <a:pt x="1330545" y="146934"/>
                </a:lnTo>
                <a:lnTo>
                  <a:pt x="1330387" y="146777"/>
                </a:lnTo>
                <a:lnTo>
                  <a:pt x="1330236" y="146621"/>
                </a:lnTo>
                <a:lnTo>
                  <a:pt x="1330092" y="146464"/>
                </a:lnTo>
                <a:lnTo>
                  <a:pt x="1329955" y="146306"/>
                </a:lnTo>
                <a:lnTo>
                  <a:pt x="1329824" y="146148"/>
                </a:lnTo>
                <a:lnTo>
                  <a:pt x="1329700" y="145990"/>
                </a:lnTo>
                <a:lnTo>
                  <a:pt x="1329583" y="145831"/>
                </a:lnTo>
                <a:lnTo>
                  <a:pt x="1329472" y="145672"/>
                </a:lnTo>
                <a:lnTo>
                  <a:pt x="1329368" y="145513"/>
                </a:lnTo>
                <a:lnTo>
                  <a:pt x="1329271" y="145353"/>
                </a:lnTo>
                <a:lnTo>
                  <a:pt x="1329180" y="145193"/>
                </a:lnTo>
                <a:lnTo>
                  <a:pt x="1329097" y="145032"/>
                </a:lnTo>
                <a:lnTo>
                  <a:pt x="1329020" y="144871"/>
                </a:lnTo>
                <a:lnTo>
                  <a:pt x="1328949" y="144709"/>
                </a:lnTo>
                <a:lnTo>
                  <a:pt x="1328885" y="144547"/>
                </a:lnTo>
                <a:lnTo>
                  <a:pt x="1328828" y="144385"/>
                </a:lnTo>
                <a:lnTo>
                  <a:pt x="1328778" y="144222"/>
                </a:lnTo>
                <a:lnTo>
                  <a:pt x="1328735" y="144059"/>
                </a:lnTo>
                <a:lnTo>
                  <a:pt x="1328698" y="143895"/>
                </a:lnTo>
                <a:lnTo>
                  <a:pt x="1328668" y="143731"/>
                </a:lnTo>
                <a:lnTo>
                  <a:pt x="1328644" y="143567"/>
                </a:lnTo>
                <a:lnTo>
                  <a:pt x="1328627" y="143402"/>
                </a:lnTo>
                <a:lnTo>
                  <a:pt x="1328617" y="143237"/>
                </a:lnTo>
                <a:lnTo>
                  <a:pt x="1328614" y="143072"/>
                </a:lnTo>
                <a:lnTo>
                  <a:pt x="1328617" y="142875"/>
                </a:lnTo>
                <a:lnTo>
                  <a:pt x="1328626" y="142675"/>
                </a:lnTo>
                <a:lnTo>
                  <a:pt x="1328642" y="142472"/>
                </a:lnTo>
                <a:lnTo>
                  <a:pt x="1328664" y="142265"/>
                </a:lnTo>
                <a:lnTo>
                  <a:pt x="1328693" y="142055"/>
                </a:lnTo>
                <a:lnTo>
                  <a:pt x="1328727" y="141841"/>
                </a:lnTo>
                <a:lnTo>
                  <a:pt x="1328768" y="141624"/>
                </a:lnTo>
                <a:lnTo>
                  <a:pt x="1328815" y="141403"/>
                </a:lnTo>
                <a:lnTo>
                  <a:pt x="1328869" y="141179"/>
                </a:lnTo>
                <a:lnTo>
                  <a:pt x="1328929" y="140951"/>
                </a:lnTo>
                <a:lnTo>
                  <a:pt x="1328995" y="140720"/>
                </a:lnTo>
                <a:lnTo>
                  <a:pt x="1329067" y="140486"/>
                </a:lnTo>
                <a:lnTo>
                  <a:pt x="1329146" y="140248"/>
                </a:lnTo>
                <a:lnTo>
                  <a:pt x="1329231" y="140007"/>
                </a:lnTo>
                <a:lnTo>
                  <a:pt x="1329322" y="139762"/>
                </a:lnTo>
                <a:lnTo>
                  <a:pt x="1329420" y="139513"/>
                </a:lnTo>
                <a:lnTo>
                  <a:pt x="1329524" y="139262"/>
                </a:lnTo>
                <a:lnTo>
                  <a:pt x="1329634" y="139006"/>
                </a:lnTo>
                <a:lnTo>
                  <a:pt x="1329751" y="138748"/>
                </a:lnTo>
                <a:lnTo>
                  <a:pt x="1329874" y="138486"/>
                </a:lnTo>
                <a:lnTo>
                  <a:pt x="1330003" y="138220"/>
                </a:lnTo>
                <a:lnTo>
                  <a:pt x="1330138" y="137951"/>
                </a:lnTo>
                <a:lnTo>
                  <a:pt x="1330280" y="137679"/>
                </a:lnTo>
                <a:lnTo>
                  <a:pt x="1330428" y="137403"/>
                </a:lnTo>
                <a:lnTo>
                  <a:pt x="1330585" y="137123"/>
                </a:lnTo>
                <a:lnTo>
                  <a:pt x="1330753" y="136839"/>
                </a:lnTo>
                <a:lnTo>
                  <a:pt x="1330933" y="136552"/>
                </a:lnTo>
                <a:lnTo>
                  <a:pt x="1331125" y="136260"/>
                </a:lnTo>
                <a:lnTo>
                  <a:pt x="1331328" y="135965"/>
                </a:lnTo>
                <a:lnTo>
                  <a:pt x="1331543" y="135666"/>
                </a:lnTo>
                <a:lnTo>
                  <a:pt x="1331770" y="135363"/>
                </a:lnTo>
                <a:lnTo>
                  <a:pt x="1332008" y="135056"/>
                </a:lnTo>
                <a:lnTo>
                  <a:pt x="1332257" y="134745"/>
                </a:lnTo>
                <a:lnTo>
                  <a:pt x="1332519" y="134431"/>
                </a:lnTo>
                <a:lnTo>
                  <a:pt x="1332791" y="134113"/>
                </a:lnTo>
                <a:lnTo>
                  <a:pt x="1333076" y="133790"/>
                </a:lnTo>
                <a:lnTo>
                  <a:pt x="1333372" y="133464"/>
                </a:lnTo>
                <a:lnTo>
                  <a:pt x="1333679" y="133134"/>
                </a:lnTo>
                <a:lnTo>
                  <a:pt x="1333998" y="132801"/>
                </a:lnTo>
                <a:lnTo>
                  <a:pt x="1334329" y="132463"/>
                </a:lnTo>
                <a:lnTo>
                  <a:pt x="1334671" y="132122"/>
                </a:lnTo>
                <a:lnTo>
                  <a:pt x="1335025" y="131776"/>
                </a:lnTo>
                <a:lnTo>
                  <a:pt x="1335390" y="131427"/>
                </a:lnTo>
                <a:lnTo>
                  <a:pt x="1335767" y="131074"/>
                </a:lnTo>
                <a:lnTo>
                  <a:pt x="1336156" y="130717"/>
                </a:lnTo>
                <a:lnTo>
                  <a:pt x="1336556" y="130357"/>
                </a:lnTo>
                <a:lnTo>
                  <a:pt x="1336968" y="129992"/>
                </a:lnTo>
                <a:lnTo>
                  <a:pt x="1337391" y="129624"/>
                </a:lnTo>
                <a:lnTo>
                  <a:pt x="1338083" y="129819"/>
                </a:lnTo>
                <a:lnTo>
                  <a:pt x="1338774" y="130005"/>
                </a:lnTo>
                <a:lnTo>
                  <a:pt x="1339463" y="130184"/>
                </a:lnTo>
                <a:lnTo>
                  <a:pt x="1340151" y="130354"/>
                </a:lnTo>
                <a:lnTo>
                  <a:pt x="1340838" y="130515"/>
                </a:lnTo>
                <a:lnTo>
                  <a:pt x="1341524" y="130669"/>
                </a:lnTo>
                <a:lnTo>
                  <a:pt x="1342208" y="130814"/>
                </a:lnTo>
                <a:lnTo>
                  <a:pt x="1342892" y="130951"/>
                </a:lnTo>
                <a:lnTo>
                  <a:pt x="1343574" y="131079"/>
                </a:lnTo>
                <a:lnTo>
                  <a:pt x="1344255" y="131199"/>
                </a:lnTo>
                <a:lnTo>
                  <a:pt x="1344934" y="131311"/>
                </a:lnTo>
                <a:lnTo>
                  <a:pt x="1345613" y="131415"/>
                </a:lnTo>
                <a:lnTo>
                  <a:pt x="1346290" y="131510"/>
                </a:lnTo>
                <a:lnTo>
                  <a:pt x="1346966" y="131597"/>
                </a:lnTo>
                <a:lnTo>
                  <a:pt x="1347641" y="131676"/>
                </a:lnTo>
                <a:lnTo>
                  <a:pt x="1348314" y="131747"/>
                </a:lnTo>
                <a:lnTo>
                  <a:pt x="1348987" y="131809"/>
                </a:lnTo>
                <a:lnTo>
                  <a:pt x="1349658" y="131863"/>
                </a:lnTo>
                <a:lnTo>
                  <a:pt x="1350328" y="131908"/>
                </a:lnTo>
                <a:lnTo>
                  <a:pt x="1350996" y="131946"/>
                </a:lnTo>
                <a:lnTo>
                  <a:pt x="1351664" y="131975"/>
                </a:lnTo>
                <a:lnTo>
                  <a:pt x="1352330" y="131995"/>
                </a:lnTo>
                <a:lnTo>
                  <a:pt x="1352995" y="132008"/>
                </a:lnTo>
                <a:lnTo>
                  <a:pt x="1353659" y="132012"/>
                </a:lnTo>
                <a:lnTo>
                  <a:pt x="1355254" y="131993"/>
                </a:lnTo>
                <a:lnTo>
                  <a:pt x="1356823" y="131938"/>
                </a:lnTo>
                <a:lnTo>
                  <a:pt x="1358364" y="131845"/>
                </a:lnTo>
                <a:lnTo>
                  <a:pt x="1359878" y="131716"/>
                </a:lnTo>
                <a:lnTo>
                  <a:pt x="1361364" y="131549"/>
                </a:lnTo>
                <a:lnTo>
                  <a:pt x="1362824" y="131345"/>
                </a:lnTo>
                <a:lnTo>
                  <a:pt x="1364256" y="131104"/>
                </a:lnTo>
                <a:lnTo>
                  <a:pt x="1365661" y="130826"/>
                </a:lnTo>
                <a:lnTo>
                  <a:pt x="1367039" y="130511"/>
                </a:lnTo>
                <a:lnTo>
                  <a:pt x="1368389" y="130159"/>
                </a:lnTo>
                <a:lnTo>
                  <a:pt x="1369713" y="129770"/>
                </a:lnTo>
                <a:lnTo>
                  <a:pt x="1371009" y="129344"/>
                </a:lnTo>
                <a:lnTo>
                  <a:pt x="1372278" y="128881"/>
                </a:lnTo>
                <a:lnTo>
                  <a:pt x="1373519" y="128381"/>
                </a:lnTo>
                <a:lnTo>
                  <a:pt x="1374734" y="127843"/>
                </a:lnTo>
                <a:lnTo>
                  <a:pt x="1375921" y="127269"/>
                </a:lnTo>
                <a:lnTo>
                  <a:pt x="1377081" y="126658"/>
                </a:lnTo>
                <a:lnTo>
                  <a:pt x="1378213" y="126009"/>
                </a:lnTo>
                <a:lnTo>
                  <a:pt x="1379319" y="125324"/>
                </a:lnTo>
                <a:lnTo>
                  <a:pt x="1380397" y="124601"/>
                </a:lnTo>
                <a:lnTo>
                  <a:pt x="1381448" y="123841"/>
                </a:lnTo>
                <a:lnTo>
                  <a:pt x="1382472" y="123045"/>
                </a:lnTo>
                <a:lnTo>
                  <a:pt x="1383469" y="122211"/>
                </a:lnTo>
                <a:lnTo>
                  <a:pt x="1384438" y="121340"/>
                </a:lnTo>
                <a:lnTo>
                  <a:pt x="1385374" y="120443"/>
                </a:lnTo>
                <a:lnTo>
                  <a:pt x="1386270" y="119531"/>
                </a:lnTo>
                <a:lnTo>
                  <a:pt x="1387126" y="118604"/>
                </a:lnTo>
                <a:lnTo>
                  <a:pt x="1387943" y="117662"/>
                </a:lnTo>
                <a:lnTo>
                  <a:pt x="1388719" y="116705"/>
                </a:lnTo>
                <a:lnTo>
                  <a:pt x="1389456" y="115733"/>
                </a:lnTo>
                <a:lnTo>
                  <a:pt x="1390153" y="114746"/>
                </a:lnTo>
                <a:lnTo>
                  <a:pt x="1390810" y="113744"/>
                </a:lnTo>
                <a:lnTo>
                  <a:pt x="1391427" y="112726"/>
                </a:lnTo>
                <a:lnTo>
                  <a:pt x="1392005" y="111694"/>
                </a:lnTo>
                <a:lnTo>
                  <a:pt x="1392542" y="110646"/>
                </a:lnTo>
                <a:lnTo>
                  <a:pt x="1393040" y="109584"/>
                </a:lnTo>
                <a:lnTo>
                  <a:pt x="1393498" y="108506"/>
                </a:lnTo>
                <a:lnTo>
                  <a:pt x="1393916" y="107414"/>
                </a:lnTo>
                <a:lnTo>
                  <a:pt x="1394294" y="106306"/>
                </a:lnTo>
                <a:lnTo>
                  <a:pt x="1394633" y="105183"/>
                </a:lnTo>
                <a:lnTo>
                  <a:pt x="1394932" y="104045"/>
                </a:lnTo>
                <a:lnTo>
                  <a:pt x="1395190" y="102893"/>
                </a:lnTo>
                <a:lnTo>
                  <a:pt x="1395409" y="101725"/>
                </a:lnTo>
                <a:lnTo>
                  <a:pt x="1395589" y="100542"/>
                </a:lnTo>
                <a:lnTo>
                  <a:pt x="1395728" y="99344"/>
                </a:lnTo>
                <a:lnTo>
                  <a:pt x="1395828" y="98130"/>
                </a:lnTo>
                <a:lnTo>
                  <a:pt x="1395887" y="96902"/>
                </a:lnTo>
                <a:lnTo>
                  <a:pt x="1395907" y="95659"/>
                </a:lnTo>
                <a:lnTo>
                  <a:pt x="1395896" y="94573"/>
                </a:lnTo>
                <a:lnTo>
                  <a:pt x="1395862" y="93503"/>
                </a:lnTo>
                <a:lnTo>
                  <a:pt x="1395805" y="92449"/>
                </a:lnTo>
                <a:lnTo>
                  <a:pt x="1395725" y="91411"/>
                </a:lnTo>
                <a:lnTo>
                  <a:pt x="1395623" y="90390"/>
                </a:lnTo>
                <a:lnTo>
                  <a:pt x="1395498" y="89385"/>
                </a:lnTo>
                <a:lnTo>
                  <a:pt x="1395350" y="88397"/>
                </a:lnTo>
                <a:lnTo>
                  <a:pt x="1395179" y="87424"/>
                </a:lnTo>
                <a:lnTo>
                  <a:pt x="1394986" y="86468"/>
                </a:lnTo>
                <a:lnTo>
                  <a:pt x="1394769" y="85529"/>
                </a:lnTo>
                <a:lnTo>
                  <a:pt x="1394530" y="84605"/>
                </a:lnTo>
                <a:lnTo>
                  <a:pt x="1394269" y="83698"/>
                </a:lnTo>
                <a:lnTo>
                  <a:pt x="1393984" y="82807"/>
                </a:lnTo>
                <a:lnTo>
                  <a:pt x="1393677" y="81932"/>
                </a:lnTo>
                <a:lnTo>
                  <a:pt x="1393347" y="81074"/>
                </a:lnTo>
                <a:lnTo>
                  <a:pt x="1392994" y="80232"/>
                </a:lnTo>
                <a:lnTo>
                  <a:pt x="1392619" y="79406"/>
                </a:lnTo>
                <a:lnTo>
                  <a:pt x="1392221" y="78597"/>
                </a:lnTo>
                <a:lnTo>
                  <a:pt x="1391800" y="77803"/>
                </a:lnTo>
                <a:lnTo>
                  <a:pt x="1391356" y="77026"/>
                </a:lnTo>
                <a:lnTo>
                  <a:pt x="1390889" y="76266"/>
                </a:lnTo>
                <a:lnTo>
                  <a:pt x="1390400" y="75521"/>
                </a:lnTo>
                <a:lnTo>
                  <a:pt x="1389888" y="74793"/>
                </a:lnTo>
                <a:lnTo>
                  <a:pt x="1389353" y="74081"/>
                </a:lnTo>
                <a:lnTo>
                  <a:pt x="1403280" y="74081"/>
                </a:lnTo>
                <a:lnTo>
                  <a:pt x="1403692" y="74081"/>
                </a:lnTo>
                <a:lnTo>
                  <a:pt x="1404090" y="74079"/>
                </a:lnTo>
                <a:lnTo>
                  <a:pt x="1404473" y="74076"/>
                </a:lnTo>
                <a:lnTo>
                  <a:pt x="1404842" y="74072"/>
                </a:lnTo>
                <a:lnTo>
                  <a:pt x="1405197" y="74066"/>
                </a:lnTo>
                <a:lnTo>
                  <a:pt x="1405537" y="74059"/>
                </a:lnTo>
                <a:lnTo>
                  <a:pt x="1405862" y="74052"/>
                </a:lnTo>
                <a:lnTo>
                  <a:pt x="1406174" y="74043"/>
                </a:lnTo>
                <a:lnTo>
                  <a:pt x="1406470" y="74032"/>
                </a:lnTo>
                <a:lnTo>
                  <a:pt x="1406753" y="74021"/>
                </a:lnTo>
                <a:lnTo>
                  <a:pt x="1407020" y="74008"/>
                </a:lnTo>
                <a:lnTo>
                  <a:pt x="1407274" y="73994"/>
                </a:lnTo>
                <a:lnTo>
                  <a:pt x="1407513" y="73979"/>
                </a:lnTo>
                <a:lnTo>
                  <a:pt x="1407738" y="73963"/>
                </a:lnTo>
                <a:lnTo>
                  <a:pt x="1407948" y="73945"/>
                </a:lnTo>
                <a:lnTo>
                  <a:pt x="1408144" y="73927"/>
                </a:lnTo>
                <a:lnTo>
                  <a:pt x="1408325" y="73907"/>
                </a:lnTo>
                <a:lnTo>
                  <a:pt x="1408492" y="73886"/>
                </a:lnTo>
                <a:lnTo>
                  <a:pt x="1408644" y="73863"/>
                </a:lnTo>
                <a:lnTo>
                  <a:pt x="1408782" y="73840"/>
                </a:lnTo>
                <a:lnTo>
                  <a:pt x="1408906" y="73815"/>
                </a:lnTo>
                <a:lnTo>
                  <a:pt x="1409015" y="73789"/>
                </a:lnTo>
                <a:lnTo>
                  <a:pt x="1409110" y="73762"/>
                </a:lnTo>
                <a:lnTo>
                  <a:pt x="1409190" y="73734"/>
                </a:lnTo>
                <a:lnTo>
                  <a:pt x="1409263" y="73704"/>
                </a:lnTo>
                <a:lnTo>
                  <a:pt x="1409333" y="73674"/>
                </a:lnTo>
                <a:lnTo>
                  <a:pt x="1409402" y="73643"/>
                </a:lnTo>
                <a:lnTo>
                  <a:pt x="1409468" y="73612"/>
                </a:lnTo>
                <a:lnTo>
                  <a:pt x="1409533" y="73579"/>
                </a:lnTo>
                <a:lnTo>
                  <a:pt x="1409596" y="73546"/>
                </a:lnTo>
                <a:lnTo>
                  <a:pt x="1409658" y="73511"/>
                </a:lnTo>
                <a:lnTo>
                  <a:pt x="1409717" y="73477"/>
                </a:lnTo>
                <a:lnTo>
                  <a:pt x="1409775" y="73441"/>
                </a:lnTo>
                <a:lnTo>
                  <a:pt x="1409830" y="73404"/>
                </a:lnTo>
                <a:lnTo>
                  <a:pt x="1409884" y="73367"/>
                </a:lnTo>
                <a:lnTo>
                  <a:pt x="1409936" y="73329"/>
                </a:lnTo>
                <a:lnTo>
                  <a:pt x="1409987" y="73290"/>
                </a:lnTo>
                <a:lnTo>
                  <a:pt x="1410035" y="73250"/>
                </a:lnTo>
                <a:lnTo>
                  <a:pt x="1410082" y="73209"/>
                </a:lnTo>
                <a:lnTo>
                  <a:pt x="1410127" y="73168"/>
                </a:lnTo>
                <a:lnTo>
                  <a:pt x="1410170" y="73126"/>
                </a:lnTo>
                <a:lnTo>
                  <a:pt x="1410211" y="73083"/>
                </a:lnTo>
                <a:lnTo>
                  <a:pt x="1410250" y="73039"/>
                </a:lnTo>
                <a:lnTo>
                  <a:pt x="1410288" y="72995"/>
                </a:lnTo>
                <a:lnTo>
                  <a:pt x="1410323" y="72949"/>
                </a:lnTo>
                <a:lnTo>
                  <a:pt x="1410357" y="72903"/>
                </a:lnTo>
                <a:lnTo>
                  <a:pt x="1410389" y="72856"/>
                </a:lnTo>
                <a:lnTo>
                  <a:pt x="1410419" y="72808"/>
                </a:lnTo>
                <a:lnTo>
                  <a:pt x="1410467" y="72709"/>
                </a:lnTo>
                <a:lnTo>
                  <a:pt x="1410513" y="72602"/>
                </a:lnTo>
                <a:lnTo>
                  <a:pt x="1410556" y="72490"/>
                </a:lnTo>
                <a:lnTo>
                  <a:pt x="1410598" y="72371"/>
                </a:lnTo>
                <a:lnTo>
                  <a:pt x="1410638" y="72245"/>
                </a:lnTo>
                <a:lnTo>
                  <a:pt x="1410675" y="72113"/>
                </a:lnTo>
                <a:lnTo>
                  <a:pt x="1410711" y="71975"/>
                </a:lnTo>
                <a:lnTo>
                  <a:pt x="1410744" y="71830"/>
                </a:lnTo>
                <a:lnTo>
                  <a:pt x="1410776" y="71679"/>
                </a:lnTo>
                <a:lnTo>
                  <a:pt x="1410805" y="71522"/>
                </a:lnTo>
                <a:lnTo>
                  <a:pt x="1410833" y="71358"/>
                </a:lnTo>
                <a:lnTo>
                  <a:pt x="1410858" y="71187"/>
                </a:lnTo>
                <a:lnTo>
                  <a:pt x="1410881" y="71011"/>
                </a:lnTo>
                <a:lnTo>
                  <a:pt x="1410903" y="70827"/>
                </a:lnTo>
                <a:lnTo>
                  <a:pt x="1410922" y="70638"/>
                </a:lnTo>
                <a:lnTo>
                  <a:pt x="1410939" y="70442"/>
                </a:lnTo>
                <a:lnTo>
                  <a:pt x="1410955" y="70239"/>
                </a:lnTo>
                <a:lnTo>
                  <a:pt x="1410968" y="70031"/>
                </a:lnTo>
                <a:lnTo>
                  <a:pt x="1410979" y="69815"/>
                </a:lnTo>
                <a:lnTo>
                  <a:pt x="1410988" y="69594"/>
                </a:lnTo>
                <a:lnTo>
                  <a:pt x="1410995" y="69366"/>
                </a:lnTo>
                <a:lnTo>
                  <a:pt x="1411000" y="69131"/>
                </a:lnTo>
                <a:lnTo>
                  <a:pt x="1411003" y="68890"/>
                </a:lnTo>
                <a:lnTo>
                  <a:pt x="1411004" y="68643"/>
                </a:lnTo>
                <a:lnTo>
                  <a:pt x="1411003" y="68424"/>
                </a:lnTo>
                <a:lnTo>
                  <a:pt x="1410999" y="68210"/>
                </a:lnTo>
                <a:lnTo>
                  <a:pt x="1410993" y="68003"/>
                </a:lnTo>
                <a:lnTo>
                  <a:pt x="1410985" y="67800"/>
                </a:lnTo>
                <a:lnTo>
                  <a:pt x="1410974" y="67604"/>
                </a:lnTo>
                <a:lnTo>
                  <a:pt x="1410960" y="67413"/>
                </a:lnTo>
                <a:lnTo>
                  <a:pt x="1410945" y="67228"/>
                </a:lnTo>
                <a:lnTo>
                  <a:pt x="1410926" y="67048"/>
                </a:lnTo>
                <a:lnTo>
                  <a:pt x="1410906" y="66874"/>
                </a:lnTo>
                <a:lnTo>
                  <a:pt x="1410882" y="66705"/>
                </a:lnTo>
                <a:lnTo>
                  <a:pt x="1410857" y="66543"/>
                </a:lnTo>
                <a:lnTo>
                  <a:pt x="1410829" y="66385"/>
                </a:lnTo>
                <a:lnTo>
                  <a:pt x="1410798" y="66234"/>
                </a:lnTo>
                <a:lnTo>
                  <a:pt x="1410765" y="66088"/>
                </a:lnTo>
                <a:lnTo>
                  <a:pt x="1410730" y="65948"/>
                </a:lnTo>
                <a:lnTo>
                  <a:pt x="1410692" y="65813"/>
                </a:lnTo>
                <a:lnTo>
                  <a:pt x="1410652" y="65684"/>
                </a:lnTo>
                <a:lnTo>
                  <a:pt x="1410609" y="65561"/>
                </a:lnTo>
                <a:lnTo>
                  <a:pt x="1410564" y="65443"/>
                </a:lnTo>
                <a:lnTo>
                  <a:pt x="1410517" y="65331"/>
                </a:lnTo>
                <a:lnTo>
                  <a:pt x="1410467" y="65224"/>
                </a:lnTo>
                <a:lnTo>
                  <a:pt x="1410414" y="65123"/>
                </a:lnTo>
                <a:lnTo>
                  <a:pt x="1410359" y="65028"/>
                </a:lnTo>
                <a:lnTo>
                  <a:pt x="1410302" y="64938"/>
                </a:lnTo>
                <a:lnTo>
                  <a:pt x="1410272" y="64881"/>
                </a:lnTo>
                <a:lnTo>
                  <a:pt x="1410240" y="64825"/>
                </a:lnTo>
                <a:lnTo>
                  <a:pt x="1410207" y="64771"/>
                </a:lnTo>
                <a:lnTo>
                  <a:pt x="1410172" y="64718"/>
                </a:lnTo>
                <a:lnTo>
                  <a:pt x="1410136" y="64666"/>
                </a:lnTo>
                <a:lnTo>
                  <a:pt x="1410097" y="64616"/>
                </a:lnTo>
                <a:lnTo>
                  <a:pt x="1410058" y="64567"/>
                </a:lnTo>
                <a:lnTo>
                  <a:pt x="1410016" y="64520"/>
                </a:lnTo>
                <a:lnTo>
                  <a:pt x="1409973" y="64474"/>
                </a:lnTo>
                <a:lnTo>
                  <a:pt x="1409928" y="64429"/>
                </a:lnTo>
                <a:lnTo>
                  <a:pt x="1409882" y="64386"/>
                </a:lnTo>
                <a:lnTo>
                  <a:pt x="1409834" y="64345"/>
                </a:lnTo>
                <a:lnTo>
                  <a:pt x="1409784" y="64304"/>
                </a:lnTo>
                <a:lnTo>
                  <a:pt x="1409733" y="64266"/>
                </a:lnTo>
                <a:lnTo>
                  <a:pt x="1409680" y="64228"/>
                </a:lnTo>
                <a:lnTo>
                  <a:pt x="1409626" y="64192"/>
                </a:lnTo>
                <a:lnTo>
                  <a:pt x="1409570" y="64157"/>
                </a:lnTo>
                <a:lnTo>
                  <a:pt x="1409512" y="64124"/>
                </a:lnTo>
                <a:lnTo>
                  <a:pt x="1409453" y="64092"/>
                </a:lnTo>
                <a:lnTo>
                  <a:pt x="1409392" y="64062"/>
                </a:lnTo>
                <a:lnTo>
                  <a:pt x="1409329" y="64033"/>
                </a:lnTo>
                <a:lnTo>
                  <a:pt x="1409265" y="64005"/>
                </a:lnTo>
                <a:lnTo>
                  <a:pt x="1409199" y="63979"/>
                </a:lnTo>
                <a:lnTo>
                  <a:pt x="1409132" y="63954"/>
                </a:lnTo>
                <a:lnTo>
                  <a:pt x="1409056" y="63931"/>
                </a:lnTo>
                <a:lnTo>
                  <a:pt x="1408966" y="63908"/>
                </a:lnTo>
                <a:lnTo>
                  <a:pt x="1408861" y="63887"/>
                </a:lnTo>
                <a:lnTo>
                  <a:pt x="1408742" y="63866"/>
                </a:lnTo>
                <a:lnTo>
                  <a:pt x="1408608" y="63846"/>
                </a:lnTo>
                <a:lnTo>
                  <a:pt x="1408459" y="63828"/>
                </a:lnTo>
                <a:lnTo>
                  <a:pt x="1408296" y="63810"/>
                </a:lnTo>
                <a:lnTo>
                  <a:pt x="1408118" y="63794"/>
                </a:lnTo>
                <a:lnTo>
                  <a:pt x="1407925" y="63778"/>
                </a:lnTo>
                <a:lnTo>
                  <a:pt x="1407718" y="63764"/>
                </a:lnTo>
                <a:lnTo>
                  <a:pt x="1407496" y="63750"/>
                </a:lnTo>
                <a:lnTo>
                  <a:pt x="1407259" y="63738"/>
                </a:lnTo>
                <a:lnTo>
                  <a:pt x="1407008" y="63726"/>
                </a:lnTo>
                <a:lnTo>
                  <a:pt x="1406742" y="63716"/>
                </a:lnTo>
                <a:lnTo>
                  <a:pt x="1406462" y="63706"/>
                </a:lnTo>
                <a:lnTo>
                  <a:pt x="1406167" y="63697"/>
                </a:lnTo>
                <a:lnTo>
                  <a:pt x="1405857" y="63690"/>
                </a:lnTo>
                <a:lnTo>
                  <a:pt x="1405533" y="63683"/>
                </a:lnTo>
                <a:lnTo>
                  <a:pt x="1405194" y="63678"/>
                </a:lnTo>
                <a:lnTo>
                  <a:pt x="1404841" y="63673"/>
                </a:lnTo>
                <a:lnTo>
                  <a:pt x="1404472" y="63670"/>
                </a:lnTo>
                <a:lnTo>
                  <a:pt x="1404090" y="63667"/>
                </a:lnTo>
                <a:lnTo>
                  <a:pt x="1403692" y="63666"/>
                </a:lnTo>
                <a:lnTo>
                  <a:pt x="1403280" y="63665"/>
                </a:lnTo>
                <a:lnTo>
                  <a:pt x="1380576" y="63665"/>
                </a:lnTo>
                <a:lnTo>
                  <a:pt x="1379633" y="63054"/>
                </a:lnTo>
                <a:lnTo>
                  <a:pt x="1378675" y="62469"/>
                </a:lnTo>
                <a:lnTo>
                  <a:pt x="1377703" y="61910"/>
                </a:lnTo>
                <a:lnTo>
                  <a:pt x="1376717" y="61377"/>
                </a:lnTo>
                <a:lnTo>
                  <a:pt x="1375717" y="60870"/>
                </a:lnTo>
                <a:lnTo>
                  <a:pt x="1374703" y="60388"/>
                </a:lnTo>
                <a:lnTo>
                  <a:pt x="1373674" y="59933"/>
                </a:lnTo>
                <a:lnTo>
                  <a:pt x="1372631" y="59504"/>
                </a:lnTo>
                <a:lnTo>
                  <a:pt x="1371574" y="59101"/>
                </a:lnTo>
                <a:lnTo>
                  <a:pt x="1370502" y="58724"/>
                </a:lnTo>
                <a:lnTo>
                  <a:pt x="1369417" y="58373"/>
                </a:lnTo>
                <a:lnTo>
                  <a:pt x="1368317" y="58048"/>
                </a:lnTo>
                <a:lnTo>
                  <a:pt x="1367203" y="57749"/>
                </a:lnTo>
                <a:lnTo>
                  <a:pt x="1366075" y="57476"/>
                </a:lnTo>
                <a:lnTo>
                  <a:pt x="1364932" y="57229"/>
                </a:lnTo>
                <a:lnTo>
                  <a:pt x="1363775" y="57008"/>
                </a:lnTo>
                <a:lnTo>
                  <a:pt x="1362605" y="56812"/>
                </a:lnTo>
                <a:lnTo>
                  <a:pt x="1361419" y="56643"/>
                </a:lnTo>
                <a:lnTo>
                  <a:pt x="1360220" y="56500"/>
                </a:lnTo>
                <a:lnTo>
                  <a:pt x="1359006" y="56383"/>
                </a:lnTo>
                <a:lnTo>
                  <a:pt x="1357779" y="56292"/>
                </a:lnTo>
                <a:lnTo>
                  <a:pt x="1356537" y="56227"/>
                </a:lnTo>
                <a:lnTo>
                  <a:pt x="1355280" y="56188"/>
                </a:lnTo>
                <a:lnTo>
                  <a:pt x="1354010" y="56175"/>
                </a:lnTo>
                <a:lnTo>
                  <a:pt x="1352461" y="56195"/>
                </a:lnTo>
                <a:lnTo>
                  <a:pt x="1350936" y="56255"/>
                </a:lnTo>
                <a:lnTo>
                  <a:pt x="1349434" y="56354"/>
                </a:lnTo>
                <a:lnTo>
                  <a:pt x="1347955" y="56494"/>
                </a:lnTo>
                <a:lnTo>
                  <a:pt x="1346500" y="56672"/>
                </a:lnTo>
                <a:lnTo>
                  <a:pt x="1345068" y="56891"/>
                </a:lnTo>
                <a:lnTo>
                  <a:pt x="1343659" y="57150"/>
                </a:lnTo>
                <a:lnTo>
                  <a:pt x="1342274" y="57448"/>
                </a:lnTo>
                <a:lnTo>
                  <a:pt x="1340912" y="57786"/>
                </a:lnTo>
                <a:lnTo>
                  <a:pt x="1339574" y="58164"/>
                </a:lnTo>
                <a:lnTo>
                  <a:pt x="1338259" y="58582"/>
                </a:lnTo>
                <a:lnTo>
                  <a:pt x="1336967" y="59039"/>
                </a:lnTo>
                <a:lnTo>
                  <a:pt x="1335699" y="59536"/>
                </a:lnTo>
                <a:lnTo>
                  <a:pt x="1334454" y="60073"/>
                </a:lnTo>
                <a:lnTo>
                  <a:pt x="1333232" y="60650"/>
                </a:lnTo>
                <a:lnTo>
                  <a:pt x="1332034" y="61266"/>
                </a:lnTo>
                <a:lnTo>
                  <a:pt x="1330859" y="61922"/>
                </a:lnTo>
                <a:lnTo>
                  <a:pt x="1329707" y="62618"/>
                </a:lnTo>
                <a:lnTo>
                  <a:pt x="1328579" y="63354"/>
                </a:lnTo>
                <a:lnTo>
                  <a:pt x="1327474" y="64130"/>
                </a:lnTo>
                <a:lnTo>
                  <a:pt x="1326393" y="64945"/>
                </a:lnTo>
                <a:lnTo>
                  <a:pt x="1325335" y="65800"/>
                </a:lnTo>
                <a:lnTo>
                  <a:pt x="1324300" y="66695"/>
                </a:lnTo>
                <a:lnTo>
                  <a:pt x="1323289" y="67630"/>
                </a:lnTo>
                <a:lnTo>
                  <a:pt x="1322310" y="68592"/>
                </a:lnTo>
                <a:lnTo>
                  <a:pt x="1321373" y="69570"/>
                </a:lnTo>
                <a:lnTo>
                  <a:pt x="1320477" y="70563"/>
                </a:lnTo>
                <a:lnTo>
                  <a:pt x="1319624" y="71571"/>
                </a:lnTo>
                <a:lnTo>
                  <a:pt x="1318811" y="72595"/>
                </a:lnTo>
                <a:lnTo>
                  <a:pt x="1318041" y="73635"/>
                </a:lnTo>
                <a:lnTo>
                  <a:pt x="1317312" y="74689"/>
                </a:lnTo>
                <a:lnTo>
                  <a:pt x="1316625" y="75759"/>
                </a:lnTo>
                <a:lnTo>
                  <a:pt x="1315979" y="76845"/>
                </a:lnTo>
                <a:lnTo>
                  <a:pt x="1315375" y="77946"/>
                </a:lnTo>
                <a:lnTo>
                  <a:pt x="1314813" y="79062"/>
                </a:lnTo>
                <a:lnTo>
                  <a:pt x="1314292" y="80194"/>
                </a:lnTo>
                <a:lnTo>
                  <a:pt x="1313813" y="81342"/>
                </a:lnTo>
                <a:lnTo>
                  <a:pt x="1313376" y="82504"/>
                </a:lnTo>
                <a:lnTo>
                  <a:pt x="1312980" y="83682"/>
                </a:lnTo>
                <a:lnTo>
                  <a:pt x="1312626" y="84876"/>
                </a:lnTo>
                <a:lnTo>
                  <a:pt x="1312314" y="86085"/>
                </a:lnTo>
                <a:lnTo>
                  <a:pt x="1312043" y="87309"/>
                </a:lnTo>
                <a:lnTo>
                  <a:pt x="1311814" y="88549"/>
                </a:lnTo>
                <a:lnTo>
                  <a:pt x="1311626" y="89804"/>
                </a:lnTo>
                <a:lnTo>
                  <a:pt x="1311481" y="91074"/>
                </a:lnTo>
                <a:lnTo>
                  <a:pt x="1311376" y="92360"/>
                </a:lnTo>
                <a:lnTo>
                  <a:pt x="1311314" y="93662"/>
                </a:lnTo>
                <a:lnTo>
                  <a:pt x="1311293" y="94979"/>
                </a:lnTo>
                <a:lnTo>
                  <a:pt x="1311302" y="95843"/>
                </a:lnTo>
                <a:lnTo>
                  <a:pt x="1311330" y="96700"/>
                </a:lnTo>
                <a:lnTo>
                  <a:pt x="1311375" y="97552"/>
                </a:lnTo>
                <a:lnTo>
                  <a:pt x="1311439" y="98397"/>
                </a:lnTo>
                <a:lnTo>
                  <a:pt x="1311522" y="99235"/>
                </a:lnTo>
                <a:lnTo>
                  <a:pt x="1311622" y="100068"/>
                </a:lnTo>
                <a:lnTo>
                  <a:pt x="1311741" y="100894"/>
                </a:lnTo>
                <a:lnTo>
                  <a:pt x="1311878" y="101714"/>
                </a:lnTo>
                <a:lnTo>
                  <a:pt x="1312034" y="102527"/>
                </a:lnTo>
                <a:lnTo>
                  <a:pt x="1312207" y="103335"/>
                </a:lnTo>
                <a:lnTo>
                  <a:pt x="1312399" y="104135"/>
                </a:lnTo>
                <a:lnTo>
                  <a:pt x="1312610" y="104930"/>
                </a:lnTo>
                <a:lnTo>
                  <a:pt x="1312838" y="105718"/>
                </a:lnTo>
                <a:lnTo>
                  <a:pt x="1313085" y="106500"/>
                </a:lnTo>
                <a:lnTo>
                  <a:pt x="1313350" y="107276"/>
                </a:lnTo>
                <a:lnTo>
                  <a:pt x="1313634" y="108046"/>
                </a:lnTo>
                <a:lnTo>
                  <a:pt x="1313936" y="108809"/>
                </a:lnTo>
                <a:lnTo>
                  <a:pt x="1314256" y="109566"/>
                </a:lnTo>
                <a:lnTo>
                  <a:pt x="1314594" y="110316"/>
                </a:lnTo>
                <a:lnTo>
                  <a:pt x="1314950" y="111060"/>
                </a:lnTo>
                <a:lnTo>
                  <a:pt x="1315325" y="111798"/>
                </a:lnTo>
                <a:lnTo>
                  <a:pt x="1315718" y="112530"/>
                </a:lnTo>
                <a:lnTo>
                  <a:pt x="1316130" y="113255"/>
                </a:lnTo>
                <a:lnTo>
                  <a:pt x="1316560" y="113974"/>
                </a:lnTo>
                <a:lnTo>
                  <a:pt x="1317006" y="114684"/>
                </a:lnTo>
                <a:lnTo>
                  <a:pt x="1317469" y="115380"/>
                </a:lnTo>
                <a:lnTo>
                  <a:pt x="1317948" y="116063"/>
                </a:lnTo>
                <a:lnTo>
                  <a:pt x="1318442" y="116733"/>
                </a:lnTo>
                <a:lnTo>
                  <a:pt x="1318952" y="117389"/>
                </a:lnTo>
                <a:lnTo>
                  <a:pt x="1319478" y="118032"/>
                </a:lnTo>
                <a:lnTo>
                  <a:pt x="1320020" y="118663"/>
                </a:lnTo>
                <a:lnTo>
                  <a:pt x="1320578" y="119279"/>
                </a:lnTo>
                <a:lnTo>
                  <a:pt x="1321151" y="119883"/>
                </a:lnTo>
                <a:lnTo>
                  <a:pt x="1321741" y="120474"/>
                </a:lnTo>
                <a:lnTo>
                  <a:pt x="1322346" y="121051"/>
                </a:lnTo>
                <a:lnTo>
                  <a:pt x="1322967" y="121615"/>
                </a:lnTo>
                <a:lnTo>
                  <a:pt x="1323604" y="122166"/>
                </a:lnTo>
                <a:lnTo>
                  <a:pt x="1324257" y="122704"/>
                </a:lnTo>
                <a:lnTo>
                  <a:pt x="1324926" y="123229"/>
                </a:lnTo>
                <a:lnTo>
                  <a:pt x="1325610" y="123740"/>
                </a:lnTo>
                <a:lnTo>
                  <a:pt x="1326310" y="124238"/>
                </a:lnTo>
                <a:lnTo>
                  <a:pt x="1327027" y="124723"/>
                </a:lnTo>
                <a:lnTo>
                  <a:pt x="1327759" y="125195"/>
                </a:lnTo>
                <a:lnTo>
                  <a:pt x="1328507" y="125654"/>
                </a:lnTo>
                <a:lnTo>
                  <a:pt x="1329270" y="126099"/>
                </a:lnTo>
                <a:lnTo>
                  <a:pt x="1330050" y="126531"/>
                </a:lnTo>
                <a:lnTo>
                  <a:pt x="1330845" y="126950"/>
                </a:lnTo>
                <a:lnTo>
                  <a:pt x="1331657" y="127356"/>
                </a:lnTo>
                <a:lnTo>
                  <a:pt x="1330667" y="128188"/>
                </a:lnTo>
                <a:lnTo>
                  <a:pt x="1329708" y="129004"/>
                </a:lnTo>
                <a:lnTo>
                  <a:pt x="1328779" y="129804"/>
                </a:lnTo>
                <a:lnTo>
                  <a:pt x="1327881" y="130588"/>
                </a:lnTo>
                <a:close/>
                <a:moveTo>
                  <a:pt x="1355047" y="62240"/>
                </a:moveTo>
                <a:lnTo>
                  <a:pt x="1355774" y="62360"/>
                </a:lnTo>
                <a:lnTo>
                  <a:pt x="1356489" y="62507"/>
                </a:lnTo>
                <a:lnTo>
                  <a:pt x="1357193" y="62680"/>
                </a:lnTo>
                <a:lnTo>
                  <a:pt x="1357885" y="62880"/>
                </a:lnTo>
                <a:lnTo>
                  <a:pt x="1358565" y="63107"/>
                </a:lnTo>
                <a:lnTo>
                  <a:pt x="1359233" y="63360"/>
                </a:lnTo>
                <a:lnTo>
                  <a:pt x="1359890" y="63640"/>
                </a:lnTo>
                <a:lnTo>
                  <a:pt x="1360534" y="63947"/>
                </a:lnTo>
                <a:lnTo>
                  <a:pt x="1361167" y="64280"/>
                </a:lnTo>
                <a:lnTo>
                  <a:pt x="1361788" y="64640"/>
                </a:lnTo>
                <a:lnTo>
                  <a:pt x="1362398" y="65027"/>
                </a:lnTo>
                <a:lnTo>
                  <a:pt x="1362995" y="65440"/>
                </a:lnTo>
                <a:lnTo>
                  <a:pt x="1363581" y="65880"/>
                </a:lnTo>
                <a:lnTo>
                  <a:pt x="1364155" y="66347"/>
                </a:lnTo>
                <a:lnTo>
                  <a:pt x="1364717" y="66840"/>
                </a:lnTo>
                <a:lnTo>
                  <a:pt x="1365268" y="67360"/>
                </a:lnTo>
                <a:lnTo>
                  <a:pt x="1365806" y="67907"/>
                </a:lnTo>
                <a:lnTo>
                  <a:pt x="1366333" y="68480"/>
                </a:lnTo>
                <a:lnTo>
                  <a:pt x="1366848" y="69080"/>
                </a:lnTo>
                <a:lnTo>
                  <a:pt x="1367351" y="69707"/>
                </a:lnTo>
                <a:lnTo>
                  <a:pt x="1368010" y="70594"/>
                </a:lnTo>
                <a:lnTo>
                  <a:pt x="1368641" y="71509"/>
                </a:lnTo>
                <a:lnTo>
                  <a:pt x="1369244" y="72452"/>
                </a:lnTo>
                <a:lnTo>
                  <a:pt x="1369819" y="73423"/>
                </a:lnTo>
                <a:lnTo>
                  <a:pt x="1370366" y="74421"/>
                </a:lnTo>
                <a:lnTo>
                  <a:pt x="1370884" y="75448"/>
                </a:lnTo>
                <a:lnTo>
                  <a:pt x="1371375" y="76502"/>
                </a:lnTo>
                <a:lnTo>
                  <a:pt x="1371838" y="77584"/>
                </a:lnTo>
                <a:lnTo>
                  <a:pt x="1372272" y="78695"/>
                </a:lnTo>
                <a:lnTo>
                  <a:pt x="1372679" y="79833"/>
                </a:lnTo>
                <a:lnTo>
                  <a:pt x="1373057" y="80998"/>
                </a:lnTo>
                <a:lnTo>
                  <a:pt x="1373408" y="82192"/>
                </a:lnTo>
                <a:lnTo>
                  <a:pt x="1373730" y="83414"/>
                </a:lnTo>
                <a:lnTo>
                  <a:pt x="1374025" y="84663"/>
                </a:lnTo>
                <a:lnTo>
                  <a:pt x="1374291" y="85940"/>
                </a:lnTo>
                <a:lnTo>
                  <a:pt x="1374529" y="87246"/>
                </a:lnTo>
                <a:lnTo>
                  <a:pt x="1374740" y="88579"/>
                </a:lnTo>
                <a:lnTo>
                  <a:pt x="1374922" y="89940"/>
                </a:lnTo>
                <a:lnTo>
                  <a:pt x="1375076" y="91329"/>
                </a:lnTo>
                <a:lnTo>
                  <a:pt x="1375202" y="92745"/>
                </a:lnTo>
                <a:lnTo>
                  <a:pt x="1375300" y="94190"/>
                </a:lnTo>
                <a:lnTo>
                  <a:pt x="1375371" y="95662"/>
                </a:lnTo>
                <a:lnTo>
                  <a:pt x="1375413" y="97163"/>
                </a:lnTo>
                <a:lnTo>
                  <a:pt x="1375427" y="98691"/>
                </a:lnTo>
                <a:lnTo>
                  <a:pt x="1375417" y="99861"/>
                </a:lnTo>
                <a:lnTo>
                  <a:pt x="1375387" y="101005"/>
                </a:lnTo>
                <a:lnTo>
                  <a:pt x="1375337" y="102123"/>
                </a:lnTo>
                <a:lnTo>
                  <a:pt x="1375267" y="103214"/>
                </a:lnTo>
                <a:lnTo>
                  <a:pt x="1375178" y="104280"/>
                </a:lnTo>
                <a:lnTo>
                  <a:pt x="1375068" y="105318"/>
                </a:lnTo>
                <a:lnTo>
                  <a:pt x="1374939" y="106331"/>
                </a:lnTo>
                <a:lnTo>
                  <a:pt x="1374789" y="107317"/>
                </a:lnTo>
                <a:lnTo>
                  <a:pt x="1374620" y="108278"/>
                </a:lnTo>
                <a:lnTo>
                  <a:pt x="1374431" y="109211"/>
                </a:lnTo>
                <a:lnTo>
                  <a:pt x="1374222" y="110119"/>
                </a:lnTo>
                <a:lnTo>
                  <a:pt x="1373993" y="111000"/>
                </a:lnTo>
                <a:lnTo>
                  <a:pt x="1373744" y="111855"/>
                </a:lnTo>
                <a:lnTo>
                  <a:pt x="1373475" y="112684"/>
                </a:lnTo>
                <a:lnTo>
                  <a:pt x="1373187" y="113486"/>
                </a:lnTo>
                <a:lnTo>
                  <a:pt x="1372878" y="114263"/>
                </a:lnTo>
                <a:lnTo>
                  <a:pt x="1372549" y="115012"/>
                </a:lnTo>
                <a:lnTo>
                  <a:pt x="1372201" y="115736"/>
                </a:lnTo>
                <a:lnTo>
                  <a:pt x="1371833" y="116433"/>
                </a:lnTo>
                <a:lnTo>
                  <a:pt x="1371444" y="117105"/>
                </a:lnTo>
                <a:lnTo>
                  <a:pt x="1371036" y="117749"/>
                </a:lnTo>
                <a:lnTo>
                  <a:pt x="1370608" y="118368"/>
                </a:lnTo>
                <a:lnTo>
                  <a:pt x="1370160" y="118960"/>
                </a:lnTo>
                <a:lnTo>
                  <a:pt x="1369692" y="119526"/>
                </a:lnTo>
                <a:lnTo>
                  <a:pt x="1369209" y="120067"/>
                </a:lnTo>
                <a:lnTo>
                  <a:pt x="1368714" y="120586"/>
                </a:lnTo>
                <a:lnTo>
                  <a:pt x="1368209" y="121081"/>
                </a:lnTo>
                <a:lnTo>
                  <a:pt x="1367693" y="121553"/>
                </a:lnTo>
                <a:lnTo>
                  <a:pt x="1367166" y="122002"/>
                </a:lnTo>
                <a:lnTo>
                  <a:pt x="1366627" y="122429"/>
                </a:lnTo>
                <a:lnTo>
                  <a:pt x="1366078" y="122832"/>
                </a:lnTo>
                <a:lnTo>
                  <a:pt x="1365518" y="123212"/>
                </a:lnTo>
                <a:lnTo>
                  <a:pt x="1364947" y="123569"/>
                </a:lnTo>
                <a:lnTo>
                  <a:pt x="1364365" y="123903"/>
                </a:lnTo>
                <a:lnTo>
                  <a:pt x="1363772" y="124214"/>
                </a:lnTo>
                <a:lnTo>
                  <a:pt x="1363168" y="124502"/>
                </a:lnTo>
                <a:lnTo>
                  <a:pt x="1362553" y="124767"/>
                </a:lnTo>
                <a:lnTo>
                  <a:pt x="1361927" y="125009"/>
                </a:lnTo>
                <a:lnTo>
                  <a:pt x="1361290" y="125227"/>
                </a:lnTo>
                <a:lnTo>
                  <a:pt x="1360642" y="125423"/>
                </a:lnTo>
                <a:lnTo>
                  <a:pt x="1359983" y="125596"/>
                </a:lnTo>
                <a:lnTo>
                  <a:pt x="1359313" y="125746"/>
                </a:lnTo>
                <a:lnTo>
                  <a:pt x="1358632" y="125872"/>
                </a:lnTo>
                <a:lnTo>
                  <a:pt x="1357940" y="125976"/>
                </a:lnTo>
                <a:lnTo>
                  <a:pt x="1357237" y="126057"/>
                </a:lnTo>
                <a:lnTo>
                  <a:pt x="1356524" y="126114"/>
                </a:lnTo>
                <a:lnTo>
                  <a:pt x="1355799" y="126149"/>
                </a:lnTo>
                <a:lnTo>
                  <a:pt x="1355063" y="126160"/>
                </a:lnTo>
                <a:lnTo>
                  <a:pt x="1354289" y="126147"/>
                </a:lnTo>
                <a:lnTo>
                  <a:pt x="1353525" y="126107"/>
                </a:lnTo>
                <a:lnTo>
                  <a:pt x="1352774" y="126040"/>
                </a:lnTo>
                <a:lnTo>
                  <a:pt x="1352033" y="125947"/>
                </a:lnTo>
                <a:lnTo>
                  <a:pt x="1351304" y="125827"/>
                </a:lnTo>
                <a:lnTo>
                  <a:pt x="1350587" y="125680"/>
                </a:lnTo>
                <a:lnTo>
                  <a:pt x="1349880" y="125507"/>
                </a:lnTo>
                <a:lnTo>
                  <a:pt x="1349185" y="125307"/>
                </a:lnTo>
                <a:lnTo>
                  <a:pt x="1348502" y="125080"/>
                </a:lnTo>
                <a:lnTo>
                  <a:pt x="1347830" y="124826"/>
                </a:lnTo>
                <a:lnTo>
                  <a:pt x="1347169" y="124546"/>
                </a:lnTo>
                <a:lnTo>
                  <a:pt x="1346520" y="124239"/>
                </a:lnTo>
                <a:lnTo>
                  <a:pt x="1345882" y="123906"/>
                </a:lnTo>
                <a:lnTo>
                  <a:pt x="1345255" y="123546"/>
                </a:lnTo>
                <a:lnTo>
                  <a:pt x="1344640" y="123159"/>
                </a:lnTo>
                <a:lnTo>
                  <a:pt x="1344036" y="122745"/>
                </a:lnTo>
                <a:lnTo>
                  <a:pt x="1343444" y="122305"/>
                </a:lnTo>
                <a:lnTo>
                  <a:pt x="1342863" y="121838"/>
                </a:lnTo>
                <a:lnTo>
                  <a:pt x="1342293" y="121345"/>
                </a:lnTo>
                <a:lnTo>
                  <a:pt x="1341734" y="120824"/>
                </a:lnTo>
                <a:lnTo>
                  <a:pt x="1341187" y="120277"/>
                </a:lnTo>
                <a:lnTo>
                  <a:pt x="1340652" y="119704"/>
                </a:lnTo>
                <a:lnTo>
                  <a:pt x="1340128" y="119104"/>
                </a:lnTo>
                <a:lnTo>
                  <a:pt x="1339615" y="118477"/>
                </a:lnTo>
                <a:lnTo>
                  <a:pt x="1338966" y="117619"/>
                </a:lnTo>
                <a:lnTo>
                  <a:pt x="1338344" y="116732"/>
                </a:lnTo>
                <a:lnTo>
                  <a:pt x="1337750" y="115817"/>
                </a:lnTo>
                <a:lnTo>
                  <a:pt x="1337183" y="114872"/>
                </a:lnTo>
                <a:lnTo>
                  <a:pt x="1336644" y="113900"/>
                </a:lnTo>
                <a:lnTo>
                  <a:pt x="1336133" y="112898"/>
                </a:lnTo>
                <a:lnTo>
                  <a:pt x="1335650" y="111868"/>
                </a:lnTo>
                <a:lnTo>
                  <a:pt x="1335194" y="110809"/>
                </a:lnTo>
                <a:lnTo>
                  <a:pt x="1334765" y="109721"/>
                </a:lnTo>
                <a:lnTo>
                  <a:pt x="1334365" y="108605"/>
                </a:lnTo>
                <a:lnTo>
                  <a:pt x="1333992" y="107460"/>
                </a:lnTo>
                <a:lnTo>
                  <a:pt x="1333646" y="106286"/>
                </a:lnTo>
                <a:lnTo>
                  <a:pt x="1333328" y="105084"/>
                </a:lnTo>
                <a:lnTo>
                  <a:pt x="1333038" y="103852"/>
                </a:lnTo>
                <a:lnTo>
                  <a:pt x="1332776" y="102592"/>
                </a:lnTo>
                <a:lnTo>
                  <a:pt x="1332541" y="101304"/>
                </a:lnTo>
                <a:lnTo>
                  <a:pt x="1332334" y="99986"/>
                </a:lnTo>
                <a:lnTo>
                  <a:pt x="1332154" y="98640"/>
                </a:lnTo>
                <a:lnTo>
                  <a:pt x="1332002" y="97266"/>
                </a:lnTo>
                <a:lnTo>
                  <a:pt x="1331878" y="95862"/>
                </a:lnTo>
                <a:lnTo>
                  <a:pt x="1331781" y="94430"/>
                </a:lnTo>
                <a:lnTo>
                  <a:pt x="1331712" y="92969"/>
                </a:lnTo>
                <a:lnTo>
                  <a:pt x="1331671" y="91479"/>
                </a:lnTo>
                <a:lnTo>
                  <a:pt x="1331657" y="89961"/>
                </a:lnTo>
                <a:lnTo>
                  <a:pt x="1331667" y="88790"/>
                </a:lnTo>
                <a:lnTo>
                  <a:pt x="1331697" y="87645"/>
                </a:lnTo>
                <a:lnTo>
                  <a:pt x="1331748" y="86525"/>
                </a:lnTo>
                <a:lnTo>
                  <a:pt x="1331819" y="85431"/>
                </a:lnTo>
                <a:lnTo>
                  <a:pt x="1331911" y="84362"/>
                </a:lnTo>
                <a:lnTo>
                  <a:pt x="1332022" y="83319"/>
                </a:lnTo>
                <a:lnTo>
                  <a:pt x="1332154" y="82301"/>
                </a:lnTo>
                <a:lnTo>
                  <a:pt x="1332307" y="81309"/>
                </a:lnTo>
                <a:lnTo>
                  <a:pt x="1332480" y="80342"/>
                </a:lnTo>
                <a:lnTo>
                  <a:pt x="1332673" y="79400"/>
                </a:lnTo>
                <a:lnTo>
                  <a:pt x="1332886" y="78484"/>
                </a:lnTo>
                <a:lnTo>
                  <a:pt x="1333120" y="77594"/>
                </a:lnTo>
                <a:lnTo>
                  <a:pt x="1333374" y="76729"/>
                </a:lnTo>
                <a:lnTo>
                  <a:pt x="1333648" y="75889"/>
                </a:lnTo>
                <a:lnTo>
                  <a:pt x="1333942" y="75075"/>
                </a:lnTo>
                <a:lnTo>
                  <a:pt x="1334257" y="74287"/>
                </a:lnTo>
                <a:lnTo>
                  <a:pt x="1334593" y="73524"/>
                </a:lnTo>
                <a:lnTo>
                  <a:pt x="1334948" y="72786"/>
                </a:lnTo>
                <a:lnTo>
                  <a:pt x="1335324" y="72074"/>
                </a:lnTo>
                <a:lnTo>
                  <a:pt x="1335720" y="71387"/>
                </a:lnTo>
                <a:lnTo>
                  <a:pt x="1336137" y="70726"/>
                </a:lnTo>
                <a:lnTo>
                  <a:pt x="1336574" y="70090"/>
                </a:lnTo>
                <a:lnTo>
                  <a:pt x="1337031" y="69480"/>
                </a:lnTo>
                <a:lnTo>
                  <a:pt x="1337508" y="68895"/>
                </a:lnTo>
                <a:lnTo>
                  <a:pt x="1338001" y="68335"/>
                </a:lnTo>
                <a:lnTo>
                  <a:pt x="1338503" y="67798"/>
                </a:lnTo>
                <a:lnTo>
                  <a:pt x="1339015" y="67285"/>
                </a:lnTo>
                <a:lnTo>
                  <a:pt x="1339537" y="66797"/>
                </a:lnTo>
                <a:lnTo>
                  <a:pt x="1340068" y="66332"/>
                </a:lnTo>
                <a:lnTo>
                  <a:pt x="1340610" y="65890"/>
                </a:lnTo>
                <a:lnTo>
                  <a:pt x="1341161" y="65473"/>
                </a:lnTo>
                <a:lnTo>
                  <a:pt x="1341721" y="65079"/>
                </a:lnTo>
                <a:lnTo>
                  <a:pt x="1342292" y="64710"/>
                </a:lnTo>
                <a:lnTo>
                  <a:pt x="1342872" y="64364"/>
                </a:lnTo>
                <a:lnTo>
                  <a:pt x="1343462" y="64042"/>
                </a:lnTo>
                <a:lnTo>
                  <a:pt x="1344062" y="63744"/>
                </a:lnTo>
                <a:lnTo>
                  <a:pt x="1344672" y="63470"/>
                </a:lnTo>
                <a:lnTo>
                  <a:pt x="1345291" y="63219"/>
                </a:lnTo>
                <a:lnTo>
                  <a:pt x="1345920" y="62993"/>
                </a:lnTo>
                <a:lnTo>
                  <a:pt x="1346559" y="62790"/>
                </a:lnTo>
                <a:lnTo>
                  <a:pt x="1347207" y="62611"/>
                </a:lnTo>
                <a:lnTo>
                  <a:pt x="1347866" y="62456"/>
                </a:lnTo>
                <a:lnTo>
                  <a:pt x="1348534" y="62325"/>
                </a:lnTo>
                <a:lnTo>
                  <a:pt x="1349211" y="62218"/>
                </a:lnTo>
                <a:lnTo>
                  <a:pt x="1349899" y="62134"/>
                </a:lnTo>
                <a:lnTo>
                  <a:pt x="1350596" y="62075"/>
                </a:lnTo>
                <a:lnTo>
                  <a:pt x="1351303" y="62039"/>
                </a:lnTo>
                <a:lnTo>
                  <a:pt x="1352020" y="62027"/>
                </a:lnTo>
                <a:lnTo>
                  <a:pt x="1352795" y="62040"/>
                </a:lnTo>
                <a:lnTo>
                  <a:pt x="1353557" y="62080"/>
                </a:lnTo>
                <a:lnTo>
                  <a:pt x="1354308" y="62147"/>
                </a:lnTo>
                <a:lnTo>
                  <a:pt x="1355047" y="62240"/>
                </a:lnTo>
                <a:close/>
                <a:moveTo>
                  <a:pt x="1335545" y="167115"/>
                </a:moveTo>
                <a:lnTo>
                  <a:pt x="1336915" y="167261"/>
                </a:lnTo>
                <a:lnTo>
                  <a:pt x="1338328" y="167402"/>
                </a:lnTo>
                <a:lnTo>
                  <a:pt x="1339782" y="167538"/>
                </a:lnTo>
                <a:lnTo>
                  <a:pt x="1341279" y="167670"/>
                </a:lnTo>
                <a:lnTo>
                  <a:pt x="1342819" y="167798"/>
                </a:lnTo>
                <a:lnTo>
                  <a:pt x="1344400" y="167921"/>
                </a:lnTo>
                <a:lnTo>
                  <a:pt x="1346024" y="168040"/>
                </a:lnTo>
                <a:lnTo>
                  <a:pt x="1347690" y="168154"/>
                </a:lnTo>
                <a:lnTo>
                  <a:pt x="1349398" y="168264"/>
                </a:lnTo>
                <a:lnTo>
                  <a:pt x="1351149" y="168369"/>
                </a:lnTo>
                <a:lnTo>
                  <a:pt x="1352942" y="168470"/>
                </a:lnTo>
                <a:lnTo>
                  <a:pt x="1354777" y="168566"/>
                </a:lnTo>
                <a:lnTo>
                  <a:pt x="1356654" y="168658"/>
                </a:lnTo>
                <a:lnTo>
                  <a:pt x="1358574" y="168746"/>
                </a:lnTo>
                <a:lnTo>
                  <a:pt x="1360536" y="168829"/>
                </a:lnTo>
                <a:lnTo>
                  <a:pt x="1362540" y="168907"/>
                </a:lnTo>
                <a:lnTo>
                  <a:pt x="1364587" y="168981"/>
                </a:lnTo>
                <a:lnTo>
                  <a:pt x="1366675" y="169051"/>
                </a:lnTo>
                <a:lnTo>
                  <a:pt x="1368806" y="169116"/>
                </a:lnTo>
                <a:lnTo>
                  <a:pt x="1370979" y="169177"/>
                </a:lnTo>
                <a:lnTo>
                  <a:pt x="1372461" y="169219"/>
                </a:lnTo>
                <a:lnTo>
                  <a:pt x="1373900" y="169269"/>
                </a:lnTo>
                <a:lnTo>
                  <a:pt x="1375299" y="169326"/>
                </a:lnTo>
                <a:lnTo>
                  <a:pt x="1376655" y="169390"/>
                </a:lnTo>
                <a:lnTo>
                  <a:pt x="1377971" y="169462"/>
                </a:lnTo>
                <a:lnTo>
                  <a:pt x="1379245" y="169541"/>
                </a:lnTo>
                <a:lnTo>
                  <a:pt x="1380477" y="169627"/>
                </a:lnTo>
                <a:lnTo>
                  <a:pt x="1381668" y="169721"/>
                </a:lnTo>
                <a:lnTo>
                  <a:pt x="1382818" y="169822"/>
                </a:lnTo>
                <a:lnTo>
                  <a:pt x="1383926" y="169930"/>
                </a:lnTo>
                <a:lnTo>
                  <a:pt x="1384993" y="170045"/>
                </a:lnTo>
                <a:lnTo>
                  <a:pt x="1386018" y="170168"/>
                </a:lnTo>
                <a:lnTo>
                  <a:pt x="1387002" y="170298"/>
                </a:lnTo>
                <a:lnTo>
                  <a:pt x="1387944" y="170436"/>
                </a:lnTo>
                <a:lnTo>
                  <a:pt x="1388845" y="170580"/>
                </a:lnTo>
                <a:lnTo>
                  <a:pt x="1389705" y="170732"/>
                </a:lnTo>
                <a:lnTo>
                  <a:pt x="1390523" y="170892"/>
                </a:lnTo>
                <a:lnTo>
                  <a:pt x="1391299" y="171059"/>
                </a:lnTo>
                <a:lnTo>
                  <a:pt x="1392034" y="171233"/>
                </a:lnTo>
                <a:lnTo>
                  <a:pt x="1392728" y="171414"/>
                </a:lnTo>
                <a:lnTo>
                  <a:pt x="1393380" y="171603"/>
                </a:lnTo>
                <a:lnTo>
                  <a:pt x="1393991" y="171799"/>
                </a:lnTo>
                <a:lnTo>
                  <a:pt x="1394560" y="172002"/>
                </a:lnTo>
                <a:lnTo>
                  <a:pt x="1395088" y="172212"/>
                </a:lnTo>
                <a:lnTo>
                  <a:pt x="1395575" y="172433"/>
                </a:lnTo>
                <a:lnTo>
                  <a:pt x="1396041" y="172665"/>
                </a:lnTo>
                <a:lnTo>
                  <a:pt x="1396487" y="172910"/>
                </a:lnTo>
                <a:lnTo>
                  <a:pt x="1396912" y="173167"/>
                </a:lnTo>
                <a:lnTo>
                  <a:pt x="1397316" y="173436"/>
                </a:lnTo>
                <a:lnTo>
                  <a:pt x="1397699" y="173717"/>
                </a:lnTo>
                <a:lnTo>
                  <a:pt x="1398062" y="174010"/>
                </a:lnTo>
                <a:lnTo>
                  <a:pt x="1398404" y="174316"/>
                </a:lnTo>
                <a:lnTo>
                  <a:pt x="1398725" y="174633"/>
                </a:lnTo>
                <a:lnTo>
                  <a:pt x="1399026" y="174963"/>
                </a:lnTo>
                <a:lnTo>
                  <a:pt x="1399305" y="175305"/>
                </a:lnTo>
                <a:lnTo>
                  <a:pt x="1399564" y="175659"/>
                </a:lnTo>
                <a:lnTo>
                  <a:pt x="1399803" y="176026"/>
                </a:lnTo>
                <a:lnTo>
                  <a:pt x="1400020" y="176404"/>
                </a:lnTo>
                <a:lnTo>
                  <a:pt x="1400217" y="176795"/>
                </a:lnTo>
                <a:lnTo>
                  <a:pt x="1400393" y="177198"/>
                </a:lnTo>
                <a:lnTo>
                  <a:pt x="1400549" y="177613"/>
                </a:lnTo>
                <a:lnTo>
                  <a:pt x="1400684" y="178040"/>
                </a:lnTo>
                <a:lnTo>
                  <a:pt x="1400798" y="178479"/>
                </a:lnTo>
                <a:lnTo>
                  <a:pt x="1400891" y="178931"/>
                </a:lnTo>
                <a:lnTo>
                  <a:pt x="1400963" y="179394"/>
                </a:lnTo>
                <a:lnTo>
                  <a:pt x="1401015" y="179870"/>
                </a:lnTo>
                <a:lnTo>
                  <a:pt x="1401046" y="180358"/>
                </a:lnTo>
                <a:lnTo>
                  <a:pt x="1401057" y="180858"/>
                </a:lnTo>
                <a:lnTo>
                  <a:pt x="1401039" y="181557"/>
                </a:lnTo>
                <a:lnTo>
                  <a:pt x="1400987" y="182253"/>
                </a:lnTo>
                <a:lnTo>
                  <a:pt x="1400900" y="182945"/>
                </a:lnTo>
                <a:lnTo>
                  <a:pt x="1400779" y="183633"/>
                </a:lnTo>
                <a:lnTo>
                  <a:pt x="1400622" y="184319"/>
                </a:lnTo>
                <a:lnTo>
                  <a:pt x="1400431" y="185000"/>
                </a:lnTo>
                <a:lnTo>
                  <a:pt x="1400205" y="185679"/>
                </a:lnTo>
                <a:lnTo>
                  <a:pt x="1399945" y="186353"/>
                </a:lnTo>
                <a:lnTo>
                  <a:pt x="1399649" y="187025"/>
                </a:lnTo>
                <a:lnTo>
                  <a:pt x="1399319" y="187693"/>
                </a:lnTo>
                <a:lnTo>
                  <a:pt x="1398955" y="188357"/>
                </a:lnTo>
                <a:lnTo>
                  <a:pt x="1398555" y="189018"/>
                </a:lnTo>
                <a:lnTo>
                  <a:pt x="1398121" y="189676"/>
                </a:lnTo>
                <a:lnTo>
                  <a:pt x="1397652" y="190330"/>
                </a:lnTo>
                <a:lnTo>
                  <a:pt x="1397148" y="190981"/>
                </a:lnTo>
                <a:lnTo>
                  <a:pt x="1396609" y="191628"/>
                </a:lnTo>
                <a:lnTo>
                  <a:pt x="1396036" y="192272"/>
                </a:lnTo>
                <a:lnTo>
                  <a:pt x="1395428" y="192913"/>
                </a:lnTo>
                <a:lnTo>
                  <a:pt x="1394785" y="193550"/>
                </a:lnTo>
                <a:lnTo>
                  <a:pt x="1394108" y="194183"/>
                </a:lnTo>
                <a:lnTo>
                  <a:pt x="1393396" y="194813"/>
                </a:lnTo>
                <a:lnTo>
                  <a:pt x="1392649" y="195440"/>
                </a:lnTo>
                <a:lnTo>
                  <a:pt x="1391867" y="196063"/>
                </a:lnTo>
                <a:lnTo>
                  <a:pt x="1391050" y="196683"/>
                </a:lnTo>
                <a:lnTo>
                  <a:pt x="1390197" y="197289"/>
                </a:lnTo>
                <a:lnTo>
                  <a:pt x="1389306" y="197868"/>
                </a:lnTo>
                <a:lnTo>
                  <a:pt x="1388376" y="198422"/>
                </a:lnTo>
                <a:lnTo>
                  <a:pt x="1387408" y="198950"/>
                </a:lnTo>
                <a:lnTo>
                  <a:pt x="1386401" y="199453"/>
                </a:lnTo>
                <a:lnTo>
                  <a:pt x="1385356" y="199930"/>
                </a:lnTo>
                <a:lnTo>
                  <a:pt x="1384273" y="200381"/>
                </a:lnTo>
                <a:lnTo>
                  <a:pt x="1383151" y="200806"/>
                </a:lnTo>
                <a:lnTo>
                  <a:pt x="1381990" y="201205"/>
                </a:lnTo>
                <a:lnTo>
                  <a:pt x="1380792" y="201579"/>
                </a:lnTo>
                <a:lnTo>
                  <a:pt x="1379555" y="201926"/>
                </a:lnTo>
                <a:lnTo>
                  <a:pt x="1378279" y="202249"/>
                </a:lnTo>
                <a:lnTo>
                  <a:pt x="1376965" y="202545"/>
                </a:lnTo>
                <a:lnTo>
                  <a:pt x="1375613" y="202815"/>
                </a:lnTo>
                <a:lnTo>
                  <a:pt x="1374222" y="203060"/>
                </a:lnTo>
                <a:lnTo>
                  <a:pt x="1372793" y="203279"/>
                </a:lnTo>
                <a:lnTo>
                  <a:pt x="1371326" y="203472"/>
                </a:lnTo>
                <a:lnTo>
                  <a:pt x="1369820" y="203640"/>
                </a:lnTo>
                <a:lnTo>
                  <a:pt x="1368276" y="203782"/>
                </a:lnTo>
                <a:lnTo>
                  <a:pt x="1366693" y="203898"/>
                </a:lnTo>
                <a:lnTo>
                  <a:pt x="1365072" y="203988"/>
                </a:lnTo>
                <a:lnTo>
                  <a:pt x="1363413" y="204052"/>
                </a:lnTo>
                <a:lnTo>
                  <a:pt x="1361715" y="204091"/>
                </a:lnTo>
                <a:lnTo>
                  <a:pt x="1359978" y="204104"/>
                </a:lnTo>
                <a:lnTo>
                  <a:pt x="1358153" y="204091"/>
                </a:lnTo>
                <a:lnTo>
                  <a:pt x="1356364" y="204053"/>
                </a:lnTo>
                <a:lnTo>
                  <a:pt x="1354611" y="203991"/>
                </a:lnTo>
                <a:lnTo>
                  <a:pt x="1352895" y="203903"/>
                </a:lnTo>
                <a:lnTo>
                  <a:pt x="1351214" y="203789"/>
                </a:lnTo>
                <a:lnTo>
                  <a:pt x="1349570" y="203651"/>
                </a:lnTo>
                <a:lnTo>
                  <a:pt x="1347962" y="203488"/>
                </a:lnTo>
                <a:lnTo>
                  <a:pt x="1346390" y="203299"/>
                </a:lnTo>
                <a:lnTo>
                  <a:pt x="1344854" y="203085"/>
                </a:lnTo>
                <a:lnTo>
                  <a:pt x="1343354" y="202846"/>
                </a:lnTo>
                <a:lnTo>
                  <a:pt x="1341891" y="202582"/>
                </a:lnTo>
                <a:lnTo>
                  <a:pt x="1340463" y="202293"/>
                </a:lnTo>
                <a:lnTo>
                  <a:pt x="1339072" y="201979"/>
                </a:lnTo>
                <a:lnTo>
                  <a:pt x="1337717" y="201640"/>
                </a:lnTo>
                <a:lnTo>
                  <a:pt x="1336398" y="201275"/>
                </a:lnTo>
                <a:lnTo>
                  <a:pt x="1335116" y="200885"/>
                </a:lnTo>
                <a:lnTo>
                  <a:pt x="1333869" y="200470"/>
                </a:lnTo>
                <a:lnTo>
                  <a:pt x="1332659" y="200030"/>
                </a:lnTo>
                <a:lnTo>
                  <a:pt x="1331485" y="199565"/>
                </a:lnTo>
                <a:lnTo>
                  <a:pt x="1330347" y="199075"/>
                </a:lnTo>
                <a:lnTo>
                  <a:pt x="1329245" y="198560"/>
                </a:lnTo>
                <a:lnTo>
                  <a:pt x="1328179" y="198019"/>
                </a:lnTo>
                <a:lnTo>
                  <a:pt x="1327150" y="197453"/>
                </a:lnTo>
                <a:lnTo>
                  <a:pt x="1326156" y="196862"/>
                </a:lnTo>
                <a:lnTo>
                  <a:pt x="1325602" y="196509"/>
                </a:lnTo>
                <a:lnTo>
                  <a:pt x="1325072" y="196152"/>
                </a:lnTo>
                <a:lnTo>
                  <a:pt x="1324565" y="195789"/>
                </a:lnTo>
                <a:lnTo>
                  <a:pt x="1324082" y="195421"/>
                </a:lnTo>
                <a:lnTo>
                  <a:pt x="1323623" y="195049"/>
                </a:lnTo>
                <a:lnTo>
                  <a:pt x="1323187" y="194672"/>
                </a:lnTo>
                <a:lnTo>
                  <a:pt x="1322774" y="194290"/>
                </a:lnTo>
                <a:lnTo>
                  <a:pt x="1322385" y="193903"/>
                </a:lnTo>
                <a:lnTo>
                  <a:pt x="1322020" y="193511"/>
                </a:lnTo>
                <a:lnTo>
                  <a:pt x="1321678" y="193114"/>
                </a:lnTo>
                <a:lnTo>
                  <a:pt x="1321360" y="192713"/>
                </a:lnTo>
                <a:lnTo>
                  <a:pt x="1321065" y="192306"/>
                </a:lnTo>
                <a:lnTo>
                  <a:pt x="1320794" y="191895"/>
                </a:lnTo>
                <a:lnTo>
                  <a:pt x="1320547" y="191479"/>
                </a:lnTo>
                <a:lnTo>
                  <a:pt x="1320323" y="191058"/>
                </a:lnTo>
                <a:lnTo>
                  <a:pt x="1320123" y="190632"/>
                </a:lnTo>
                <a:lnTo>
                  <a:pt x="1319946" y="190201"/>
                </a:lnTo>
                <a:lnTo>
                  <a:pt x="1319793" y="189766"/>
                </a:lnTo>
                <a:lnTo>
                  <a:pt x="1319663" y="189325"/>
                </a:lnTo>
                <a:lnTo>
                  <a:pt x="1319557" y="188880"/>
                </a:lnTo>
                <a:lnTo>
                  <a:pt x="1319474" y="188430"/>
                </a:lnTo>
                <a:lnTo>
                  <a:pt x="1319415" y="187975"/>
                </a:lnTo>
                <a:lnTo>
                  <a:pt x="1319380" y="187515"/>
                </a:lnTo>
                <a:lnTo>
                  <a:pt x="1319368" y="187050"/>
                </a:lnTo>
                <a:lnTo>
                  <a:pt x="1319373" y="186688"/>
                </a:lnTo>
                <a:lnTo>
                  <a:pt x="1319388" y="186324"/>
                </a:lnTo>
                <a:lnTo>
                  <a:pt x="1319412" y="185956"/>
                </a:lnTo>
                <a:lnTo>
                  <a:pt x="1319446" y="185586"/>
                </a:lnTo>
                <a:lnTo>
                  <a:pt x="1319490" y="185213"/>
                </a:lnTo>
                <a:lnTo>
                  <a:pt x="1319544" y="184837"/>
                </a:lnTo>
                <a:lnTo>
                  <a:pt x="1319607" y="184459"/>
                </a:lnTo>
                <a:lnTo>
                  <a:pt x="1319680" y="184077"/>
                </a:lnTo>
                <a:lnTo>
                  <a:pt x="1319763" y="183693"/>
                </a:lnTo>
                <a:lnTo>
                  <a:pt x="1319856" y="183305"/>
                </a:lnTo>
                <a:lnTo>
                  <a:pt x="1319958" y="182915"/>
                </a:lnTo>
                <a:lnTo>
                  <a:pt x="1320071" y="182522"/>
                </a:lnTo>
                <a:lnTo>
                  <a:pt x="1320192" y="182126"/>
                </a:lnTo>
                <a:lnTo>
                  <a:pt x="1320324" y="181728"/>
                </a:lnTo>
                <a:lnTo>
                  <a:pt x="1320466" y="181326"/>
                </a:lnTo>
                <a:lnTo>
                  <a:pt x="1320617" y="180922"/>
                </a:lnTo>
                <a:lnTo>
                  <a:pt x="1320778" y="180515"/>
                </a:lnTo>
                <a:lnTo>
                  <a:pt x="1320948" y="180105"/>
                </a:lnTo>
                <a:lnTo>
                  <a:pt x="1321129" y="179692"/>
                </a:lnTo>
                <a:lnTo>
                  <a:pt x="1321319" y="179276"/>
                </a:lnTo>
                <a:lnTo>
                  <a:pt x="1321519" y="178858"/>
                </a:lnTo>
                <a:lnTo>
                  <a:pt x="1321728" y="178436"/>
                </a:lnTo>
                <a:lnTo>
                  <a:pt x="1321948" y="178012"/>
                </a:lnTo>
                <a:lnTo>
                  <a:pt x="1322177" y="177585"/>
                </a:lnTo>
                <a:lnTo>
                  <a:pt x="1322416" y="177155"/>
                </a:lnTo>
                <a:lnTo>
                  <a:pt x="1322664" y="176723"/>
                </a:lnTo>
                <a:lnTo>
                  <a:pt x="1322921" y="176288"/>
                </a:lnTo>
                <a:lnTo>
                  <a:pt x="1323188" y="175849"/>
                </a:lnTo>
                <a:lnTo>
                  <a:pt x="1323464" y="175408"/>
                </a:lnTo>
                <a:lnTo>
                  <a:pt x="1323750" y="174965"/>
                </a:lnTo>
                <a:lnTo>
                  <a:pt x="1324045" y="174518"/>
                </a:lnTo>
                <a:lnTo>
                  <a:pt x="1324349" y="174068"/>
                </a:lnTo>
                <a:lnTo>
                  <a:pt x="1324662" y="173616"/>
                </a:lnTo>
                <a:lnTo>
                  <a:pt x="1324985" y="173161"/>
                </a:lnTo>
                <a:lnTo>
                  <a:pt x="1325317" y="172703"/>
                </a:lnTo>
                <a:lnTo>
                  <a:pt x="1325659" y="172242"/>
                </a:lnTo>
                <a:lnTo>
                  <a:pt x="1326010" y="171778"/>
                </a:lnTo>
                <a:lnTo>
                  <a:pt x="1326370" y="171311"/>
                </a:lnTo>
                <a:lnTo>
                  <a:pt x="1326740" y="170842"/>
                </a:lnTo>
                <a:lnTo>
                  <a:pt x="1327118" y="170370"/>
                </a:lnTo>
                <a:lnTo>
                  <a:pt x="1327507" y="169894"/>
                </a:lnTo>
                <a:lnTo>
                  <a:pt x="1327904" y="169416"/>
                </a:lnTo>
                <a:lnTo>
                  <a:pt x="1328311" y="168936"/>
                </a:lnTo>
                <a:lnTo>
                  <a:pt x="1328728" y="168452"/>
                </a:lnTo>
                <a:lnTo>
                  <a:pt x="1329153" y="167965"/>
                </a:lnTo>
                <a:lnTo>
                  <a:pt x="1329588" y="167476"/>
                </a:lnTo>
                <a:lnTo>
                  <a:pt x="1330033" y="166984"/>
                </a:lnTo>
                <a:lnTo>
                  <a:pt x="1330486" y="166489"/>
                </a:lnTo>
                <a:lnTo>
                  <a:pt x="1331688" y="166652"/>
                </a:lnTo>
                <a:lnTo>
                  <a:pt x="1332931" y="166811"/>
                </a:lnTo>
                <a:lnTo>
                  <a:pt x="1334217" y="166965"/>
                </a:lnTo>
                <a:lnTo>
                  <a:pt x="1335545" y="1671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CriticalCode">
            <a:extLst xmlns:a="http://schemas.openxmlformats.org/drawingml/2006/main">
              <a:ext uri="{FF2B5EF4-FFF2-40B4-BE49-F238E27FC236}">
                <a16:creationId xmlns:a16="http://schemas.microsoft.com/office/drawing/2014/main" id="{BAB863AD-D44F-498B-A734-6C9C475E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37" y="496731"/>
            <a:ext cx="1269951" cy="169930"/>
          </a:xfrm>
          <a:custGeom xmlns:a="http://schemas.openxmlformats.org/drawingml/2006/main">
            <a:pathLst>
              <a:path w="1269951" h="169930">
                <a:moveTo>
                  <a:pt x="135640" y="4213"/>
                </a:moveTo>
                <a:lnTo>
                  <a:pt x="139268" y="58048"/>
                </a:lnTo>
                <a:lnTo>
                  <a:pt x="135640" y="58048"/>
                </a:lnTo>
                <a:cubicBezTo>
                  <a:pt x="130803" y="41856"/>
                  <a:pt x="123898" y="30202"/>
                  <a:pt x="114925" y="23085"/>
                </a:cubicBezTo>
                <a:cubicBezTo>
                  <a:pt x="105953" y="15965"/>
                  <a:pt x="95186" y="12405"/>
                  <a:pt x="82625" y="12405"/>
                </a:cubicBezTo>
                <a:cubicBezTo>
                  <a:pt x="72092" y="12405"/>
                  <a:pt x="62573" y="15080"/>
                  <a:pt x="54069" y="20429"/>
                </a:cubicBezTo>
                <a:cubicBezTo>
                  <a:pt x="45564" y="25776"/>
                  <a:pt x="38874" y="34306"/>
                  <a:pt x="33998" y="46019"/>
                </a:cubicBezTo>
                <a:cubicBezTo>
                  <a:pt x="29121" y="57732"/>
                  <a:pt x="26683" y="72295"/>
                  <a:pt x="26683" y="89709"/>
                </a:cubicBezTo>
                <a:cubicBezTo>
                  <a:pt x="26683" y="104074"/>
                  <a:pt x="28985" y="116528"/>
                  <a:pt x="33588" y="127071"/>
                </a:cubicBezTo>
                <a:cubicBezTo>
                  <a:pt x="38191" y="137611"/>
                  <a:pt x="45116" y="145693"/>
                  <a:pt x="54361" y="151315"/>
                </a:cubicBezTo>
                <a:cubicBezTo>
                  <a:pt x="63607" y="156937"/>
                  <a:pt x="74159" y="159749"/>
                  <a:pt x="86018" y="159749"/>
                </a:cubicBezTo>
                <a:cubicBezTo>
                  <a:pt x="96317" y="159749"/>
                  <a:pt x="105407" y="157544"/>
                  <a:pt x="113287" y="153136"/>
                </a:cubicBezTo>
                <a:cubicBezTo>
                  <a:pt x="121167" y="148728"/>
                  <a:pt x="129827" y="139970"/>
                  <a:pt x="139268" y="126863"/>
                </a:cubicBezTo>
                <a:lnTo>
                  <a:pt x="142896" y="129196"/>
                </a:lnTo>
                <a:cubicBezTo>
                  <a:pt x="134938" y="143281"/>
                  <a:pt x="125653" y="153592"/>
                  <a:pt x="115042" y="160129"/>
                </a:cubicBezTo>
                <a:cubicBezTo>
                  <a:pt x="104431" y="166663"/>
                  <a:pt x="91831" y="169930"/>
                  <a:pt x="77241" y="169930"/>
                </a:cubicBezTo>
                <a:cubicBezTo>
                  <a:pt x="50948" y="169930"/>
                  <a:pt x="30584" y="160191"/>
                  <a:pt x="16150" y="140713"/>
                </a:cubicBezTo>
                <a:cubicBezTo>
                  <a:pt x="5383" y="126223"/>
                  <a:pt x="0" y="109160"/>
                  <a:pt x="0" y="89526"/>
                </a:cubicBezTo>
                <a:cubicBezTo>
                  <a:pt x="0" y="73709"/>
                  <a:pt x="3550" y="59179"/>
                  <a:pt x="10650" y="45935"/>
                </a:cubicBezTo>
                <a:cubicBezTo>
                  <a:pt x="17750" y="32691"/>
                  <a:pt x="27522" y="22426"/>
                  <a:pt x="39966" y="15141"/>
                </a:cubicBezTo>
                <a:cubicBezTo>
                  <a:pt x="52411" y="7856"/>
                  <a:pt x="66006" y="4213"/>
                  <a:pt x="80752" y="4213"/>
                </a:cubicBezTo>
                <a:cubicBezTo>
                  <a:pt x="92221" y="4213"/>
                  <a:pt x="103534" y="7022"/>
                  <a:pt x="114691" y="12639"/>
                </a:cubicBezTo>
                <a:cubicBezTo>
                  <a:pt x="117968" y="14356"/>
                  <a:pt x="120309" y="15214"/>
                  <a:pt x="121713" y="15214"/>
                </a:cubicBezTo>
                <a:cubicBezTo>
                  <a:pt x="123820" y="15214"/>
                  <a:pt x="125653" y="14473"/>
                  <a:pt x="127214" y="12991"/>
                </a:cubicBezTo>
                <a:cubicBezTo>
                  <a:pt x="129242" y="10884"/>
                  <a:pt x="130686" y="7958"/>
                  <a:pt x="131544" y="4213"/>
                </a:cubicBezTo>
                <a:lnTo>
                  <a:pt x="135640" y="4213"/>
                </a:lnTo>
                <a:close/>
                <a:moveTo>
                  <a:pt x="190565" y="56175"/>
                </a:moveTo>
                <a:lnTo>
                  <a:pt x="190565" y="80284"/>
                </a:lnTo>
                <a:cubicBezTo>
                  <a:pt x="199538" y="64212"/>
                  <a:pt x="208744" y="56175"/>
                  <a:pt x="218185" y="56175"/>
                </a:cubicBezTo>
                <a:cubicBezTo>
                  <a:pt x="222476" y="56175"/>
                  <a:pt x="226026" y="57482"/>
                  <a:pt x="228835" y="60096"/>
                </a:cubicBezTo>
                <a:cubicBezTo>
                  <a:pt x="231643" y="62710"/>
                  <a:pt x="233048" y="65733"/>
                  <a:pt x="233048" y="69166"/>
                </a:cubicBezTo>
                <a:cubicBezTo>
                  <a:pt x="233048" y="72209"/>
                  <a:pt x="232033" y="74783"/>
                  <a:pt x="230005" y="76890"/>
                </a:cubicBezTo>
                <a:cubicBezTo>
                  <a:pt x="227976" y="78997"/>
                  <a:pt x="225558" y="80050"/>
                  <a:pt x="222749" y="80050"/>
                </a:cubicBezTo>
                <a:cubicBezTo>
                  <a:pt x="220018" y="80050"/>
                  <a:pt x="216956" y="78704"/>
                  <a:pt x="213562" y="76012"/>
                </a:cubicBezTo>
                <a:cubicBezTo>
                  <a:pt x="210168" y="73320"/>
                  <a:pt x="207652" y="71975"/>
                  <a:pt x="206013" y="71975"/>
                </a:cubicBezTo>
                <a:cubicBezTo>
                  <a:pt x="204609" y="71975"/>
                  <a:pt x="203087" y="72752"/>
                  <a:pt x="201449" y="74308"/>
                </a:cubicBezTo>
                <a:cubicBezTo>
                  <a:pt x="197938" y="77500"/>
                  <a:pt x="194310" y="82753"/>
                  <a:pt x="190565" y="90067"/>
                </a:cubicBezTo>
                <a:lnTo>
                  <a:pt x="190565" y="141312"/>
                </a:lnTo>
                <a:cubicBezTo>
                  <a:pt x="190565" y="147225"/>
                  <a:pt x="191306" y="151699"/>
                  <a:pt x="192789" y="154734"/>
                </a:cubicBezTo>
                <a:cubicBezTo>
                  <a:pt x="193803" y="156836"/>
                  <a:pt x="195597" y="158588"/>
                  <a:pt x="198172" y="159990"/>
                </a:cubicBezTo>
                <a:cubicBezTo>
                  <a:pt x="200747" y="161389"/>
                  <a:pt x="204453" y="162089"/>
                  <a:pt x="209290" y="162089"/>
                </a:cubicBezTo>
                <a:lnTo>
                  <a:pt x="209290" y="166419"/>
                </a:lnTo>
                <a:lnTo>
                  <a:pt x="154402" y="166419"/>
                </a:lnTo>
                <a:lnTo>
                  <a:pt x="154402" y="162089"/>
                </a:lnTo>
                <a:cubicBezTo>
                  <a:pt x="159864" y="162089"/>
                  <a:pt x="163921" y="161233"/>
                  <a:pt x="166574" y="159522"/>
                </a:cubicBezTo>
                <a:cubicBezTo>
                  <a:pt x="168524" y="158276"/>
                  <a:pt x="169889" y="156290"/>
                  <a:pt x="170670" y="153564"/>
                </a:cubicBezTo>
                <a:cubicBezTo>
                  <a:pt x="171060" y="152240"/>
                  <a:pt x="171255" y="148465"/>
                  <a:pt x="171255" y="142238"/>
                </a:cubicBezTo>
                <a:lnTo>
                  <a:pt x="171255" y="100783"/>
                </a:lnTo>
                <a:cubicBezTo>
                  <a:pt x="171255" y="88326"/>
                  <a:pt x="171001" y="80912"/>
                  <a:pt x="170494" y="78539"/>
                </a:cubicBezTo>
                <a:cubicBezTo>
                  <a:pt x="169987" y="76165"/>
                  <a:pt x="169051" y="74432"/>
                  <a:pt x="167685" y="73342"/>
                </a:cubicBezTo>
                <a:cubicBezTo>
                  <a:pt x="166320" y="72253"/>
                  <a:pt x="164623" y="71708"/>
                  <a:pt x="162594" y="71708"/>
                </a:cubicBezTo>
                <a:cubicBezTo>
                  <a:pt x="160176" y="71708"/>
                  <a:pt x="157445" y="72292"/>
                  <a:pt x="154402" y="73459"/>
                </a:cubicBezTo>
                <a:lnTo>
                  <a:pt x="153232" y="69254"/>
                </a:lnTo>
                <a:lnTo>
                  <a:pt x="185650" y="56175"/>
                </a:lnTo>
                <a:lnTo>
                  <a:pt x="190565" y="56175"/>
                </a:lnTo>
                <a:close/>
                <a:moveTo>
                  <a:pt x="265827" y="0"/>
                </a:moveTo>
                <a:cubicBezTo>
                  <a:pt x="269104" y="0"/>
                  <a:pt x="271894" y="1157"/>
                  <a:pt x="274195" y="3471"/>
                </a:cubicBezTo>
                <a:cubicBezTo>
                  <a:pt x="276497" y="5782"/>
                  <a:pt x="277648" y="8585"/>
                  <a:pt x="277648" y="11879"/>
                </a:cubicBezTo>
                <a:cubicBezTo>
                  <a:pt x="277648" y="15173"/>
                  <a:pt x="276497" y="17996"/>
                  <a:pt x="274195" y="20349"/>
                </a:cubicBezTo>
                <a:cubicBezTo>
                  <a:pt x="271894" y="22699"/>
                  <a:pt x="269104" y="23875"/>
                  <a:pt x="265827" y="23875"/>
                </a:cubicBezTo>
                <a:cubicBezTo>
                  <a:pt x="262551" y="23875"/>
                  <a:pt x="259742" y="22699"/>
                  <a:pt x="257401" y="20349"/>
                </a:cubicBezTo>
                <a:cubicBezTo>
                  <a:pt x="255061" y="17996"/>
                  <a:pt x="253890" y="15173"/>
                  <a:pt x="253890" y="11879"/>
                </a:cubicBezTo>
                <a:cubicBezTo>
                  <a:pt x="253890" y="8585"/>
                  <a:pt x="255041" y="5782"/>
                  <a:pt x="257343" y="3471"/>
                </a:cubicBezTo>
                <a:cubicBezTo>
                  <a:pt x="259644" y="1157"/>
                  <a:pt x="262473" y="0"/>
                  <a:pt x="265827" y="0"/>
                </a:cubicBezTo>
                <a:moveTo>
                  <a:pt x="275541" y="56175"/>
                </a:moveTo>
                <a:lnTo>
                  <a:pt x="275541" y="142121"/>
                </a:lnTo>
                <a:cubicBezTo>
                  <a:pt x="275541" y="148816"/>
                  <a:pt x="276029" y="153273"/>
                  <a:pt x="277004" y="155492"/>
                </a:cubicBezTo>
                <a:cubicBezTo>
                  <a:pt x="277979" y="157710"/>
                  <a:pt x="279423" y="159365"/>
                  <a:pt x="281334" y="160454"/>
                </a:cubicBezTo>
                <a:cubicBezTo>
                  <a:pt x="283246" y="161544"/>
                  <a:pt x="286737" y="162089"/>
                  <a:pt x="291809" y="162089"/>
                </a:cubicBezTo>
                <a:lnTo>
                  <a:pt x="291809" y="166419"/>
                </a:lnTo>
                <a:lnTo>
                  <a:pt x="239729" y="166419"/>
                </a:lnTo>
                <a:lnTo>
                  <a:pt x="239729" y="162089"/>
                </a:lnTo>
                <a:cubicBezTo>
                  <a:pt x="244957" y="162089"/>
                  <a:pt x="248468" y="161583"/>
                  <a:pt x="250262" y="160571"/>
                </a:cubicBezTo>
                <a:cubicBezTo>
                  <a:pt x="252057" y="159560"/>
                  <a:pt x="253481" y="157886"/>
                  <a:pt x="254534" y="155550"/>
                </a:cubicBezTo>
                <a:cubicBezTo>
                  <a:pt x="255587" y="153214"/>
                  <a:pt x="256114" y="148738"/>
                  <a:pt x="256114" y="142121"/>
                </a:cubicBezTo>
                <a:lnTo>
                  <a:pt x="256114" y="100900"/>
                </a:lnTo>
                <a:cubicBezTo>
                  <a:pt x="256114" y="89299"/>
                  <a:pt x="255763" y="81787"/>
                  <a:pt x="255061" y="78364"/>
                </a:cubicBezTo>
                <a:cubicBezTo>
                  <a:pt x="254514" y="75872"/>
                  <a:pt x="253656" y="74140"/>
                  <a:pt x="252486" y="73167"/>
                </a:cubicBezTo>
                <a:cubicBezTo>
                  <a:pt x="251315" y="72194"/>
                  <a:pt x="249716" y="71708"/>
                  <a:pt x="247688" y="71708"/>
                </a:cubicBezTo>
                <a:cubicBezTo>
                  <a:pt x="245503" y="71708"/>
                  <a:pt x="242850" y="72292"/>
                  <a:pt x="239729" y="73459"/>
                </a:cubicBezTo>
                <a:lnTo>
                  <a:pt x="238091" y="69254"/>
                </a:lnTo>
                <a:lnTo>
                  <a:pt x="270392" y="56175"/>
                </a:lnTo>
                <a:lnTo>
                  <a:pt x="275541" y="56175"/>
                </a:lnTo>
                <a:close/>
                <a:moveTo>
                  <a:pt x="336585" y="23875"/>
                </a:moveTo>
                <a:lnTo>
                  <a:pt x="336585" y="59218"/>
                </a:lnTo>
                <a:lnTo>
                  <a:pt x="361629" y="59218"/>
                </a:lnTo>
                <a:lnTo>
                  <a:pt x="361629" y="67410"/>
                </a:lnTo>
                <a:lnTo>
                  <a:pt x="336585" y="67410"/>
                </a:lnTo>
                <a:lnTo>
                  <a:pt x="336585" y="136832"/>
                </a:lnTo>
                <a:cubicBezTo>
                  <a:pt x="336585" y="143769"/>
                  <a:pt x="337579" y="148445"/>
                  <a:pt x="339569" y="150861"/>
                </a:cubicBezTo>
                <a:cubicBezTo>
                  <a:pt x="341558" y="153275"/>
                  <a:pt x="344114" y="154482"/>
                  <a:pt x="347234" y="154482"/>
                </a:cubicBezTo>
                <a:cubicBezTo>
                  <a:pt x="349809" y="154482"/>
                  <a:pt x="352306" y="153682"/>
                  <a:pt x="354724" y="152083"/>
                </a:cubicBezTo>
                <a:cubicBezTo>
                  <a:pt x="357143" y="150484"/>
                  <a:pt x="359016" y="148123"/>
                  <a:pt x="360342" y="145003"/>
                </a:cubicBezTo>
                <a:lnTo>
                  <a:pt x="364906" y="145003"/>
                </a:lnTo>
                <a:cubicBezTo>
                  <a:pt x="362176" y="152671"/>
                  <a:pt x="358313" y="158470"/>
                  <a:pt x="353320" y="162400"/>
                </a:cubicBezTo>
                <a:cubicBezTo>
                  <a:pt x="348327" y="166328"/>
                  <a:pt x="343177" y="168292"/>
                  <a:pt x="337872" y="168292"/>
                </a:cubicBezTo>
                <a:cubicBezTo>
                  <a:pt x="334283" y="168292"/>
                  <a:pt x="330772" y="167296"/>
                  <a:pt x="327339" y="165304"/>
                </a:cubicBezTo>
                <a:cubicBezTo>
                  <a:pt x="323906" y="163312"/>
                  <a:pt x="321370" y="160462"/>
                  <a:pt x="319732" y="156753"/>
                </a:cubicBezTo>
                <a:cubicBezTo>
                  <a:pt x="318094" y="153042"/>
                  <a:pt x="317274" y="147320"/>
                  <a:pt x="317274" y="139586"/>
                </a:cubicBezTo>
                <a:lnTo>
                  <a:pt x="317274" y="67410"/>
                </a:lnTo>
                <a:lnTo>
                  <a:pt x="300305" y="67410"/>
                </a:lnTo>
                <a:lnTo>
                  <a:pt x="300305" y="63548"/>
                </a:lnTo>
                <a:cubicBezTo>
                  <a:pt x="304596" y="61827"/>
                  <a:pt x="308985" y="58912"/>
                  <a:pt x="313471" y="54804"/>
                </a:cubicBezTo>
                <a:cubicBezTo>
                  <a:pt x="317957" y="50696"/>
                  <a:pt x="321956" y="45824"/>
                  <a:pt x="325467" y="40189"/>
                </a:cubicBezTo>
                <a:cubicBezTo>
                  <a:pt x="327261" y="37217"/>
                  <a:pt x="329758" y="31779"/>
                  <a:pt x="332957" y="23875"/>
                </a:cubicBezTo>
                <a:lnTo>
                  <a:pt x="336585" y="23875"/>
                </a:lnTo>
                <a:close/>
                <a:moveTo>
                  <a:pt x="399618" y="0"/>
                </a:moveTo>
                <a:cubicBezTo>
                  <a:pt x="402894" y="0"/>
                  <a:pt x="405684" y="1157"/>
                  <a:pt x="407985" y="3471"/>
                </a:cubicBezTo>
                <a:cubicBezTo>
                  <a:pt x="410287" y="5782"/>
                  <a:pt x="411438" y="8585"/>
                  <a:pt x="411438" y="11879"/>
                </a:cubicBezTo>
                <a:cubicBezTo>
                  <a:pt x="411438" y="15173"/>
                  <a:pt x="410287" y="17996"/>
                  <a:pt x="407985" y="20349"/>
                </a:cubicBezTo>
                <a:cubicBezTo>
                  <a:pt x="405684" y="22699"/>
                  <a:pt x="402894" y="23875"/>
                  <a:pt x="399618" y="23875"/>
                </a:cubicBezTo>
                <a:cubicBezTo>
                  <a:pt x="396341" y="23875"/>
                  <a:pt x="393532" y="22699"/>
                  <a:pt x="391191" y="20349"/>
                </a:cubicBezTo>
                <a:cubicBezTo>
                  <a:pt x="388851" y="17996"/>
                  <a:pt x="387680" y="15173"/>
                  <a:pt x="387680" y="11879"/>
                </a:cubicBezTo>
                <a:cubicBezTo>
                  <a:pt x="387680" y="8585"/>
                  <a:pt x="388831" y="5782"/>
                  <a:pt x="391133" y="3471"/>
                </a:cubicBezTo>
                <a:cubicBezTo>
                  <a:pt x="393434" y="1157"/>
                  <a:pt x="396263" y="0"/>
                  <a:pt x="399618" y="0"/>
                </a:cubicBezTo>
                <a:moveTo>
                  <a:pt x="409331" y="56175"/>
                </a:moveTo>
                <a:lnTo>
                  <a:pt x="409331" y="142121"/>
                </a:lnTo>
                <a:cubicBezTo>
                  <a:pt x="409331" y="148816"/>
                  <a:pt x="409819" y="153273"/>
                  <a:pt x="410794" y="155492"/>
                </a:cubicBezTo>
                <a:cubicBezTo>
                  <a:pt x="411769" y="157710"/>
                  <a:pt x="413213" y="159365"/>
                  <a:pt x="415124" y="160454"/>
                </a:cubicBezTo>
                <a:cubicBezTo>
                  <a:pt x="417036" y="161544"/>
                  <a:pt x="420527" y="162089"/>
                  <a:pt x="425599" y="162089"/>
                </a:cubicBezTo>
                <a:lnTo>
                  <a:pt x="425599" y="166419"/>
                </a:lnTo>
                <a:lnTo>
                  <a:pt x="373519" y="166419"/>
                </a:lnTo>
                <a:lnTo>
                  <a:pt x="373519" y="162089"/>
                </a:lnTo>
                <a:cubicBezTo>
                  <a:pt x="378747" y="162089"/>
                  <a:pt x="382258" y="161583"/>
                  <a:pt x="384052" y="160571"/>
                </a:cubicBezTo>
                <a:cubicBezTo>
                  <a:pt x="385847" y="159560"/>
                  <a:pt x="387271" y="157886"/>
                  <a:pt x="388324" y="155550"/>
                </a:cubicBezTo>
                <a:cubicBezTo>
                  <a:pt x="389377" y="153214"/>
                  <a:pt x="389904" y="148738"/>
                  <a:pt x="389904" y="142121"/>
                </a:cubicBezTo>
                <a:lnTo>
                  <a:pt x="389904" y="100900"/>
                </a:lnTo>
                <a:cubicBezTo>
                  <a:pt x="389904" y="89299"/>
                  <a:pt x="389553" y="81787"/>
                  <a:pt x="388851" y="78364"/>
                </a:cubicBezTo>
                <a:cubicBezTo>
                  <a:pt x="388304" y="75872"/>
                  <a:pt x="387446" y="74140"/>
                  <a:pt x="386276" y="73167"/>
                </a:cubicBezTo>
                <a:cubicBezTo>
                  <a:pt x="385106" y="72194"/>
                  <a:pt x="383506" y="71708"/>
                  <a:pt x="381478" y="71708"/>
                </a:cubicBezTo>
                <a:cubicBezTo>
                  <a:pt x="379293" y="71708"/>
                  <a:pt x="376640" y="72292"/>
                  <a:pt x="373519" y="73459"/>
                </a:cubicBezTo>
                <a:lnTo>
                  <a:pt x="371881" y="69254"/>
                </a:lnTo>
                <a:lnTo>
                  <a:pt x="404182" y="56175"/>
                </a:lnTo>
                <a:lnTo>
                  <a:pt x="409331" y="56175"/>
                </a:lnTo>
                <a:close/>
                <a:moveTo>
                  <a:pt x="530295" y="125692"/>
                </a:moveTo>
                <a:cubicBezTo>
                  <a:pt x="527408" y="139814"/>
                  <a:pt x="521752" y="150679"/>
                  <a:pt x="513325" y="158286"/>
                </a:cubicBezTo>
                <a:cubicBezTo>
                  <a:pt x="504899" y="165893"/>
                  <a:pt x="495576" y="169696"/>
                  <a:pt x="485355" y="169696"/>
                </a:cubicBezTo>
                <a:cubicBezTo>
                  <a:pt x="473184" y="169696"/>
                  <a:pt x="462573" y="164592"/>
                  <a:pt x="453522" y="154383"/>
                </a:cubicBezTo>
                <a:cubicBezTo>
                  <a:pt x="444472" y="144172"/>
                  <a:pt x="439946" y="130376"/>
                  <a:pt x="439946" y="112994"/>
                </a:cubicBezTo>
                <a:cubicBezTo>
                  <a:pt x="439946" y="96159"/>
                  <a:pt x="444959" y="82481"/>
                  <a:pt x="454985" y="71960"/>
                </a:cubicBezTo>
                <a:cubicBezTo>
                  <a:pt x="465011" y="61437"/>
                  <a:pt x="477046" y="56175"/>
                  <a:pt x="491089" y="56175"/>
                </a:cubicBezTo>
                <a:cubicBezTo>
                  <a:pt x="501622" y="56175"/>
                  <a:pt x="510283" y="58956"/>
                  <a:pt x="517070" y="64518"/>
                </a:cubicBezTo>
                <a:cubicBezTo>
                  <a:pt x="523858" y="70077"/>
                  <a:pt x="527252" y="75850"/>
                  <a:pt x="527252" y="81838"/>
                </a:cubicBezTo>
                <a:cubicBezTo>
                  <a:pt x="527252" y="84793"/>
                  <a:pt x="526297" y="87185"/>
                  <a:pt x="524385" y="89014"/>
                </a:cubicBezTo>
                <a:cubicBezTo>
                  <a:pt x="522473" y="90840"/>
                  <a:pt x="519801" y="91753"/>
                  <a:pt x="516368" y="91753"/>
                </a:cubicBezTo>
                <a:cubicBezTo>
                  <a:pt x="511765" y="91753"/>
                  <a:pt x="508293" y="90271"/>
                  <a:pt x="505952" y="87306"/>
                </a:cubicBezTo>
                <a:cubicBezTo>
                  <a:pt x="504626" y="85667"/>
                  <a:pt x="503748" y="82547"/>
                  <a:pt x="503319" y="77943"/>
                </a:cubicBezTo>
                <a:cubicBezTo>
                  <a:pt x="502890" y="73340"/>
                  <a:pt x="501310" y="69829"/>
                  <a:pt x="498579" y="67410"/>
                </a:cubicBezTo>
                <a:cubicBezTo>
                  <a:pt x="495849" y="65070"/>
                  <a:pt x="492065" y="63899"/>
                  <a:pt x="487227" y="63899"/>
                </a:cubicBezTo>
                <a:cubicBezTo>
                  <a:pt x="479425" y="63899"/>
                  <a:pt x="473145" y="66786"/>
                  <a:pt x="468385" y="72560"/>
                </a:cubicBezTo>
                <a:cubicBezTo>
                  <a:pt x="462065" y="80206"/>
                  <a:pt x="458906" y="90310"/>
                  <a:pt x="458906" y="102871"/>
                </a:cubicBezTo>
                <a:cubicBezTo>
                  <a:pt x="458906" y="115667"/>
                  <a:pt x="462046" y="126960"/>
                  <a:pt x="468327" y="136752"/>
                </a:cubicBezTo>
                <a:cubicBezTo>
                  <a:pt x="474607" y="146543"/>
                  <a:pt x="483092" y="151439"/>
                  <a:pt x="493781" y="151439"/>
                </a:cubicBezTo>
                <a:cubicBezTo>
                  <a:pt x="501427" y="151439"/>
                  <a:pt x="508293" y="148826"/>
                  <a:pt x="514379" y="143598"/>
                </a:cubicBezTo>
                <a:cubicBezTo>
                  <a:pt x="518670" y="140009"/>
                  <a:pt x="522844" y="133494"/>
                  <a:pt x="526901" y="124054"/>
                </a:cubicBezTo>
                <a:lnTo>
                  <a:pt x="530295" y="125692"/>
                </a:lnTo>
                <a:close/>
                <a:moveTo>
                  <a:pt x="605707" y="150971"/>
                </a:moveTo>
                <a:cubicBezTo>
                  <a:pt x="594706" y="159475"/>
                  <a:pt x="587801" y="164391"/>
                  <a:pt x="584993" y="165717"/>
                </a:cubicBezTo>
                <a:cubicBezTo>
                  <a:pt x="580779" y="167746"/>
                  <a:pt x="576293" y="168760"/>
                  <a:pt x="571534" y="168760"/>
                </a:cubicBezTo>
                <a:cubicBezTo>
                  <a:pt x="564122" y="168760"/>
                  <a:pt x="558017" y="166224"/>
                  <a:pt x="553218" y="161153"/>
                </a:cubicBezTo>
                <a:cubicBezTo>
                  <a:pt x="548420" y="156082"/>
                  <a:pt x="546021" y="149411"/>
                  <a:pt x="546021" y="141140"/>
                </a:cubicBezTo>
                <a:cubicBezTo>
                  <a:pt x="546021" y="135913"/>
                  <a:pt x="547191" y="131388"/>
                  <a:pt x="549532" y="127565"/>
                </a:cubicBezTo>
                <a:cubicBezTo>
                  <a:pt x="552731" y="122259"/>
                  <a:pt x="558290" y="117266"/>
                  <a:pt x="566209" y="112585"/>
                </a:cubicBezTo>
                <a:cubicBezTo>
                  <a:pt x="574128" y="107903"/>
                  <a:pt x="587294" y="102208"/>
                  <a:pt x="605707" y="95498"/>
                </a:cubicBezTo>
                <a:lnTo>
                  <a:pt x="605707" y="91285"/>
                </a:lnTo>
                <a:cubicBezTo>
                  <a:pt x="605707" y="80596"/>
                  <a:pt x="604010" y="73262"/>
                  <a:pt x="600616" y="69283"/>
                </a:cubicBezTo>
                <a:cubicBezTo>
                  <a:pt x="597222" y="65304"/>
                  <a:pt x="592288" y="63314"/>
                  <a:pt x="585812" y="63314"/>
                </a:cubicBezTo>
                <a:cubicBezTo>
                  <a:pt x="580896" y="63314"/>
                  <a:pt x="576995" y="64636"/>
                  <a:pt x="574109" y="67279"/>
                </a:cubicBezTo>
                <a:cubicBezTo>
                  <a:pt x="571144" y="69922"/>
                  <a:pt x="569661" y="72954"/>
                  <a:pt x="569661" y="76374"/>
                </a:cubicBezTo>
                <a:lnTo>
                  <a:pt x="569895" y="83137"/>
                </a:lnTo>
                <a:cubicBezTo>
                  <a:pt x="569895" y="86711"/>
                  <a:pt x="568979" y="89470"/>
                  <a:pt x="567145" y="91413"/>
                </a:cubicBezTo>
                <a:cubicBezTo>
                  <a:pt x="565312" y="93356"/>
                  <a:pt x="562913" y="94328"/>
                  <a:pt x="559948" y="94328"/>
                </a:cubicBezTo>
                <a:cubicBezTo>
                  <a:pt x="557061" y="94328"/>
                  <a:pt x="554701" y="93317"/>
                  <a:pt x="552867" y="91296"/>
                </a:cubicBezTo>
                <a:cubicBezTo>
                  <a:pt x="551034" y="89272"/>
                  <a:pt x="550117" y="86510"/>
                  <a:pt x="550117" y="83009"/>
                </a:cubicBezTo>
                <a:cubicBezTo>
                  <a:pt x="550117" y="76321"/>
                  <a:pt x="553550" y="70176"/>
                  <a:pt x="560416" y="64576"/>
                </a:cubicBezTo>
                <a:cubicBezTo>
                  <a:pt x="567282" y="58976"/>
                  <a:pt x="576917" y="56175"/>
                  <a:pt x="589323" y="56175"/>
                </a:cubicBezTo>
                <a:cubicBezTo>
                  <a:pt x="598841" y="56175"/>
                  <a:pt x="606644" y="57772"/>
                  <a:pt x="612729" y="60966"/>
                </a:cubicBezTo>
                <a:cubicBezTo>
                  <a:pt x="617332" y="63383"/>
                  <a:pt x="620726" y="67163"/>
                  <a:pt x="622911" y="72307"/>
                </a:cubicBezTo>
                <a:cubicBezTo>
                  <a:pt x="624315" y="75657"/>
                  <a:pt x="625018" y="82515"/>
                  <a:pt x="625018" y="92879"/>
                </a:cubicBezTo>
                <a:lnTo>
                  <a:pt x="625018" y="129232"/>
                </a:lnTo>
                <a:cubicBezTo>
                  <a:pt x="625018" y="139441"/>
                  <a:pt x="625213" y="145695"/>
                  <a:pt x="625603" y="147994"/>
                </a:cubicBezTo>
                <a:cubicBezTo>
                  <a:pt x="625993" y="150293"/>
                  <a:pt x="626636" y="151833"/>
                  <a:pt x="627534" y="152613"/>
                </a:cubicBezTo>
                <a:cubicBezTo>
                  <a:pt x="628431" y="153391"/>
                  <a:pt x="629465" y="153780"/>
                  <a:pt x="630635" y="153780"/>
                </a:cubicBezTo>
                <a:cubicBezTo>
                  <a:pt x="631883" y="153780"/>
                  <a:pt x="632976" y="153507"/>
                  <a:pt x="633912" y="152961"/>
                </a:cubicBezTo>
                <a:cubicBezTo>
                  <a:pt x="635550" y="151946"/>
                  <a:pt x="638710" y="149099"/>
                  <a:pt x="643392" y="144417"/>
                </a:cubicBezTo>
                <a:lnTo>
                  <a:pt x="643392" y="150971"/>
                </a:lnTo>
                <a:cubicBezTo>
                  <a:pt x="634653" y="162674"/>
                  <a:pt x="626305" y="168526"/>
                  <a:pt x="618347" y="168526"/>
                </a:cubicBezTo>
                <a:cubicBezTo>
                  <a:pt x="614524" y="168526"/>
                  <a:pt x="611481" y="167200"/>
                  <a:pt x="609218" y="164547"/>
                </a:cubicBezTo>
                <a:cubicBezTo>
                  <a:pt x="606956" y="161894"/>
                  <a:pt x="605785" y="157369"/>
                  <a:pt x="605707" y="150971"/>
                </a:cubicBezTo>
                <a:moveTo>
                  <a:pt x="605707" y="143298"/>
                </a:moveTo>
                <a:lnTo>
                  <a:pt x="605707" y="102637"/>
                </a:lnTo>
                <a:cubicBezTo>
                  <a:pt x="593926" y="107296"/>
                  <a:pt x="586319" y="110598"/>
                  <a:pt x="582886" y="112541"/>
                </a:cubicBezTo>
                <a:cubicBezTo>
                  <a:pt x="576722" y="115959"/>
                  <a:pt x="572314" y="119532"/>
                  <a:pt x="569661" y="123260"/>
                </a:cubicBezTo>
                <a:cubicBezTo>
                  <a:pt x="567009" y="126988"/>
                  <a:pt x="565682" y="131066"/>
                  <a:pt x="565682" y="135494"/>
                </a:cubicBezTo>
                <a:cubicBezTo>
                  <a:pt x="565682" y="141087"/>
                  <a:pt x="567360" y="145728"/>
                  <a:pt x="570715" y="149417"/>
                </a:cubicBezTo>
                <a:cubicBezTo>
                  <a:pt x="574070" y="153106"/>
                  <a:pt x="577932" y="154950"/>
                  <a:pt x="582301" y="154950"/>
                </a:cubicBezTo>
                <a:cubicBezTo>
                  <a:pt x="588230" y="154950"/>
                  <a:pt x="596033" y="151066"/>
                  <a:pt x="605707" y="143298"/>
                </a:cubicBezTo>
                <a:close/>
                <a:moveTo>
                  <a:pt x="687556" y="0"/>
                </a:moveTo>
                <a:lnTo>
                  <a:pt x="687556" y="142091"/>
                </a:lnTo>
                <a:cubicBezTo>
                  <a:pt x="687556" y="148796"/>
                  <a:pt x="688044" y="153241"/>
                  <a:pt x="689019" y="155426"/>
                </a:cubicBezTo>
                <a:cubicBezTo>
                  <a:pt x="689994" y="157608"/>
                  <a:pt x="691496" y="159265"/>
                  <a:pt x="693525" y="160396"/>
                </a:cubicBezTo>
                <a:cubicBezTo>
                  <a:pt x="695553" y="161525"/>
                  <a:pt x="699337" y="162089"/>
                  <a:pt x="704877" y="162089"/>
                </a:cubicBezTo>
                <a:lnTo>
                  <a:pt x="704877" y="166419"/>
                </a:lnTo>
                <a:lnTo>
                  <a:pt x="652330" y="166419"/>
                </a:lnTo>
                <a:lnTo>
                  <a:pt x="652330" y="162089"/>
                </a:lnTo>
                <a:cubicBezTo>
                  <a:pt x="657245" y="162089"/>
                  <a:pt x="660600" y="161583"/>
                  <a:pt x="662394" y="160571"/>
                </a:cubicBezTo>
                <a:cubicBezTo>
                  <a:pt x="664189" y="159557"/>
                  <a:pt x="665593" y="157881"/>
                  <a:pt x="666607" y="155543"/>
                </a:cubicBezTo>
                <a:cubicBezTo>
                  <a:pt x="667622" y="153202"/>
                  <a:pt x="668129" y="148718"/>
                  <a:pt x="668129" y="142091"/>
                </a:cubicBezTo>
                <a:lnTo>
                  <a:pt x="668129" y="44790"/>
                </a:lnTo>
                <a:cubicBezTo>
                  <a:pt x="668129" y="32707"/>
                  <a:pt x="667856" y="25281"/>
                  <a:pt x="667310" y="22514"/>
                </a:cubicBezTo>
                <a:cubicBezTo>
                  <a:pt x="666764" y="19744"/>
                  <a:pt x="665886" y="17853"/>
                  <a:pt x="664676" y="16842"/>
                </a:cubicBezTo>
                <a:cubicBezTo>
                  <a:pt x="663467" y="15827"/>
                  <a:pt x="661926" y="15320"/>
                  <a:pt x="660054" y="15320"/>
                </a:cubicBezTo>
                <a:cubicBezTo>
                  <a:pt x="658025" y="15320"/>
                  <a:pt x="655450" y="15944"/>
                  <a:pt x="652330" y="17193"/>
                </a:cubicBezTo>
                <a:lnTo>
                  <a:pt x="650340" y="13097"/>
                </a:lnTo>
                <a:lnTo>
                  <a:pt x="682290" y="0"/>
                </a:lnTo>
                <a:lnTo>
                  <a:pt x="687556" y="0"/>
                </a:lnTo>
                <a:close/>
                <a:moveTo>
                  <a:pt x="914605" y="4213"/>
                </a:moveTo>
                <a:lnTo>
                  <a:pt x="918233" y="58048"/>
                </a:lnTo>
                <a:lnTo>
                  <a:pt x="914605" y="58048"/>
                </a:lnTo>
                <a:cubicBezTo>
                  <a:pt x="909767" y="41856"/>
                  <a:pt x="902862" y="30202"/>
                  <a:pt x="893890" y="23085"/>
                </a:cubicBezTo>
                <a:cubicBezTo>
                  <a:pt x="884917" y="15965"/>
                  <a:pt x="874151" y="12405"/>
                  <a:pt x="861589" y="12405"/>
                </a:cubicBezTo>
                <a:cubicBezTo>
                  <a:pt x="851056" y="12405"/>
                  <a:pt x="841538" y="15080"/>
                  <a:pt x="833033" y="20429"/>
                </a:cubicBezTo>
                <a:cubicBezTo>
                  <a:pt x="824529" y="25776"/>
                  <a:pt x="817839" y="34306"/>
                  <a:pt x="812962" y="46019"/>
                </a:cubicBezTo>
                <a:cubicBezTo>
                  <a:pt x="808086" y="57732"/>
                  <a:pt x="805648" y="72295"/>
                  <a:pt x="805648" y="89709"/>
                </a:cubicBezTo>
                <a:cubicBezTo>
                  <a:pt x="805648" y="104074"/>
                  <a:pt x="807949" y="116528"/>
                  <a:pt x="812553" y="127071"/>
                </a:cubicBezTo>
                <a:cubicBezTo>
                  <a:pt x="817156" y="137611"/>
                  <a:pt x="824080" y="145693"/>
                  <a:pt x="833326" y="151315"/>
                </a:cubicBezTo>
                <a:cubicBezTo>
                  <a:pt x="842571" y="156937"/>
                  <a:pt x="853124" y="159749"/>
                  <a:pt x="864983" y="159749"/>
                </a:cubicBezTo>
                <a:cubicBezTo>
                  <a:pt x="875282" y="159749"/>
                  <a:pt x="884371" y="157544"/>
                  <a:pt x="892251" y="153136"/>
                </a:cubicBezTo>
                <a:cubicBezTo>
                  <a:pt x="900132" y="148728"/>
                  <a:pt x="908792" y="139970"/>
                  <a:pt x="918233" y="126863"/>
                </a:cubicBezTo>
                <a:lnTo>
                  <a:pt x="921861" y="129196"/>
                </a:lnTo>
                <a:cubicBezTo>
                  <a:pt x="913902" y="143281"/>
                  <a:pt x="904618" y="153592"/>
                  <a:pt x="894007" y="160129"/>
                </a:cubicBezTo>
                <a:cubicBezTo>
                  <a:pt x="883396" y="166663"/>
                  <a:pt x="870796" y="169930"/>
                  <a:pt x="856206" y="169930"/>
                </a:cubicBezTo>
                <a:cubicBezTo>
                  <a:pt x="829912" y="169930"/>
                  <a:pt x="809549" y="160191"/>
                  <a:pt x="795115" y="140713"/>
                </a:cubicBezTo>
                <a:cubicBezTo>
                  <a:pt x="784348" y="126223"/>
                  <a:pt x="778965" y="109160"/>
                  <a:pt x="778965" y="89526"/>
                </a:cubicBezTo>
                <a:cubicBezTo>
                  <a:pt x="778965" y="73709"/>
                  <a:pt x="782515" y="59179"/>
                  <a:pt x="789614" y="45935"/>
                </a:cubicBezTo>
                <a:cubicBezTo>
                  <a:pt x="796714" y="32691"/>
                  <a:pt x="806487" y="22426"/>
                  <a:pt x="818931" y="15141"/>
                </a:cubicBezTo>
                <a:cubicBezTo>
                  <a:pt x="831375" y="7856"/>
                  <a:pt x="844971" y="4213"/>
                  <a:pt x="859717" y="4213"/>
                </a:cubicBezTo>
                <a:cubicBezTo>
                  <a:pt x="871186" y="4213"/>
                  <a:pt x="882499" y="7022"/>
                  <a:pt x="893656" y="12639"/>
                </a:cubicBezTo>
                <a:cubicBezTo>
                  <a:pt x="896933" y="14356"/>
                  <a:pt x="899273" y="15214"/>
                  <a:pt x="900678" y="15214"/>
                </a:cubicBezTo>
                <a:cubicBezTo>
                  <a:pt x="902784" y="15214"/>
                  <a:pt x="904618" y="14473"/>
                  <a:pt x="906178" y="12991"/>
                </a:cubicBezTo>
                <a:cubicBezTo>
                  <a:pt x="908207" y="10884"/>
                  <a:pt x="909650" y="7958"/>
                  <a:pt x="910508" y="4213"/>
                </a:cubicBezTo>
                <a:lnTo>
                  <a:pt x="914605" y="4213"/>
                </a:lnTo>
                <a:close/>
                <a:moveTo>
                  <a:pt x="990595" y="56175"/>
                </a:moveTo>
                <a:cubicBezTo>
                  <a:pt x="1006824" y="56175"/>
                  <a:pt x="1019853" y="62333"/>
                  <a:pt x="1029684" y="74648"/>
                </a:cubicBezTo>
                <a:cubicBezTo>
                  <a:pt x="1038032" y="85169"/>
                  <a:pt x="1042206" y="97250"/>
                  <a:pt x="1042206" y="110891"/>
                </a:cubicBezTo>
                <a:cubicBezTo>
                  <a:pt x="1042206" y="120478"/>
                  <a:pt x="1039905" y="130182"/>
                  <a:pt x="1035302" y="140003"/>
                </a:cubicBezTo>
                <a:cubicBezTo>
                  <a:pt x="1030698" y="149822"/>
                  <a:pt x="1024359" y="157225"/>
                  <a:pt x="1016284" y="162214"/>
                </a:cubicBezTo>
                <a:cubicBezTo>
                  <a:pt x="1008209" y="167202"/>
                  <a:pt x="999217" y="169696"/>
                  <a:pt x="989308" y="169696"/>
                </a:cubicBezTo>
                <a:cubicBezTo>
                  <a:pt x="973158" y="169696"/>
                  <a:pt x="960323" y="163266"/>
                  <a:pt x="950805" y="150404"/>
                </a:cubicBezTo>
                <a:cubicBezTo>
                  <a:pt x="942768" y="139572"/>
                  <a:pt x="938750" y="127414"/>
                  <a:pt x="938750" y="113931"/>
                </a:cubicBezTo>
                <a:cubicBezTo>
                  <a:pt x="938750" y="104110"/>
                  <a:pt x="941188" y="94347"/>
                  <a:pt x="946065" y="84643"/>
                </a:cubicBezTo>
                <a:cubicBezTo>
                  <a:pt x="950941" y="74939"/>
                  <a:pt x="957358" y="67769"/>
                  <a:pt x="965316" y="63131"/>
                </a:cubicBezTo>
                <a:cubicBezTo>
                  <a:pt x="973275" y="58494"/>
                  <a:pt x="981701" y="56175"/>
                  <a:pt x="990595" y="56175"/>
                </a:cubicBezTo>
                <a:moveTo>
                  <a:pt x="986967" y="63899"/>
                </a:moveTo>
                <a:cubicBezTo>
                  <a:pt x="982832" y="63899"/>
                  <a:pt x="978678" y="65127"/>
                  <a:pt x="974503" y="67582"/>
                </a:cubicBezTo>
                <a:cubicBezTo>
                  <a:pt x="970329" y="70038"/>
                  <a:pt x="966955" y="74343"/>
                  <a:pt x="964380" y="80500"/>
                </a:cubicBezTo>
                <a:cubicBezTo>
                  <a:pt x="961806" y="86656"/>
                  <a:pt x="960518" y="94565"/>
                  <a:pt x="960518" y="104228"/>
                </a:cubicBezTo>
                <a:cubicBezTo>
                  <a:pt x="960518" y="119813"/>
                  <a:pt x="963620" y="133255"/>
                  <a:pt x="969822" y="144556"/>
                </a:cubicBezTo>
                <a:cubicBezTo>
                  <a:pt x="976025" y="155855"/>
                  <a:pt x="984198" y="161504"/>
                  <a:pt x="994340" y="161504"/>
                </a:cubicBezTo>
                <a:cubicBezTo>
                  <a:pt x="1001908" y="161504"/>
                  <a:pt x="1008150" y="158387"/>
                  <a:pt x="1013066" y="152152"/>
                </a:cubicBezTo>
                <a:cubicBezTo>
                  <a:pt x="1017981" y="145918"/>
                  <a:pt x="1020439" y="135204"/>
                  <a:pt x="1020439" y="120009"/>
                </a:cubicBezTo>
                <a:cubicBezTo>
                  <a:pt x="1020439" y="100994"/>
                  <a:pt x="1016342" y="86031"/>
                  <a:pt x="1008150" y="75120"/>
                </a:cubicBezTo>
                <a:cubicBezTo>
                  <a:pt x="1002611" y="67640"/>
                  <a:pt x="995550" y="63899"/>
                  <a:pt x="986967" y="63899"/>
                </a:cubicBezTo>
                <a:close/>
                <a:moveTo>
                  <a:pt x="1133725" y="154365"/>
                </a:moveTo>
                <a:cubicBezTo>
                  <a:pt x="1128498" y="159827"/>
                  <a:pt x="1123388" y="163747"/>
                  <a:pt x="1118394" y="166127"/>
                </a:cubicBezTo>
                <a:cubicBezTo>
                  <a:pt x="1113401" y="168506"/>
                  <a:pt x="1108017" y="169696"/>
                  <a:pt x="1102244" y="169696"/>
                </a:cubicBezTo>
                <a:cubicBezTo>
                  <a:pt x="1090541" y="169696"/>
                  <a:pt x="1080320" y="164811"/>
                  <a:pt x="1071581" y="155042"/>
                </a:cubicBezTo>
                <a:cubicBezTo>
                  <a:pt x="1062843" y="145270"/>
                  <a:pt x="1058474" y="132713"/>
                  <a:pt x="1058474" y="117372"/>
                </a:cubicBezTo>
                <a:cubicBezTo>
                  <a:pt x="1058474" y="102034"/>
                  <a:pt x="1063311" y="87999"/>
                  <a:pt x="1072986" y="75270"/>
                </a:cubicBezTo>
                <a:cubicBezTo>
                  <a:pt x="1082660" y="62540"/>
                  <a:pt x="1095105" y="56175"/>
                  <a:pt x="1110319" y="56175"/>
                </a:cubicBezTo>
                <a:cubicBezTo>
                  <a:pt x="1119760" y="56175"/>
                  <a:pt x="1127562" y="59179"/>
                  <a:pt x="1133725" y="65187"/>
                </a:cubicBezTo>
                <a:lnTo>
                  <a:pt x="1133725" y="45365"/>
                </a:lnTo>
                <a:cubicBezTo>
                  <a:pt x="1133725" y="33064"/>
                  <a:pt x="1133433" y="25503"/>
                  <a:pt x="1132848" y="22682"/>
                </a:cubicBezTo>
                <a:cubicBezTo>
                  <a:pt x="1132262" y="19861"/>
                  <a:pt x="1131346" y="17942"/>
                  <a:pt x="1130097" y="16926"/>
                </a:cubicBezTo>
                <a:cubicBezTo>
                  <a:pt x="1128849" y="15907"/>
                  <a:pt x="1127289" y="15397"/>
                  <a:pt x="1125416" y="15397"/>
                </a:cubicBezTo>
                <a:cubicBezTo>
                  <a:pt x="1123388" y="15397"/>
                  <a:pt x="1120696" y="16024"/>
                  <a:pt x="1117341" y="17277"/>
                </a:cubicBezTo>
                <a:lnTo>
                  <a:pt x="1115819" y="13162"/>
                </a:lnTo>
                <a:lnTo>
                  <a:pt x="1147769" y="0"/>
                </a:lnTo>
                <a:lnTo>
                  <a:pt x="1153036" y="0"/>
                </a:lnTo>
                <a:lnTo>
                  <a:pt x="1153036" y="123937"/>
                </a:lnTo>
                <a:cubicBezTo>
                  <a:pt x="1153036" y="136498"/>
                  <a:pt x="1153328" y="144164"/>
                  <a:pt x="1153913" y="146934"/>
                </a:cubicBezTo>
                <a:cubicBezTo>
                  <a:pt x="1154499" y="149703"/>
                  <a:pt x="1155435" y="151634"/>
                  <a:pt x="1156722" y="152727"/>
                </a:cubicBezTo>
                <a:cubicBezTo>
                  <a:pt x="1158009" y="153819"/>
                  <a:pt x="1159511" y="154365"/>
                  <a:pt x="1161228" y="154365"/>
                </a:cubicBezTo>
                <a:cubicBezTo>
                  <a:pt x="1163334" y="154365"/>
                  <a:pt x="1166143" y="153702"/>
                  <a:pt x="1169654" y="152376"/>
                </a:cubicBezTo>
                <a:lnTo>
                  <a:pt x="1170941" y="156472"/>
                </a:lnTo>
                <a:lnTo>
                  <a:pt x="1139109" y="169696"/>
                </a:lnTo>
                <a:lnTo>
                  <a:pt x="1133725" y="169696"/>
                </a:lnTo>
                <a:lnTo>
                  <a:pt x="1133725" y="154365"/>
                </a:lnTo>
                <a:moveTo>
                  <a:pt x="1133725" y="146198"/>
                </a:moveTo>
                <a:lnTo>
                  <a:pt x="1133725" y="91098"/>
                </a:lnTo>
                <a:cubicBezTo>
                  <a:pt x="1133257" y="85805"/>
                  <a:pt x="1131853" y="80980"/>
                  <a:pt x="1129512" y="76623"/>
                </a:cubicBezTo>
                <a:cubicBezTo>
                  <a:pt x="1127172" y="72264"/>
                  <a:pt x="1124070" y="68976"/>
                  <a:pt x="1120208" y="66759"/>
                </a:cubicBezTo>
                <a:cubicBezTo>
                  <a:pt x="1116346" y="64541"/>
                  <a:pt x="1112582" y="63431"/>
                  <a:pt x="1108915" y="63431"/>
                </a:cubicBezTo>
                <a:cubicBezTo>
                  <a:pt x="1102049" y="63431"/>
                  <a:pt x="1095924" y="66506"/>
                  <a:pt x="1090541" y="72655"/>
                </a:cubicBezTo>
                <a:cubicBezTo>
                  <a:pt x="1083441" y="80747"/>
                  <a:pt x="1079891" y="92576"/>
                  <a:pt x="1079891" y="108141"/>
                </a:cubicBezTo>
                <a:cubicBezTo>
                  <a:pt x="1079891" y="123862"/>
                  <a:pt x="1083324" y="135907"/>
                  <a:pt x="1090189" y="144275"/>
                </a:cubicBezTo>
                <a:cubicBezTo>
                  <a:pt x="1097055" y="152640"/>
                  <a:pt x="1104701" y="156823"/>
                  <a:pt x="1113128" y="156823"/>
                </a:cubicBezTo>
                <a:cubicBezTo>
                  <a:pt x="1120228" y="156823"/>
                  <a:pt x="1127094" y="153281"/>
                  <a:pt x="1133725" y="146198"/>
                </a:cubicBezTo>
                <a:close/>
                <a:moveTo>
                  <a:pt x="1195869" y="99711"/>
                </a:moveTo>
                <a:cubicBezTo>
                  <a:pt x="1195791" y="115591"/>
                  <a:pt x="1199653" y="128046"/>
                  <a:pt x="1207455" y="137077"/>
                </a:cubicBezTo>
                <a:cubicBezTo>
                  <a:pt x="1215258" y="146106"/>
                  <a:pt x="1224425" y="150620"/>
                  <a:pt x="1234958" y="150620"/>
                </a:cubicBezTo>
                <a:cubicBezTo>
                  <a:pt x="1241980" y="150620"/>
                  <a:pt x="1248085" y="148689"/>
                  <a:pt x="1253273" y="144827"/>
                </a:cubicBezTo>
                <a:cubicBezTo>
                  <a:pt x="1258462" y="140965"/>
                  <a:pt x="1262812" y="134353"/>
                  <a:pt x="1266323" y="124990"/>
                </a:cubicBezTo>
                <a:lnTo>
                  <a:pt x="1269951" y="127331"/>
                </a:lnTo>
                <a:cubicBezTo>
                  <a:pt x="1268312" y="138020"/>
                  <a:pt x="1263553" y="147753"/>
                  <a:pt x="1255673" y="156530"/>
                </a:cubicBezTo>
                <a:cubicBezTo>
                  <a:pt x="1247792" y="165308"/>
                  <a:pt x="1237923" y="169696"/>
                  <a:pt x="1226064" y="169696"/>
                </a:cubicBezTo>
                <a:cubicBezTo>
                  <a:pt x="1213190" y="169696"/>
                  <a:pt x="1202170" y="164694"/>
                  <a:pt x="1193002" y="154691"/>
                </a:cubicBezTo>
                <a:cubicBezTo>
                  <a:pt x="1183835" y="144684"/>
                  <a:pt x="1179251" y="131233"/>
                  <a:pt x="1179251" y="114337"/>
                </a:cubicBezTo>
                <a:cubicBezTo>
                  <a:pt x="1179251" y="96041"/>
                  <a:pt x="1183952" y="81774"/>
                  <a:pt x="1193353" y="71536"/>
                </a:cubicBezTo>
                <a:cubicBezTo>
                  <a:pt x="1202755" y="61295"/>
                  <a:pt x="1214555" y="56175"/>
                  <a:pt x="1228755" y="56175"/>
                </a:cubicBezTo>
                <a:cubicBezTo>
                  <a:pt x="1240771" y="56175"/>
                  <a:pt x="1250640" y="60125"/>
                  <a:pt x="1258364" y="68025"/>
                </a:cubicBezTo>
                <a:cubicBezTo>
                  <a:pt x="1266088" y="75922"/>
                  <a:pt x="1269951" y="86484"/>
                  <a:pt x="1269951" y="99711"/>
                </a:cubicBezTo>
                <a:lnTo>
                  <a:pt x="1195869" y="99711"/>
                </a:lnTo>
                <a:moveTo>
                  <a:pt x="1195869" y="92923"/>
                </a:moveTo>
                <a:lnTo>
                  <a:pt x="1245491" y="92923"/>
                </a:lnTo>
                <a:cubicBezTo>
                  <a:pt x="1245101" y="86057"/>
                  <a:pt x="1244282" y="81220"/>
                  <a:pt x="1243033" y="78411"/>
                </a:cubicBezTo>
                <a:cubicBezTo>
                  <a:pt x="1241083" y="74042"/>
                  <a:pt x="1238176" y="70609"/>
                  <a:pt x="1234314" y="68113"/>
                </a:cubicBezTo>
                <a:cubicBezTo>
                  <a:pt x="1230452" y="65616"/>
                  <a:pt x="1226415" y="64368"/>
                  <a:pt x="1222202" y="64368"/>
                </a:cubicBezTo>
                <a:cubicBezTo>
                  <a:pt x="1215726" y="64368"/>
                  <a:pt x="1209933" y="66884"/>
                  <a:pt x="1204822" y="71916"/>
                </a:cubicBezTo>
                <a:cubicBezTo>
                  <a:pt x="1199712" y="76948"/>
                  <a:pt x="1196728" y="83951"/>
                  <a:pt x="1195869" y="929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A46AA8-4F96-4B3A-8EFC-C1A0807B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414" y="793788"/>
            <a:ext cx="114793" cy="513750"/>
          </a:xfrm>
          <a:custGeom xmlns:a="http://schemas.openxmlformats.org/drawingml/2006/main">
            <a:pathLst>
              <a:path w="114793" h="513750">
                <a:moveTo>
                  <a:pt x="50347" y="0"/>
                </a:moveTo>
                <a:lnTo>
                  <a:pt x="50347" y="473683"/>
                </a:lnTo>
                <a:lnTo>
                  <a:pt x="14140" y="411613"/>
                </a:lnTo>
                <a:lnTo>
                  <a:pt x="13883" y="411205"/>
                </a:lnTo>
                <a:lnTo>
                  <a:pt x="13602" y="410820"/>
                </a:lnTo>
                <a:lnTo>
                  <a:pt x="13300" y="410458"/>
                </a:lnTo>
                <a:lnTo>
                  <a:pt x="12978" y="410122"/>
                </a:lnTo>
                <a:lnTo>
                  <a:pt x="12637" y="409809"/>
                </a:lnTo>
                <a:lnTo>
                  <a:pt x="12279" y="409522"/>
                </a:lnTo>
                <a:lnTo>
                  <a:pt x="11905" y="409261"/>
                </a:lnTo>
                <a:lnTo>
                  <a:pt x="11516" y="409025"/>
                </a:lnTo>
                <a:lnTo>
                  <a:pt x="11114" y="408816"/>
                </a:lnTo>
                <a:lnTo>
                  <a:pt x="10701" y="408633"/>
                </a:lnTo>
                <a:lnTo>
                  <a:pt x="10277" y="408477"/>
                </a:lnTo>
                <a:lnTo>
                  <a:pt x="9845" y="408348"/>
                </a:lnTo>
                <a:lnTo>
                  <a:pt x="9405" y="408247"/>
                </a:lnTo>
                <a:lnTo>
                  <a:pt x="8960" y="408175"/>
                </a:lnTo>
                <a:lnTo>
                  <a:pt x="8510" y="408130"/>
                </a:lnTo>
                <a:lnTo>
                  <a:pt x="8057" y="408115"/>
                </a:lnTo>
                <a:lnTo>
                  <a:pt x="7603" y="408129"/>
                </a:lnTo>
                <a:lnTo>
                  <a:pt x="7148" y="408172"/>
                </a:lnTo>
                <a:lnTo>
                  <a:pt x="6695" y="408246"/>
                </a:lnTo>
                <a:lnTo>
                  <a:pt x="6244" y="408350"/>
                </a:lnTo>
                <a:lnTo>
                  <a:pt x="5798" y="408485"/>
                </a:lnTo>
                <a:lnTo>
                  <a:pt x="5358" y="408650"/>
                </a:lnTo>
                <a:lnTo>
                  <a:pt x="4924" y="408848"/>
                </a:lnTo>
                <a:lnTo>
                  <a:pt x="4499" y="409077"/>
                </a:lnTo>
                <a:lnTo>
                  <a:pt x="4090" y="409334"/>
                </a:lnTo>
                <a:lnTo>
                  <a:pt x="3705" y="409614"/>
                </a:lnTo>
                <a:lnTo>
                  <a:pt x="3344" y="409916"/>
                </a:lnTo>
                <a:lnTo>
                  <a:pt x="3007" y="410238"/>
                </a:lnTo>
                <a:lnTo>
                  <a:pt x="2695" y="410579"/>
                </a:lnTo>
                <a:lnTo>
                  <a:pt x="2408" y="410938"/>
                </a:lnTo>
                <a:lnTo>
                  <a:pt x="2146" y="411312"/>
                </a:lnTo>
                <a:lnTo>
                  <a:pt x="1911" y="411701"/>
                </a:lnTo>
                <a:lnTo>
                  <a:pt x="1701" y="412103"/>
                </a:lnTo>
                <a:lnTo>
                  <a:pt x="1518" y="412516"/>
                </a:lnTo>
                <a:lnTo>
                  <a:pt x="1362" y="412939"/>
                </a:lnTo>
                <a:lnTo>
                  <a:pt x="1234" y="413372"/>
                </a:lnTo>
                <a:lnTo>
                  <a:pt x="1133" y="413811"/>
                </a:lnTo>
                <a:lnTo>
                  <a:pt x="1060" y="414257"/>
                </a:lnTo>
                <a:lnTo>
                  <a:pt x="1016" y="414707"/>
                </a:lnTo>
                <a:lnTo>
                  <a:pt x="1000" y="415160"/>
                </a:lnTo>
                <a:lnTo>
                  <a:pt x="1014" y="415614"/>
                </a:lnTo>
                <a:lnTo>
                  <a:pt x="1057" y="416069"/>
                </a:lnTo>
                <a:lnTo>
                  <a:pt x="1131" y="416522"/>
                </a:lnTo>
                <a:lnTo>
                  <a:pt x="1235" y="416972"/>
                </a:lnTo>
                <a:lnTo>
                  <a:pt x="1369" y="417418"/>
                </a:lnTo>
                <a:lnTo>
                  <a:pt x="1535" y="417859"/>
                </a:lnTo>
                <a:lnTo>
                  <a:pt x="1732" y="418293"/>
                </a:lnTo>
                <a:lnTo>
                  <a:pt x="1961" y="418718"/>
                </a:lnTo>
                <a:lnTo>
                  <a:pt x="57397" y="513750"/>
                </a:lnTo>
                <a:lnTo>
                  <a:pt x="112832" y="418718"/>
                </a:lnTo>
                <a:lnTo>
                  <a:pt x="113061" y="418293"/>
                </a:lnTo>
                <a:lnTo>
                  <a:pt x="113258" y="417859"/>
                </a:lnTo>
                <a:lnTo>
                  <a:pt x="113424" y="417418"/>
                </a:lnTo>
                <a:lnTo>
                  <a:pt x="113559" y="416972"/>
                </a:lnTo>
                <a:lnTo>
                  <a:pt x="113663" y="416521"/>
                </a:lnTo>
                <a:lnTo>
                  <a:pt x="113736" y="416068"/>
                </a:lnTo>
                <a:lnTo>
                  <a:pt x="113780" y="415613"/>
                </a:lnTo>
                <a:lnTo>
                  <a:pt x="113793" y="415159"/>
                </a:lnTo>
                <a:lnTo>
                  <a:pt x="113778" y="414706"/>
                </a:lnTo>
                <a:lnTo>
                  <a:pt x="113734" y="414256"/>
                </a:lnTo>
                <a:lnTo>
                  <a:pt x="113661" y="413811"/>
                </a:lnTo>
                <a:lnTo>
                  <a:pt x="113560" y="413371"/>
                </a:lnTo>
                <a:lnTo>
                  <a:pt x="113432" y="412939"/>
                </a:lnTo>
                <a:lnTo>
                  <a:pt x="113276" y="412515"/>
                </a:lnTo>
                <a:lnTo>
                  <a:pt x="113093" y="412102"/>
                </a:lnTo>
                <a:lnTo>
                  <a:pt x="112884" y="411700"/>
                </a:lnTo>
                <a:lnTo>
                  <a:pt x="112648" y="411311"/>
                </a:lnTo>
                <a:lnTo>
                  <a:pt x="112386" y="410937"/>
                </a:lnTo>
                <a:lnTo>
                  <a:pt x="112099" y="410579"/>
                </a:lnTo>
                <a:lnTo>
                  <a:pt x="111787" y="410238"/>
                </a:lnTo>
                <a:lnTo>
                  <a:pt x="111451" y="409915"/>
                </a:lnTo>
                <a:lnTo>
                  <a:pt x="111089" y="409613"/>
                </a:lnTo>
                <a:lnTo>
                  <a:pt x="110704" y="409333"/>
                </a:lnTo>
                <a:lnTo>
                  <a:pt x="110296" y="409075"/>
                </a:lnTo>
                <a:lnTo>
                  <a:pt x="109871" y="408846"/>
                </a:lnTo>
                <a:lnTo>
                  <a:pt x="109437" y="408649"/>
                </a:lnTo>
                <a:lnTo>
                  <a:pt x="108996" y="408484"/>
                </a:lnTo>
                <a:lnTo>
                  <a:pt x="108550" y="408349"/>
                </a:lnTo>
                <a:lnTo>
                  <a:pt x="108099" y="408245"/>
                </a:lnTo>
                <a:lnTo>
                  <a:pt x="107646" y="408172"/>
                </a:lnTo>
                <a:lnTo>
                  <a:pt x="107191" y="408128"/>
                </a:lnTo>
                <a:lnTo>
                  <a:pt x="106737" y="408115"/>
                </a:lnTo>
                <a:lnTo>
                  <a:pt x="106284" y="408130"/>
                </a:lnTo>
                <a:lnTo>
                  <a:pt x="105834" y="408174"/>
                </a:lnTo>
                <a:lnTo>
                  <a:pt x="105389" y="408247"/>
                </a:lnTo>
                <a:lnTo>
                  <a:pt x="104949" y="408348"/>
                </a:lnTo>
                <a:lnTo>
                  <a:pt x="104517" y="408477"/>
                </a:lnTo>
                <a:lnTo>
                  <a:pt x="104093" y="408633"/>
                </a:lnTo>
                <a:lnTo>
                  <a:pt x="103680" y="408816"/>
                </a:lnTo>
                <a:lnTo>
                  <a:pt x="103278" y="409025"/>
                </a:lnTo>
                <a:lnTo>
                  <a:pt x="102889" y="409261"/>
                </a:lnTo>
                <a:lnTo>
                  <a:pt x="102515" y="409522"/>
                </a:lnTo>
                <a:lnTo>
                  <a:pt x="102157" y="409809"/>
                </a:lnTo>
                <a:lnTo>
                  <a:pt x="101816" y="410122"/>
                </a:lnTo>
                <a:lnTo>
                  <a:pt x="101493" y="410458"/>
                </a:lnTo>
                <a:lnTo>
                  <a:pt x="101191" y="410820"/>
                </a:lnTo>
                <a:lnTo>
                  <a:pt x="100911" y="411205"/>
                </a:lnTo>
                <a:lnTo>
                  <a:pt x="100653" y="411613"/>
                </a:lnTo>
                <a:lnTo>
                  <a:pt x="64446" y="473683"/>
                </a:lnTo>
                <a:lnTo>
                  <a:pt x="64446" y="0"/>
                </a:lnTo>
                <a:lnTo>
                  <a:pt x="5034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5F66A5-D965-430F-B368-F7C798C6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70" y="1302491"/>
            <a:ext cx="2173679" cy="998864"/>
          </a:xfrm>
          <a:custGeom xmlns:a="http://schemas.openxmlformats.org/drawingml/2006/main">
            <a:pathLst>
              <a:path w="2173679" h="998864">
                <a:moveTo>
                  <a:pt x="0" y="0"/>
                </a:moveTo>
                <a:lnTo>
                  <a:pt x="2173679" y="0"/>
                </a:lnTo>
                <a:lnTo>
                  <a:pt x="2173679" y="998864"/>
                </a:lnTo>
                <a:lnTo>
                  <a:pt x="0" y="9988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83F6EA-52C3-461B-9C99-37F37891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70" y="1302490"/>
            <a:ext cx="2173679" cy="998863"/>
          </a:xfrm>
          <a:custGeom xmlns:a="http://schemas.openxmlformats.org/drawingml/2006/main">
            <a:pathLst>
              <a:path w="2173679" h="998863" fill="none">
                <a:moveTo>
                  <a:pt x="0" y="0"/>
                </a:moveTo>
                <a:lnTo>
                  <a:pt x="2173679" y="0"/>
                </a:lnTo>
                <a:lnTo>
                  <a:pt x="2173679" y="998863"/>
                </a:lnTo>
                <a:lnTo>
                  <a:pt x="0" y="99886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099" cap="flat">
            <a:solidFill>
              <a:srgbClr val="FFD966"/>
            </a:solidFill>
            <a:miter/>
          </a:ln>
        </p:spPr>
      </p:sp>
      <p:sp>
        <p:nvSpPr>
          <p:cNvPr id="19" name="Text V">
            <a:extLst xmlns:a="http://schemas.openxmlformats.org/drawingml/2006/main">
              <a:ext uri="{FF2B5EF4-FFF2-40B4-BE49-F238E27FC236}">
                <a16:creationId xmlns:a16="http://schemas.microsoft.com/office/drawing/2014/main" id="{B46CA9CF-7FCF-4082-9EEC-06B5B668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44" y="1424832"/>
            <a:ext cx="168058" cy="162206"/>
          </a:xfrm>
          <a:custGeom xmlns:a="http://schemas.openxmlformats.org/drawingml/2006/main">
            <a:pathLst>
              <a:path w="168058" h="162206">
                <a:moveTo>
                  <a:pt x="168058" y="0"/>
                </a:moveTo>
                <a:lnTo>
                  <a:pt x="168058" y="4330"/>
                </a:lnTo>
                <a:cubicBezTo>
                  <a:pt x="162440" y="5344"/>
                  <a:pt x="158188" y="7138"/>
                  <a:pt x="155301" y="9710"/>
                </a:cubicBezTo>
                <a:cubicBezTo>
                  <a:pt x="151166" y="13531"/>
                  <a:pt x="147499" y="19377"/>
                  <a:pt x="144300" y="27250"/>
                </a:cubicBezTo>
                <a:lnTo>
                  <a:pt x="88944" y="162206"/>
                </a:lnTo>
                <a:lnTo>
                  <a:pt x="84614" y="162206"/>
                </a:lnTo>
                <a:lnTo>
                  <a:pt x="25162" y="25498"/>
                </a:lnTo>
                <a:cubicBezTo>
                  <a:pt x="22119" y="18481"/>
                  <a:pt x="19973" y="14193"/>
                  <a:pt x="18725" y="12632"/>
                </a:cubicBezTo>
                <a:cubicBezTo>
                  <a:pt x="16775" y="10216"/>
                  <a:pt x="14375" y="8326"/>
                  <a:pt x="11528" y="6963"/>
                </a:cubicBezTo>
                <a:cubicBezTo>
                  <a:pt x="8680" y="5598"/>
                  <a:pt x="4837" y="4720"/>
                  <a:pt x="0" y="4330"/>
                </a:cubicBezTo>
                <a:lnTo>
                  <a:pt x="0" y="0"/>
                </a:lnTo>
                <a:lnTo>
                  <a:pt x="64836" y="0"/>
                </a:lnTo>
                <a:lnTo>
                  <a:pt x="64836" y="4330"/>
                </a:lnTo>
                <a:cubicBezTo>
                  <a:pt x="57502" y="5032"/>
                  <a:pt x="52742" y="6281"/>
                  <a:pt x="50558" y="8075"/>
                </a:cubicBezTo>
                <a:cubicBezTo>
                  <a:pt x="48373" y="9867"/>
                  <a:pt x="47281" y="12166"/>
                  <a:pt x="47281" y="14973"/>
                </a:cubicBezTo>
                <a:cubicBezTo>
                  <a:pt x="47281" y="18871"/>
                  <a:pt x="49075" y="24952"/>
                  <a:pt x="52664" y="33215"/>
                </a:cubicBezTo>
                <a:lnTo>
                  <a:pt x="93040" y="126186"/>
                </a:lnTo>
                <a:lnTo>
                  <a:pt x="130491" y="34385"/>
                </a:lnTo>
                <a:cubicBezTo>
                  <a:pt x="134158" y="25342"/>
                  <a:pt x="135991" y="19066"/>
                  <a:pt x="135991" y="15558"/>
                </a:cubicBezTo>
                <a:cubicBezTo>
                  <a:pt x="135991" y="13295"/>
                  <a:pt x="134860" y="11131"/>
                  <a:pt x="132597" y="9066"/>
                </a:cubicBezTo>
                <a:cubicBezTo>
                  <a:pt x="130335" y="7001"/>
                  <a:pt x="126511" y="5540"/>
                  <a:pt x="121128" y="4681"/>
                </a:cubicBezTo>
                <a:cubicBezTo>
                  <a:pt x="120738" y="4603"/>
                  <a:pt x="120075" y="4486"/>
                  <a:pt x="119138" y="4330"/>
                </a:cubicBezTo>
                <a:lnTo>
                  <a:pt x="119138" y="0"/>
                </a:lnTo>
                <a:lnTo>
                  <a:pt x="16805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ectorDB">
            <a:extLst xmlns:a="http://schemas.openxmlformats.org/drawingml/2006/main">
              <a:ext uri="{FF2B5EF4-FFF2-40B4-BE49-F238E27FC236}">
                <a16:creationId xmlns:a16="http://schemas.microsoft.com/office/drawing/2014/main" id="{BD87F2E0-A227-492A-B04F-E32D16FF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466" y="1424832"/>
            <a:ext cx="848112" cy="161972"/>
          </a:xfrm>
          <a:custGeom xmlns:a="http://schemas.openxmlformats.org/drawingml/2006/main">
            <a:pathLst>
              <a:path w="848112" h="161972">
                <a:moveTo>
                  <a:pt x="16619" y="91987"/>
                </a:moveTo>
                <a:cubicBezTo>
                  <a:pt x="16541" y="107867"/>
                  <a:pt x="20403" y="120322"/>
                  <a:pt x="28205" y="129353"/>
                </a:cubicBezTo>
                <a:cubicBezTo>
                  <a:pt x="36007" y="138382"/>
                  <a:pt x="45174" y="142896"/>
                  <a:pt x="55707" y="142896"/>
                </a:cubicBezTo>
                <a:cubicBezTo>
                  <a:pt x="62729" y="142896"/>
                  <a:pt x="68834" y="140965"/>
                  <a:pt x="74023" y="137103"/>
                </a:cubicBezTo>
                <a:cubicBezTo>
                  <a:pt x="79211" y="133241"/>
                  <a:pt x="83561" y="126629"/>
                  <a:pt x="87072" y="117266"/>
                </a:cubicBezTo>
                <a:lnTo>
                  <a:pt x="90700" y="119607"/>
                </a:lnTo>
                <a:cubicBezTo>
                  <a:pt x="89061" y="130296"/>
                  <a:pt x="84302" y="140029"/>
                  <a:pt x="76422" y="148806"/>
                </a:cubicBezTo>
                <a:cubicBezTo>
                  <a:pt x="68542" y="157583"/>
                  <a:pt x="58672" y="161972"/>
                  <a:pt x="46813" y="161972"/>
                </a:cubicBezTo>
                <a:cubicBezTo>
                  <a:pt x="33939" y="161972"/>
                  <a:pt x="22919" y="156970"/>
                  <a:pt x="13751" y="146966"/>
                </a:cubicBezTo>
                <a:cubicBezTo>
                  <a:pt x="4584" y="136960"/>
                  <a:pt x="0" y="123509"/>
                  <a:pt x="0" y="106612"/>
                </a:cubicBezTo>
                <a:cubicBezTo>
                  <a:pt x="0" y="88316"/>
                  <a:pt x="4701" y="74050"/>
                  <a:pt x="14102" y="63812"/>
                </a:cubicBezTo>
                <a:cubicBezTo>
                  <a:pt x="23504" y="53571"/>
                  <a:pt x="35305" y="48451"/>
                  <a:pt x="49505" y="48451"/>
                </a:cubicBezTo>
                <a:cubicBezTo>
                  <a:pt x="61520" y="48451"/>
                  <a:pt x="71389" y="52401"/>
                  <a:pt x="79114" y="60301"/>
                </a:cubicBezTo>
                <a:cubicBezTo>
                  <a:pt x="86838" y="68198"/>
                  <a:pt x="90700" y="78760"/>
                  <a:pt x="90700" y="91987"/>
                </a:cubicBezTo>
                <a:lnTo>
                  <a:pt x="16619" y="91987"/>
                </a:lnTo>
                <a:moveTo>
                  <a:pt x="16619" y="85199"/>
                </a:moveTo>
                <a:lnTo>
                  <a:pt x="66240" y="85199"/>
                </a:lnTo>
                <a:cubicBezTo>
                  <a:pt x="65850" y="78333"/>
                  <a:pt x="65031" y="73496"/>
                  <a:pt x="63782" y="70687"/>
                </a:cubicBezTo>
                <a:cubicBezTo>
                  <a:pt x="61832" y="66318"/>
                  <a:pt x="58926" y="62885"/>
                  <a:pt x="55064" y="60388"/>
                </a:cubicBezTo>
                <a:cubicBezTo>
                  <a:pt x="51201" y="57892"/>
                  <a:pt x="47164" y="56643"/>
                  <a:pt x="42951" y="56643"/>
                </a:cubicBezTo>
                <a:cubicBezTo>
                  <a:pt x="36475" y="56643"/>
                  <a:pt x="30682" y="59160"/>
                  <a:pt x="25571" y="64192"/>
                </a:cubicBezTo>
                <a:cubicBezTo>
                  <a:pt x="20461" y="69224"/>
                  <a:pt x="17477" y="76227"/>
                  <a:pt x="16619" y="85199"/>
                </a:cubicBezTo>
                <a:close/>
                <a:moveTo>
                  <a:pt x="195394" y="117968"/>
                </a:moveTo>
                <a:cubicBezTo>
                  <a:pt x="192507" y="132090"/>
                  <a:pt x="186851" y="142954"/>
                  <a:pt x="178424" y="150562"/>
                </a:cubicBezTo>
                <a:cubicBezTo>
                  <a:pt x="169998" y="158169"/>
                  <a:pt x="160674" y="161972"/>
                  <a:pt x="150454" y="161972"/>
                </a:cubicBezTo>
                <a:cubicBezTo>
                  <a:pt x="138282" y="161972"/>
                  <a:pt x="127671" y="156868"/>
                  <a:pt x="118621" y="146659"/>
                </a:cubicBezTo>
                <a:cubicBezTo>
                  <a:pt x="109570" y="136448"/>
                  <a:pt x="105045" y="122652"/>
                  <a:pt x="105045" y="105270"/>
                </a:cubicBezTo>
                <a:cubicBezTo>
                  <a:pt x="105045" y="88435"/>
                  <a:pt x="110058" y="74757"/>
                  <a:pt x="120084" y="64236"/>
                </a:cubicBezTo>
                <a:cubicBezTo>
                  <a:pt x="130110" y="53713"/>
                  <a:pt x="142144" y="48451"/>
                  <a:pt x="156188" y="48451"/>
                </a:cubicBezTo>
                <a:cubicBezTo>
                  <a:pt x="166721" y="48451"/>
                  <a:pt x="175381" y="51232"/>
                  <a:pt x="182169" y="56793"/>
                </a:cubicBezTo>
                <a:cubicBezTo>
                  <a:pt x="188957" y="62352"/>
                  <a:pt x="192351" y="68126"/>
                  <a:pt x="192351" y="74114"/>
                </a:cubicBezTo>
                <a:cubicBezTo>
                  <a:pt x="192351" y="77069"/>
                  <a:pt x="191395" y="79461"/>
                  <a:pt x="189484" y="81290"/>
                </a:cubicBezTo>
                <a:cubicBezTo>
                  <a:pt x="187572" y="83116"/>
                  <a:pt x="184900" y="84029"/>
                  <a:pt x="181467" y="84029"/>
                </a:cubicBezTo>
                <a:cubicBezTo>
                  <a:pt x="176864" y="84029"/>
                  <a:pt x="173392" y="82547"/>
                  <a:pt x="171051" y="79582"/>
                </a:cubicBezTo>
                <a:cubicBezTo>
                  <a:pt x="169725" y="77943"/>
                  <a:pt x="168847" y="74822"/>
                  <a:pt x="168418" y="70219"/>
                </a:cubicBezTo>
                <a:cubicBezTo>
                  <a:pt x="167989" y="65616"/>
                  <a:pt x="166409" y="62105"/>
                  <a:pt x="163678" y="59686"/>
                </a:cubicBezTo>
                <a:cubicBezTo>
                  <a:pt x="160948" y="57346"/>
                  <a:pt x="157163" y="56175"/>
                  <a:pt x="152326" y="56175"/>
                </a:cubicBezTo>
                <a:cubicBezTo>
                  <a:pt x="144524" y="56175"/>
                  <a:pt x="138243" y="59062"/>
                  <a:pt x="133484" y="64836"/>
                </a:cubicBezTo>
                <a:cubicBezTo>
                  <a:pt x="127164" y="72482"/>
                  <a:pt x="124004" y="82586"/>
                  <a:pt x="124004" y="95147"/>
                </a:cubicBezTo>
                <a:cubicBezTo>
                  <a:pt x="124004" y="107942"/>
                  <a:pt x="127145" y="119236"/>
                  <a:pt x="133425" y="129028"/>
                </a:cubicBezTo>
                <a:cubicBezTo>
                  <a:pt x="139706" y="138819"/>
                  <a:pt x="148191" y="143715"/>
                  <a:pt x="158880" y="143715"/>
                </a:cubicBezTo>
                <a:cubicBezTo>
                  <a:pt x="166526" y="143715"/>
                  <a:pt x="173392" y="141101"/>
                  <a:pt x="179478" y="135874"/>
                </a:cubicBezTo>
                <a:cubicBezTo>
                  <a:pt x="183769" y="132285"/>
                  <a:pt x="187943" y="125770"/>
                  <a:pt x="192000" y="116330"/>
                </a:cubicBezTo>
                <a:lnTo>
                  <a:pt x="195394" y="117968"/>
                </a:lnTo>
                <a:close/>
                <a:moveTo>
                  <a:pt x="241221" y="16150"/>
                </a:moveTo>
                <a:lnTo>
                  <a:pt x="241221" y="51494"/>
                </a:lnTo>
                <a:lnTo>
                  <a:pt x="266266" y="51494"/>
                </a:lnTo>
                <a:lnTo>
                  <a:pt x="266266" y="59686"/>
                </a:lnTo>
                <a:lnTo>
                  <a:pt x="241221" y="59686"/>
                </a:lnTo>
                <a:lnTo>
                  <a:pt x="241221" y="129108"/>
                </a:lnTo>
                <a:cubicBezTo>
                  <a:pt x="241221" y="136045"/>
                  <a:pt x="242216" y="140721"/>
                  <a:pt x="244205" y="143137"/>
                </a:cubicBezTo>
                <a:cubicBezTo>
                  <a:pt x="246195" y="145551"/>
                  <a:pt x="248750" y="146758"/>
                  <a:pt x="251871" y="146758"/>
                </a:cubicBezTo>
                <a:cubicBezTo>
                  <a:pt x="254446" y="146758"/>
                  <a:pt x="256942" y="145958"/>
                  <a:pt x="259361" y="144359"/>
                </a:cubicBezTo>
                <a:cubicBezTo>
                  <a:pt x="261780" y="142759"/>
                  <a:pt x="263652" y="140399"/>
                  <a:pt x="264978" y="137278"/>
                </a:cubicBezTo>
                <a:lnTo>
                  <a:pt x="269543" y="137278"/>
                </a:lnTo>
                <a:cubicBezTo>
                  <a:pt x="266812" y="144946"/>
                  <a:pt x="262950" y="150746"/>
                  <a:pt x="257956" y="154676"/>
                </a:cubicBezTo>
                <a:cubicBezTo>
                  <a:pt x="252963" y="158604"/>
                  <a:pt x="247814" y="160568"/>
                  <a:pt x="242508" y="160568"/>
                </a:cubicBezTo>
                <a:cubicBezTo>
                  <a:pt x="238919" y="160568"/>
                  <a:pt x="235408" y="159572"/>
                  <a:pt x="231975" y="157580"/>
                </a:cubicBezTo>
                <a:cubicBezTo>
                  <a:pt x="228542" y="155588"/>
                  <a:pt x="226007" y="152738"/>
                  <a:pt x="224368" y="149029"/>
                </a:cubicBezTo>
                <a:cubicBezTo>
                  <a:pt x="222730" y="145318"/>
                  <a:pt x="221911" y="139596"/>
                  <a:pt x="221911" y="131862"/>
                </a:cubicBezTo>
                <a:lnTo>
                  <a:pt x="221911" y="59686"/>
                </a:lnTo>
                <a:lnTo>
                  <a:pt x="204941" y="59686"/>
                </a:lnTo>
                <a:lnTo>
                  <a:pt x="204941" y="55824"/>
                </a:lnTo>
                <a:cubicBezTo>
                  <a:pt x="209232" y="54103"/>
                  <a:pt x="213621" y="51188"/>
                  <a:pt x="218107" y="47080"/>
                </a:cubicBezTo>
                <a:cubicBezTo>
                  <a:pt x="222593" y="42971"/>
                  <a:pt x="226592" y="38100"/>
                  <a:pt x="230103" y="32465"/>
                </a:cubicBezTo>
                <a:cubicBezTo>
                  <a:pt x="231897" y="29493"/>
                  <a:pt x="234394" y="24055"/>
                  <a:pt x="237593" y="16150"/>
                </a:cubicBezTo>
                <a:lnTo>
                  <a:pt x="241221" y="16150"/>
                </a:lnTo>
                <a:close/>
                <a:moveTo>
                  <a:pt x="329488" y="48451"/>
                </a:moveTo>
                <a:cubicBezTo>
                  <a:pt x="345716" y="48451"/>
                  <a:pt x="358746" y="54609"/>
                  <a:pt x="368576" y="66924"/>
                </a:cubicBezTo>
                <a:cubicBezTo>
                  <a:pt x="376925" y="77445"/>
                  <a:pt x="381099" y="89526"/>
                  <a:pt x="381099" y="103167"/>
                </a:cubicBezTo>
                <a:cubicBezTo>
                  <a:pt x="381099" y="112754"/>
                  <a:pt x="378797" y="122458"/>
                  <a:pt x="374194" y="132279"/>
                </a:cubicBezTo>
                <a:cubicBezTo>
                  <a:pt x="369591" y="142097"/>
                  <a:pt x="363251" y="149501"/>
                  <a:pt x="355176" y="154489"/>
                </a:cubicBezTo>
                <a:cubicBezTo>
                  <a:pt x="347101" y="159478"/>
                  <a:pt x="338109" y="161972"/>
                  <a:pt x="328200" y="161972"/>
                </a:cubicBezTo>
                <a:cubicBezTo>
                  <a:pt x="312050" y="161972"/>
                  <a:pt x="299215" y="155542"/>
                  <a:pt x="289697" y="142680"/>
                </a:cubicBezTo>
                <a:cubicBezTo>
                  <a:pt x="281661" y="131847"/>
                  <a:pt x="277643" y="119690"/>
                  <a:pt x="277643" y="106206"/>
                </a:cubicBezTo>
                <a:cubicBezTo>
                  <a:pt x="277643" y="96386"/>
                  <a:pt x="280081" y="86623"/>
                  <a:pt x="284957" y="76919"/>
                </a:cubicBezTo>
                <a:cubicBezTo>
                  <a:pt x="289833" y="67215"/>
                  <a:pt x="296251" y="60045"/>
                  <a:pt x="304209" y="55407"/>
                </a:cubicBezTo>
                <a:cubicBezTo>
                  <a:pt x="312167" y="50770"/>
                  <a:pt x="320593" y="48451"/>
                  <a:pt x="329488" y="48451"/>
                </a:cubicBezTo>
                <a:moveTo>
                  <a:pt x="325860" y="56175"/>
                </a:moveTo>
                <a:cubicBezTo>
                  <a:pt x="321725" y="56175"/>
                  <a:pt x="317570" y="57403"/>
                  <a:pt x="313396" y="59858"/>
                </a:cubicBezTo>
                <a:cubicBezTo>
                  <a:pt x="309222" y="62313"/>
                  <a:pt x="305847" y="66619"/>
                  <a:pt x="303273" y="72776"/>
                </a:cubicBezTo>
                <a:cubicBezTo>
                  <a:pt x="300698" y="78932"/>
                  <a:pt x="299410" y="86841"/>
                  <a:pt x="299410" y="96504"/>
                </a:cubicBezTo>
                <a:cubicBezTo>
                  <a:pt x="299410" y="112089"/>
                  <a:pt x="302512" y="125531"/>
                  <a:pt x="308715" y="136832"/>
                </a:cubicBezTo>
                <a:cubicBezTo>
                  <a:pt x="314917" y="148131"/>
                  <a:pt x="323090" y="153780"/>
                  <a:pt x="333233" y="153780"/>
                </a:cubicBezTo>
                <a:cubicBezTo>
                  <a:pt x="340801" y="153780"/>
                  <a:pt x="347042" y="150663"/>
                  <a:pt x="351958" y="144428"/>
                </a:cubicBezTo>
                <a:cubicBezTo>
                  <a:pt x="356873" y="138194"/>
                  <a:pt x="359331" y="127479"/>
                  <a:pt x="359331" y="112285"/>
                </a:cubicBezTo>
                <a:cubicBezTo>
                  <a:pt x="359331" y="93270"/>
                  <a:pt x="355235" y="78307"/>
                  <a:pt x="347042" y="67396"/>
                </a:cubicBezTo>
                <a:cubicBezTo>
                  <a:pt x="341503" y="59915"/>
                  <a:pt x="334442" y="56175"/>
                  <a:pt x="325860" y="56175"/>
                </a:cubicBezTo>
                <a:close/>
                <a:moveTo>
                  <a:pt x="428263" y="48451"/>
                </a:moveTo>
                <a:lnTo>
                  <a:pt x="428263" y="72560"/>
                </a:lnTo>
                <a:cubicBezTo>
                  <a:pt x="437235" y="56487"/>
                  <a:pt x="446442" y="48451"/>
                  <a:pt x="455882" y="48451"/>
                </a:cubicBezTo>
                <a:cubicBezTo>
                  <a:pt x="460173" y="48451"/>
                  <a:pt x="463723" y="49758"/>
                  <a:pt x="466532" y="52372"/>
                </a:cubicBezTo>
                <a:cubicBezTo>
                  <a:pt x="469341" y="54985"/>
                  <a:pt x="470745" y="58009"/>
                  <a:pt x="470745" y="61442"/>
                </a:cubicBezTo>
                <a:cubicBezTo>
                  <a:pt x="470745" y="64485"/>
                  <a:pt x="469731" y="67059"/>
                  <a:pt x="467702" y="69166"/>
                </a:cubicBezTo>
                <a:cubicBezTo>
                  <a:pt x="465674" y="71272"/>
                  <a:pt x="463255" y="72326"/>
                  <a:pt x="460446" y="72326"/>
                </a:cubicBezTo>
                <a:cubicBezTo>
                  <a:pt x="457716" y="72326"/>
                  <a:pt x="454653" y="70980"/>
                  <a:pt x="451259" y="68288"/>
                </a:cubicBezTo>
                <a:cubicBezTo>
                  <a:pt x="447865" y="65596"/>
                  <a:pt x="445349" y="64251"/>
                  <a:pt x="443711" y="64251"/>
                </a:cubicBezTo>
                <a:cubicBezTo>
                  <a:pt x="442306" y="64251"/>
                  <a:pt x="440785" y="65028"/>
                  <a:pt x="439147" y="66584"/>
                </a:cubicBezTo>
                <a:cubicBezTo>
                  <a:pt x="435636" y="69775"/>
                  <a:pt x="432008" y="75028"/>
                  <a:pt x="428263" y="82343"/>
                </a:cubicBezTo>
                <a:lnTo>
                  <a:pt x="428263" y="133588"/>
                </a:lnTo>
                <a:cubicBezTo>
                  <a:pt x="428263" y="139501"/>
                  <a:pt x="429004" y="143975"/>
                  <a:pt x="430486" y="147010"/>
                </a:cubicBezTo>
                <a:cubicBezTo>
                  <a:pt x="431501" y="149112"/>
                  <a:pt x="433295" y="150864"/>
                  <a:pt x="435870" y="152266"/>
                </a:cubicBezTo>
                <a:cubicBezTo>
                  <a:pt x="438444" y="153665"/>
                  <a:pt x="442150" y="154365"/>
                  <a:pt x="446988" y="154365"/>
                </a:cubicBezTo>
                <a:lnTo>
                  <a:pt x="446988" y="158695"/>
                </a:lnTo>
                <a:lnTo>
                  <a:pt x="392100" y="158695"/>
                </a:lnTo>
                <a:lnTo>
                  <a:pt x="392100" y="154365"/>
                </a:lnTo>
                <a:cubicBezTo>
                  <a:pt x="397561" y="154365"/>
                  <a:pt x="401618" y="153509"/>
                  <a:pt x="404271" y="151798"/>
                </a:cubicBezTo>
                <a:cubicBezTo>
                  <a:pt x="406222" y="150552"/>
                  <a:pt x="407587" y="148566"/>
                  <a:pt x="408367" y="145840"/>
                </a:cubicBezTo>
                <a:cubicBezTo>
                  <a:pt x="408757" y="144516"/>
                  <a:pt x="408952" y="140741"/>
                  <a:pt x="408952" y="134514"/>
                </a:cubicBezTo>
                <a:lnTo>
                  <a:pt x="408952" y="93059"/>
                </a:lnTo>
                <a:cubicBezTo>
                  <a:pt x="408952" y="80602"/>
                  <a:pt x="408699" y="73188"/>
                  <a:pt x="408192" y="70815"/>
                </a:cubicBezTo>
                <a:cubicBezTo>
                  <a:pt x="407685" y="68441"/>
                  <a:pt x="406748" y="66708"/>
                  <a:pt x="405383" y="65618"/>
                </a:cubicBezTo>
                <a:cubicBezTo>
                  <a:pt x="404018" y="64528"/>
                  <a:pt x="402321" y="63984"/>
                  <a:pt x="400292" y="63984"/>
                </a:cubicBezTo>
                <a:cubicBezTo>
                  <a:pt x="397873" y="63984"/>
                  <a:pt x="395143" y="64567"/>
                  <a:pt x="392100" y="65735"/>
                </a:cubicBezTo>
                <a:lnTo>
                  <a:pt x="390929" y="61530"/>
                </a:lnTo>
                <a:lnTo>
                  <a:pt x="423347" y="48451"/>
                </a:lnTo>
                <a:lnTo>
                  <a:pt x="428263" y="48451"/>
                </a:lnTo>
                <a:close/>
                <a:moveTo>
                  <a:pt x="532735" y="158695"/>
                </a:moveTo>
                <a:lnTo>
                  <a:pt x="532735" y="154365"/>
                </a:lnTo>
                <a:lnTo>
                  <a:pt x="538704" y="154365"/>
                </a:lnTo>
                <a:cubicBezTo>
                  <a:pt x="545414" y="154365"/>
                  <a:pt x="550173" y="152220"/>
                  <a:pt x="552982" y="147928"/>
                </a:cubicBezTo>
                <a:cubicBezTo>
                  <a:pt x="554698" y="145354"/>
                  <a:pt x="555556" y="139580"/>
                  <a:pt x="555556" y="130608"/>
                </a:cubicBezTo>
                <a:lnTo>
                  <a:pt x="555556" y="28088"/>
                </a:lnTo>
                <a:cubicBezTo>
                  <a:pt x="555556" y="18179"/>
                  <a:pt x="554464" y="11976"/>
                  <a:pt x="552280" y="9480"/>
                </a:cubicBezTo>
                <a:cubicBezTo>
                  <a:pt x="549237" y="6047"/>
                  <a:pt x="544712" y="4330"/>
                  <a:pt x="538704" y="4330"/>
                </a:cubicBezTo>
                <a:lnTo>
                  <a:pt x="532735" y="4330"/>
                </a:lnTo>
                <a:lnTo>
                  <a:pt x="532735" y="0"/>
                </a:lnTo>
                <a:lnTo>
                  <a:pt x="597337" y="0"/>
                </a:lnTo>
                <a:cubicBezTo>
                  <a:pt x="621055" y="0"/>
                  <a:pt x="639098" y="2692"/>
                  <a:pt x="651464" y="8075"/>
                </a:cubicBezTo>
                <a:cubicBezTo>
                  <a:pt x="663830" y="13459"/>
                  <a:pt x="673778" y="22431"/>
                  <a:pt x="681307" y="34993"/>
                </a:cubicBezTo>
                <a:cubicBezTo>
                  <a:pt x="688836" y="47554"/>
                  <a:pt x="692601" y="62066"/>
                  <a:pt x="692601" y="78528"/>
                </a:cubicBezTo>
                <a:cubicBezTo>
                  <a:pt x="692601" y="100608"/>
                  <a:pt x="685891" y="119060"/>
                  <a:pt x="672471" y="133885"/>
                </a:cubicBezTo>
                <a:cubicBezTo>
                  <a:pt x="657413" y="150425"/>
                  <a:pt x="634475" y="158695"/>
                  <a:pt x="603657" y="158695"/>
                </a:cubicBezTo>
                <a:lnTo>
                  <a:pt x="532735" y="158695"/>
                </a:lnTo>
                <a:moveTo>
                  <a:pt x="578027" y="147343"/>
                </a:moveTo>
                <a:cubicBezTo>
                  <a:pt x="587935" y="149450"/>
                  <a:pt x="596245" y="150503"/>
                  <a:pt x="602954" y="150503"/>
                </a:cubicBezTo>
                <a:cubicBezTo>
                  <a:pt x="621055" y="150503"/>
                  <a:pt x="636074" y="144144"/>
                  <a:pt x="648012" y="131427"/>
                </a:cubicBezTo>
                <a:cubicBezTo>
                  <a:pt x="659949" y="118709"/>
                  <a:pt x="665918" y="101467"/>
                  <a:pt x="665918" y="79699"/>
                </a:cubicBezTo>
                <a:cubicBezTo>
                  <a:pt x="665918" y="57775"/>
                  <a:pt x="659949" y="40493"/>
                  <a:pt x="648012" y="27854"/>
                </a:cubicBezTo>
                <a:cubicBezTo>
                  <a:pt x="636074" y="15214"/>
                  <a:pt x="620743" y="8894"/>
                  <a:pt x="602018" y="8894"/>
                </a:cubicBezTo>
                <a:cubicBezTo>
                  <a:pt x="594996" y="8894"/>
                  <a:pt x="586999" y="10026"/>
                  <a:pt x="578027" y="12288"/>
                </a:cubicBezTo>
                <a:lnTo>
                  <a:pt x="578027" y="147343"/>
                </a:lnTo>
                <a:close/>
                <a:moveTo>
                  <a:pt x="812066" y="77779"/>
                </a:moveTo>
                <a:cubicBezTo>
                  <a:pt x="823067" y="80117"/>
                  <a:pt x="831298" y="83858"/>
                  <a:pt x="836759" y="89003"/>
                </a:cubicBezTo>
                <a:cubicBezTo>
                  <a:pt x="844328" y="96176"/>
                  <a:pt x="848112" y="104946"/>
                  <a:pt x="848112" y="115313"/>
                </a:cubicBezTo>
                <a:cubicBezTo>
                  <a:pt x="848112" y="123186"/>
                  <a:pt x="845615" y="130728"/>
                  <a:pt x="840622" y="137940"/>
                </a:cubicBezTo>
                <a:cubicBezTo>
                  <a:pt x="835628" y="145150"/>
                  <a:pt x="828782" y="150412"/>
                  <a:pt x="820082" y="153725"/>
                </a:cubicBezTo>
                <a:cubicBezTo>
                  <a:pt x="811383" y="157039"/>
                  <a:pt x="798100" y="158695"/>
                  <a:pt x="780233" y="158695"/>
                </a:cubicBezTo>
                <a:lnTo>
                  <a:pt x="705333" y="158695"/>
                </a:lnTo>
                <a:lnTo>
                  <a:pt x="705333" y="154365"/>
                </a:lnTo>
                <a:lnTo>
                  <a:pt x="711301" y="154365"/>
                </a:lnTo>
                <a:cubicBezTo>
                  <a:pt x="717933" y="154365"/>
                  <a:pt x="722692" y="152259"/>
                  <a:pt x="725579" y="148045"/>
                </a:cubicBezTo>
                <a:cubicBezTo>
                  <a:pt x="727374" y="145315"/>
                  <a:pt x="728271" y="139502"/>
                  <a:pt x="728271" y="130608"/>
                </a:cubicBezTo>
                <a:lnTo>
                  <a:pt x="728271" y="28088"/>
                </a:lnTo>
                <a:cubicBezTo>
                  <a:pt x="728271" y="18257"/>
                  <a:pt x="727140" y="12054"/>
                  <a:pt x="724877" y="9480"/>
                </a:cubicBezTo>
                <a:cubicBezTo>
                  <a:pt x="721834" y="6047"/>
                  <a:pt x="717309" y="4330"/>
                  <a:pt x="711301" y="4330"/>
                </a:cubicBezTo>
                <a:lnTo>
                  <a:pt x="705333" y="4330"/>
                </a:lnTo>
                <a:lnTo>
                  <a:pt x="705333" y="0"/>
                </a:lnTo>
                <a:lnTo>
                  <a:pt x="773913" y="0"/>
                </a:lnTo>
                <a:cubicBezTo>
                  <a:pt x="786709" y="0"/>
                  <a:pt x="796969" y="937"/>
                  <a:pt x="804693" y="2812"/>
                </a:cubicBezTo>
                <a:cubicBezTo>
                  <a:pt x="816396" y="5624"/>
                  <a:pt x="825329" y="10602"/>
                  <a:pt x="831493" y="17749"/>
                </a:cubicBezTo>
                <a:cubicBezTo>
                  <a:pt x="837657" y="24892"/>
                  <a:pt x="840739" y="33110"/>
                  <a:pt x="840739" y="42402"/>
                </a:cubicBezTo>
                <a:cubicBezTo>
                  <a:pt x="840739" y="50368"/>
                  <a:pt x="838320" y="57494"/>
                  <a:pt x="833483" y="63782"/>
                </a:cubicBezTo>
                <a:cubicBezTo>
                  <a:pt x="828645" y="70068"/>
                  <a:pt x="821506" y="74733"/>
                  <a:pt x="812066" y="77779"/>
                </a:cubicBezTo>
                <a:moveTo>
                  <a:pt x="750741" y="71389"/>
                </a:moveTo>
                <a:cubicBezTo>
                  <a:pt x="753628" y="71936"/>
                  <a:pt x="756924" y="72345"/>
                  <a:pt x="760630" y="72618"/>
                </a:cubicBezTo>
                <a:cubicBezTo>
                  <a:pt x="764336" y="72891"/>
                  <a:pt x="768413" y="73028"/>
                  <a:pt x="772860" y="73028"/>
                </a:cubicBezTo>
                <a:cubicBezTo>
                  <a:pt x="784251" y="73028"/>
                  <a:pt x="792814" y="71797"/>
                  <a:pt x="798549" y="69334"/>
                </a:cubicBezTo>
                <a:cubicBezTo>
                  <a:pt x="804283" y="66872"/>
                  <a:pt x="808672" y="63101"/>
                  <a:pt x="811715" y="58022"/>
                </a:cubicBezTo>
                <a:cubicBezTo>
                  <a:pt x="814757" y="52941"/>
                  <a:pt x="816279" y="47391"/>
                  <a:pt x="816279" y="41371"/>
                </a:cubicBezTo>
                <a:cubicBezTo>
                  <a:pt x="816279" y="32072"/>
                  <a:pt x="812495" y="24139"/>
                  <a:pt x="804927" y="17573"/>
                </a:cubicBezTo>
                <a:cubicBezTo>
                  <a:pt x="797359" y="11007"/>
                  <a:pt x="786319" y="7724"/>
                  <a:pt x="771807" y="7724"/>
                </a:cubicBezTo>
                <a:cubicBezTo>
                  <a:pt x="764005" y="7724"/>
                  <a:pt x="756983" y="8621"/>
                  <a:pt x="750741" y="10416"/>
                </a:cubicBezTo>
                <a:lnTo>
                  <a:pt x="750741" y="71389"/>
                </a:lnTo>
                <a:moveTo>
                  <a:pt x="750741" y="147343"/>
                </a:moveTo>
                <a:cubicBezTo>
                  <a:pt x="759792" y="149450"/>
                  <a:pt x="768725" y="150503"/>
                  <a:pt x="777541" y="150503"/>
                </a:cubicBezTo>
                <a:cubicBezTo>
                  <a:pt x="791663" y="150503"/>
                  <a:pt x="802430" y="147324"/>
                  <a:pt x="809842" y="140965"/>
                </a:cubicBezTo>
                <a:cubicBezTo>
                  <a:pt x="817254" y="134606"/>
                  <a:pt x="820960" y="126746"/>
                  <a:pt x="820960" y="117383"/>
                </a:cubicBezTo>
                <a:cubicBezTo>
                  <a:pt x="820960" y="111219"/>
                  <a:pt x="819283" y="105290"/>
                  <a:pt x="815928" y="99594"/>
                </a:cubicBezTo>
                <a:cubicBezTo>
                  <a:pt x="812573" y="93899"/>
                  <a:pt x="807111" y="89412"/>
                  <a:pt x="799543" y="86135"/>
                </a:cubicBezTo>
                <a:cubicBezTo>
                  <a:pt x="791975" y="82859"/>
                  <a:pt x="782613" y="81220"/>
                  <a:pt x="771456" y="81220"/>
                </a:cubicBezTo>
                <a:cubicBezTo>
                  <a:pt x="766618" y="81220"/>
                  <a:pt x="762483" y="81298"/>
                  <a:pt x="759050" y="81454"/>
                </a:cubicBezTo>
                <a:cubicBezTo>
                  <a:pt x="755617" y="81610"/>
                  <a:pt x="752848" y="81883"/>
                  <a:pt x="750741" y="82273"/>
                </a:cubicBezTo>
                <a:lnTo>
                  <a:pt x="750741" y="1473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D95B79-D9FB-47CD-9F62-D14D4523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320" y="1690415"/>
            <a:ext cx="1910524" cy="483169"/>
          </a:xfrm>
          <a:custGeom xmlns:a="http://schemas.openxmlformats.org/drawingml/2006/main">
            <a:pathLst>
              <a:path w="1910524" h="483169">
                <a:moveTo>
                  <a:pt x="0" y="0"/>
                </a:moveTo>
                <a:lnTo>
                  <a:pt x="1910524" y="0"/>
                </a:lnTo>
                <a:lnTo>
                  <a:pt x="1910524" y="483169"/>
                </a:lnTo>
                <a:lnTo>
                  <a:pt x="0" y="48316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B8E31E-E306-4383-86FF-4BEB668F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320" y="1690415"/>
            <a:ext cx="1910524" cy="483169"/>
          </a:xfrm>
          <a:custGeom xmlns:a="http://schemas.openxmlformats.org/drawingml/2006/main">
            <a:pathLst>
              <a:path w="1910524" h="483169" fill="none">
                <a:moveTo>
                  <a:pt x="0" y="0"/>
                </a:moveTo>
                <a:lnTo>
                  <a:pt x="1910524" y="0"/>
                </a:lnTo>
                <a:lnTo>
                  <a:pt x="1910524" y="483169"/>
                </a:lnTo>
                <a:lnTo>
                  <a:pt x="0" y="48316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099" cap="flat">
            <a:solidFill>
              <a:srgbClr val="F4B183"/>
            </a:solidFill>
            <a:custDash>
              <a:ds d="400000" sp="300000"/>
            </a:custDash>
            <a:miter/>
          </a:ln>
        </p:spPr>
      </p:sp>
      <p:sp>
        <p:nvSpPr>
          <p:cNvPr id="23" name="Text EmbeddedCode">
            <a:extLst xmlns:a="http://schemas.openxmlformats.org/drawingml/2006/main">
              <a:ext uri="{FF2B5EF4-FFF2-40B4-BE49-F238E27FC236}">
                <a16:creationId xmlns:a16="http://schemas.microsoft.com/office/drawing/2014/main" id="{A5343E11-A6DC-4E1B-AB8D-1282A927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670" y="1846842"/>
            <a:ext cx="1578594" cy="169930"/>
          </a:xfrm>
          <a:custGeom xmlns:a="http://schemas.openxmlformats.org/drawingml/2006/main">
            <a:pathLst>
              <a:path w="1578594" h="169930">
                <a:moveTo>
                  <a:pt x="45174" y="16384"/>
                </a:moveTo>
                <a:lnTo>
                  <a:pt x="45174" y="79114"/>
                </a:lnTo>
                <a:lnTo>
                  <a:pt x="80050" y="79114"/>
                </a:lnTo>
                <a:cubicBezTo>
                  <a:pt x="89100" y="79114"/>
                  <a:pt x="95147" y="77741"/>
                  <a:pt x="98190" y="74996"/>
                </a:cubicBezTo>
                <a:cubicBezTo>
                  <a:pt x="102247" y="71389"/>
                  <a:pt x="104510" y="65038"/>
                  <a:pt x="104978" y="55941"/>
                </a:cubicBezTo>
                <a:lnTo>
                  <a:pt x="109308" y="55941"/>
                </a:lnTo>
                <a:lnTo>
                  <a:pt x="109308" y="111180"/>
                </a:lnTo>
                <a:lnTo>
                  <a:pt x="104978" y="111180"/>
                </a:lnTo>
                <a:cubicBezTo>
                  <a:pt x="103885" y="103532"/>
                  <a:pt x="102793" y="98626"/>
                  <a:pt x="101701" y="96464"/>
                </a:cubicBezTo>
                <a:cubicBezTo>
                  <a:pt x="100296" y="93760"/>
                  <a:pt x="97995" y="91636"/>
                  <a:pt x="94796" y="90093"/>
                </a:cubicBezTo>
                <a:cubicBezTo>
                  <a:pt x="91597" y="88547"/>
                  <a:pt x="86682" y="87774"/>
                  <a:pt x="80050" y="87774"/>
                </a:cubicBezTo>
                <a:lnTo>
                  <a:pt x="45174" y="87774"/>
                </a:lnTo>
                <a:lnTo>
                  <a:pt x="45174" y="139999"/>
                </a:lnTo>
                <a:cubicBezTo>
                  <a:pt x="45174" y="147009"/>
                  <a:pt x="45486" y="151274"/>
                  <a:pt x="46111" y="152792"/>
                </a:cubicBezTo>
                <a:cubicBezTo>
                  <a:pt x="46735" y="154311"/>
                  <a:pt x="47827" y="155520"/>
                  <a:pt x="49387" y="156417"/>
                </a:cubicBezTo>
                <a:cubicBezTo>
                  <a:pt x="50948" y="157312"/>
                  <a:pt x="53913" y="157759"/>
                  <a:pt x="58282" y="157759"/>
                </a:cubicBezTo>
                <a:lnTo>
                  <a:pt x="85199" y="157759"/>
                </a:lnTo>
                <a:cubicBezTo>
                  <a:pt x="94172" y="157759"/>
                  <a:pt x="100686" y="157135"/>
                  <a:pt x="104744" y="155887"/>
                </a:cubicBezTo>
                <a:cubicBezTo>
                  <a:pt x="108801" y="154638"/>
                  <a:pt x="112702" y="152181"/>
                  <a:pt x="116447" y="148514"/>
                </a:cubicBezTo>
                <a:cubicBezTo>
                  <a:pt x="121284" y="143676"/>
                  <a:pt x="126238" y="136381"/>
                  <a:pt x="131310" y="126629"/>
                </a:cubicBezTo>
                <a:lnTo>
                  <a:pt x="135991" y="126629"/>
                </a:lnTo>
                <a:lnTo>
                  <a:pt x="122298" y="166419"/>
                </a:lnTo>
                <a:lnTo>
                  <a:pt x="0" y="166419"/>
                </a:lnTo>
                <a:lnTo>
                  <a:pt x="0" y="162089"/>
                </a:lnTo>
                <a:lnTo>
                  <a:pt x="5618" y="162089"/>
                </a:lnTo>
                <a:cubicBezTo>
                  <a:pt x="9363" y="162089"/>
                  <a:pt x="12913" y="161192"/>
                  <a:pt x="16267" y="159397"/>
                </a:cubicBezTo>
                <a:cubicBezTo>
                  <a:pt x="18764" y="158149"/>
                  <a:pt x="20461" y="156277"/>
                  <a:pt x="21358" y="153780"/>
                </a:cubicBezTo>
                <a:cubicBezTo>
                  <a:pt x="22256" y="151283"/>
                  <a:pt x="22704" y="146173"/>
                  <a:pt x="22704" y="138449"/>
                </a:cubicBezTo>
                <a:lnTo>
                  <a:pt x="22704" y="35344"/>
                </a:lnTo>
                <a:cubicBezTo>
                  <a:pt x="22704" y="25279"/>
                  <a:pt x="21690" y="19076"/>
                  <a:pt x="19661" y="16736"/>
                </a:cubicBezTo>
                <a:cubicBezTo>
                  <a:pt x="16853" y="13615"/>
                  <a:pt x="12171" y="12054"/>
                  <a:pt x="5618" y="12054"/>
                </a:cubicBezTo>
                <a:lnTo>
                  <a:pt x="0" y="12054"/>
                </a:lnTo>
                <a:lnTo>
                  <a:pt x="0" y="7724"/>
                </a:lnTo>
                <a:lnTo>
                  <a:pt x="122298" y="7724"/>
                </a:lnTo>
                <a:lnTo>
                  <a:pt x="124054" y="42366"/>
                </a:lnTo>
                <a:lnTo>
                  <a:pt x="119490" y="42366"/>
                </a:lnTo>
                <a:cubicBezTo>
                  <a:pt x="117851" y="34054"/>
                  <a:pt x="116037" y="28345"/>
                  <a:pt x="114048" y="25239"/>
                </a:cubicBezTo>
                <a:cubicBezTo>
                  <a:pt x="112058" y="22132"/>
                  <a:pt x="109113" y="19764"/>
                  <a:pt x="105212" y="18133"/>
                </a:cubicBezTo>
                <a:cubicBezTo>
                  <a:pt x="102091" y="16967"/>
                  <a:pt x="96590" y="16384"/>
                  <a:pt x="88710" y="16384"/>
                </a:cubicBezTo>
                <a:lnTo>
                  <a:pt x="45174" y="16384"/>
                </a:lnTo>
                <a:close/>
                <a:moveTo>
                  <a:pt x="180685" y="78997"/>
                </a:moveTo>
                <a:cubicBezTo>
                  <a:pt x="188487" y="71194"/>
                  <a:pt x="193090" y="66708"/>
                  <a:pt x="194495" y="65538"/>
                </a:cubicBezTo>
                <a:cubicBezTo>
                  <a:pt x="198006" y="62573"/>
                  <a:pt x="201790" y="60271"/>
                  <a:pt x="205847" y="58633"/>
                </a:cubicBezTo>
                <a:cubicBezTo>
                  <a:pt x="209904" y="56995"/>
                  <a:pt x="213922" y="56175"/>
                  <a:pt x="217901" y="56175"/>
                </a:cubicBezTo>
                <a:cubicBezTo>
                  <a:pt x="224611" y="56175"/>
                  <a:pt x="230384" y="58126"/>
                  <a:pt x="235222" y="62027"/>
                </a:cubicBezTo>
                <a:cubicBezTo>
                  <a:pt x="240059" y="65928"/>
                  <a:pt x="243297" y="71585"/>
                  <a:pt x="244935" y="78997"/>
                </a:cubicBezTo>
                <a:cubicBezTo>
                  <a:pt x="252972" y="69634"/>
                  <a:pt x="259759" y="63490"/>
                  <a:pt x="265299" y="60564"/>
                </a:cubicBezTo>
                <a:cubicBezTo>
                  <a:pt x="270838" y="57638"/>
                  <a:pt x="276534" y="56175"/>
                  <a:pt x="282386" y="56175"/>
                </a:cubicBezTo>
                <a:cubicBezTo>
                  <a:pt x="288081" y="56175"/>
                  <a:pt x="293133" y="57636"/>
                  <a:pt x="297541" y="60557"/>
                </a:cubicBezTo>
                <a:cubicBezTo>
                  <a:pt x="301949" y="63475"/>
                  <a:pt x="305441" y="68243"/>
                  <a:pt x="308016" y="74860"/>
                </a:cubicBezTo>
                <a:cubicBezTo>
                  <a:pt x="309732" y="79376"/>
                  <a:pt x="310590" y="86460"/>
                  <a:pt x="310590" y="96112"/>
                </a:cubicBezTo>
                <a:lnTo>
                  <a:pt x="310590" y="142121"/>
                </a:lnTo>
                <a:cubicBezTo>
                  <a:pt x="310590" y="148816"/>
                  <a:pt x="311097" y="153409"/>
                  <a:pt x="312112" y="155901"/>
                </a:cubicBezTo>
                <a:cubicBezTo>
                  <a:pt x="312892" y="157613"/>
                  <a:pt x="314335" y="159072"/>
                  <a:pt x="316442" y="160279"/>
                </a:cubicBezTo>
                <a:cubicBezTo>
                  <a:pt x="318548" y="161486"/>
                  <a:pt x="321981" y="162089"/>
                  <a:pt x="326741" y="162089"/>
                </a:cubicBezTo>
                <a:lnTo>
                  <a:pt x="326741" y="166419"/>
                </a:lnTo>
                <a:lnTo>
                  <a:pt x="273842" y="166419"/>
                </a:lnTo>
                <a:lnTo>
                  <a:pt x="273842" y="162089"/>
                </a:lnTo>
                <a:lnTo>
                  <a:pt x="276066" y="162089"/>
                </a:lnTo>
                <a:cubicBezTo>
                  <a:pt x="280669" y="162089"/>
                  <a:pt x="284258" y="161197"/>
                  <a:pt x="286833" y="159412"/>
                </a:cubicBezTo>
                <a:cubicBezTo>
                  <a:pt x="288627" y="158169"/>
                  <a:pt x="289915" y="156189"/>
                  <a:pt x="290695" y="153473"/>
                </a:cubicBezTo>
                <a:cubicBezTo>
                  <a:pt x="291007" y="152154"/>
                  <a:pt x="291163" y="148389"/>
                  <a:pt x="291163" y="142179"/>
                </a:cubicBezTo>
                <a:lnTo>
                  <a:pt x="291163" y="96303"/>
                </a:lnTo>
                <a:cubicBezTo>
                  <a:pt x="291163" y="87608"/>
                  <a:pt x="290110" y="81476"/>
                  <a:pt x="288003" y="77907"/>
                </a:cubicBezTo>
                <a:cubicBezTo>
                  <a:pt x="284960" y="72938"/>
                  <a:pt x="280084" y="70453"/>
                  <a:pt x="273374" y="70453"/>
                </a:cubicBezTo>
                <a:cubicBezTo>
                  <a:pt x="269239" y="70453"/>
                  <a:pt x="265084" y="71482"/>
                  <a:pt x="260910" y="73540"/>
                </a:cubicBezTo>
                <a:cubicBezTo>
                  <a:pt x="256736" y="75595"/>
                  <a:pt x="251684" y="79418"/>
                  <a:pt x="245755" y="85009"/>
                </a:cubicBezTo>
                <a:lnTo>
                  <a:pt x="245520" y="86289"/>
                </a:lnTo>
                <a:lnTo>
                  <a:pt x="245755" y="91296"/>
                </a:lnTo>
                <a:lnTo>
                  <a:pt x="245755" y="142179"/>
                </a:lnTo>
                <a:cubicBezTo>
                  <a:pt x="245755" y="149477"/>
                  <a:pt x="246164" y="154018"/>
                  <a:pt x="246983" y="155802"/>
                </a:cubicBezTo>
                <a:cubicBezTo>
                  <a:pt x="247803" y="157587"/>
                  <a:pt x="249344" y="159082"/>
                  <a:pt x="251606" y="160286"/>
                </a:cubicBezTo>
                <a:cubicBezTo>
                  <a:pt x="253869" y="161488"/>
                  <a:pt x="257731" y="162089"/>
                  <a:pt x="263192" y="162089"/>
                </a:cubicBezTo>
                <a:lnTo>
                  <a:pt x="263192" y="166419"/>
                </a:lnTo>
                <a:lnTo>
                  <a:pt x="209007" y="166419"/>
                </a:lnTo>
                <a:lnTo>
                  <a:pt x="209007" y="162089"/>
                </a:lnTo>
                <a:cubicBezTo>
                  <a:pt x="214936" y="162089"/>
                  <a:pt x="219013" y="161391"/>
                  <a:pt x="221236" y="159994"/>
                </a:cubicBezTo>
                <a:cubicBezTo>
                  <a:pt x="223460" y="158597"/>
                  <a:pt x="225001" y="156501"/>
                  <a:pt x="225859" y="153707"/>
                </a:cubicBezTo>
                <a:cubicBezTo>
                  <a:pt x="226249" y="152385"/>
                  <a:pt x="226444" y="148543"/>
                  <a:pt x="226444" y="142179"/>
                </a:cubicBezTo>
                <a:lnTo>
                  <a:pt x="226444" y="96303"/>
                </a:lnTo>
                <a:cubicBezTo>
                  <a:pt x="226444" y="87608"/>
                  <a:pt x="225157" y="81359"/>
                  <a:pt x="222582" y="77556"/>
                </a:cubicBezTo>
                <a:cubicBezTo>
                  <a:pt x="219149" y="72587"/>
                  <a:pt x="214351" y="70102"/>
                  <a:pt x="208187" y="70102"/>
                </a:cubicBezTo>
                <a:cubicBezTo>
                  <a:pt x="203974" y="70102"/>
                  <a:pt x="199800" y="71227"/>
                  <a:pt x="195665" y="73478"/>
                </a:cubicBezTo>
                <a:cubicBezTo>
                  <a:pt x="189189" y="76894"/>
                  <a:pt x="184196" y="80736"/>
                  <a:pt x="180685" y="85005"/>
                </a:cubicBezTo>
                <a:lnTo>
                  <a:pt x="180685" y="142179"/>
                </a:lnTo>
                <a:cubicBezTo>
                  <a:pt x="180685" y="149164"/>
                  <a:pt x="181172" y="153706"/>
                  <a:pt x="182148" y="155802"/>
                </a:cubicBezTo>
                <a:cubicBezTo>
                  <a:pt x="183123" y="157897"/>
                  <a:pt x="184566" y="159468"/>
                  <a:pt x="186478" y="160517"/>
                </a:cubicBezTo>
                <a:cubicBezTo>
                  <a:pt x="188389" y="161565"/>
                  <a:pt x="192271" y="162089"/>
                  <a:pt x="198123" y="162089"/>
                </a:cubicBezTo>
                <a:lnTo>
                  <a:pt x="198123" y="166419"/>
                </a:lnTo>
                <a:lnTo>
                  <a:pt x="145107" y="166419"/>
                </a:lnTo>
                <a:lnTo>
                  <a:pt x="145107" y="162089"/>
                </a:lnTo>
                <a:cubicBezTo>
                  <a:pt x="150022" y="162089"/>
                  <a:pt x="153455" y="161564"/>
                  <a:pt x="155406" y="160513"/>
                </a:cubicBezTo>
                <a:cubicBezTo>
                  <a:pt x="157356" y="159462"/>
                  <a:pt x="158839" y="157788"/>
                  <a:pt x="159853" y="155492"/>
                </a:cubicBezTo>
                <a:cubicBezTo>
                  <a:pt x="160867" y="153195"/>
                  <a:pt x="161375" y="148738"/>
                  <a:pt x="161375" y="142121"/>
                </a:cubicBezTo>
                <a:lnTo>
                  <a:pt x="161375" y="101251"/>
                </a:lnTo>
                <a:cubicBezTo>
                  <a:pt x="161375" y="89494"/>
                  <a:pt x="161023" y="81904"/>
                  <a:pt x="160321" y="78481"/>
                </a:cubicBezTo>
                <a:cubicBezTo>
                  <a:pt x="159775" y="75911"/>
                  <a:pt x="158917" y="74140"/>
                  <a:pt x="157747" y="73167"/>
                </a:cubicBezTo>
                <a:cubicBezTo>
                  <a:pt x="156576" y="72194"/>
                  <a:pt x="154977" y="71708"/>
                  <a:pt x="152948" y="71708"/>
                </a:cubicBezTo>
                <a:cubicBezTo>
                  <a:pt x="150764" y="71708"/>
                  <a:pt x="148150" y="72292"/>
                  <a:pt x="145107" y="73459"/>
                </a:cubicBezTo>
                <a:lnTo>
                  <a:pt x="143352" y="69254"/>
                </a:lnTo>
                <a:lnTo>
                  <a:pt x="175652" y="56175"/>
                </a:lnTo>
                <a:lnTo>
                  <a:pt x="180685" y="56175"/>
                </a:lnTo>
                <a:lnTo>
                  <a:pt x="180685" y="78997"/>
                </a:lnTo>
                <a:close/>
                <a:moveTo>
                  <a:pt x="365035" y="77826"/>
                </a:moveTo>
                <a:cubicBezTo>
                  <a:pt x="375412" y="63392"/>
                  <a:pt x="386608" y="56175"/>
                  <a:pt x="398623" y="56175"/>
                </a:cubicBezTo>
                <a:cubicBezTo>
                  <a:pt x="409624" y="56175"/>
                  <a:pt x="419221" y="60871"/>
                  <a:pt x="427413" y="70263"/>
                </a:cubicBezTo>
                <a:cubicBezTo>
                  <a:pt x="435605" y="79655"/>
                  <a:pt x="439701" y="92495"/>
                  <a:pt x="439701" y="108785"/>
                </a:cubicBezTo>
                <a:cubicBezTo>
                  <a:pt x="439701" y="127803"/>
                  <a:pt x="433382" y="143118"/>
                  <a:pt x="420742" y="154731"/>
                </a:cubicBezTo>
                <a:cubicBezTo>
                  <a:pt x="409897" y="164708"/>
                  <a:pt x="397804" y="169696"/>
                  <a:pt x="384462" y="169696"/>
                </a:cubicBezTo>
                <a:cubicBezTo>
                  <a:pt x="378221" y="169696"/>
                  <a:pt x="371881" y="168565"/>
                  <a:pt x="365445" y="166302"/>
                </a:cubicBezTo>
                <a:cubicBezTo>
                  <a:pt x="359008" y="164040"/>
                  <a:pt x="352434" y="160646"/>
                  <a:pt x="345725" y="156121"/>
                </a:cubicBezTo>
                <a:lnTo>
                  <a:pt x="345725" y="45057"/>
                </a:lnTo>
                <a:cubicBezTo>
                  <a:pt x="345725" y="32886"/>
                  <a:pt x="345432" y="25396"/>
                  <a:pt x="344847" y="22587"/>
                </a:cubicBezTo>
                <a:cubicBezTo>
                  <a:pt x="344262" y="19778"/>
                  <a:pt x="343345" y="17867"/>
                  <a:pt x="342097" y="16853"/>
                </a:cubicBezTo>
                <a:cubicBezTo>
                  <a:pt x="340848" y="15838"/>
                  <a:pt x="339288" y="15331"/>
                  <a:pt x="337415" y="15331"/>
                </a:cubicBezTo>
                <a:cubicBezTo>
                  <a:pt x="335231" y="15331"/>
                  <a:pt x="332500" y="15955"/>
                  <a:pt x="329223" y="17204"/>
                </a:cubicBezTo>
                <a:lnTo>
                  <a:pt x="327585" y="13108"/>
                </a:lnTo>
                <a:lnTo>
                  <a:pt x="359768" y="0"/>
                </a:lnTo>
                <a:lnTo>
                  <a:pt x="365035" y="0"/>
                </a:lnTo>
                <a:lnTo>
                  <a:pt x="365035" y="77826"/>
                </a:lnTo>
                <a:moveTo>
                  <a:pt x="365035" y="85283"/>
                </a:moveTo>
                <a:lnTo>
                  <a:pt x="365035" y="149249"/>
                </a:lnTo>
                <a:cubicBezTo>
                  <a:pt x="369014" y="153137"/>
                  <a:pt x="373130" y="156074"/>
                  <a:pt x="377382" y="158059"/>
                </a:cubicBezTo>
                <a:cubicBezTo>
                  <a:pt x="381634" y="160044"/>
                  <a:pt x="385984" y="161036"/>
                  <a:pt x="390431" y="161036"/>
                </a:cubicBezTo>
                <a:cubicBezTo>
                  <a:pt x="397531" y="161036"/>
                  <a:pt x="404143" y="157146"/>
                  <a:pt x="410268" y="149366"/>
                </a:cubicBezTo>
                <a:cubicBezTo>
                  <a:pt x="416392" y="141583"/>
                  <a:pt x="419455" y="130260"/>
                  <a:pt x="419455" y="115397"/>
                </a:cubicBezTo>
                <a:cubicBezTo>
                  <a:pt x="419455" y="101702"/>
                  <a:pt x="416392" y="91178"/>
                  <a:pt x="410268" y="83824"/>
                </a:cubicBezTo>
                <a:cubicBezTo>
                  <a:pt x="404143" y="76471"/>
                  <a:pt x="397180" y="72794"/>
                  <a:pt x="389378" y="72794"/>
                </a:cubicBezTo>
                <a:cubicBezTo>
                  <a:pt x="385242" y="72794"/>
                  <a:pt x="381107" y="73845"/>
                  <a:pt x="376972" y="75946"/>
                </a:cubicBezTo>
                <a:cubicBezTo>
                  <a:pt x="373851" y="77502"/>
                  <a:pt x="369872" y="80614"/>
                  <a:pt x="365035" y="85283"/>
                </a:cubicBezTo>
                <a:close/>
                <a:moveTo>
                  <a:pt x="473524" y="99711"/>
                </a:moveTo>
                <a:cubicBezTo>
                  <a:pt x="473446" y="115591"/>
                  <a:pt x="477308" y="128046"/>
                  <a:pt x="485110" y="137077"/>
                </a:cubicBezTo>
                <a:cubicBezTo>
                  <a:pt x="492912" y="146106"/>
                  <a:pt x="502079" y="150620"/>
                  <a:pt x="512612" y="150620"/>
                </a:cubicBezTo>
                <a:cubicBezTo>
                  <a:pt x="519634" y="150620"/>
                  <a:pt x="525739" y="148689"/>
                  <a:pt x="530928" y="144827"/>
                </a:cubicBezTo>
                <a:cubicBezTo>
                  <a:pt x="536116" y="140965"/>
                  <a:pt x="540466" y="134353"/>
                  <a:pt x="543977" y="124990"/>
                </a:cubicBezTo>
                <a:lnTo>
                  <a:pt x="547605" y="127331"/>
                </a:lnTo>
                <a:cubicBezTo>
                  <a:pt x="545966" y="138020"/>
                  <a:pt x="541207" y="147753"/>
                  <a:pt x="533327" y="156530"/>
                </a:cubicBezTo>
                <a:cubicBezTo>
                  <a:pt x="525447" y="165308"/>
                  <a:pt x="515577" y="169696"/>
                  <a:pt x="503718" y="169696"/>
                </a:cubicBezTo>
                <a:cubicBezTo>
                  <a:pt x="490844" y="169696"/>
                  <a:pt x="479824" y="164694"/>
                  <a:pt x="470656" y="154691"/>
                </a:cubicBezTo>
                <a:cubicBezTo>
                  <a:pt x="461489" y="144684"/>
                  <a:pt x="456905" y="131233"/>
                  <a:pt x="456905" y="114337"/>
                </a:cubicBezTo>
                <a:cubicBezTo>
                  <a:pt x="456905" y="96041"/>
                  <a:pt x="461606" y="81774"/>
                  <a:pt x="471007" y="71536"/>
                </a:cubicBezTo>
                <a:cubicBezTo>
                  <a:pt x="480409" y="61295"/>
                  <a:pt x="492210" y="56175"/>
                  <a:pt x="506410" y="56175"/>
                </a:cubicBezTo>
                <a:cubicBezTo>
                  <a:pt x="518425" y="56175"/>
                  <a:pt x="528294" y="60125"/>
                  <a:pt x="536019" y="68025"/>
                </a:cubicBezTo>
                <a:cubicBezTo>
                  <a:pt x="543743" y="75922"/>
                  <a:pt x="547605" y="86484"/>
                  <a:pt x="547605" y="99711"/>
                </a:cubicBezTo>
                <a:lnTo>
                  <a:pt x="473524" y="99711"/>
                </a:lnTo>
                <a:moveTo>
                  <a:pt x="473524" y="92923"/>
                </a:moveTo>
                <a:lnTo>
                  <a:pt x="523145" y="92923"/>
                </a:lnTo>
                <a:cubicBezTo>
                  <a:pt x="522755" y="86057"/>
                  <a:pt x="521936" y="81220"/>
                  <a:pt x="520687" y="78411"/>
                </a:cubicBezTo>
                <a:cubicBezTo>
                  <a:pt x="518737" y="74042"/>
                  <a:pt x="515831" y="70609"/>
                  <a:pt x="511969" y="68113"/>
                </a:cubicBezTo>
                <a:cubicBezTo>
                  <a:pt x="508106" y="65616"/>
                  <a:pt x="504069" y="64368"/>
                  <a:pt x="499856" y="64368"/>
                </a:cubicBezTo>
                <a:cubicBezTo>
                  <a:pt x="493380" y="64368"/>
                  <a:pt x="487587" y="66884"/>
                  <a:pt x="482476" y="71916"/>
                </a:cubicBezTo>
                <a:cubicBezTo>
                  <a:pt x="477366" y="76948"/>
                  <a:pt x="474382" y="83951"/>
                  <a:pt x="473524" y="92923"/>
                </a:cubicBezTo>
                <a:close/>
                <a:moveTo>
                  <a:pt x="636968" y="154365"/>
                </a:moveTo>
                <a:cubicBezTo>
                  <a:pt x="631740" y="159827"/>
                  <a:pt x="626630" y="163747"/>
                  <a:pt x="621636" y="166127"/>
                </a:cubicBezTo>
                <a:cubicBezTo>
                  <a:pt x="616643" y="168506"/>
                  <a:pt x="611260" y="169696"/>
                  <a:pt x="605486" y="169696"/>
                </a:cubicBezTo>
                <a:cubicBezTo>
                  <a:pt x="593783" y="169696"/>
                  <a:pt x="583562" y="164811"/>
                  <a:pt x="574824" y="155042"/>
                </a:cubicBezTo>
                <a:cubicBezTo>
                  <a:pt x="566085" y="145270"/>
                  <a:pt x="561716" y="132713"/>
                  <a:pt x="561716" y="117372"/>
                </a:cubicBezTo>
                <a:cubicBezTo>
                  <a:pt x="561716" y="102034"/>
                  <a:pt x="566553" y="87999"/>
                  <a:pt x="576228" y="75270"/>
                </a:cubicBezTo>
                <a:cubicBezTo>
                  <a:pt x="585903" y="62540"/>
                  <a:pt x="598347" y="56175"/>
                  <a:pt x="613561" y="56175"/>
                </a:cubicBezTo>
                <a:cubicBezTo>
                  <a:pt x="623002" y="56175"/>
                  <a:pt x="630804" y="59179"/>
                  <a:pt x="636968" y="65187"/>
                </a:cubicBezTo>
                <a:lnTo>
                  <a:pt x="636968" y="45365"/>
                </a:lnTo>
                <a:cubicBezTo>
                  <a:pt x="636968" y="33064"/>
                  <a:pt x="636675" y="25503"/>
                  <a:pt x="636090" y="22682"/>
                </a:cubicBezTo>
                <a:cubicBezTo>
                  <a:pt x="635505" y="19861"/>
                  <a:pt x="634588" y="17942"/>
                  <a:pt x="633340" y="16926"/>
                </a:cubicBezTo>
                <a:cubicBezTo>
                  <a:pt x="632091" y="15907"/>
                  <a:pt x="630531" y="15397"/>
                  <a:pt x="628658" y="15397"/>
                </a:cubicBezTo>
                <a:cubicBezTo>
                  <a:pt x="626630" y="15397"/>
                  <a:pt x="623938" y="16024"/>
                  <a:pt x="620583" y="17277"/>
                </a:cubicBezTo>
                <a:lnTo>
                  <a:pt x="619062" y="13162"/>
                </a:lnTo>
                <a:lnTo>
                  <a:pt x="651011" y="0"/>
                </a:lnTo>
                <a:lnTo>
                  <a:pt x="656278" y="0"/>
                </a:lnTo>
                <a:lnTo>
                  <a:pt x="656278" y="123937"/>
                </a:lnTo>
                <a:cubicBezTo>
                  <a:pt x="656278" y="136498"/>
                  <a:pt x="656570" y="144164"/>
                  <a:pt x="657156" y="146934"/>
                </a:cubicBezTo>
                <a:cubicBezTo>
                  <a:pt x="657741" y="149703"/>
                  <a:pt x="658677" y="151634"/>
                  <a:pt x="659964" y="152727"/>
                </a:cubicBezTo>
                <a:cubicBezTo>
                  <a:pt x="661252" y="153819"/>
                  <a:pt x="662754" y="154365"/>
                  <a:pt x="664470" y="154365"/>
                </a:cubicBezTo>
                <a:cubicBezTo>
                  <a:pt x="666577" y="154365"/>
                  <a:pt x="669385" y="153702"/>
                  <a:pt x="672896" y="152376"/>
                </a:cubicBezTo>
                <a:lnTo>
                  <a:pt x="674184" y="156472"/>
                </a:lnTo>
                <a:lnTo>
                  <a:pt x="642351" y="169696"/>
                </a:lnTo>
                <a:lnTo>
                  <a:pt x="636968" y="169696"/>
                </a:lnTo>
                <a:lnTo>
                  <a:pt x="636968" y="154365"/>
                </a:lnTo>
                <a:moveTo>
                  <a:pt x="636968" y="146198"/>
                </a:moveTo>
                <a:lnTo>
                  <a:pt x="636968" y="91098"/>
                </a:lnTo>
                <a:cubicBezTo>
                  <a:pt x="636499" y="85805"/>
                  <a:pt x="635095" y="80980"/>
                  <a:pt x="632754" y="76623"/>
                </a:cubicBezTo>
                <a:cubicBezTo>
                  <a:pt x="630414" y="72264"/>
                  <a:pt x="627312" y="68976"/>
                  <a:pt x="623450" y="66759"/>
                </a:cubicBezTo>
                <a:cubicBezTo>
                  <a:pt x="619588" y="64541"/>
                  <a:pt x="615824" y="63431"/>
                  <a:pt x="612157" y="63431"/>
                </a:cubicBezTo>
                <a:cubicBezTo>
                  <a:pt x="605291" y="63431"/>
                  <a:pt x="599166" y="66506"/>
                  <a:pt x="593783" y="72655"/>
                </a:cubicBezTo>
                <a:cubicBezTo>
                  <a:pt x="586683" y="80747"/>
                  <a:pt x="583133" y="92576"/>
                  <a:pt x="583133" y="108141"/>
                </a:cubicBezTo>
                <a:cubicBezTo>
                  <a:pt x="583133" y="123862"/>
                  <a:pt x="586566" y="135907"/>
                  <a:pt x="593432" y="144275"/>
                </a:cubicBezTo>
                <a:cubicBezTo>
                  <a:pt x="600298" y="152640"/>
                  <a:pt x="607944" y="156823"/>
                  <a:pt x="616370" y="156823"/>
                </a:cubicBezTo>
                <a:cubicBezTo>
                  <a:pt x="623470" y="156823"/>
                  <a:pt x="630336" y="153281"/>
                  <a:pt x="636968" y="146198"/>
                </a:cubicBezTo>
                <a:close/>
                <a:moveTo>
                  <a:pt x="756808" y="154365"/>
                </a:moveTo>
                <a:cubicBezTo>
                  <a:pt x="751581" y="159827"/>
                  <a:pt x="746470" y="163747"/>
                  <a:pt x="741477" y="166127"/>
                </a:cubicBezTo>
                <a:cubicBezTo>
                  <a:pt x="736484" y="168506"/>
                  <a:pt x="731100" y="169696"/>
                  <a:pt x="725327" y="169696"/>
                </a:cubicBezTo>
                <a:cubicBezTo>
                  <a:pt x="713623" y="169696"/>
                  <a:pt x="703403" y="164811"/>
                  <a:pt x="694664" y="155042"/>
                </a:cubicBezTo>
                <a:cubicBezTo>
                  <a:pt x="685926" y="145270"/>
                  <a:pt x="681557" y="132713"/>
                  <a:pt x="681557" y="117372"/>
                </a:cubicBezTo>
                <a:cubicBezTo>
                  <a:pt x="681557" y="102034"/>
                  <a:pt x="686394" y="87999"/>
                  <a:pt x="696069" y="75270"/>
                </a:cubicBezTo>
                <a:cubicBezTo>
                  <a:pt x="705743" y="62540"/>
                  <a:pt x="718188" y="56175"/>
                  <a:pt x="733402" y="56175"/>
                </a:cubicBezTo>
                <a:cubicBezTo>
                  <a:pt x="742842" y="56175"/>
                  <a:pt x="750645" y="59179"/>
                  <a:pt x="756808" y="65187"/>
                </a:cubicBezTo>
                <a:lnTo>
                  <a:pt x="756808" y="45365"/>
                </a:lnTo>
                <a:cubicBezTo>
                  <a:pt x="756808" y="33064"/>
                  <a:pt x="756516" y="25503"/>
                  <a:pt x="755931" y="22682"/>
                </a:cubicBezTo>
                <a:cubicBezTo>
                  <a:pt x="755345" y="19861"/>
                  <a:pt x="754429" y="17942"/>
                  <a:pt x="753180" y="16926"/>
                </a:cubicBezTo>
                <a:cubicBezTo>
                  <a:pt x="751932" y="15907"/>
                  <a:pt x="750372" y="15397"/>
                  <a:pt x="748499" y="15397"/>
                </a:cubicBezTo>
                <a:cubicBezTo>
                  <a:pt x="746470" y="15397"/>
                  <a:pt x="743779" y="16024"/>
                  <a:pt x="740424" y="17277"/>
                </a:cubicBezTo>
                <a:lnTo>
                  <a:pt x="738902" y="13162"/>
                </a:lnTo>
                <a:lnTo>
                  <a:pt x="770852" y="0"/>
                </a:lnTo>
                <a:lnTo>
                  <a:pt x="776119" y="0"/>
                </a:lnTo>
                <a:lnTo>
                  <a:pt x="776119" y="123937"/>
                </a:lnTo>
                <a:cubicBezTo>
                  <a:pt x="776119" y="136498"/>
                  <a:pt x="776411" y="144164"/>
                  <a:pt x="776996" y="146934"/>
                </a:cubicBezTo>
                <a:cubicBezTo>
                  <a:pt x="777581" y="149703"/>
                  <a:pt x="778518" y="151634"/>
                  <a:pt x="779805" y="152727"/>
                </a:cubicBezTo>
                <a:cubicBezTo>
                  <a:pt x="781092" y="153819"/>
                  <a:pt x="782594" y="154365"/>
                  <a:pt x="784311" y="154365"/>
                </a:cubicBezTo>
                <a:cubicBezTo>
                  <a:pt x="786417" y="154365"/>
                  <a:pt x="789226" y="153702"/>
                  <a:pt x="792737" y="152376"/>
                </a:cubicBezTo>
                <a:lnTo>
                  <a:pt x="794024" y="156472"/>
                </a:lnTo>
                <a:lnTo>
                  <a:pt x="762192" y="169696"/>
                </a:lnTo>
                <a:lnTo>
                  <a:pt x="756808" y="169696"/>
                </a:lnTo>
                <a:lnTo>
                  <a:pt x="756808" y="154365"/>
                </a:lnTo>
                <a:moveTo>
                  <a:pt x="756808" y="146198"/>
                </a:moveTo>
                <a:lnTo>
                  <a:pt x="756808" y="91098"/>
                </a:lnTo>
                <a:cubicBezTo>
                  <a:pt x="756340" y="85805"/>
                  <a:pt x="754936" y="80980"/>
                  <a:pt x="752595" y="76623"/>
                </a:cubicBezTo>
                <a:cubicBezTo>
                  <a:pt x="750254" y="72264"/>
                  <a:pt x="747153" y="68976"/>
                  <a:pt x="743291" y="66759"/>
                </a:cubicBezTo>
                <a:cubicBezTo>
                  <a:pt x="739429" y="64541"/>
                  <a:pt x="735664" y="63431"/>
                  <a:pt x="731998" y="63431"/>
                </a:cubicBezTo>
                <a:cubicBezTo>
                  <a:pt x="725132" y="63431"/>
                  <a:pt x="719007" y="66506"/>
                  <a:pt x="713623" y="72655"/>
                </a:cubicBezTo>
                <a:cubicBezTo>
                  <a:pt x="706524" y="80747"/>
                  <a:pt x="702974" y="92576"/>
                  <a:pt x="702974" y="108141"/>
                </a:cubicBezTo>
                <a:cubicBezTo>
                  <a:pt x="702974" y="123862"/>
                  <a:pt x="706407" y="135907"/>
                  <a:pt x="713272" y="144275"/>
                </a:cubicBezTo>
                <a:cubicBezTo>
                  <a:pt x="720138" y="152640"/>
                  <a:pt x="727784" y="156823"/>
                  <a:pt x="736211" y="156823"/>
                </a:cubicBezTo>
                <a:cubicBezTo>
                  <a:pt x="743311" y="156823"/>
                  <a:pt x="750176" y="153281"/>
                  <a:pt x="756808" y="146198"/>
                </a:cubicBezTo>
                <a:close/>
                <a:moveTo>
                  <a:pt x="818952" y="99711"/>
                </a:moveTo>
                <a:cubicBezTo>
                  <a:pt x="818874" y="115591"/>
                  <a:pt x="822736" y="128046"/>
                  <a:pt x="830538" y="137077"/>
                </a:cubicBezTo>
                <a:cubicBezTo>
                  <a:pt x="838341" y="146106"/>
                  <a:pt x="847508" y="150620"/>
                  <a:pt x="858041" y="150620"/>
                </a:cubicBezTo>
                <a:cubicBezTo>
                  <a:pt x="865063" y="150620"/>
                  <a:pt x="871168" y="148689"/>
                  <a:pt x="876356" y="144827"/>
                </a:cubicBezTo>
                <a:cubicBezTo>
                  <a:pt x="881545" y="140965"/>
                  <a:pt x="885895" y="134353"/>
                  <a:pt x="889405" y="124990"/>
                </a:cubicBezTo>
                <a:lnTo>
                  <a:pt x="893033" y="127331"/>
                </a:lnTo>
                <a:cubicBezTo>
                  <a:pt x="891395" y="138020"/>
                  <a:pt x="886636" y="147753"/>
                  <a:pt x="878756" y="156530"/>
                </a:cubicBezTo>
                <a:cubicBezTo>
                  <a:pt x="870875" y="165308"/>
                  <a:pt x="861006" y="169696"/>
                  <a:pt x="849146" y="169696"/>
                </a:cubicBezTo>
                <a:cubicBezTo>
                  <a:pt x="836273" y="169696"/>
                  <a:pt x="825252" y="164694"/>
                  <a:pt x="816085" y="154691"/>
                </a:cubicBezTo>
                <a:cubicBezTo>
                  <a:pt x="806917" y="144684"/>
                  <a:pt x="802334" y="131233"/>
                  <a:pt x="802334" y="114337"/>
                </a:cubicBezTo>
                <a:cubicBezTo>
                  <a:pt x="802334" y="96041"/>
                  <a:pt x="807035" y="81774"/>
                  <a:pt x="816436" y="71536"/>
                </a:cubicBezTo>
                <a:cubicBezTo>
                  <a:pt x="825838" y="61295"/>
                  <a:pt x="837638" y="56175"/>
                  <a:pt x="851838" y="56175"/>
                </a:cubicBezTo>
                <a:cubicBezTo>
                  <a:pt x="863854" y="56175"/>
                  <a:pt x="873723" y="60125"/>
                  <a:pt x="881447" y="68025"/>
                </a:cubicBezTo>
                <a:cubicBezTo>
                  <a:pt x="889171" y="75922"/>
                  <a:pt x="893033" y="86484"/>
                  <a:pt x="893033" y="99711"/>
                </a:cubicBezTo>
                <a:lnTo>
                  <a:pt x="818952" y="99711"/>
                </a:lnTo>
                <a:moveTo>
                  <a:pt x="818952" y="92923"/>
                </a:moveTo>
                <a:lnTo>
                  <a:pt x="868574" y="92923"/>
                </a:lnTo>
                <a:cubicBezTo>
                  <a:pt x="868184" y="86057"/>
                  <a:pt x="867364" y="81220"/>
                  <a:pt x="866116" y="78411"/>
                </a:cubicBezTo>
                <a:cubicBezTo>
                  <a:pt x="864166" y="74042"/>
                  <a:pt x="861259" y="70609"/>
                  <a:pt x="857397" y="68113"/>
                </a:cubicBezTo>
                <a:cubicBezTo>
                  <a:pt x="853535" y="65616"/>
                  <a:pt x="849498" y="64368"/>
                  <a:pt x="845284" y="64368"/>
                </a:cubicBezTo>
                <a:cubicBezTo>
                  <a:pt x="838809" y="64368"/>
                  <a:pt x="833016" y="66884"/>
                  <a:pt x="827905" y="71916"/>
                </a:cubicBezTo>
                <a:cubicBezTo>
                  <a:pt x="822795" y="76948"/>
                  <a:pt x="819810" y="83951"/>
                  <a:pt x="818952" y="92923"/>
                </a:cubicBezTo>
                <a:close/>
                <a:moveTo>
                  <a:pt x="982396" y="154365"/>
                </a:moveTo>
                <a:cubicBezTo>
                  <a:pt x="977169" y="159827"/>
                  <a:pt x="972059" y="163747"/>
                  <a:pt x="967065" y="166127"/>
                </a:cubicBezTo>
                <a:cubicBezTo>
                  <a:pt x="962072" y="168506"/>
                  <a:pt x="956688" y="169696"/>
                  <a:pt x="950915" y="169696"/>
                </a:cubicBezTo>
                <a:cubicBezTo>
                  <a:pt x="939212" y="169696"/>
                  <a:pt x="928991" y="164811"/>
                  <a:pt x="920253" y="155042"/>
                </a:cubicBezTo>
                <a:cubicBezTo>
                  <a:pt x="911514" y="145270"/>
                  <a:pt x="907145" y="132713"/>
                  <a:pt x="907145" y="117372"/>
                </a:cubicBezTo>
                <a:cubicBezTo>
                  <a:pt x="907145" y="102034"/>
                  <a:pt x="911982" y="87999"/>
                  <a:pt x="921657" y="75270"/>
                </a:cubicBezTo>
                <a:cubicBezTo>
                  <a:pt x="931332" y="62540"/>
                  <a:pt x="943776" y="56175"/>
                  <a:pt x="958990" y="56175"/>
                </a:cubicBezTo>
                <a:cubicBezTo>
                  <a:pt x="968431" y="56175"/>
                  <a:pt x="976233" y="59179"/>
                  <a:pt x="982396" y="65187"/>
                </a:cubicBezTo>
                <a:lnTo>
                  <a:pt x="982396" y="45365"/>
                </a:lnTo>
                <a:cubicBezTo>
                  <a:pt x="982396" y="33064"/>
                  <a:pt x="982104" y="25503"/>
                  <a:pt x="981519" y="22682"/>
                </a:cubicBezTo>
                <a:cubicBezTo>
                  <a:pt x="980934" y="19861"/>
                  <a:pt x="980017" y="17942"/>
                  <a:pt x="978769" y="16926"/>
                </a:cubicBezTo>
                <a:cubicBezTo>
                  <a:pt x="977520" y="15907"/>
                  <a:pt x="975960" y="15397"/>
                  <a:pt x="974087" y="15397"/>
                </a:cubicBezTo>
                <a:cubicBezTo>
                  <a:pt x="972059" y="15397"/>
                  <a:pt x="969367" y="16024"/>
                  <a:pt x="966012" y="17277"/>
                </a:cubicBezTo>
                <a:lnTo>
                  <a:pt x="964491" y="13162"/>
                </a:lnTo>
                <a:lnTo>
                  <a:pt x="996440" y="0"/>
                </a:lnTo>
                <a:lnTo>
                  <a:pt x="1001707" y="0"/>
                </a:lnTo>
                <a:lnTo>
                  <a:pt x="1001707" y="123937"/>
                </a:lnTo>
                <a:cubicBezTo>
                  <a:pt x="1001707" y="136498"/>
                  <a:pt x="1001999" y="144164"/>
                  <a:pt x="1002584" y="146934"/>
                </a:cubicBezTo>
                <a:cubicBezTo>
                  <a:pt x="1003170" y="149703"/>
                  <a:pt x="1004106" y="151634"/>
                  <a:pt x="1005393" y="152727"/>
                </a:cubicBezTo>
                <a:cubicBezTo>
                  <a:pt x="1006681" y="153819"/>
                  <a:pt x="1008183" y="154365"/>
                  <a:pt x="1009899" y="154365"/>
                </a:cubicBezTo>
                <a:cubicBezTo>
                  <a:pt x="1012006" y="154365"/>
                  <a:pt x="1014814" y="153702"/>
                  <a:pt x="1018325" y="152376"/>
                </a:cubicBezTo>
                <a:lnTo>
                  <a:pt x="1019613" y="156472"/>
                </a:lnTo>
                <a:lnTo>
                  <a:pt x="987780" y="169696"/>
                </a:lnTo>
                <a:lnTo>
                  <a:pt x="982396" y="169696"/>
                </a:lnTo>
                <a:lnTo>
                  <a:pt x="982396" y="154365"/>
                </a:lnTo>
                <a:moveTo>
                  <a:pt x="982396" y="146198"/>
                </a:moveTo>
                <a:lnTo>
                  <a:pt x="982396" y="91098"/>
                </a:lnTo>
                <a:cubicBezTo>
                  <a:pt x="981928" y="85805"/>
                  <a:pt x="980524" y="80980"/>
                  <a:pt x="978183" y="76623"/>
                </a:cubicBezTo>
                <a:cubicBezTo>
                  <a:pt x="975843" y="72264"/>
                  <a:pt x="972741" y="68976"/>
                  <a:pt x="968879" y="66759"/>
                </a:cubicBezTo>
                <a:cubicBezTo>
                  <a:pt x="965017" y="64541"/>
                  <a:pt x="961253" y="63431"/>
                  <a:pt x="957586" y="63431"/>
                </a:cubicBezTo>
                <a:cubicBezTo>
                  <a:pt x="950720" y="63431"/>
                  <a:pt x="944595" y="66506"/>
                  <a:pt x="939212" y="72655"/>
                </a:cubicBezTo>
                <a:cubicBezTo>
                  <a:pt x="932112" y="80747"/>
                  <a:pt x="928562" y="92576"/>
                  <a:pt x="928562" y="108141"/>
                </a:cubicBezTo>
                <a:cubicBezTo>
                  <a:pt x="928562" y="123862"/>
                  <a:pt x="931995" y="135907"/>
                  <a:pt x="938861" y="144275"/>
                </a:cubicBezTo>
                <a:cubicBezTo>
                  <a:pt x="945726" y="152640"/>
                  <a:pt x="953373" y="156823"/>
                  <a:pt x="961799" y="156823"/>
                </a:cubicBezTo>
                <a:cubicBezTo>
                  <a:pt x="968899" y="156823"/>
                  <a:pt x="975765" y="153281"/>
                  <a:pt x="982396" y="146198"/>
                </a:cubicBezTo>
                <a:close/>
                <a:moveTo>
                  <a:pt x="1223248" y="4213"/>
                </a:moveTo>
                <a:lnTo>
                  <a:pt x="1226876" y="58048"/>
                </a:lnTo>
                <a:lnTo>
                  <a:pt x="1223248" y="58048"/>
                </a:lnTo>
                <a:cubicBezTo>
                  <a:pt x="1218411" y="41856"/>
                  <a:pt x="1211506" y="30202"/>
                  <a:pt x="1202533" y="23085"/>
                </a:cubicBezTo>
                <a:cubicBezTo>
                  <a:pt x="1193561" y="15965"/>
                  <a:pt x="1182794" y="12405"/>
                  <a:pt x="1170233" y="12405"/>
                </a:cubicBezTo>
                <a:cubicBezTo>
                  <a:pt x="1159700" y="12405"/>
                  <a:pt x="1150181" y="15080"/>
                  <a:pt x="1141677" y="20429"/>
                </a:cubicBezTo>
                <a:cubicBezTo>
                  <a:pt x="1133173" y="25776"/>
                  <a:pt x="1126482" y="34306"/>
                  <a:pt x="1121606" y="46019"/>
                </a:cubicBezTo>
                <a:cubicBezTo>
                  <a:pt x="1116730" y="57732"/>
                  <a:pt x="1114291" y="72295"/>
                  <a:pt x="1114291" y="89709"/>
                </a:cubicBezTo>
                <a:cubicBezTo>
                  <a:pt x="1114291" y="104074"/>
                  <a:pt x="1116593" y="116528"/>
                  <a:pt x="1121196" y="127071"/>
                </a:cubicBezTo>
                <a:cubicBezTo>
                  <a:pt x="1125800" y="137611"/>
                  <a:pt x="1132724" y="145693"/>
                  <a:pt x="1141969" y="151315"/>
                </a:cubicBezTo>
                <a:cubicBezTo>
                  <a:pt x="1151215" y="156937"/>
                  <a:pt x="1161767" y="159749"/>
                  <a:pt x="1173627" y="159749"/>
                </a:cubicBezTo>
                <a:cubicBezTo>
                  <a:pt x="1183925" y="159749"/>
                  <a:pt x="1193015" y="157544"/>
                  <a:pt x="1200895" y="153136"/>
                </a:cubicBezTo>
                <a:cubicBezTo>
                  <a:pt x="1208775" y="148728"/>
                  <a:pt x="1217436" y="139970"/>
                  <a:pt x="1226876" y="126863"/>
                </a:cubicBezTo>
                <a:lnTo>
                  <a:pt x="1230504" y="129196"/>
                </a:lnTo>
                <a:cubicBezTo>
                  <a:pt x="1222546" y="143281"/>
                  <a:pt x="1213261" y="153592"/>
                  <a:pt x="1202651" y="160129"/>
                </a:cubicBezTo>
                <a:cubicBezTo>
                  <a:pt x="1192040" y="166663"/>
                  <a:pt x="1179439" y="169930"/>
                  <a:pt x="1164849" y="169930"/>
                </a:cubicBezTo>
                <a:cubicBezTo>
                  <a:pt x="1138556" y="169930"/>
                  <a:pt x="1118192" y="160191"/>
                  <a:pt x="1103759" y="140713"/>
                </a:cubicBezTo>
                <a:cubicBezTo>
                  <a:pt x="1092992" y="126223"/>
                  <a:pt x="1087608" y="109160"/>
                  <a:pt x="1087608" y="89526"/>
                </a:cubicBezTo>
                <a:cubicBezTo>
                  <a:pt x="1087608" y="73709"/>
                  <a:pt x="1091158" y="59179"/>
                  <a:pt x="1098258" y="45935"/>
                </a:cubicBezTo>
                <a:cubicBezTo>
                  <a:pt x="1105358" y="32691"/>
                  <a:pt x="1115130" y="22426"/>
                  <a:pt x="1127575" y="15141"/>
                </a:cubicBezTo>
                <a:cubicBezTo>
                  <a:pt x="1140019" y="7856"/>
                  <a:pt x="1153614" y="4213"/>
                  <a:pt x="1168360" y="4213"/>
                </a:cubicBezTo>
                <a:cubicBezTo>
                  <a:pt x="1179829" y="4213"/>
                  <a:pt x="1191142" y="7022"/>
                  <a:pt x="1202299" y="12639"/>
                </a:cubicBezTo>
                <a:cubicBezTo>
                  <a:pt x="1205576" y="14356"/>
                  <a:pt x="1207917" y="15214"/>
                  <a:pt x="1209321" y="15214"/>
                </a:cubicBezTo>
                <a:cubicBezTo>
                  <a:pt x="1211428" y="15214"/>
                  <a:pt x="1213261" y="14473"/>
                  <a:pt x="1214822" y="12991"/>
                </a:cubicBezTo>
                <a:cubicBezTo>
                  <a:pt x="1216850" y="10884"/>
                  <a:pt x="1218294" y="7958"/>
                  <a:pt x="1219152" y="4213"/>
                </a:cubicBezTo>
                <a:lnTo>
                  <a:pt x="1223248" y="4213"/>
                </a:lnTo>
                <a:close/>
                <a:moveTo>
                  <a:pt x="1299239" y="56175"/>
                </a:moveTo>
                <a:cubicBezTo>
                  <a:pt x="1315467" y="56175"/>
                  <a:pt x="1328497" y="62333"/>
                  <a:pt x="1338327" y="74648"/>
                </a:cubicBezTo>
                <a:cubicBezTo>
                  <a:pt x="1346676" y="85169"/>
                  <a:pt x="1350850" y="97250"/>
                  <a:pt x="1350850" y="110891"/>
                </a:cubicBezTo>
                <a:cubicBezTo>
                  <a:pt x="1350850" y="120478"/>
                  <a:pt x="1348548" y="130182"/>
                  <a:pt x="1343945" y="140003"/>
                </a:cubicBezTo>
                <a:cubicBezTo>
                  <a:pt x="1339342" y="149822"/>
                  <a:pt x="1333003" y="157225"/>
                  <a:pt x="1324927" y="162214"/>
                </a:cubicBezTo>
                <a:cubicBezTo>
                  <a:pt x="1316852" y="167202"/>
                  <a:pt x="1307860" y="169696"/>
                  <a:pt x="1297951" y="169696"/>
                </a:cubicBezTo>
                <a:cubicBezTo>
                  <a:pt x="1281801" y="169696"/>
                  <a:pt x="1268967" y="163266"/>
                  <a:pt x="1259448" y="150404"/>
                </a:cubicBezTo>
                <a:cubicBezTo>
                  <a:pt x="1251412" y="139572"/>
                  <a:pt x="1247394" y="127414"/>
                  <a:pt x="1247394" y="113931"/>
                </a:cubicBezTo>
                <a:cubicBezTo>
                  <a:pt x="1247394" y="104110"/>
                  <a:pt x="1249832" y="94347"/>
                  <a:pt x="1254708" y="84643"/>
                </a:cubicBezTo>
                <a:cubicBezTo>
                  <a:pt x="1259584" y="74939"/>
                  <a:pt x="1266002" y="67769"/>
                  <a:pt x="1273960" y="63131"/>
                </a:cubicBezTo>
                <a:cubicBezTo>
                  <a:pt x="1281918" y="58494"/>
                  <a:pt x="1290344" y="56175"/>
                  <a:pt x="1299239" y="56175"/>
                </a:cubicBezTo>
                <a:moveTo>
                  <a:pt x="1295611" y="63899"/>
                </a:moveTo>
                <a:cubicBezTo>
                  <a:pt x="1291476" y="63899"/>
                  <a:pt x="1287321" y="65127"/>
                  <a:pt x="1283147" y="67582"/>
                </a:cubicBezTo>
                <a:cubicBezTo>
                  <a:pt x="1278973" y="70038"/>
                  <a:pt x="1275598" y="74343"/>
                  <a:pt x="1273024" y="80500"/>
                </a:cubicBezTo>
                <a:cubicBezTo>
                  <a:pt x="1270449" y="86656"/>
                  <a:pt x="1269162" y="94565"/>
                  <a:pt x="1269162" y="104228"/>
                </a:cubicBezTo>
                <a:cubicBezTo>
                  <a:pt x="1269162" y="119813"/>
                  <a:pt x="1272263" y="133255"/>
                  <a:pt x="1278466" y="144556"/>
                </a:cubicBezTo>
                <a:cubicBezTo>
                  <a:pt x="1284668" y="155855"/>
                  <a:pt x="1292841" y="161504"/>
                  <a:pt x="1302984" y="161504"/>
                </a:cubicBezTo>
                <a:cubicBezTo>
                  <a:pt x="1310552" y="161504"/>
                  <a:pt x="1316794" y="158387"/>
                  <a:pt x="1321709" y="152152"/>
                </a:cubicBezTo>
                <a:cubicBezTo>
                  <a:pt x="1326624" y="145918"/>
                  <a:pt x="1329082" y="135204"/>
                  <a:pt x="1329082" y="120009"/>
                </a:cubicBezTo>
                <a:cubicBezTo>
                  <a:pt x="1329082" y="100994"/>
                  <a:pt x="1324986" y="86031"/>
                  <a:pt x="1316794" y="75120"/>
                </a:cubicBezTo>
                <a:cubicBezTo>
                  <a:pt x="1311254" y="67640"/>
                  <a:pt x="1304193" y="63899"/>
                  <a:pt x="1295611" y="63899"/>
                </a:cubicBezTo>
                <a:close/>
                <a:moveTo>
                  <a:pt x="1442369" y="154365"/>
                </a:moveTo>
                <a:cubicBezTo>
                  <a:pt x="1437141" y="159827"/>
                  <a:pt x="1432031" y="163747"/>
                  <a:pt x="1427038" y="166127"/>
                </a:cubicBezTo>
                <a:cubicBezTo>
                  <a:pt x="1422044" y="168506"/>
                  <a:pt x="1416661" y="169696"/>
                  <a:pt x="1410887" y="169696"/>
                </a:cubicBezTo>
                <a:cubicBezTo>
                  <a:pt x="1399184" y="169696"/>
                  <a:pt x="1388963" y="164811"/>
                  <a:pt x="1380225" y="155042"/>
                </a:cubicBezTo>
                <a:cubicBezTo>
                  <a:pt x="1371487" y="145270"/>
                  <a:pt x="1367117" y="132713"/>
                  <a:pt x="1367117" y="117372"/>
                </a:cubicBezTo>
                <a:cubicBezTo>
                  <a:pt x="1367117" y="102034"/>
                  <a:pt x="1371955" y="87999"/>
                  <a:pt x="1381629" y="75270"/>
                </a:cubicBezTo>
                <a:cubicBezTo>
                  <a:pt x="1391304" y="62540"/>
                  <a:pt x="1403748" y="56175"/>
                  <a:pt x="1418962" y="56175"/>
                </a:cubicBezTo>
                <a:cubicBezTo>
                  <a:pt x="1428403" y="56175"/>
                  <a:pt x="1436205" y="59179"/>
                  <a:pt x="1442369" y="65187"/>
                </a:cubicBezTo>
                <a:lnTo>
                  <a:pt x="1442369" y="45365"/>
                </a:lnTo>
                <a:cubicBezTo>
                  <a:pt x="1442369" y="33064"/>
                  <a:pt x="1442076" y="25503"/>
                  <a:pt x="1441491" y="22682"/>
                </a:cubicBezTo>
                <a:cubicBezTo>
                  <a:pt x="1440906" y="19861"/>
                  <a:pt x="1439989" y="17942"/>
                  <a:pt x="1438741" y="16926"/>
                </a:cubicBezTo>
                <a:cubicBezTo>
                  <a:pt x="1437493" y="15907"/>
                  <a:pt x="1435932" y="15397"/>
                  <a:pt x="1434060" y="15397"/>
                </a:cubicBezTo>
                <a:cubicBezTo>
                  <a:pt x="1432031" y="15397"/>
                  <a:pt x="1429339" y="16024"/>
                  <a:pt x="1425984" y="17277"/>
                </a:cubicBezTo>
                <a:lnTo>
                  <a:pt x="1424463" y="13162"/>
                </a:lnTo>
                <a:lnTo>
                  <a:pt x="1456413" y="0"/>
                </a:lnTo>
                <a:lnTo>
                  <a:pt x="1461679" y="0"/>
                </a:lnTo>
                <a:lnTo>
                  <a:pt x="1461679" y="123937"/>
                </a:lnTo>
                <a:cubicBezTo>
                  <a:pt x="1461679" y="136498"/>
                  <a:pt x="1461972" y="144164"/>
                  <a:pt x="1462557" y="146934"/>
                </a:cubicBezTo>
                <a:cubicBezTo>
                  <a:pt x="1463142" y="149703"/>
                  <a:pt x="1464078" y="151634"/>
                  <a:pt x="1465366" y="152727"/>
                </a:cubicBezTo>
                <a:cubicBezTo>
                  <a:pt x="1466653" y="153819"/>
                  <a:pt x="1468155" y="154365"/>
                  <a:pt x="1469871" y="154365"/>
                </a:cubicBezTo>
                <a:cubicBezTo>
                  <a:pt x="1471978" y="154365"/>
                  <a:pt x="1474787" y="153702"/>
                  <a:pt x="1478298" y="152376"/>
                </a:cubicBezTo>
                <a:lnTo>
                  <a:pt x="1479585" y="156472"/>
                </a:lnTo>
                <a:lnTo>
                  <a:pt x="1447752" y="169696"/>
                </a:lnTo>
                <a:lnTo>
                  <a:pt x="1442369" y="169696"/>
                </a:lnTo>
                <a:lnTo>
                  <a:pt x="1442369" y="154365"/>
                </a:lnTo>
                <a:moveTo>
                  <a:pt x="1442369" y="146198"/>
                </a:moveTo>
                <a:lnTo>
                  <a:pt x="1442369" y="91098"/>
                </a:lnTo>
                <a:cubicBezTo>
                  <a:pt x="1441901" y="85805"/>
                  <a:pt x="1440496" y="80980"/>
                  <a:pt x="1438156" y="76623"/>
                </a:cubicBezTo>
                <a:cubicBezTo>
                  <a:pt x="1435815" y="72264"/>
                  <a:pt x="1432714" y="68976"/>
                  <a:pt x="1428852" y="66759"/>
                </a:cubicBezTo>
                <a:cubicBezTo>
                  <a:pt x="1424990" y="64541"/>
                  <a:pt x="1421225" y="63431"/>
                  <a:pt x="1417558" y="63431"/>
                </a:cubicBezTo>
                <a:cubicBezTo>
                  <a:pt x="1410692" y="63431"/>
                  <a:pt x="1404568" y="66506"/>
                  <a:pt x="1399184" y="72655"/>
                </a:cubicBezTo>
                <a:cubicBezTo>
                  <a:pt x="1392084" y="80747"/>
                  <a:pt x="1388534" y="92576"/>
                  <a:pt x="1388534" y="108141"/>
                </a:cubicBezTo>
                <a:cubicBezTo>
                  <a:pt x="1388534" y="123862"/>
                  <a:pt x="1391967" y="135907"/>
                  <a:pt x="1398833" y="144275"/>
                </a:cubicBezTo>
                <a:cubicBezTo>
                  <a:pt x="1405699" y="152640"/>
                  <a:pt x="1413345" y="156823"/>
                  <a:pt x="1421771" y="156823"/>
                </a:cubicBezTo>
                <a:cubicBezTo>
                  <a:pt x="1428871" y="156823"/>
                  <a:pt x="1435737" y="153281"/>
                  <a:pt x="1442369" y="146198"/>
                </a:cubicBezTo>
                <a:close/>
                <a:moveTo>
                  <a:pt x="1504513" y="99711"/>
                </a:moveTo>
                <a:cubicBezTo>
                  <a:pt x="1504435" y="115591"/>
                  <a:pt x="1508297" y="128046"/>
                  <a:pt x="1516099" y="137077"/>
                </a:cubicBezTo>
                <a:cubicBezTo>
                  <a:pt x="1523901" y="146106"/>
                  <a:pt x="1533069" y="150620"/>
                  <a:pt x="1543601" y="150620"/>
                </a:cubicBezTo>
                <a:cubicBezTo>
                  <a:pt x="1550623" y="150620"/>
                  <a:pt x="1556729" y="148689"/>
                  <a:pt x="1561917" y="144827"/>
                </a:cubicBezTo>
                <a:cubicBezTo>
                  <a:pt x="1567105" y="140965"/>
                  <a:pt x="1571455" y="134353"/>
                  <a:pt x="1574966" y="124990"/>
                </a:cubicBezTo>
                <a:lnTo>
                  <a:pt x="1578594" y="127331"/>
                </a:lnTo>
                <a:cubicBezTo>
                  <a:pt x="1576956" y="138020"/>
                  <a:pt x="1572196" y="147753"/>
                  <a:pt x="1564316" y="156530"/>
                </a:cubicBezTo>
                <a:cubicBezTo>
                  <a:pt x="1556436" y="165308"/>
                  <a:pt x="1546566" y="169696"/>
                  <a:pt x="1534707" y="169696"/>
                </a:cubicBezTo>
                <a:cubicBezTo>
                  <a:pt x="1521834" y="169696"/>
                  <a:pt x="1510813" y="164694"/>
                  <a:pt x="1501646" y="154691"/>
                </a:cubicBezTo>
                <a:cubicBezTo>
                  <a:pt x="1492478" y="144684"/>
                  <a:pt x="1487894" y="131233"/>
                  <a:pt x="1487894" y="114337"/>
                </a:cubicBezTo>
                <a:cubicBezTo>
                  <a:pt x="1487894" y="96041"/>
                  <a:pt x="1492595" y="81774"/>
                  <a:pt x="1501997" y="71536"/>
                </a:cubicBezTo>
                <a:cubicBezTo>
                  <a:pt x="1511398" y="61295"/>
                  <a:pt x="1523199" y="56175"/>
                  <a:pt x="1537399" y="56175"/>
                </a:cubicBezTo>
                <a:cubicBezTo>
                  <a:pt x="1549414" y="56175"/>
                  <a:pt x="1559284" y="60125"/>
                  <a:pt x="1567008" y="68025"/>
                </a:cubicBezTo>
                <a:cubicBezTo>
                  <a:pt x="1574732" y="75922"/>
                  <a:pt x="1578594" y="86484"/>
                  <a:pt x="1578594" y="99711"/>
                </a:cubicBezTo>
                <a:lnTo>
                  <a:pt x="1504513" y="99711"/>
                </a:lnTo>
                <a:moveTo>
                  <a:pt x="1504513" y="92923"/>
                </a:moveTo>
                <a:lnTo>
                  <a:pt x="1554134" y="92923"/>
                </a:lnTo>
                <a:cubicBezTo>
                  <a:pt x="1553744" y="86057"/>
                  <a:pt x="1552925" y="81220"/>
                  <a:pt x="1551677" y="78411"/>
                </a:cubicBezTo>
                <a:cubicBezTo>
                  <a:pt x="1549726" y="74042"/>
                  <a:pt x="1546820" y="70609"/>
                  <a:pt x="1542958" y="68113"/>
                </a:cubicBezTo>
                <a:cubicBezTo>
                  <a:pt x="1539096" y="65616"/>
                  <a:pt x="1535058" y="64368"/>
                  <a:pt x="1530845" y="64368"/>
                </a:cubicBezTo>
                <a:cubicBezTo>
                  <a:pt x="1524369" y="64368"/>
                  <a:pt x="1518576" y="66884"/>
                  <a:pt x="1513466" y="71916"/>
                </a:cubicBezTo>
                <a:cubicBezTo>
                  <a:pt x="1508355" y="76948"/>
                  <a:pt x="1505371" y="83951"/>
                  <a:pt x="1504513" y="929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8c2394fa434c66"/>
          <a:stretch xmlns:a="http://schemas.openxmlformats.org/drawingml/2006/main"/>
        </p:blipFill>
        <p:spPr>
          <a:xfrm xmlns:a="http://schemas.openxmlformats.org/drawingml/2006/main">
            <a:off x="7050344" y="2198612"/>
            <a:ext cx="399655" cy="399655"/>
          </a:xfrm>
          <a:prstGeom xmlns:a="http://schemas.openxmlformats.org/drawingml/2006/main" prst="rect">
            <a:avLst/>
          </a:prstGeom>
        </p:spPr>
      </p:pic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089015-2C27-4E98-97FB-CEDA9D19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531" y="2525630"/>
            <a:ext cx="1935716" cy="738071"/>
          </a:xfrm>
          <a:custGeom xmlns:a="http://schemas.openxmlformats.org/drawingml/2006/main">
            <a:pathLst>
              <a:path w="1935716" h="738071">
                <a:moveTo>
                  <a:pt x="0" y="123014"/>
                </a:moveTo>
                <a:cubicBezTo>
                  <a:pt x="0" y="55076"/>
                  <a:pt x="55075" y="0"/>
                  <a:pt x="123014" y="0"/>
                </a:cubicBezTo>
                <a:lnTo>
                  <a:pt x="1812702" y="0"/>
                </a:lnTo>
                <a:cubicBezTo>
                  <a:pt x="1880642" y="0"/>
                  <a:pt x="1935716" y="55076"/>
                  <a:pt x="1935716" y="123014"/>
                </a:cubicBezTo>
                <a:lnTo>
                  <a:pt x="1935716" y="615056"/>
                </a:lnTo>
                <a:cubicBezTo>
                  <a:pt x="1935716" y="682996"/>
                  <a:pt x="1880642" y="738071"/>
                  <a:pt x="1812702" y="738071"/>
                </a:cubicBezTo>
                <a:lnTo>
                  <a:pt x="123014" y="738071"/>
                </a:lnTo>
                <a:cubicBezTo>
                  <a:pt x="55075" y="738071"/>
                  <a:pt x="0" y="682996"/>
                  <a:pt x="0" y="615056"/>
                </a:cubicBezTo>
                <a:lnTo>
                  <a:pt x="0" y="123014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3485A9-AA9C-4FDB-A577-75EB33C2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531" y="2525630"/>
            <a:ext cx="1935718" cy="738071"/>
          </a:xfrm>
          <a:custGeom xmlns:a="http://schemas.openxmlformats.org/drawingml/2006/main">
            <a:pathLst>
              <a:path w="1935718" h="738071" fill="none">
                <a:moveTo>
                  <a:pt x="0" y="123015"/>
                </a:moveTo>
                <a:cubicBezTo>
                  <a:pt x="0" y="55076"/>
                  <a:pt x="55076" y="0"/>
                  <a:pt x="123015" y="0"/>
                </a:cubicBezTo>
                <a:lnTo>
                  <a:pt x="1812703" y="0"/>
                </a:lnTo>
                <a:cubicBezTo>
                  <a:pt x="1880642" y="0"/>
                  <a:pt x="1935718" y="55076"/>
                  <a:pt x="1935718" y="123015"/>
                </a:cubicBezTo>
                <a:lnTo>
                  <a:pt x="1935718" y="615056"/>
                </a:lnTo>
                <a:cubicBezTo>
                  <a:pt x="1935718" y="682995"/>
                  <a:pt x="1880642" y="738071"/>
                  <a:pt x="1812703" y="738071"/>
                </a:cubicBezTo>
                <a:lnTo>
                  <a:pt x="123015" y="738071"/>
                </a:lnTo>
                <a:cubicBezTo>
                  <a:pt x="55076" y="738071"/>
                  <a:pt x="0" y="682995"/>
                  <a:pt x="0" y="615056"/>
                </a:cubicBezTo>
                <a:lnTo>
                  <a:pt x="0" y="12301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099" cap="flat">
            <a:solidFill>
              <a:srgbClr val="000000"/>
            </a:solidFill>
            <a:miter/>
          </a:ln>
        </p:spPr>
      </p:sp>
      <p:sp>
        <p:nvSpPr>
          <p:cNvPr id="27" name="Text RetrievedCode">
            <a:extLst xmlns:a="http://schemas.openxmlformats.org/drawingml/2006/main">
              <a:ext uri="{FF2B5EF4-FFF2-40B4-BE49-F238E27FC236}">
                <a16:creationId xmlns:a16="http://schemas.microsoft.com/office/drawing/2014/main" id="{A53A17F4-3749-492E-AF54-EF86568F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8362" y="2665707"/>
            <a:ext cx="1486010" cy="169930"/>
          </a:xfrm>
          <a:custGeom xmlns:a="http://schemas.openxmlformats.org/drawingml/2006/main">
            <a:pathLst>
              <a:path w="1486010" h="169930">
                <a:moveTo>
                  <a:pt x="157876" y="166419"/>
                </a:moveTo>
                <a:lnTo>
                  <a:pt x="115511" y="166419"/>
                </a:lnTo>
                <a:lnTo>
                  <a:pt x="61793" y="91987"/>
                </a:lnTo>
                <a:cubicBezTo>
                  <a:pt x="57814" y="92143"/>
                  <a:pt x="54576" y="92221"/>
                  <a:pt x="52079" y="92221"/>
                </a:cubicBezTo>
                <a:cubicBezTo>
                  <a:pt x="51065" y="92221"/>
                  <a:pt x="49973" y="92202"/>
                  <a:pt x="48802" y="92163"/>
                </a:cubicBezTo>
                <a:cubicBezTo>
                  <a:pt x="47632" y="92124"/>
                  <a:pt x="46423" y="92065"/>
                  <a:pt x="45174" y="91987"/>
                </a:cubicBezTo>
                <a:lnTo>
                  <a:pt x="45174" y="138251"/>
                </a:lnTo>
                <a:cubicBezTo>
                  <a:pt x="45174" y="148272"/>
                  <a:pt x="46267" y="154496"/>
                  <a:pt x="48451" y="156922"/>
                </a:cubicBezTo>
                <a:cubicBezTo>
                  <a:pt x="51416" y="160367"/>
                  <a:pt x="55863" y="162089"/>
                  <a:pt x="61793" y="162089"/>
                </a:cubicBezTo>
                <a:lnTo>
                  <a:pt x="67996" y="162089"/>
                </a:lnTo>
                <a:lnTo>
                  <a:pt x="67996" y="166419"/>
                </a:lnTo>
                <a:lnTo>
                  <a:pt x="0" y="166419"/>
                </a:lnTo>
                <a:lnTo>
                  <a:pt x="0" y="162089"/>
                </a:lnTo>
                <a:lnTo>
                  <a:pt x="5969" y="162089"/>
                </a:lnTo>
                <a:cubicBezTo>
                  <a:pt x="12678" y="162089"/>
                  <a:pt x="17477" y="159905"/>
                  <a:pt x="20364" y="155535"/>
                </a:cubicBezTo>
                <a:cubicBezTo>
                  <a:pt x="22002" y="153117"/>
                  <a:pt x="22821" y="147382"/>
                  <a:pt x="22821" y="138332"/>
                </a:cubicBezTo>
                <a:lnTo>
                  <a:pt x="22821" y="35812"/>
                </a:lnTo>
                <a:cubicBezTo>
                  <a:pt x="22821" y="25825"/>
                  <a:pt x="21729" y="19622"/>
                  <a:pt x="19544" y="17204"/>
                </a:cubicBezTo>
                <a:cubicBezTo>
                  <a:pt x="16501" y="13771"/>
                  <a:pt x="11976" y="12054"/>
                  <a:pt x="5969" y="12054"/>
                </a:cubicBezTo>
                <a:lnTo>
                  <a:pt x="0" y="12054"/>
                </a:lnTo>
                <a:lnTo>
                  <a:pt x="0" y="7724"/>
                </a:lnTo>
                <a:lnTo>
                  <a:pt x="57814" y="7724"/>
                </a:lnTo>
                <a:cubicBezTo>
                  <a:pt x="74666" y="7724"/>
                  <a:pt x="87091" y="8949"/>
                  <a:pt x="95088" y="11400"/>
                </a:cubicBezTo>
                <a:cubicBezTo>
                  <a:pt x="103086" y="13850"/>
                  <a:pt x="109873" y="18363"/>
                  <a:pt x="115452" y="24939"/>
                </a:cubicBezTo>
                <a:cubicBezTo>
                  <a:pt x="121030" y="31512"/>
                  <a:pt x="123820" y="39350"/>
                  <a:pt x="123820" y="48451"/>
                </a:cubicBezTo>
                <a:cubicBezTo>
                  <a:pt x="123820" y="58175"/>
                  <a:pt x="120640" y="66616"/>
                  <a:pt x="114282" y="73774"/>
                </a:cubicBezTo>
                <a:cubicBezTo>
                  <a:pt x="107923" y="80930"/>
                  <a:pt x="98073" y="85987"/>
                  <a:pt x="84731" y="88944"/>
                </a:cubicBezTo>
                <a:lnTo>
                  <a:pt x="117500" y="134616"/>
                </a:lnTo>
                <a:cubicBezTo>
                  <a:pt x="124990" y="145105"/>
                  <a:pt x="131427" y="152072"/>
                  <a:pt x="136810" y="155517"/>
                </a:cubicBezTo>
                <a:cubicBezTo>
                  <a:pt x="142194" y="158960"/>
                  <a:pt x="149216" y="161151"/>
                  <a:pt x="157876" y="162089"/>
                </a:cubicBezTo>
                <a:lnTo>
                  <a:pt x="157876" y="166419"/>
                </a:lnTo>
                <a:moveTo>
                  <a:pt x="45174" y="84848"/>
                </a:moveTo>
                <a:cubicBezTo>
                  <a:pt x="46657" y="84848"/>
                  <a:pt x="47944" y="84868"/>
                  <a:pt x="49036" y="84907"/>
                </a:cubicBezTo>
                <a:cubicBezTo>
                  <a:pt x="50129" y="84946"/>
                  <a:pt x="51026" y="84965"/>
                  <a:pt x="51728" y="84965"/>
                </a:cubicBezTo>
                <a:cubicBezTo>
                  <a:pt x="66864" y="84965"/>
                  <a:pt x="78275" y="81688"/>
                  <a:pt x="85960" y="75134"/>
                </a:cubicBezTo>
                <a:cubicBezTo>
                  <a:pt x="93645" y="68581"/>
                  <a:pt x="97488" y="60232"/>
                  <a:pt x="97488" y="50090"/>
                </a:cubicBezTo>
                <a:cubicBezTo>
                  <a:pt x="97488" y="40181"/>
                  <a:pt x="94386" y="32125"/>
                  <a:pt x="88184" y="25923"/>
                </a:cubicBezTo>
                <a:cubicBezTo>
                  <a:pt x="81981" y="19720"/>
                  <a:pt x="73769" y="16619"/>
                  <a:pt x="63548" y="16619"/>
                </a:cubicBezTo>
                <a:cubicBezTo>
                  <a:pt x="59023" y="16619"/>
                  <a:pt x="52898" y="17360"/>
                  <a:pt x="45174" y="18842"/>
                </a:cubicBezTo>
                <a:lnTo>
                  <a:pt x="45174" y="84848"/>
                </a:lnTo>
                <a:close/>
                <a:moveTo>
                  <a:pt x="181787" y="99711"/>
                </a:moveTo>
                <a:cubicBezTo>
                  <a:pt x="181709" y="115591"/>
                  <a:pt x="185571" y="128046"/>
                  <a:pt x="193374" y="137077"/>
                </a:cubicBezTo>
                <a:cubicBezTo>
                  <a:pt x="201176" y="146106"/>
                  <a:pt x="210343" y="150620"/>
                  <a:pt x="220876" y="150620"/>
                </a:cubicBezTo>
                <a:cubicBezTo>
                  <a:pt x="227898" y="150620"/>
                  <a:pt x="234003" y="148689"/>
                  <a:pt x="239192" y="144827"/>
                </a:cubicBezTo>
                <a:cubicBezTo>
                  <a:pt x="244380" y="140965"/>
                  <a:pt x="248730" y="134353"/>
                  <a:pt x="252241" y="124990"/>
                </a:cubicBezTo>
                <a:lnTo>
                  <a:pt x="255869" y="127331"/>
                </a:lnTo>
                <a:cubicBezTo>
                  <a:pt x="254230" y="138020"/>
                  <a:pt x="249471" y="147753"/>
                  <a:pt x="241591" y="156530"/>
                </a:cubicBezTo>
                <a:cubicBezTo>
                  <a:pt x="233711" y="165308"/>
                  <a:pt x="223841" y="169696"/>
                  <a:pt x="211982" y="169696"/>
                </a:cubicBezTo>
                <a:cubicBezTo>
                  <a:pt x="199108" y="169696"/>
                  <a:pt x="188088" y="164694"/>
                  <a:pt x="178920" y="154691"/>
                </a:cubicBezTo>
                <a:cubicBezTo>
                  <a:pt x="169753" y="144684"/>
                  <a:pt x="165169" y="131233"/>
                  <a:pt x="165169" y="114337"/>
                </a:cubicBezTo>
                <a:cubicBezTo>
                  <a:pt x="165169" y="96041"/>
                  <a:pt x="169870" y="81774"/>
                  <a:pt x="179271" y="71536"/>
                </a:cubicBezTo>
                <a:cubicBezTo>
                  <a:pt x="188673" y="61295"/>
                  <a:pt x="200474" y="56175"/>
                  <a:pt x="214673" y="56175"/>
                </a:cubicBezTo>
                <a:cubicBezTo>
                  <a:pt x="226689" y="56175"/>
                  <a:pt x="236558" y="60125"/>
                  <a:pt x="244282" y="68025"/>
                </a:cubicBezTo>
                <a:cubicBezTo>
                  <a:pt x="252007" y="75922"/>
                  <a:pt x="255869" y="86484"/>
                  <a:pt x="255869" y="99711"/>
                </a:cubicBezTo>
                <a:lnTo>
                  <a:pt x="181787" y="99711"/>
                </a:lnTo>
                <a:moveTo>
                  <a:pt x="181787" y="92923"/>
                </a:moveTo>
                <a:lnTo>
                  <a:pt x="231409" y="92923"/>
                </a:lnTo>
                <a:cubicBezTo>
                  <a:pt x="231019" y="86057"/>
                  <a:pt x="230200" y="81220"/>
                  <a:pt x="228951" y="78411"/>
                </a:cubicBezTo>
                <a:cubicBezTo>
                  <a:pt x="227001" y="74042"/>
                  <a:pt x="224094" y="70609"/>
                  <a:pt x="220232" y="68113"/>
                </a:cubicBezTo>
                <a:cubicBezTo>
                  <a:pt x="216370" y="65616"/>
                  <a:pt x="212333" y="64368"/>
                  <a:pt x="208120" y="64368"/>
                </a:cubicBezTo>
                <a:cubicBezTo>
                  <a:pt x="201644" y="64368"/>
                  <a:pt x="195851" y="66884"/>
                  <a:pt x="190740" y="71916"/>
                </a:cubicBezTo>
                <a:cubicBezTo>
                  <a:pt x="185630" y="76948"/>
                  <a:pt x="182646" y="83951"/>
                  <a:pt x="181787" y="92923"/>
                </a:cubicBezTo>
                <a:close/>
                <a:moveTo>
                  <a:pt x="300643" y="23875"/>
                </a:moveTo>
                <a:lnTo>
                  <a:pt x="300643" y="59218"/>
                </a:lnTo>
                <a:lnTo>
                  <a:pt x="325687" y="59218"/>
                </a:lnTo>
                <a:lnTo>
                  <a:pt x="325687" y="67410"/>
                </a:lnTo>
                <a:lnTo>
                  <a:pt x="300643" y="67410"/>
                </a:lnTo>
                <a:lnTo>
                  <a:pt x="300643" y="136832"/>
                </a:lnTo>
                <a:cubicBezTo>
                  <a:pt x="300643" y="143769"/>
                  <a:pt x="301637" y="148445"/>
                  <a:pt x="303627" y="150861"/>
                </a:cubicBezTo>
                <a:cubicBezTo>
                  <a:pt x="305616" y="153275"/>
                  <a:pt x="308172" y="154482"/>
                  <a:pt x="311292" y="154482"/>
                </a:cubicBezTo>
                <a:cubicBezTo>
                  <a:pt x="313867" y="154482"/>
                  <a:pt x="316364" y="153682"/>
                  <a:pt x="318782" y="152083"/>
                </a:cubicBezTo>
                <a:cubicBezTo>
                  <a:pt x="321201" y="150484"/>
                  <a:pt x="323074" y="148123"/>
                  <a:pt x="324400" y="145003"/>
                </a:cubicBezTo>
                <a:lnTo>
                  <a:pt x="328964" y="145003"/>
                </a:lnTo>
                <a:cubicBezTo>
                  <a:pt x="326234" y="152671"/>
                  <a:pt x="322371" y="158470"/>
                  <a:pt x="317378" y="162400"/>
                </a:cubicBezTo>
                <a:cubicBezTo>
                  <a:pt x="312385" y="166328"/>
                  <a:pt x="307235" y="168292"/>
                  <a:pt x="301930" y="168292"/>
                </a:cubicBezTo>
                <a:cubicBezTo>
                  <a:pt x="298341" y="168292"/>
                  <a:pt x="294830" y="167296"/>
                  <a:pt x="291397" y="165304"/>
                </a:cubicBezTo>
                <a:cubicBezTo>
                  <a:pt x="287964" y="163312"/>
                  <a:pt x="285428" y="160462"/>
                  <a:pt x="283790" y="156753"/>
                </a:cubicBezTo>
                <a:cubicBezTo>
                  <a:pt x="282151" y="153042"/>
                  <a:pt x="281332" y="147320"/>
                  <a:pt x="281332" y="139586"/>
                </a:cubicBezTo>
                <a:lnTo>
                  <a:pt x="281332" y="67410"/>
                </a:lnTo>
                <a:lnTo>
                  <a:pt x="264363" y="67410"/>
                </a:lnTo>
                <a:lnTo>
                  <a:pt x="264363" y="63548"/>
                </a:lnTo>
                <a:cubicBezTo>
                  <a:pt x="268654" y="61827"/>
                  <a:pt x="273043" y="58912"/>
                  <a:pt x="277529" y="54804"/>
                </a:cubicBezTo>
                <a:cubicBezTo>
                  <a:pt x="282015" y="50696"/>
                  <a:pt x="286014" y="45824"/>
                  <a:pt x="289525" y="40189"/>
                </a:cubicBezTo>
                <a:cubicBezTo>
                  <a:pt x="291319" y="37217"/>
                  <a:pt x="293816" y="31779"/>
                  <a:pt x="297015" y="23875"/>
                </a:cubicBezTo>
                <a:lnTo>
                  <a:pt x="300643" y="23875"/>
                </a:lnTo>
                <a:close/>
                <a:moveTo>
                  <a:pt x="367844" y="56175"/>
                </a:moveTo>
                <a:lnTo>
                  <a:pt x="367844" y="80284"/>
                </a:lnTo>
                <a:cubicBezTo>
                  <a:pt x="376816" y="64212"/>
                  <a:pt x="386022" y="56175"/>
                  <a:pt x="395463" y="56175"/>
                </a:cubicBezTo>
                <a:cubicBezTo>
                  <a:pt x="399754" y="56175"/>
                  <a:pt x="403304" y="57482"/>
                  <a:pt x="406113" y="60096"/>
                </a:cubicBezTo>
                <a:cubicBezTo>
                  <a:pt x="408922" y="62710"/>
                  <a:pt x="410326" y="65733"/>
                  <a:pt x="410326" y="69166"/>
                </a:cubicBezTo>
                <a:cubicBezTo>
                  <a:pt x="410326" y="72209"/>
                  <a:pt x="409312" y="74783"/>
                  <a:pt x="407283" y="76890"/>
                </a:cubicBezTo>
                <a:cubicBezTo>
                  <a:pt x="405255" y="78997"/>
                  <a:pt x="402836" y="80050"/>
                  <a:pt x="400027" y="80050"/>
                </a:cubicBezTo>
                <a:cubicBezTo>
                  <a:pt x="397297" y="80050"/>
                  <a:pt x="394234" y="78704"/>
                  <a:pt x="390840" y="76012"/>
                </a:cubicBezTo>
                <a:cubicBezTo>
                  <a:pt x="387446" y="73320"/>
                  <a:pt x="384930" y="71975"/>
                  <a:pt x="383292" y="71975"/>
                </a:cubicBezTo>
                <a:cubicBezTo>
                  <a:pt x="381887" y="71975"/>
                  <a:pt x="380366" y="72752"/>
                  <a:pt x="378728" y="74308"/>
                </a:cubicBezTo>
                <a:cubicBezTo>
                  <a:pt x="375217" y="77500"/>
                  <a:pt x="371589" y="82753"/>
                  <a:pt x="367844" y="90067"/>
                </a:cubicBezTo>
                <a:lnTo>
                  <a:pt x="367844" y="141312"/>
                </a:lnTo>
                <a:cubicBezTo>
                  <a:pt x="367844" y="147225"/>
                  <a:pt x="368585" y="151699"/>
                  <a:pt x="370067" y="154734"/>
                </a:cubicBezTo>
                <a:cubicBezTo>
                  <a:pt x="371081" y="156836"/>
                  <a:pt x="372876" y="158588"/>
                  <a:pt x="375451" y="159990"/>
                </a:cubicBezTo>
                <a:cubicBezTo>
                  <a:pt x="378025" y="161389"/>
                  <a:pt x="381731" y="162089"/>
                  <a:pt x="386569" y="162089"/>
                </a:cubicBezTo>
                <a:lnTo>
                  <a:pt x="386569" y="166419"/>
                </a:lnTo>
                <a:lnTo>
                  <a:pt x="331681" y="166419"/>
                </a:lnTo>
                <a:lnTo>
                  <a:pt x="331681" y="162089"/>
                </a:lnTo>
                <a:cubicBezTo>
                  <a:pt x="337142" y="162089"/>
                  <a:pt x="341199" y="161233"/>
                  <a:pt x="343852" y="159522"/>
                </a:cubicBezTo>
                <a:cubicBezTo>
                  <a:pt x="345803" y="158276"/>
                  <a:pt x="347168" y="156290"/>
                  <a:pt x="347948" y="153564"/>
                </a:cubicBezTo>
                <a:cubicBezTo>
                  <a:pt x="348338" y="152240"/>
                  <a:pt x="348533" y="148465"/>
                  <a:pt x="348533" y="142238"/>
                </a:cubicBezTo>
                <a:lnTo>
                  <a:pt x="348533" y="100783"/>
                </a:lnTo>
                <a:cubicBezTo>
                  <a:pt x="348533" y="88326"/>
                  <a:pt x="348280" y="80912"/>
                  <a:pt x="347773" y="78539"/>
                </a:cubicBezTo>
                <a:cubicBezTo>
                  <a:pt x="347265" y="76165"/>
                  <a:pt x="346329" y="74432"/>
                  <a:pt x="344964" y="73342"/>
                </a:cubicBezTo>
                <a:cubicBezTo>
                  <a:pt x="343598" y="72253"/>
                  <a:pt x="341901" y="71708"/>
                  <a:pt x="339873" y="71708"/>
                </a:cubicBezTo>
                <a:cubicBezTo>
                  <a:pt x="337454" y="71708"/>
                  <a:pt x="334724" y="72292"/>
                  <a:pt x="331681" y="73459"/>
                </a:cubicBezTo>
                <a:lnTo>
                  <a:pt x="330510" y="69254"/>
                </a:lnTo>
                <a:lnTo>
                  <a:pt x="362928" y="56175"/>
                </a:lnTo>
                <a:lnTo>
                  <a:pt x="367844" y="56175"/>
                </a:lnTo>
                <a:close/>
                <a:moveTo>
                  <a:pt x="443058" y="0"/>
                </a:moveTo>
                <a:cubicBezTo>
                  <a:pt x="446335" y="0"/>
                  <a:pt x="449124" y="1157"/>
                  <a:pt x="451426" y="3471"/>
                </a:cubicBezTo>
                <a:cubicBezTo>
                  <a:pt x="453727" y="5782"/>
                  <a:pt x="454878" y="8585"/>
                  <a:pt x="454878" y="11879"/>
                </a:cubicBezTo>
                <a:cubicBezTo>
                  <a:pt x="454878" y="15173"/>
                  <a:pt x="453727" y="17996"/>
                  <a:pt x="451426" y="20349"/>
                </a:cubicBezTo>
                <a:cubicBezTo>
                  <a:pt x="449124" y="22699"/>
                  <a:pt x="446335" y="23875"/>
                  <a:pt x="443058" y="23875"/>
                </a:cubicBezTo>
                <a:cubicBezTo>
                  <a:pt x="439781" y="23875"/>
                  <a:pt x="436972" y="22699"/>
                  <a:pt x="434632" y="20349"/>
                </a:cubicBezTo>
                <a:cubicBezTo>
                  <a:pt x="432291" y="17996"/>
                  <a:pt x="431121" y="15173"/>
                  <a:pt x="431121" y="11879"/>
                </a:cubicBezTo>
                <a:cubicBezTo>
                  <a:pt x="431121" y="8585"/>
                  <a:pt x="432271" y="5782"/>
                  <a:pt x="434573" y="3471"/>
                </a:cubicBezTo>
                <a:cubicBezTo>
                  <a:pt x="436875" y="1157"/>
                  <a:pt x="439703" y="0"/>
                  <a:pt x="443058" y="0"/>
                </a:cubicBezTo>
                <a:moveTo>
                  <a:pt x="452772" y="56175"/>
                </a:moveTo>
                <a:lnTo>
                  <a:pt x="452772" y="142121"/>
                </a:lnTo>
                <a:cubicBezTo>
                  <a:pt x="452772" y="148816"/>
                  <a:pt x="453259" y="153273"/>
                  <a:pt x="454234" y="155492"/>
                </a:cubicBezTo>
                <a:cubicBezTo>
                  <a:pt x="455210" y="157710"/>
                  <a:pt x="456653" y="159365"/>
                  <a:pt x="458565" y="160454"/>
                </a:cubicBezTo>
                <a:cubicBezTo>
                  <a:pt x="460476" y="161544"/>
                  <a:pt x="463968" y="162089"/>
                  <a:pt x="469039" y="162089"/>
                </a:cubicBezTo>
                <a:lnTo>
                  <a:pt x="469039" y="166419"/>
                </a:lnTo>
                <a:lnTo>
                  <a:pt x="416960" y="166419"/>
                </a:lnTo>
                <a:lnTo>
                  <a:pt x="416960" y="162089"/>
                </a:lnTo>
                <a:cubicBezTo>
                  <a:pt x="422187" y="162089"/>
                  <a:pt x="425698" y="161583"/>
                  <a:pt x="427493" y="160571"/>
                </a:cubicBezTo>
                <a:cubicBezTo>
                  <a:pt x="429287" y="159560"/>
                  <a:pt x="430711" y="157886"/>
                  <a:pt x="431764" y="155550"/>
                </a:cubicBezTo>
                <a:cubicBezTo>
                  <a:pt x="432818" y="153214"/>
                  <a:pt x="433344" y="148738"/>
                  <a:pt x="433344" y="142121"/>
                </a:cubicBezTo>
                <a:lnTo>
                  <a:pt x="433344" y="100900"/>
                </a:lnTo>
                <a:cubicBezTo>
                  <a:pt x="433344" y="89299"/>
                  <a:pt x="432993" y="81787"/>
                  <a:pt x="432291" y="78364"/>
                </a:cubicBezTo>
                <a:cubicBezTo>
                  <a:pt x="431745" y="75872"/>
                  <a:pt x="430887" y="74140"/>
                  <a:pt x="429716" y="73167"/>
                </a:cubicBezTo>
                <a:cubicBezTo>
                  <a:pt x="428546" y="72194"/>
                  <a:pt x="426947" y="71708"/>
                  <a:pt x="424918" y="71708"/>
                </a:cubicBezTo>
                <a:cubicBezTo>
                  <a:pt x="422733" y="71708"/>
                  <a:pt x="420081" y="72292"/>
                  <a:pt x="416960" y="73459"/>
                </a:cubicBezTo>
                <a:lnTo>
                  <a:pt x="415321" y="69254"/>
                </a:lnTo>
                <a:lnTo>
                  <a:pt x="447622" y="56175"/>
                </a:lnTo>
                <a:lnTo>
                  <a:pt x="452772" y="56175"/>
                </a:lnTo>
                <a:close/>
                <a:moveTo>
                  <a:pt x="500780" y="99711"/>
                </a:moveTo>
                <a:cubicBezTo>
                  <a:pt x="500702" y="115591"/>
                  <a:pt x="504564" y="128046"/>
                  <a:pt x="512366" y="137077"/>
                </a:cubicBezTo>
                <a:cubicBezTo>
                  <a:pt x="520168" y="146106"/>
                  <a:pt x="529335" y="150620"/>
                  <a:pt x="539868" y="150620"/>
                </a:cubicBezTo>
                <a:cubicBezTo>
                  <a:pt x="546890" y="150620"/>
                  <a:pt x="552995" y="148689"/>
                  <a:pt x="558184" y="144827"/>
                </a:cubicBezTo>
                <a:cubicBezTo>
                  <a:pt x="563372" y="140965"/>
                  <a:pt x="567722" y="134353"/>
                  <a:pt x="571233" y="124990"/>
                </a:cubicBezTo>
                <a:lnTo>
                  <a:pt x="574861" y="127331"/>
                </a:lnTo>
                <a:cubicBezTo>
                  <a:pt x="573222" y="138020"/>
                  <a:pt x="568463" y="147753"/>
                  <a:pt x="560583" y="156530"/>
                </a:cubicBezTo>
                <a:cubicBezTo>
                  <a:pt x="552703" y="165308"/>
                  <a:pt x="542833" y="169696"/>
                  <a:pt x="530974" y="169696"/>
                </a:cubicBezTo>
                <a:cubicBezTo>
                  <a:pt x="518100" y="169696"/>
                  <a:pt x="507080" y="164694"/>
                  <a:pt x="497912" y="154691"/>
                </a:cubicBezTo>
                <a:cubicBezTo>
                  <a:pt x="488745" y="144684"/>
                  <a:pt x="484161" y="131233"/>
                  <a:pt x="484161" y="114337"/>
                </a:cubicBezTo>
                <a:cubicBezTo>
                  <a:pt x="484161" y="96041"/>
                  <a:pt x="488862" y="81774"/>
                  <a:pt x="498263" y="71536"/>
                </a:cubicBezTo>
                <a:cubicBezTo>
                  <a:pt x="507665" y="61295"/>
                  <a:pt x="519466" y="56175"/>
                  <a:pt x="533666" y="56175"/>
                </a:cubicBezTo>
                <a:cubicBezTo>
                  <a:pt x="545681" y="56175"/>
                  <a:pt x="555551" y="60125"/>
                  <a:pt x="563275" y="68025"/>
                </a:cubicBezTo>
                <a:cubicBezTo>
                  <a:pt x="570999" y="75922"/>
                  <a:pt x="574861" y="86484"/>
                  <a:pt x="574861" y="99711"/>
                </a:cubicBezTo>
                <a:lnTo>
                  <a:pt x="500780" y="99711"/>
                </a:lnTo>
                <a:moveTo>
                  <a:pt x="500780" y="92923"/>
                </a:moveTo>
                <a:lnTo>
                  <a:pt x="550401" y="92923"/>
                </a:lnTo>
                <a:cubicBezTo>
                  <a:pt x="550011" y="86057"/>
                  <a:pt x="549192" y="81220"/>
                  <a:pt x="547943" y="78411"/>
                </a:cubicBezTo>
                <a:cubicBezTo>
                  <a:pt x="545993" y="74042"/>
                  <a:pt x="543087" y="70609"/>
                  <a:pt x="539225" y="68113"/>
                </a:cubicBezTo>
                <a:cubicBezTo>
                  <a:pt x="535363" y="65616"/>
                  <a:pt x="531325" y="64368"/>
                  <a:pt x="527112" y="64368"/>
                </a:cubicBezTo>
                <a:cubicBezTo>
                  <a:pt x="520636" y="64368"/>
                  <a:pt x="514843" y="66884"/>
                  <a:pt x="509733" y="71916"/>
                </a:cubicBezTo>
                <a:cubicBezTo>
                  <a:pt x="504622" y="76948"/>
                  <a:pt x="501638" y="83951"/>
                  <a:pt x="500780" y="92923"/>
                </a:cubicBezTo>
                <a:close/>
                <a:moveTo>
                  <a:pt x="583004" y="59218"/>
                </a:moveTo>
                <a:lnTo>
                  <a:pt x="633444" y="59218"/>
                </a:lnTo>
                <a:lnTo>
                  <a:pt x="633444" y="63548"/>
                </a:lnTo>
                <a:lnTo>
                  <a:pt x="630167" y="63548"/>
                </a:lnTo>
                <a:cubicBezTo>
                  <a:pt x="627125" y="63548"/>
                  <a:pt x="624804" y="64290"/>
                  <a:pt x="623204" y="65772"/>
                </a:cubicBezTo>
                <a:cubicBezTo>
                  <a:pt x="621605" y="67254"/>
                  <a:pt x="620805" y="69244"/>
                  <a:pt x="620805" y="71741"/>
                </a:cubicBezTo>
                <a:cubicBezTo>
                  <a:pt x="620805" y="74471"/>
                  <a:pt x="621624" y="77709"/>
                  <a:pt x="623263" y="81454"/>
                </a:cubicBezTo>
                <a:lnTo>
                  <a:pt x="648190" y="140672"/>
                </a:lnTo>
                <a:lnTo>
                  <a:pt x="673235" y="79231"/>
                </a:lnTo>
                <a:cubicBezTo>
                  <a:pt x="675030" y="74861"/>
                  <a:pt x="675927" y="71546"/>
                  <a:pt x="675927" y="69283"/>
                </a:cubicBezTo>
                <a:cubicBezTo>
                  <a:pt x="675927" y="68191"/>
                  <a:pt x="675615" y="67293"/>
                  <a:pt x="674991" y="66591"/>
                </a:cubicBezTo>
                <a:cubicBezTo>
                  <a:pt x="674132" y="65421"/>
                  <a:pt x="673040" y="64621"/>
                  <a:pt x="671714" y="64192"/>
                </a:cubicBezTo>
                <a:cubicBezTo>
                  <a:pt x="670387" y="63763"/>
                  <a:pt x="667696" y="63548"/>
                  <a:pt x="663639" y="63548"/>
                </a:cubicBezTo>
                <a:lnTo>
                  <a:pt x="663639" y="59218"/>
                </a:lnTo>
                <a:lnTo>
                  <a:pt x="698631" y="59218"/>
                </a:lnTo>
                <a:lnTo>
                  <a:pt x="698631" y="63548"/>
                </a:lnTo>
                <a:cubicBezTo>
                  <a:pt x="694574" y="63860"/>
                  <a:pt x="691765" y="64680"/>
                  <a:pt x="690205" y="66006"/>
                </a:cubicBezTo>
                <a:cubicBezTo>
                  <a:pt x="687474" y="68347"/>
                  <a:pt x="685016" y="72248"/>
                  <a:pt x="682832" y="77709"/>
                </a:cubicBezTo>
                <a:lnTo>
                  <a:pt x="644796" y="169696"/>
                </a:lnTo>
                <a:lnTo>
                  <a:pt x="639998" y="169696"/>
                </a:lnTo>
                <a:lnTo>
                  <a:pt x="601729" y="79231"/>
                </a:lnTo>
                <a:cubicBezTo>
                  <a:pt x="600012" y="75017"/>
                  <a:pt x="598374" y="71994"/>
                  <a:pt x="596813" y="70161"/>
                </a:cubicBezTo>
                <a:cubicBezTo>
                  <a:pt x="595253" y="68327"/>
                  <a:pt x="593263" y="66786"/>
                  <a:pt x="590845" y="65538"/>
                </a:cubicBezTo>
                <a:cubicBezTo>
                  <a:pt x="589518" y="64836"/>
                  <a:pt x="586905" y="64172"/>
                  <a:pt x="583004" y="63548"/>
                </a:cubicBezTo>
                <a:lnTo>
                  <a:pt x="583004" y="59218"/>
                </a:lnTo>
                <a:close/>
                <a:moveTo>
                  <a:pt x="726368" y="99711"/>
                </a:moveTo>
                <a:cubicBezTo>
                  <a:pt x="726290" y="115591"/>
                  <a:pt x="730152" y="128046"/>
                  <a:pt x="737954" y="137077"/>
                </a:cubicBezTo>
                <a:cubicBezTo>
                  <a:pt x="745756" y="146106"/>
                  <a:pt x="754924" y="150620"/>
                  <a:pt x="765456" y="150620"/>
                </a:cubicBezTo>
                <a:cubicBezTo>
                  <a:pt x="772478" y="150620"/>
                  <a:pt x="778584" y="148689"/>
                  <a:pt x="783772" y="144827"/>
                </a:cubicBezTo>
                <a:cubicBezTo>
                  <a:pt x="788960" y="140965"/>
                  <a:pt x="793310" y="134353"/>
                  <a:pt x="796821" y="124990"/>
                </a:cubicBezTo>
                <a:lnTo>
                  <a:pt x="800449" y="127331"/>
                </a:lnTo>
                <a:cubicBezTo>
                  <a:pt x="798811" y="138020"/>
                  <a:pt x="794051" y="147753"/>
                  <a:pt x="786171" y="156530"/>
                </a:cubicBezTo>
                <a:cubicBezTo>
                  <a:pt x="778291" y="165308"/>
                  <a:pt x="768421" y="169696"/>
                  <a:pt x="756562" y="169696"/>
                </a:cubicBezTo>
                <a:cubicBezTo>
                  <a:pt x="743688" y="169696"/>
                  <a:pt x="732668" y="164694"/>
                  <a:pt x="723500" y="154691"/>
                </a:cubicBezTo>
                <a:cubicBezTo>
                  <a:pt x="714333" y="144684"/>
                  <a:pt x="709749" y="131233"/>
                  <a:pt x="709749" y="114337"/>
                </a:cubicBezTo>
                <a:cubicBezTo>
                  <a:pt x="709749" y="96041"/>
                  <a:pt x="714450" y="81774"/>
                  <a:pt x="723852" y="71536"/>
                </a:cubicBezTo>
                <a:cubicBezTo>
                  <a:pt x="733253" y="61295"/>
                  <a:pt x="745054" y="56175"/>
                  <a:pt x="759254" y="56175"/>
                </a:cubicBezTo>
                <a:cubicBezTo>
                  <a:pt x="771269" y="56175"/>
                  <a:pt x="781139" y="60125"/>
                  <a:pt x="788863" y="68025"/>
                </a:cubicBezTo>
                <a:cubicBezTo>
                  <a:pt x="796587" y="75922"/>
                  <a:pt x="800449" y="86484"/>
                  <a:pt x="800449" y="99711"/>
                </a:cubicBezTo>
                <a:lnTo>
                  <a:pt x="726368" y="99711"/>
                </a:lnTo>
                <a:moveTo>
                  <a:pt x="726368" y="92923"/>
                </a:moveTo>
                <a:lnTo>
                  <a:pt x="775989" y="92923"/>
                </a:lnTo>
                <a:cubicBezTo>
                  <a:pt x="775599" y="86057"/>
                  <a:pt x="774780" y="81220"/>
                  <a:pt x="773532" y="78411"/>
                </a:cubicBezTo>
                <a:cubicBezTo>
                  <a:pt x="771581" y="74042"/>
                  <a:pt x="768675" y="70609"/>
                  <a:pt x="764813" y="68113"/>
                </a:cubicBezTo>
                <a:cubicBezTo>
                  <a:pt x="760951" y="65616"/>
                  <a:pt x="756913" y="64368"/>
                  <a:pt x="752700" y="64368"/>
                </a:cubicBezTo>
                <a:cubicBezTo>
                  <a:pt x="746224" y="64368"/>
                  <a:pt x="740431" y="66884"/>
                  <a:pt x="735321" y="71916"/>
                </a:cubicBezTo>
                <a:cubicBezTo>
                  <a:pt x="730210" y="76948"/>
                  <a:pt x="727226" y="83951"/>
                  <a:pt x="726368" y="92923"/>
                </a:cubicBezTo>
                <a:close/>
                <a:moveTo>
                  <a:pt x="889812" y="154365"/>
                </a:moveTo>
                <a:cubicBezTo>
                  <a:pt x="884585" y="159827"/>
                  <a:pt x="879474" y="163747"/>
                  <a:pt x="874481" y="166127"/>
                </a:cubicBezTo>
                <a:cubicBezTo>
                  <a:pt x="869487" y="168506"/>
                  <a:pt x="864104" y="169696"/>
                  <a:pt x="858330" y="169696"/>
                </a:cubicBezTo>
                <a:cubicBezTo>
                  <a:pt x="846627" y="169696"/>
                  <a:pt x="836406" y="164811"/>
                  <a:pt x="827668" y="155042"/>
                </a:cubicBezTo>
                <a:cubicBezTo>
                  <a:pt x="818930" y="145270"/>
                  <a:pt x="814560" y="132713"/>
                  <a:pt x="814560" y="117372"/>
                </a:cubicBezTo>
                <a:cubicBezTo>
                  <a:pt x="814560" y="102034"/>
                  <a:pt x="819398" y="87999"/>
                  <a:pt x="829072" y="75270"/>
                </a:cubicBezTo>
                <a:cubicBezTo>
                  <a:pt x="838747" y="62540"/>
                  <a:pt x="851191" y="56175"/>
                  <a:pt x="866406" y="56175"/>
                </a:cubicBezTo>
                <a:cubicBezTo>
                  <a:pt x="875846" y="56175"/>
                  <a:pt x="883648" y="59179"/>
                  <a:pt x="889812" y="65187"/>
                </a:cubicBezTo>
                <a:lnTo>
                  <a:pt x="889812" y="45365"/>
                </a:lnTo>
                <a:cubicBezTo>
                  <a:pt x="889812" y="33064"/>
                  <a:pt x="889519" y="25503"/>
                  <a:pt x="888934" y="22682"/>
                </a:cubicBezTo>
                <a:cubicBezTo>
                  <a:pt x="888349" y="19861"/>
                  <a:pt x="887432" y="17942"/>
                  <a:pt x="886184" y="16926"/>
                </a:cubicBezTo>
                <a:cubicBezTo>
                  <a:pt x="884936" y="15907"/>
                  <a:pt x="883375" y="15397"/>
                  <a:pt x="881503" y="15397"/>
                </a:cubicBezTo>
                <a:cubicBezTo>
                  <a:pt x="879474" y="15397"/>
                  <a:pt x="876782" y="16024"/>
                  <a:pt x="873427" y="17277"/>
                </a:cubicBezTo>
                <a:lnTo>
                  <a:pt x="871906" y="13162"/>
                </a:lnTo>
                <a:lnTo>
                  <a:pt x="903856" y="0"/>
                </a:lnTo>
                <a:lnTo>
                  <a:pt x="909122" y="0"/>
                </a:lnTo>
                <a:lnTo>
                  <a:pt x="909122" y="123937"/>
                </a:lnTo>
                <a:cubicBezTo>
                  <a:pt x="909122" y="136498"/>
                  <a:pt x="909415" y="144164"/>
                  <a:pt x="910000" y="146934"/>
                </a:cubicBezTo>
                <a:cubicBezTo>
                  <a:pt x="910585" y="149703"/>
                  <a:pt x="911521" y="151634"/>
                  <a:pt x="912809" y="152727"/>
                </a:cubicBezTo>
                <a:cubicBezTo>
                  <a:pt x="914096" y="153819"/>
                  <a:pt x="915598" y="154365"/>
                  <a:pt x="917314" y="154365"/>
                </a:cubicBezTo>
                <a:cubicBezTo>
                  <a:pt x="919421" y="154365"/>
                  <a:pt x="922230" y="153702"/>
                  <a:pt x="925741" y="152376"/>
                </a:cubicBezTo>
                <a:lnTo>
                  <a:pt x="927028" y="156472"/>
                </a:lnTo>
                <a:lnTo>
                  <a:pt x="895195" y="169696"/>
                </a:lnTo>
                <a:lnTo>
                  <a:pt x="889812" y="169696"/>
                </a:lnTo>
                <a:lnTo>
                  <a:pt x="889812" y="154365"/>
                </a:lnTo>
                <a:moveTo>
                  <a:pt x="889812" y="146198"/>
                </a:moveTo>
                <a:lnTo>
                  <a:pt x="889812" y="91098"/>
                </a:lnTo>
                <a:cubicBezTo>
                  <a:pt x="889344" y="85805"/>
                  <a:pt x="887939" y="80980"/>
                  <a:pt x="885599" y="76623"/>
                </a:cubicBezTo>
                <a:cubicBezTo>
                  <a:pt x="883258" y="72264"/>
                  <a:pt x="880157" y="68976"/>
                  <a:pt x="876295" y="66759"/>
                </a:cubicBezTo>
                <a:cubicBezTo>
                  <a:pt x="872433" y="64541"/>
                  <a:pt x="868668" y="63431"/>
                  <a:pt x="865001" y="63431"/>
                </a:cubicBezTo>
                <a:cubicBezTo>
                  <a:pt x="858135" y="63431"/>
                  <a:pt x="852011" y="66506"/>
                  <a:pt x="846627" y="72655"/>
                </a:cubicBezTo>
                <a:cubicBezTo>
                  <a:pt x="839527" y="80747"/>
                  <a:pt x="835977" y="92576"/>
                  <a:pt x="835977" y="108141"/>
                </a:cubicBezTo>
                <a:cubicBezTo>
                  <a:pt x="835977" y="123862"/>
                  <a:pt x="839410" y="135907"/>
                  <a:pt x="846276" y="144275"/>
                </a:cubicBezTo>
                <a:cubicBezTo>
                  <a:pt x="853142" y="152640"/>
                  <a:pt x="860788" y="156823"/>
                  <a:pt x="869214" y="156823"/>
                </a:cubicBezTo>
                <a:cubicBezTo>
                  <a:pt x="876314" y="156823"/>
                  <a:pt x="883180" y="153281"/>
                  <a:pt x="889812" y="146198"/>
                </a:cubicBezTo>
                <a:close/>
                <a:moveTo>
                  <a:pt x="1130663" y="4213"/>
                </a:moveTo>
                <a:lnTo>
                  <a:pt x="1134291" y="58048"/>
                </a:lnTo>
                <a:lnTo>
                  <a:pt x="1130663" y="58048"/>
                </a:lnTo>
                <a:cubicBezTo>
                  <a:pt x="1125826" y="41856"/>
                  <a:pt x="1118921" y="30202"/>
                  <a:pt x="1109949" y="23085"/>
                </a:cubicBezTo>
                <a:cubicBezTo>
                  <a:pt x="1100976" y="15965"/>
                  <a:pt x="1090209" y="12405"/>
                  <a:pt x="1077648" y="12405"/>
                </a:cubicBezTo>
                <a:cubicBezTo>
                  <a:pt x="1067115" y="12405"/>
                  <a:pt x="1057597" y="15080"/>
                  <a:pt x="1049092" y="20429"/>
                </a:cubicBezTo>
                <a:cubicBezTo>
                  <a:pt x="1040588" y="25776"/>
                  <a:pt x="1033898" y="34306"/>
                  <a:pt x="1029021" y="46019"/>
                </a:cubicBezTo>
                <a:cubicBezTo>
                  <a:pt x="1024145" y="57732"/>
                  <a:pt x="1021707" y="72295"/>
                  <a:pt x="1021707" y="89709"/>
                </a:cubicBezTo>
                <a:cubicBezTo>
                  <a:pt x="1021707" y="104074"/>
                  <a:pt x="1024008" y="116528"/>
                  <a:pt x="1028612" y="127071"/>
                </a:cubicBezTo>
                <a:cubicBezTo>
                  <a:pt x="1033215" y="137611"/>
                  <a:pt x="1040139" y="145693"/>
                  <a:pt x="1049385" y="151315"/>
                </a:cubicBezTo>
                <a:cubicBezTo>
                  <a:pt x="1058630" y="156937"/>
                  <a:pt x="1069183" y="159749"/>
                  <a:pt x="1081042" y="159749"/>
                </a:cubicBezTo>
                <a:cubicBezTo>
                  <a:pt x="1091341" y="159749"/>
                  <a:pt x="1100430" y="157544"/>
                  <a:pt x="1108310" y="153136"/>
                </a:cubicBezTo>
                <a:cubicBezTo>
                  <a:pt x="1116191" y="148728"/>
                  <a:pt x="1124851" y="139970"/>
                  <a:pt x="1134291" y="126863"/>
                </a:cubicBezTo>
                <a:lnTo>
                  <a:pt x="1137919" y="129196"/>
                </a:lnTo>
                <a:cubicBezTo>
                  <a:pt x="1129961" y="143281"/>
                  <a:pt x="1120677" y="153592"/>
                  <a:pt x="1110066" y="160129"/>
                </a:cubicBezTo>
                <a:cubicBezTo>
                  <a:pt x="1099455" y="166663"/>
                  <a:pt x="1086855" y="169930"/>
                  <a:pt x="1072265" y="169930"/>
                </a:cubicBezTo>
                <a:cubicBezTo>
                  <a:pt x="1045971" y="169930"/>
                  <a:pt x="1025608" y="160191"/>
                  <a:pt x="1011174" y="140713"/>
                </a:cubicBezTo>
                <a:cubicBezTo>
                  <a:pt x="1000407" y="126223"/>
                  <a:pt x="995023" y="109160"/>
                  <a:pt x="995023" y="89526"/>
                </a:cubicBezTo>
                <a:cubicBezTo>
                  <a:pt x="995023" y="73709"/>
                  <a:pt x="998573" y="59179"/>
                  <a:pt x="1005673" y="45935"/>
                </a:cubicBezTo>
                <a:cubicBezTo>
                  <a:pt x="1012773" y="32691"/>
                  <a:pt x="1022545" y="22426"/>
                  <a:pt x="1034990" y="15141"/>
                </a:cubicBezTo>
                <a:cubicBezTo>
                  <a:pt x="1047434" y="7856"/>
                  <a:pt x="1061029" y="4213"/>
                  <a:pt x="1075775" y="4213"/>
                </a:cubicBezTo>
                <a:cubicBezTo>
                  <a:pt x="1087245" y="4213"/>
                  <a:pt x="1098558" y="7022"/>
                  <a:pt x="1109715" y="12639"/>
                </a:cubicBezTo>
                <a:cubicBezTo>
                  <a:pt x="1112992" y="14356"/>
                  <a:pt x="1115332" y="15214"/>
                  <a:pt x="1116737" y="15214"/>
                </a:cubicBezTo>
                <a:cubicBezTo>
                  <a:pt x="1118843" y="15214"/>
                  <a:pt x="1120677" y="14473"/>
                  <a:pt x="1122237" y="12991"/>
                </a:cubicBezTo>
                <a:cubicBezTo>
                  <a:pt x="1124266" y="10884"/>
                  <a:pt x="1125709" y="7958"/>
                  <a:pt x="1126567" y="4213"/>
                </a:cubicBezTo>
                <a:lnTo>
                  <a:pt x="1130663" y="4213"/>
                </a:lnTo>
                <a:close/>
                <a:moveTo>
                  <a:pt x="1206654" y="56175"/>
                </a:moveTo>
                <a:cubicBezTo>
                  <a:pt x="1222883" y="56175"/>
                  <a:pt x="1235912" y="62333"/>
                  <a:pt x="1245743" y="74648"/>
                </a:cubicBezTo>
                <a:cubicBezTo>
                  <a:pt x="1254091" y="85169"/>
                  <a:pt x="1258265" y="97250"/>
                  <a:pt x="1258265" y="110891"/>
                </a:cubicBezTo>
                <a:cubicBezTo>
                  <a:pt x="1258265" y="120478"/>
                  <a:pt x="1255964" y="130182"/>
                  <a:pt x="1251361" y="140003"/>
                </a:cubicBezTo>
                <a:cubicBezTo>
                  <a:pt x="1246757" y="149822"/>
                  <a:pt x="1240418" y="157225"/>
                  <a:pt x="1232343" y="162214"/>
                </a:cubicBezTo>
                <a:cubicBezTo>
                  <a:pt x="1224268" y="167202"/>
                  <a:pt x="1215276" y="169696"/>
                  <a:pt x="1205367" y="169696"/>
                </a:cubicBezTo>
                <a:cubicBezTo>
                  <a:pt x="1189217" y="169696"/>
                  <a:pt x="1176382" y="163266"/>
                  <a:pt x="1166863" y="150404"/>
                </a:cubicBezTo>
                <a:cubicBezTo>
                  <a:pt x="1158827" y="139572"/>
                  <a:pt x="1154809" y="127414"/>
                  <a:pt x="1154809" y="113931"/>
                </a:cubicBezTo>
                <a:cubicBezTo>
                  <a:pt x="1154809" y="104110"/>
                  <a:pt x="1157247" y="94347"/>
                  <a:pt x="1162124" y="84643"/>
                </a:cubicBezTo>
                <a:cubicBezTo>
                  <a:pt x="1167000" y="74939"/>
                  <a:pt x="1173417" y="67769"/>
                  <a:pt x="1181375" y="63131"/>
                </a:cubicBezTo>
                <a:cubicBezTo>
                  <a:pt x="1189334" y="58494"/>
                  <a:pt x="1197760" y="56175"/>
                  <a:pt x="1206654" y="56175"/>
                </a:cubicBezTo>
                <a:moveTo>
                  <a:pt x="1203026" y="63899"/>
                </a:moveTo>
                <a:cubicBezTo>
                  <a:pt x="1198891" y="63899"/>
                  <a:pt x="1194737" y="65127"/>
                  <a:pt x="1190562" y="67582"/>
                </a:cubicBezTo>
                <a:cubicBezTo>
                  <a:pt x="1186388" y="70038"/>
                  <a:pt x="1183014" y="74343"/>
                  <a:pt x="1180439" y="80500"/>
                </a:cubicBezTo>
                <a:cubicBezTo>
                  <a:pt x="1177864" y="86656"/>
                  <a:pt x="1176577" y="94565"/>
                  <a:pt x="1176577" y="104228"/>
                </a:cubicBezTo>
                <a:cubicBezTo>
                  <a:pt x="1176577" y="119813"/>
                  <a:pt x="1179678" y="133255"/>
                  <a:pt x="1185881" y="144556"/>
                </a:cubicBezTo>
                <a:cubicBezTo>
                  <a:pt x="1192084" y="155855"/>
                  <a:pt x="1200257" y="161504"/>
                  <a:pt x="1210399" y="161504"/>
                </a:cubicBezTo>
                <a:cubicBezTo>
                  <a:pt x="1217967" y="161504"/>
                  <a:pt x="1224209" y="158387"/>
                  <a:pt x="1229124" y="152152"/>
                </a:cubicBezTo>
                <a:cubicBezTo>
                  <a:pt x="1234040" y="145918"/>
                  <a:pt x="1236497" y="135204"/>
                  <a:pt x="1236497" y="120009"/>
                </a:cubicBezTo>
                <a:cubicBezTo>
                  <a:pt x="1236497" y="100994"/>
                  <a:pt x="1232401" y="86031"/>
                  <a:pt x="1224209" y="75120"/>
                </a:cubicBezTo>
                <a:cubicBezTo>
                  <a:pt x="1218670" y="67640"/>
                  <a:pt x="1211609" y="63899"/>
                  <a:pt x="1203026" y="63899"/>
                </a:cubicBezTo>
                <a:close/>
                <a:moveTo>
                  <a:pt x="1349784" y="154365"/>
                </a:moveTo>
                <a:cubicBezTo>
                  <a:pt x="1344557" y="159827"/>
                  <a:pt x="1339447" y="163747"/>
                  <a:pt x="1334453" y="166127"/>
                </a:cubicBezTo>
                <a:cubicBezTo>
                  <a:pt x="1329460" y="168506"/>
                  <a:pt x="1324076" y="169696"/>
                  <a:pt x="1318303" y="169696"/>
                </a:cubicBezTo>
                <a:cubicBezTo>
                  <a:pt x="1306600" y="169696"/>
                  <a:pt x="1296379" y="164811"/>
                  <a:pt x="1287640" y="155042"/>
                </a:cubicBezTo>
                <a:cubicBezTo>
                  <a:pt x="1278902" y="145270"/>
                  <a:pt x="1274533" y="132713"/>
                  <a:pt x="1274533" y="117372"/>
                </a:cubicBezTo>
                <a:cubicBezTo>
                  <a:pt x="1274533" y="102034"/>
                  <a:pt x="1279370" y="87999"/>
                  <a:pt x="1289045" y="75270"/>
                </a:cubicBezTo>
                <a:cubicBezTo>
                  <a:pt x="1298719" y="62540"/>
                  <a:pt x="1311164" y="56175"/>
                  <a:pt x="1326378" y="56175"/>
                </a:cubicBezTo>
                <a:cubicBezTo>
                  <a:pt x="1335819" y="56175"/>
                  <a:pt x="1343621" y="59179"/>
                  <a:pt x="1349784" y="65187"/>
                </a:cubicBezTo>
                <a:lnTo>
                  <a:pt x="1349784" y="45365"/>
                </a:lnTo>
                <a:cubicBezTo>
                  <a:pt x="1349784" y="33064"/>
                  <a:pt x="1349492" y="25503"/>
                  <a:pt x="1348907" y="22682"/>
                </a:cubicBezTo>
                <a:cubicBezTo>
                  <a:pt x="1348321" y="19861"/>
                  <a:pt x="1347405" y="17942"/>
                  <a:pt x="1346156" y="16926"/>
                </a:cubicBezTo>
                <a:cubicBezTo>
                  <a:pt x="1344908" y="15907"/>
                  <a:pt x="1343348" y="15397"/>
                  <a:pt x="1341475" y="15397"/>
                </a:cubicBezTo>
                <a:cubicBezTo>
                  <a:pt x="1339447" y="15397"/>
                  <a:pt x="1336755" y="16024"/>
                  <a:pt x="1333400" y="17277"/>
                </a:cubicBezTo>
                <a:lnTo>
                  <a:pt x="1331879" y="13162"/>
                </a:lnTo>
                <a:lnTo>
                  <a:pt x="1363828" y="0"/>
                </a:lnTo>
                <a:lnTo>
                  <a:pt x="1369095" y="0"/>
                </a:lnTo>
                <a:lnTo>
                  <a:pt x="1369095" y="123937"/>
                </a:lnTo>
                <a:cubicBezTo>
                  <a:pt x="1369095" y="136498"/>
                  <a:pt x="1369387" y="144164"/>
                  <a:pt x="1369972" y="146934"/>
                </a:cubicBezTo>
                <a:cubicBezTo>
                  <a:pt x="1370558" y="149703"/>
                  <a:pt x="1371494" y="151634"/>
                  <a:pt x="1372781" y="152727"/>
                </a:cubicBezTo>
                <a:cubicBezTo>
                  <a:pt x="1374069" y="153819"/>
                  <a:pt x="1375570" y="154365"/>
                  <a:pt x="1377287" y="154365"/>
                </a:cubicBezTo>
                <a:cubicBezTo>
                  <a:pt x="1379393" y="154365"/>
                  <a:pt x="1382202" y="153702"/>
                  <a:pt x="1385713" y="152376"/>
                </a:cubicBezTo>
                <a:lnTo>
                  <a:pt x="1387001" y="156472"/>
                </a:lnTo>
                <a:lnTo>
                  <a:pt x="1355168" y="169696"/>
                </a:lnTo>
                <a:lnTo>
                  <a:pt x="1349784" y="169696"/>
                </a:lnTo>
                <a:lnTo>
                  <a:pt x="1349784" y="154365"/>
                </a:lnTo>
                <a:moveTo>
                  <a:pt x="1349784" y="146198"/>
                </a:moveTo>
                <a:lnTo>
                  <a:pt x="1349784" y="91098"/>
                </a:lnTo>
                <a:cubicBezTo>
                  <a:pt x="1349316" y="85805"/>
                  <a:pt x="1347912" y="80980"/>
                  <a:pt x="1345571" y="76623"/>
                </a:cubicBezTo>
                <a:cubicBezTo>
                  <a:pt x="1343231" y="72264"/>
                  <a:pt x="1340129" y="68976"/>
                  <a:pt x="1336267" y="66759"/>
                </a:cubicBezTo>
                <a:cubicBezTo>
                  <a:pt x="1332405" y="64541"/>
                  <a:pt x="1328641" y="63431"/>
                  <a:pt x="1324974" y="63431"/>
                </a:cubicBezTo>
                <a:cubicBezTo>
                  <a:pt x="1318108" y="63431"/>
                  <a:pt x="1311983" y="66506"/>
                  <a:pt x="1306600" y="72655"/>
                </a:cubicBezTo>
                <a:cubicBezTo>
                  <a:pt x="1299500" y="80747"/>
                  <a:pt x="1295950" y="92576"/>
                  <a:pt x="1295950" y="108141"/>
                </a:cubicBezTo>
                <a:cubicBezTo>
                  <a:pt x="1295950" y="123862"/>
                  <a:pt x="1299383" y="135907"/>
                  <a:pt x="1306249" y="144275"/>
                </a:cubicBezTo>
                <a:cubicBezTo>
                  <a:pt x="1313114" y="152640"/>
                  <a:pt x="1320760" y="156823"/>
                  <a:pt x="1329187" y="156823"/>
                </a:cubicBezTo>
                <a:cubicBezTo>
                  <a:pt x="1336287" y="156823"/>
                  <a:pt x="1343153" y="153281"/>
                  <a:pt x="1349784" y="146198"/>
                </a:cubicBezTo>
                <a:close/>
                <a:moveTo>
                  <a:pt x="1411928" y="99711"/>
                </a:moveTo>
                <a:cubicBezTo>
                  <a:pt x="1411850" y="115591"/>
                  <a:pt x="1415712" y="128046"/>
                  <a:pt x="1423515" y="137077"/>
                </a:cubicBezTo>
                <a:cubicBezTo>
                  <a:pt x="1431317" y="146106"/>
                  <a:pt x="1440484" y="150620"/>
                  <a:pt x="1451017" y="150620"/>
                </a:cubicBezTo>
                <a:cubicBezTo>
                  <a:pt x="1458039" y="150620"/>
                  <a:pt x="1464144" y="148689"/>
                  <a:pt x="1469333" y="144827"/>
                </a:cubicBezTo>
                <a:cubicBezTo>
                  <a:pt x="1474521" y="140965"/>
                  <a:pt x="1478871" y="134353"/>
                  <a:pt x="1482382" y="124990"/>
                </a:cubicBezTo>
                <a:lnTo>
                  <a:pt x="1486010" y="127331"/>
                </a:lnTo>
                <a:cubicBezTo>
                  <a:pt x="1484371" y="138020"/>
                  <a:pt x="1479612" y="147753"/>
                  <a:pt x="1471732" y="156530"/>
                </a:cubicBezTo>
                <a:cubicBezTo>
                  <a:pt x="1463852" y="165308"/>
                  <a:pt x="1453982" y="169696"/>
                  <a:pt x="1442123" y="169696"/>
                </a:cubicBezTo>
                <a:cubicBezTo>
                  <a:pt x="1429249" y="169696"/>
                  <a:pt x="1418229" y="164694"/>
                  <a:pt x="1409061" y="154691"/>
                </a:cubicBezTo>
                <a:cubicBezTo>
                  <a:pt x="1399894" y="144684"/>
                  <a:pt x="1395310" y="131233"/>
                  <a:pt x="1395310" y="114337"/>
                </a:cubicBezTo>
                <a:cubicBezTo>
                  <a:pt x="1395310" y="96041"/>
                  <a:pt x="1400011" y="81774"/>
                  <a:pt x="1409412" y="71536"/>
                </a:cubicBezTo>
                <a:cubicBezTo>
                  <a:pt x="1418814" y="61295"/>
                  <a:pt x="1430614" y="56175"/>
                  <a:pt x="1444814" y="56175"/>
                </a:cubicBezTo>
                <a:cubicBezTo>
                  <a:pt x="1456830" y="56175"/>
                  <a:pt x="1466699" y="60125"/>
                  <a:pt x="1474423" y="68025"/>
                </a:cubicBezTo>
                <a:cubicBezTo>
                  <a:pt x="1482147" y="75922"/>
                  <a:pt x="1486010" y="86484"/>
                  <a:pt x="1486010" y="99711"/>
                </a:cubicBezTo>
                <a:lnTo>
                  <a:pt x="1411928" y="99711"/>
                </a:lnTo>
                <a:moveTo>
                  <a:pt x="1411928" y="92923"/>
                </a:moveTo>
                <a:lnTo>
                  <a:pt x="1461550" y="92923"/>
                </a:lnTo>
                <a:cubicBezTo>
                  <a:pt x="1461160" y="86057"/>
                  <a:pt x="1460341" y="81220"/>
                  <a:pt x="1459092" y="78411"/>
                </a:cubicBezTo>
                <a:cubicBezTo>
                  <a:pt x="1457142" y="74042"/>
                  <a:pt x="1454235" y="70609"/>
                  <a:pt x="1450373" y="68113"/>
                </a:cubicBezTo>
                <a:cubicBezTo>
                  <a:pt x="1446511" y="65616"/>
                  <a:pt x="1442474" y="64368"/>
                  <a:pt x="1438261" y="64368"/>
                </a:cubicBezTo>
                <a:cubicBezTo>
                  <a:pt x="1431785" y="64368"/>
                  <a:pt x="1425992" y="66884"/>
                  <a:pt x="1420881" y="71916"/>
                </a:cubicBezTo>
                <a:cubicBezTo>
                  <a:pt x="1415771" y="76948"/>
                  <a:pt x="1412787" y="83951"/>
                  <a:pt x="1411928" y="929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andProperties">
            <a:extLst xmlns:a="http://schemas.openxmlformats.org/drawingml/2006/main">
              <a:ext uri="{FF2B5EF4-FFF2-40B4-BE49-F238E27FC236}">
                <a16:creationId xmlns:a16="http://schemas.microsoft.com/office/drawing/2014/main" id="{B1F5174A-A5DE-49A6-B365-D9E034BE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2729" y="2963475"/>
            <a:ext cx="1359319" cy="217679"/>
          </a:xfrm>
          <a:custGeom xmlns:a="http://schemas.openxmlformats.org/drawingml/2006/main">
            <a:pathLst>
              <a:path w="1359319" h="217679">
                <a:moveTo>
                  <a:pt x="59686" y="150971"/>
                </a:moveTo>
                <a:cubicBezTo>
                  <a:pt x="48685" y="159475"/>
                  <a:pt x="41780" y="164391"/>
                  <a:pt x="38972" y="165717"/>
                </a:cubicBezTo>
                <a:cubicBezTo>
                  <a:pt x="34758" y="167746"/>
                  <a:pt x="30272" y="168760"/>
                  <a:pt x="25513" y="168760"/>
                </a:cubicBezTo>
                <a:cubicBezTo>
                  <a:pt x="18101" y="168760"/>
                  <a:pt x="11996" y="166224"/>
                  <a:pt x="7197" y="161153"/>
                </a:cubicBezTo>
                <a:cubicBezTo>
                  <a:pt x="2399" y="156082"/>
                  <a:pt x="0" y="149411"/>
                  <a:pt x="0" y="141140"/>
                </a:cubicBezTo>
                <a:cubicBezTo>
                  <a:pt x="0" y="135913"/>
                  <a:pt x="1170" y="131388"/>
                  <a:pt x="3511" y="127565"/>
                </a:cubicBezTo>
                <a:cubicBezTo>
                  <a:pt x="6710" y="122259"/>
                  <a:pt x="12269" y="117266"/>
                  <a:pt x="20188" y="112585"/>
                </a:cubicBezTo>
                <a:cubicBezTo>
                  <a:pt x="28107" y="107903"/>
                  <a:pt x="41273" y="102208"/>
                  <a:pt x="59686" y="95498"/>
                </a:cubicBezTo>
                <a:lnTo>
                  <a:pt x="59686" y="91285"/>
                </a:lnTo>
                <a:cubicBezTo>
                  <a:pt x="59686" y="80596"/>
                  <a:pt x="57989" y="73262"/>
                  <a:pt x="54595" y="69283"/>
                </a:cubicBezTo>
                <a:cubicBezTo>
                  <a:pt x="51201" y="65304"/>
                  <a:pt x="46267" y="63314"/>
                  <a:pt x="39791" y="63314"/>
                </a:cubicBezTo>
                <a:cubicBezTo>
                  <a:pt x="34876" y="63314"/>
                  <a:pt x="30974" y="64636"/>
                  <a:pt x="28088" y="67279"/>
                </a:cubicBezTo>
                <a:cubicBezTo>
                  <a:pt x="25123" y="69922"/>
                  <a:pt x="23640" y="72954"/>
                  <a:pt x="23640" y="76374"/>
                </a:cubicBezTo>
                <a:lnTo>
                  <a:pt x="23875" y="83137"/>
                </a:lnTo>
                <a:cubicBezTo>
                  <a:pt x="23875" y="86711"/>
                  <a:pt x="22958" y="89470"/>
                  <a:pt x="21124" y="91413"/>
                </a:cubicBezTo>
                <a:cubicBezTo>
                  <a:pt x="19291" y="93356"/>
                  <a:pt x="16892" y="94328"/>
                  <a:pt x="13927" y="94328"/>
                </a:cubicBezTo>
                <a:cubicBezTo>
                  <a:pt x="11040" y="94328"/>
                  <a:pt x="8680" y="93317"/>
                  <a:pt x="6846" y="91296"/>
                </a:cubicBezTo>
                <a:cubicBezTo>
                  <a:pt x="5013" y="89272"/>
                  <a:pt x="4096" y="86510"/>
                  <a:pt x="4096" y="83009"/>
                </a:cubicBezTo>
                <a:cubicBezTo>
                  <a:pt x="4096" y="76321"/>
                  <a:pt x="7529" y="70176"/>
                  <a:pt x="14395" y="64576"/>
                </a:cubicBezTo>
                <a:cubicBezTo>
                  <a:pt x="21261" y="58976"/>
                  <a:pt x="30896" y="56175"/>
                  <a:pt x="43302" y="56175"/>
                </a:cubicBezTo>
                <a:cubicBezTo>
                  <a:pt x="52820" y="56175"/>
                  <a:pt x="60623" y="57772"/>
                  <a:pt x="66708" y="60966"/>
                </a:cubicBezTo>
                <a:cubicBezTo>
                  <a:pt x="71311" y="63383"/>
                  <a:pt x="74705" y="67163"/>
                  <a:pt x="76890" y="72307"/>
                </a:cubicBezTo>
                <a:cubicBezTo>
                  <a:pt x="78294" y="75657"/>
                  <a:pt x="78997" y="82515"/>
                  <a:pt x="78997" y="92879"/>
                </a:cubicBezTo>
                <a:lnTo>
                  <a:pt x="78997" y="129232"/>
                </a:lnTo>
                <a:cubicBezTo>
                  <a:pt x="78997" y="139441"/>
                  <a:pt x="79192" y="145695"/>
                  <a:pt x="79582" y="147994"/>
                </a:cubicBezTo>
                <a:cubicBezTo>
                  <a:pt x="79972" y="150293"/>
                  <a:pt x="80615" y="151833"/>
                  <a:pt x="81513" y="152613"/>
                </a:cubicBezTo>
                <a:cubicBezTo>
                  <a:pt x="82410" y="153391"/>
                  <a:pt x="83444" y="153780"/>
                  <a:pt x="84614" y="153780"/>
                </a:cubicBezTo>
                <a:cubicBezTo>
                  <a:pt x="85862" y="153780"/>
                  <a:pt x="86955" y="153507"/>
                  <a:pt x="87891" y="152961"/>
                </a:cubicBezTo>
                <a:cubicBezTo>
                  <a:pt x="89529" y="151946"/>
                  <a:pt x="92689" y="149099"/>
                  <a:pt x="97371" y="144417"/>
                </a:cubicBezTo>
                <a:lnTo>
                  <a:pt x="97371" y="150971"/>
                </a:lnTo>
                <a:cubicBezTo>
                  <a:pt x="88632" y="162674"/>
                  <a:pt x="80284" y="168526"/>
                  <a:pt x="72326" y="168526"/>
                </a:cubicBezTo>
                <a:cubicBezTo>
                  <a:pt x="68503" y="168526"/>
                  <a:pt x="65460" y="167200"/>
                  <a:pt x="63197" y="164547"/>
                </a:cubicBezTo>
                <a:cubicBezTo>
                  <a:pt x="60935" y="161894"/>
                  <a:pt x="59764" y="157369"/>
                  <a:pt x="59686" y="150971"/>
                </a:cubicBezTo>
                <a:moveTo>
                  <a:pt x="59686" y="143298"/>
                </a:moveTo>
                <a:lnTo>
                  <a:pt x="59686" y="102637"/>
                </a:lnTo>
                <a:cubicBezTo>
                  <a:pt x="47905" y="107296"/>
                  <a:pt x="40298" y="110598"/>
                  <a:pt x="36865" y="112541"/>
                </a:cubicBezTo>
                <a:cubicBezTo>
                  <a:pt x="30701" y="115959"/>
                  <a:pt x="26293" y="119532"/>
                  <a:pt x="23640" y="123260"/>
                </a:cubicBezTo>
                <a:cubicBezTo>
                  <a:pt x="20988" y="126988"/>
                  <a:pt x="19661" y="131066"/>
                  <a:pt x="19661" y="135494"/>
                </a:cubicBezTo>
                <a:cubicBezTo>
                  <a:pt x="19661" y="141087"/>
                  <a:pt x="21339" y="145728"/>
                  <a:pt x="24694" y="149417"/>
                </a:cubicBezTo>
                <a:cubicBezTo>
                  <a:pt x="28049" y="153106"/>
                  <a:pt x="31911" y="154950"/>
                  <a:pt x="36280" y="154950"/>
                </a:cubicBezTo>
                <a:cubicBezTo>
                  <a:pt x="42210" y="154950"/>
                  <a:pt x="50012" y="151066"/>
                  <a:pt x="59686" y="143298"/>
                </a:cubicBezTo>
                <a:close/>
                <a:moveTo>
                  <a:pt x="135942" y="78880"/>
                </a:moveTo>
                <a:cubicBezTo>
                  <a:pt x="148503" y="63743"/>
                  <a:pt x="160479" y="56175"/>
                  <a:pt x="171871" y="56175"/>
                </a:cubicBezTo>
                <a:cubicBezTo>
                  <a:pt x="177722" y="56175"/>
                  <a:pt x="182754" y="57636"/>
                  <a:pt x="186968" y="60557"/>
                </a:cubicBezTo>
                <a:cubicBezTo>
                  <a:pt x="191181" y="63475"/>
                  <a:pt x="194536" y="68282"/>
                  <a:pt x="197032" y="74977"/>
                </a:cubicBezTo>
                <a:cubicBezTo>
                  <a:pt x="198749" y="79646"/>
                  <a:pt x="199607" y="86808"/>
                  <a:pt x="199607" y="96464"/>
                </a:cubicBezTo>
                <a:lnTo>
                  <a:pt x="199607" y="142121"/>
                </a:lnTo>
                <a:cubicBezTo>
                  <a:pt x="199607" y="148894"/>
                  <a:pt x="200153" y="153487"/>
                  <a:pt x="201246" y="155901"/>
                </a:cubicBezTo>
                <a:cubicBezTo>
                  <a:pt x="202104" y="157847"/>
                  <a:pt x="203489" y="159365"/>
                  <a:pt x="205400" y="160454"/>
                </a:cubicBezTo>
                <a:cubicBezTo>
                  <a:pt x="207312" y="161544"/>
                  <a:pt x="210842" y="162089"/>
                  <a:pt x="215992" y="162089"/>
                </a:cubicBezTo>
                <a:lnTo>
                  <a:pt x="215992" y="166419"/>
                </a:lnTo>
                <a:lnTo>
                  <a:pt x="162976" y="166419"/>
                </a:lnTo>
                <a:lnTo>
                  <a:pt x="162976" y="162089"/>
                </a:lnTo>
                <a:lnTo>
                  <a:pt x="165200" y="162089"/>
                </a:lnTo>
                <a:cubicBezTo>
                  <a:pt x="170193" y="162089"/>
                  <a:pt x="173685" y="161332"/>
                  <a:pt x="175674" y="159818"/>
                </a:cubicBezTo>
                <a:cubicBezTo>
                  <a:pt x="177664" y="158304"/>
                  <a:pt x="179048" y="156073"/>
                  <a:pt x="179829" y="153125"/>
                </a:cubicBezTo>
                <a:cubicBezTo>
                  <a:pt x="180141" y="151960"/>
                  <a:pt x="180297" y="148311"/>
                  <a:pt x="180297" y="142179"/>
                </a:cubicBezTo>
                <a:lnTo>
                  <a:pt x="180297" y="98515"/>
                </a:lnTo>
                <a:cubicBezTo>
                  <a:pt x="180297" y="88814"/>
                  <a:pt x="179029" y="81770"/>
                  <a:pt x="176493" y="77384"/>
                </a:cubicBezTo>
                <a:cubicBezTo>
                  <a:pt x="173958" y="72997"/>
                  <a:pt x="169686" y="70804"/>
                  <a:pt x="163678" y="70804"/>
                </a:cubicBezTo>
                <a:cubicBezTo>
                  <a:pt x="154394" y="70804"/>
                  <a:pt x="145148" y="75850"/>
                  <a:pt x="135942" y="85942"/>
                </a:cubicBezTo>
                <a:lnTo>
                  <a:pt x="135942" y="142179"/>
                </a:lnTo>
                <a:cubicBezTo>
                  <a:pt x="135942" y="149399"/>
                  <a:pt x="136371" y="153862"/>
                  <a:pt x="137229" y="155568"/>
                </a:cubicBezTo>
                <a:cubicBezTo>
                  <a:pt x="138321" y="157819"/>
                  <a:pt x="139823" y="159468"/>
                  <a:pt x="141735" y="160517"/>
                </a:cubicBezTo>
                <a:cubicBezTo>
                  <a:pt x="143646" y="161565"/>
                  <a:pt x="147528" y="162089"/>
                  <a:pt x="153379" y="162089"/>
                </a:cubicBezTo>
                <a:lnTo>
                  <a:pt x="153379" y="166419"/>
                </a:lnTo>
                <a:lnTo>
                  <a:pt x="100364" y="166419"/>
                </a:lnTo>
                <a:lnTo>
                  <a:pt x="100364" y="162089"/>
                </a:lnTo>
                <a:lnTo>
                  <a:pt x="102705" y="162089"/>
                </a:lnTo>
                <a:cubicBezTo>
                  <a:pt x="108166" y="162089"/>
                  <a:pt x="111853" y="160708"/>
                  <a:pt x="113764" y="157946"/>
                </a:cubicBezTo>
                <a:cubicBezTo>
                  <a:pt x="115676" y="155181"/>
                  <a:pt x="116631" y="149906"/>
                  <a:pt x="116631" y="142121"/>
                </a:cubicBezTo>
                <a:lnTo>
                  <a:pt x="116631" y="102418"/>
                </a:lnTo>
                <a:cubicBezTo>
                  <a:pt x="116631" y="89573"/>
                  <a:pt x="116339" y="81750"/>
                  <a:pt x="115754" y="78949"/>
                </a:cubicBezTo>
                <a:cubicBezTo>
                  <a:pt x="115169" y="76145"/>
                  <a:pt x="114271" y="74237"/>
                  <a:pt x="113062" y="73225"/>
                </a:cubicBezTo>
                <a:cubicBezTo>
                  <a:pt x="111853" y="72214"/>
                  <a:pt x="110234" y="71708"/>
                  <a:pt x="108205" y="71708"/>
                </a:cubicBezTo>
                <a:cubicBezTo>
                  <a:pt x="106021" y="71708"/>
                  <a:pt x="103407" y="72292"/>
                  <a:pt x="100364" y="73459"/>
                </a:cubicBezTo>
                <a:lnTo>
                  <a:pt x="98609" y="69254"/>
                </a:lnTo>
                <a:lnTo>
                  <a:pt x="130909" y="56175"/>
                </a:lnTo>
                <a:lnTo>
                  <a:pt x="135942" y="56175"/>
                </a:lnTo>
                <a:lnTo>
                  <a:pt x="135942" y="78880"/>
                </a:lnTo>
                <a:close/>
                <a:moveTo>
                  <a:pt x="300255" y="154365"/>
                </a:moveTo>
                <a:cubicBezTo>
                  <a:pt x="295027" y="159827"/>
                  <a:pt x="289917" y="163747"/>
                  <a:pt x="284923" y="166127"/>
                </a:cubicBezTo>
                <a:cubicBezTo>
                  <a:pt x="279930" y="168506"/>
                  <a:pt x="274547" y="169696"/>
                  <a:pt x="268773" y="169696"/>
                </a:cubicBezTo>
                <a:cubicBezTo>
                  <a:pt x="257070" y="169696"/>
                  <a:pt x="246849" y="164811"/>
                  <a:pt x="238111" y="155042"/>
                </a:cubicBezTo>
                <a:cubicBezTo>
                  <a:pt x="229372" y="145270"/>
                  <a:pt x="225003" y="132713"/>
                  <a:pt x="225003" y="117372"/>
                </a:cubicBezTo>
                <a:cubicBezTo>
                  <a:pt x="225003" y="102034"/>
                  <a:pt x="229840" y="87999"/>
                  <a:pt x="239515" y="75270"/>
                </a:cubicBezTo>
                <a:cubicBezTo>
                  <a:pt x="249190" y="62540"/>
                  <a:pt x="261634" y="56175"/>
                  <a:pt x="276848" y="56175"/>
                </a:cubicBezTo>
                <a:cubicBezTo>
                  <a:pt x="286289" y="56175"/>
                  <a:pt x="294091" y="59179"/>
                  <a:pt x="300255" y="65187"/>
                </a:cubicBezTo>
                <a:lnTo>
                  <a:pt x="300255" y="45365"/>
                </a:lnTo>
                <a:cubicBezTo>
                  <a:pt x="300255" y="33064"/>
                  <a:pt x="299962" y="25503"/>
                  <a:pt x="299377" y="22682"/>
                </a:cubicBezTo>
                <a:cubicBezTo>
                  <a:pt x="298792" y="19861"/>
                  <a:pt x="297875" y="17942"/>
                  <a:pt x="296627" y="16926"/>
                </a:cubicBezTo>
                <a:cubicBezTo>
                  <a:pt x="295378" y="15907"/>
                  <a:pt x="293818" y="15397"/>
                  <a:pt x="291945" y="15397"/>
                </a:cubicBezTo>
                <a:cubicBezTo>
                  <a:pt x="289917" y="15397"/>
                  <a:pt x="287225" y="16024"/>
                  <a:pt x="283870" y="17277"/>
                </a:cubicBezTo>
                <a:lnTo>
                  <a:pt x="282349" y="13162"/>
                </a:lnTo>
                <a:lnTo>
                  <a:pt x="314298" y="0"/>
                </a:lnTo>
                <a:lnTo>
                  <a:pt x="319565" y="0"/>
                </a:lnTo>
                <a:lnTo>
                  <a:pt x="319565" y="123937"/>
                </a:lnTo>
                <a:cubicBezTo>
                  <a:pt x="319565" y="136498"/>
                  <a:pt x="319857" y="144164"/>
                  <a:pt x="320443" y="146934"/>
                </a:cubicBezTo>
                <a:cubicBezTo>
                  <a:pt x="321028" y="149703"/>
                  <a:pt x="321964" y="151634"/>
                  <a:pt x="323251" y="152727"/>
                </a:cubicBezTo>
                <a:cubicBezTo>
                  <a:pt x="324539" y="153819"/>
                  <a:pt x="326041" y="154365"/>
                  <a:pt x="327757" y="154365"/>
                </a:cubicBezTo>
                <a:cubicBezTo>
                  <a:pt x="329864" y="154365"/>
                  <a:pt x="332672" y="153702"/>
                  <a:pt x="336183" y="152376"/>
                </a:cubicBezTo>
                <a:lnTo>
                  <a:pt x="337471" y="156472"/>
                </a:lnTo>
                <a:lnTo>
                  <a:pt x="305638" y="169696"/>
                </a:lnTo>
                <a:lnTo>
                  <a:pt x="300255" y="169696"/>
                </a:lnTo>
                <a:lnTo>
                  <a:pt x="300255" y="154365"/>
                </a:lnTo>
                <a:moveTo>
                  <a:pt x="300255" y="146198"/>
                </a:moveTo>
                <a:lnTo>
                  <a:pt x="300255" y="91098"/>
                </a:lnTo>
                <a:cubicBezTo>
                  <a:pt x="299786" y="85805"/>
                  <a:pt x="298382" y="80980"/>
                  <a:pt x="296041" y="76623"/>
                </a:cubicBezTo>
                <a:cubicBezTo>
                  <a:pt x="293701" y="72264"/>
                  <a:pt x="290599" y="68976"/>
                  <a:pt x="286737" y="66759"/>
                </a:cubicBezTo>
                <a:cubicBezTo>
                  <a:pt x="282875" y="64541"/>
                  <a:pt x="279111" y="63431"/>
                  <a:pt x="275444" y="63431"/>
                </a:cubicBezTo>
                <a:cubicBezTo>
                  <a:pt x="268578" y="63431"/>
                  <a:pt x="262453" y="66506"/>
                  <a:pt x="257070" y="72655"/>
                </a:cubicBezTo>
                <a:cubicBezTo>
                  <a:pt x="249970" y="80747"/>
                  <a:pt x="246420" y="92576"/>
                  <a:pt x="246420" y="108141"/>
                </a:cubicBezTo>
                <a:cubicBezTo>
                  <a:pt x="246420" y="123862"/>
                  <a:pt x="249853" y="135907"/>
                  <a:pt x="256719" y="144275"/>
                </a:cubicBezTo>
                <a:cubicBezTo>
                  <a:pt x="263585" y="152640"/>
                  <a:pt x="271231" y="156823"/>
                  <a:pt x="279657" y="156823"/>
                </a:cubicBezTo>
                <a:cubicBezTo>
                  <a:pt x="286757" y="156823"/>
                  <a:pt x="293623" y="153281"/>
                  <a:pt x="300255" y="146198"/>
                </a:cubicBezTo>
                <a:close/>
                <a:moveTo>
                  <a:pt x="445959" y="91987"/>
                </a:moveTo>
                <a:lnTo>
                  <a:pt x="445959" y="138291"/>
                </a:lnTo>
                <a:cubicBezTo>
                  <a:pt x="445959" y="148295"/>
                  <a:pt x="447051" y="154509"/>
                  <a:pt x="449236" y="156932"/>
                </a:cubicBezTo>
                <a:cubicBezTo>
                  <a:pt x="452201" y="160370"/>
                  <a:pt x="456687" y="162089"/>
                  <a:pt x="462695" y="162089"/>
                </a:cubicBezTo>
                <a:lnTo>
                  <a:pt x="468780" y="162089"/>
                </a:lnTo>
                <a:lnTo>
                  <a:pt x="468780" y="166419"/>
                </a:lnTo>
                <a:lnTo>
                  <a:pt x="400785" y="166419"/>
                </a:lnTo>
                <a:lnTo>
                  <a:pt x="400785" y="162089"/>
                </a:lnTo>
                <a:lnTo>
                  <a:pt x="406753" y="162089"/>
                </a:lnTo>
                <a:cubicBezTo>
                  <a:pt x="413463" y="162089"/>
                  <a:pt x="418261" y="159905"/>
                  <a:pt x="421148" y="155535"/>
                </a:cubicBezTo>
                <a:cubicBezTo>
                  <a:pt x="422709" y="153117"/>
                  <a:pt x="423489" y="147382"/>
                  <a:pt x="423489" y="138332"/>
                </a:cubicBezTo>
                <a:lnTo>
                  <a:pt x="423489" y="35812"/>
                </a:lnTo>
                <a:cubicBezTo>
                  <a:pt x="423489" y="25825"/>
                  <a:pt x="422436" y="19622"/>
                  <a:pt x="420329" y="17204"/>
                </a:cubicBezTo>
                <a:cubicBezTo>
                  <a:pt x="417286" y="13771"/>
                  <a:pt x="412761" y="12054"/>
                  <a:pt x="406753" y="12054"/>
                </a:cubicBezTo>
                <a:lnTo>
                  <a:pt x="400785" y="12054"/>
                </a:lnTo>
                <a:lnTo>
                  <a:pt x="400785" y="7724"/>
                </a:lnTo>
                <a:lnTo>
                  <a:pt x="458950" y="7724"/>
                </a:lnTo>
                <a:cubicBezTo>
                  <a:pt x="473149" y="7724"/>
                  <a:pt x="484346" y="9186"/>
                  <a:pt x="492538" y="12109"/>
                </a:cubicBezTo>
                <a:cubicBezTo>
                  <a:pt x="500730" y="15030"/>
                  <a:pt x="507635" y="19958"/>
                  <a:pt x="513252" y="26892"/>
                </a:cubicBezTo>
                <a:cubicBezTo>
                  <a:pt x="518870" y="33826"/>
                  <a:pt x="521679" y="42046"/>
                  <a:pt x="521679" y="51553"/>
                </a:cubicBezTo>
                <a:cubicBezTo>
                  <a:pt x="521679" y="64487"/>
                  <a:pt x="517407" y="75006"/>
                  <a:pt x="508864" y="83111"/>
                </a:cubicBezTo>
                <a:cubicBezTo>
                  <a:pt x="500320" y="91213"/>
                  <a:pt x="488247" y="95264"/>
                  <a:pt x="472642" y="95264"/>
                </a:cubicBezTo>
                <a:cubicBezTo>
                  <a:pt x="468819" y="95264"/>
                  <a:pt x="464684" y="94991"/>
                  <a:pt x="460237" y="94445"/>
                </a:cubicBezTo>
                <a:cubicBezTo>
                  <a:pt x="455790" y="93899"/>
                  <a:pt x="451030" y="93079"/>
                  <a:pt x="445959" y="91987"/>
                </a:cubicBezTo>
                <a:moveTo>
                  <a:pt x="445959" y="85199"/>
                </a:moveTo>
                <a:cubicBezTo>
                  <a:pt x="450094" y="85979"/>
                  <a:pt x="453761" y="86565"/>
                  <a:pt x="456960" y="86955"/>
                </a:cubicBezTo>
                <a:cubicBezTo>
                  <a:pt x="460159" y="87345"/>
                  <a:pt x="462890" y="87540"/>
                  <a:pt x="465152" y="87540"/>
                </a:cubicBezTo>
                <a:cubicBezTo>
                  <a:pt x="473266" y="87540"/>
                  <a:pt x="480269" y="84400"/>
                  <a:pt x="486160" y="78119"/>
                </a:cubicBezTo>
                <a:cubicBezTo>
                  <a:pt x="492050" y="71838"/>
                  <a:pt x="494995" y="63704"/>
                  <a:pt x="494995" y="53718"/>
                </a:cubicBezTo>
                <a:cubicBezTo>
                  <a:pt x="494995" y="46852"/>
                  <a:pt x="493591" y="40474"/>
                  <a:pt x="490782" y="34583"/>
                </a:cubicBezTo>
                <a:cubicBezTo>
                  <a:pt x="487974" y="28692"/>
                  <a:pt x="483994" y="24284"/>
                  <a:pt x="478845" y="21358"/>
                </a:cubicBezTo>
                <a:cubicBezTo>
                  <a:pt x="473696" y="18433"/>
                  <a:pt x="467844" y="16970"/>
                  <a:pt x="461290" y="16970"/>
                </a:cubicBezTo>
                <a:cubicBezTo>
                  <a:pt x="457311" y="16970"/>
                  <a:pt x="452201" y="17711"/>
                  <a:pt x="445959" y="19193"/>
                </a:cubicBezTo>
                <a:lnTo>
                  <a:pt x="445959" y="85199"/>
                </a:lnTo>
                <a:close/>
                <a:moveTo>
                  <a:pt x="569594" y="56175"/>
                </a:moveTo>
                <a:lnTo>
                  <a:pt x="569594" y="80284"/>
                </a:lnTo>
                <a:cubicBezTo>
                  <a:pt x="578567" y="64212"/>
                  <a:pt x="587773" y="56175"/>
                  <a:pt x="597214" y="56175"/>
                </a:cubicBezTo>
                <a:cubicBezTo>
                  <a:pt x="601505" y="56175"/>
                  <a:pt x="605055" y="57482"/>
                  <a:pt x="607864" y="60096"/>
                </a:cubicBezTo>
                <a:cubicBezTo>
                  <a:pt x="610673" y="62710"/>
                  <a:pt x="612077" y="65733"/>
                  <a:pt x="612077" y="69166"/>
                </a:cubicBezTo>
                <a:cubicBezTo>
                  <a:pt x="612077" y="72209"/>
                  <a:pt x="611063" y="74783"/>
                  <a:pt x="609034" y="76890"/>
                </a:cubicBezTo>
                <a:cubicBezTo>
                  <a:pt x="607006" y="78997"/>
                  <a:pt x="604587" y="80050"/>
                  <a:pt x="601778" y="80050"/>
                </a:cubicBezTo>
                <a:cubicBezTo>
                  <a:pt x="599047" y="80050"/>
                  <a:pt x="595985" y="78704"/>
                  <a:pt x="592591" y="76012"/>
                </a:cubicBezTo>
                <a:cubicBezTo>
                  <a:pt x="589197" y="73320"/>
                  <a:pt x="586681" y="71975"/>
                  <a:pt x="585043" y="71975"/>
                </a:cubicBezTo>
                <a:cubicBezTo>
                  <a:pt x="583638" y="71975"/>
                  <a:pt x="582117" y="72752"/>
                  <a:pt x="580478" y="74308"/>
                </a:cubicBezTo>
                <a:cubicBezTo>
                  <a:pt x="576967" y="77500"/>
                  <a:pt x="573339" y="82753"/>
                  <a:pt x="569594" y="90067"/>
                </a:cubicBezTo>
                <a:lnTo>
                  <a:pt x="569594" y="141312"/>
                </a:lnTo>
                <a:cubicBezTo>
                  <a:pt x="569594" y="147225"/>
                  <a:pt x="570336" y="151699"/>
                  <a:pt x="571818" y="154734"/>
                </a:cubicBezTo>
                <a:cubicBezTo>
                  <a:pt x="572832" y="156836"/>
                  <a:pt x="574627" y="158588"/>
                  <a:pt x="577201" y="159990"/>
                </a:cubicBezTo>
                <a:cubicBezTo>
                  <a:pt x="579776" y="161389"/>
                  <a:pt x="583482" y="162089"/>
                  <a:pt x="588320" y="162089"/>
                </a:cubicBezTo>
                <a:lnTo>
                  <a:pt x="588320" y="166419"/>
                </a:lnTo>
                <a:lnTo>
                  <a:pt x="533432" y="166419"/>
                </a:lnTo>
                <a:lnTo>
                  <a:pt x="533432" y="162089"/>
                </a:lnTo>
                <a:cubicBezTo>
                  <a:pt x="538893" y="162089"/>
                  <a:pt x="542950" y="161233"/>
                  <a:pt x="545603" y="159522"/>
                </a:cubicBezTo>
                <a:cubicBezTo>
                  <a:pt x="547553" y="158276"/>
                  <a:pt x="548919" y="156290"/>
                  <a:pt x="549699" y="153564"/>
                </a:cubicBezTo>
                <a:cubicBezTo>
                  <a:pt x="550089" y="152240"/>
                  <a:pt x="550284" y="148465"/>
                  <a:pt x="550284" y="142238"/>
                </a:cubicBezTo>
                <a:lnTo>
                  <a:pt x="550284" y="100783"/>
                </a:lnTo>
                <a:cubicBezTo>
                  <a:pt x="550284" y="88326"/>
                  <a:pt x="550031" y="80912"/>
                  <a:pt x="549523" y="78539"/>
                </a:cubicBezTo>
                <a:cubicBezTo>
                  <a:pt x="549016" y="76165"/>
                  <a:pt x="548080" y="74432"/>
                  <a:pt x="546715" y="73342"/>
                </a:cubicBezTo>
                <a:cubicBezTo>
                  <a:pt x="545349" y="72253"/>
                  <a:pt x="543652" y="71708"/>
                  <a:pt x="541624" y="71708"/>
                </a:cubicBezTo>
                <a:cubicBezTo>
                  <a:pt x="539205" y="71708"/>
                  <a:pt x="536474" y="72292"/>
                  <a:pt x="533432" y="73459"/>
                </a:cubicBezTo>
                <a:lnTo>
                  <a:pt x="532261" y="69254"/>
                </a:lnTo>
                <a:lnTo>
                  <a:pt x="564679" y="56175"/>
                </a:lnTo>
                <a:lnTo>
                  <a:pt x="569594" y="56175"/>
                </a:lnTo>
                <a:close/>
                <a:moveTo>
                  <a:pt x="669971" y="56175"/>
                </a:moveTo>
                <a:cubicBezTo>
                  <a:pt x="686199" y="56175"/>
                  <a:pt x="699229" y="62333"/>
                  <a:pt x="709059" y="74648"/>
                </a:cubicBezTo>
                <a:cubicBezTo>
                  <a:pt x="717408" y="85169"/>
                  <a:pt x="721582" y="97250"/>
                  <a:pt x="721582" y="110891"/>
                </a:cubicBezTo>
                <a:cubicBezTo>
                  <a:pt x="721582" y="120478"/>
                  <a:pt x="719280" y="130182"/>
                  <a:pt x="714677" y="140003"/>
                </a:cubicBezTo>
                <a:cubicBezTo>
                  <a:pt x="710074" y="149822"/>
                  <a:pt x="703734" y="157225"/>
                  <a:pt x="695659" y="162214"/>
                </a:cubicBezTo>
                <a:cubicBezTo>
                  <a:pt x="687584" y="167202"/>
                  <a:pt x="678592" y="169696"/>
                  <a:pt x="668683" y="169696"/>
                </a:cubicBezTo>
                <a:cubicBezTo>
                  <a:pt x="652533" y="169696"/>
                  <a:pt x="639698" y="163266"/>
                  <a:pt x="630180" y="150404"/>
                </a:cubicBezTo>
                <a:cubicBezTo>
                  <a:pt x="622144" y="139572"/>
                  <a:pt x="618126" y="127414"/>
                  <a:pt x="618126" y="113931"/>
                </a:cubicBezTo>
                <a:cubicBezTo>
                  <a:pt x="618126" y="104110"/>
                  <a:pt x="620564" y="94347"/>
                  <a:pt x="625440" y="84643"/>
                </a:cubicBezTo>
                <a:cubicBezTo>
                  <a:pt x="630316" y="74939"/>
                  <a:pt x="636734" y="67769"/>
                  <a:pt x="644692" y="63131"/>
                </a:cubicBezTo>
                <a:cubicBezTo>
                  <a:pt x="652650" y="58494"/>
                  <a:pt x="661076" y="56175"/>
                  <a:pt x="669971" y="56175"/>
                </a:cubicBezTo>
                <a:moveTo>
                  <a:pt x="666343" y="63899"/>
                </a:moveTo>
                <a:cubicBezTo>
                  <a:pt x="662208" y="63899"/>
                  <a:pt x="658053" y="65127"/>
                  <a:pt x="653879" y="67582"/>
                </a:cubicBezTo>
                <a:cubicBezTo>
                  <a:pt x="649705" y="70038"/>
                  <a:pt x="646330" y="74343"/>
                  <a:pt x="643755" y="80500"/>
                </a:cubicBezTo>
                <a:cubicBezTo>
                  <a:pt x="641181" y="86656"/>
                  <a:pt x="639893" y="94565"/>
                  <a:pt x="639893" y="104228"/>
                </a:cubicBezTo>
                <a:cubicBezTo>
                  <a:pt x="639893" y="119813"/>
                  <a:pt x="642995" y="133255"/>
                  <a:pt x="649197" y="144556"/>
                </a:cubicBezTo>
                <a:cubicBezTo>
                  <a:pt x="655400" y="155855"/>
                  <a:pt x="663573" y="161504"/>
                  <a:pt x="673716" y="161504"/>
                </a:cubicBezTo>
                <a:cubicBezTo>
                  <a:pt x="681284" y="161504"/>
                  <a:pt x="687525" y="158387"/>
                  <a:pt x="692441" y="152152"/>
                </a:cubicBezTo>
                <a:cubicBezTo>
                  <a:pt x="697356" y="145918"/>
                  <a:pt x="699814" y="135204"/>
                  <a:pt x="699814" y="120009"/>
                </a:cubicBezTo>
                <a:cubicBezTo>
                  <a:pt x="699814" y="100994"/>
                  <a:pt x="695718" y="86031"/>
                  <a:pt x="687525" y="75120"/>
                </a:cubicBezTo>
                <a:cubicBezTo>
                  <a:pt x="681986" y="67640"/>
                  <a:pt x="674925" y="63899"/>
                  <a:pt x="666343" y="63899"/>
                </a:cubicBezTo>
                <a:close/>
                <a:moveTo>
                  <a:pt x="729657" y="69762"/>
                </a:moveTo>
                <a:lnTo>
                  <a:pt x="762660" y="56409"/>
                </a:lnTo>
                <a:lnTo>
                  <a:pt x="767107" y="56409"/>
                </a:lnTo>
                <a:lnTo>
                  <a:pt x="767107" y="81454"/>
                </a:lnTo>
                <a:cubicBezTo>
                  <a:pt x="772647" y="72014"/>
                  <a:pt x="778206" y="65440"/>
                  <a:pt x="783784" y="61734"/>
                </a:cubicBezTo>
                <a:cubicBezTo>
                  <a:pt x="789363" y="58028"/>
                  <a:pt x="795234" y="56175"/>
                  <a:pt x="801397" y="56175"/>
                </a:cubicBezTo>
                <a:cubicBezTo>
                  <a:pt x="812164" y="56175"/>
                  <a:pt x="821137" y="60384"/>
                  <a:pt x="828315" y="68800"/>
                </a:cubicBezTo>
                <a:cubicBezTo>
                  <a:pt x="837131" y="79089"/>
                  <a:pt x="841539" y="92495"/>
                  <a:pt x="841539" y="109019"/>
                </a:cubicBezTo>
                <a:cubicBezTo>
                  <a:pt x="841539" y="127490"/>
                  <a:pt x="836234" y="142767"/>
                  <a:pt x="825623" y="154848"/>
                </a:cubicBezTo>
                <a:cubicBezTo>
                  <a:pt x="816885" y="164747"/>
                  <a:pt x="805884" y="169696"/>
                  <a:pt x="792620" y="169696"/>
                </a:cubicBezTo>
                <a:cubicBezTo>
                  <a:pt x="786847" y="169696"/>
                  <a:pt x="781853" y="168877"/>
                  <a:pt x="777640" y="167239"/>
                </a:cubicBezTo>
                <a:cubicBezTo>
                  <a:pt x="774519" y="166068"/>
                  <a:pt x="771008" y="163728"/>
                  <a:pt x="767107" y="160217"/>
                </a:cubicBezTo>
                <a:lnTo>
                  <a:pt x="767107" y="192869"/>
                </a:lnTo>
                <a:cubicBezTo>
                  <a:pt x="767107" y="200203"/>
                  <a:pt x="767556" y="204864"/>
                  <a:pt x="768453" y="206854"/>
                </a:cubicBezTo>
                <a:cubicBezTo>
                  <a:pt x="769350" y="208843"/>
                  <a:pt x="770911" y="210423"/>
                  <a:pt x="773134" y="211594"/>
                </a:cubicBezTo>
                <a:cubicBezTo>
                  <a:pt x="775358" y="212764"/>
                  <a:pt x="779395" y="213349"/>
                  <a:pt x="785247" y="213349"/>
                </a:cubicBezTo>
                <a:lnTo>
                  <a:pt x="785247" y="217679"/>
                </a:lnTo>
                <a:lnTo>
                  <a:pt x="729072" y="217679"/>
                </a:lnTo>
                <a:lnTo>
                  <a:pt x="729072" y="213349"/>
                </a:lnTo>
                <a:lnTo>
                  <a:pt x="731998" y="213349"/>
                </a:lnTo>
                <a:cubicBezTo>
                  <a:pt x="736289" y="213427"/>
                  <a:pt x="739956" y="212607"/>
                  <a:pt x="742999" y="210888"/>
                </a:cubicBezTo>
                <a:cubicBezTo>
                  <a:pt x="744481" y="210030"/>
                  <a:pt x="745632" y="208644"/>
                  <a:pt x="746451" y="206730"/>
                </a:cubicBezTo>
                <a:cubicBezTo>
                  <a:pt x="747270" y="204818"/>
                  <a:pt x="747680" y="199959"/>
                  <a:pt x="747680" y="192152"/>
                </a:cubicBezTo>
                <a:lnTo>
                  <a:pt x="747680" y="90725"/>
                </a:lnTo>
                <a:cubicBezTo>
                  <a:pt x="747680" y="83777"/>
                  <a:pt x="747368" y="79366"/>
                  <a:pt x="746744" y="77493"/>
                </a:cubicBezTo>
                <a:cubicBezTo>
                  <a:pt x="746119" y="75618"/>
                  <a:pt x="745125" y="74213"/>
                  <a:pt x="743759" y="73277"/>
                </a:cubicBezTo>
                <a:cubicBezTo>
                  <a:pt x="742394" y="72338"/>
                  <a:pt x="740541" y="71869"/>
                  <a:pt x="738200" y="71869"/>
                </a:cubicBezTo>
                <a:cubicBezTo>
                  <a:pt x="736328" y="71869"/>
                  <a:pt x="733948" y="72415"/>
                  <a:pt x="731061" y="73507"/>
                </a:cubicBezTo>
                <a:lnTo>
                  <a:pt x="729657" y="69762"/>
                </a:lnTo>
                <a:moveTo>
                  <a:pt x="767107" y="88571"/>
                </a:moveTo>
                <a:lnTo>
                  <a:pt x="767107" y="128545"/>
                </a:lnTo>
                <a:cubicBezTo>
                  <a:pt x="767107" y="137196"/>
                  <a:pt x="767458" y="142884"/>
                  <a:pt x="768160" y="145610"/>
                </a:cubicBezTo>
                <a:cubicBezTo>
                  <a:pt x="769253" y="150130"/>
                  <a:pt x="771925" y="154104"/>
                  <a:pt x="776177" y="157532"/>
                </a:cubicBezTo>
                <a:cubicBezTo>
                  <a:pt x="780429" y="160960"/>
                  <a:pt x="785793" y="162674"/>
                  <a:pt x="792269" y="162674"/>
                </a:cubicBezTo>
                <a:cubicBezTo>
                  <a:pt x="800071" y="162674"/>
                  <a:pt x="806391" y="159635"/>
                  <a:pt x="811228" y="153557"/>
                </a:cubicBezTo>
                <a:cubicBezTo>
                  <a:pt x="817548" y="145611"/>
                  <a:pt x="820708" y="134429"/>
                  <a:pt x="820708" y="120013"/>
                </a:cubicBezTo>
                <a:cubicBezTo>
                  <a:pt x="820708" y="103650"/>
                  <a:pt x="817119" y="91067"/>
                  <a:pt x="809941" y="82262"/>
                </a:cubicBezTo>
                <a:cubicBezTo>
                  <a:pt x="804947" y="76184"/>
                  <a:pt x="799018" y="73145"/>
                  <a:pt x="792152" y="73145"/>
                </a:cubicBezTo>
                <a:cubicBezTo>
                  <a:pt x="788407" y="73145"/>
                  <a:pt x="784701" y="74080"/>
                  <a:pt x="781034" y="75950"/>
                </a:cubicBezTo>
                <a:cubicBezTo>
                  <a:pt x="778225" y="77352"/>
                  <a:pt x="773583" y="81559"/>
                  <a:pt x="767107" y="88571"/>
                </a:cubicBezTo>
                <a:close/>
                <a:moveTo>
                  <a:pt x="875244" y="99711"/>
                </a:moveTo>
                <a:cubicBezTo>
                  <a:pt x="875166" y="115591"/>
                  <a:pt x="879028" y="128046"/>
                  <a:pt x="886831" y="137077"/>
                </a:cubicBezTo>
                <a:cubicBezTo>
                  <a:pt x="894633" y="146106"/>
                  <a:pt x="903800" y="150620"/>
                  <a:pt x="914333" y="150620"/>
                </a:cubicBezTo>
                <a:cubicBezTo>
                  <a:pt x="921355" y="150620"/>
                  <a:pt x="927460" y="148689"/>
                  <a:pt x="932649" y="144827"/>
                </a:cubicBezTo>
                <a:cubicBezTo>
                  <a:pt x="937837" y="140965"/>
                  <a:pt x="942187" y="134353"/>
                  <a:pt x="945698" y="124990"/>
                </a:cubicBezTo>
                <a:lnTo>
                  <a:pt x="949326" y="127331"/>
                </a:lnTo>
                <a:cubicBezTo>
                  <a:pt x="947687" y="138020"/>
                  <a:pt x="942928" y="147753"/>
                  <a:pt x="935048" y="156530"/>
                </a:cubicBezTo>
                <a:cubicBezTo>
                  <a:pt x="927168" y="165308"/>
                  <a:pt x="917298" y="169696"/>
                  <a:pt x="905439" y="169696"/>
                </a:cubicBezTo>
                <a:cubicBezTo>
                  <a:pt x="892565" y="169696"/>
                  <a:pt x="881545" y="164694"/>
                  <a:pt x="872377" y="154691"/>
                </a:cubicBezTo>
                <a:cubicBezTo>
                  <a:pt x="863210" y="144684"/>
                  <a:pt x="858626" y="131233"/>
                  <a:pt x="858626" y="114337"/>
                </a:cubicBezTo>
                <a:cubicBezTo>
                  <a:pt x="858626" y="96041"/>
                  <a:pt x="863327" y="81774"/>
                  <a:pt x="872728" y="71536"/>
                </a:cubicBezTo>
                <a:cubicBezTo>
                  <a:pt x="882130" y="61295"/>
                  <a:pt x="893930" y="56175"/>
                  <a:pt x="908130" y="56175"/>
                </a:cubicBezTo>
                <a:cubicBezTo>
                  <a:pt x="920146" y="56175"/>
                  <a:pt x="930015" y="60125"/>
                  <a:pt x="937739" y="68025"/>
                </a:cubicBezTo>
                <a:cubicBezTo>
                  <a:pt x="945464" y="75922"/>
                  <a:pt x="949326" y="86484"/>
                  <a:pt x="949326" y="99711"/>
                </a:cubicBezTo>
                <a:lnTo>
                  <a:pt x="875244" y="99711"/>
                </a:lnTo>
                <a:moveTo>
                  <a:pt x="875244" y="92923"/>
                </a:moveTo>
                <a:lnTo>
                  <a:pt x="924866" y="92923"/>
                </a:lnTo>
                <a:cubicBezTo>
                  <a:pt x="924476" y="86057"/>
                  <a:pt x="923657" y="81220"/>
                  <a:pt x="922408" y="78411"/>
                </a:cubicBezTo>
                <a:cubicBezTo>
                  <a:pt x="920458" y="74042"/>
                  <a:pt x="917551" y="70609"/>
                  <a:pt x="913689" y="68113"/>
                </a:cubicBezTo>
                <a:cubicBezTo>
                  <a:pt x="909827" y="65616"/>
                  <a:pt x="905790" y="64368"/>
                  <a:pt x="901577" y="64368"/>
                </a:cubicBezTo>
                <a:cubicBezTo>
                  <a:pt x="895101" y="64368"/>
                  <a:pt x="889308" y="66884"/>
                  <a:pt x="884197" y="71916"/>
                </a:cubicBezTo>
                <a:cubicBezTo>
                  <a:pt x="879087" y="76948"/>
                  <a:pt x="876103" y="83951"/>
                  <a:pt x="875244" y="92923"/>
                </a:cubicBezTo>
                <a:close/>
                <a:moveTo>
                  <a:pt x="994333" y="56175"/>
                </a:moveTo>
                <a:lnTo>
                  <a:pt x="994333" y="80284"/>
                </a:lnTo>
                <a:cubicBezTo>
                  <a:pt x="1003306" y="64212"/>
                  <a:pt x="1012512" y="56175"/>
                  <a:pt x="1021953" y="56175"/>
                </a:cubicBezTo>
                <a:cubicBezTo>
                  <a:pt x="1026244" y="56175"/>
                  <a:pt x="1029794" y="57482"/>
                  <a:pt x="1032603" y="60096"/>
                </a:cubicBezTo>
                <a:cubicBezTo>
                  <a:pt x="1035412" y="62710"/>
                  <a:pt x="1036816" y="65733"/>
                  <a:pt x="1036816" y="69166"/>
                </a:cubicBezTo>
                <a:cubicBezTo>
                  <a:pt x="1036816" y="72209"/>
                  <a:pt x="1035802" y="74783"/>
                  <a:pt x="1033773" y="76890"/>
                </a:cubicBezTo>
                <a:cubicBezTo>
                  <a:pt x="1031745" y="78997"/>
                  <a:pt x="1029326" y="80050"/>
                  <a:pt x="1026517" y="80050"/>
                </a:cubicBezTo>
                <a:cubicBezTo>
                  <a:pt x="1023787" y="80050"/>
                  <a:pt x="1020724" y="78704"/>
                  <a:pt x="1017330" y="76012"/>
                </a:cubicBezTo>
                <a:cubicBezTo>
                  <a:pt x="1013936" y="73320"/>
                  <a:pt x="1011420" y="71975"/>
                  <a:pt x="1009782" y="71975"/>
                </a:cubicBezTo>
                <a:cubicBezTo>
                  <a:pt x="1008377" y="71975"/>
                  <a:pt x="1006856" y="72752"/>
                  <a:pt x="1005217" y="74308"/>
                </a:cubicBezTo>
                <a:cubicBezTo>
                  <a:pt x="1001707" y="77500"/>
                  <a:pt x="998079" y="82753"/>
                  <a:pt x="994333" y="90067"/>
                </a:cubicBezTo>
                <a:lnTo>
                  <a:pt x="994333" y="141312"/>
                </a:lnTo>
                <a:cubicBezTo>
                  <a:pt x="994333" y="147225"/>
                  <a:pt x="995075" y="151699"/>
                  <a:pt x="996557" y="154734"/>
                </a:cubicBezTo>
                <a:cubicBezTo>
                  <a:pt x="997571" y="156836"/>
                  <a:pt x="999366" y="158588"/>
                  <a:pt x="1001941" y="159990"/>
                </a:cubicBezTo>
                <a:cubicBezTo>
                  <a:pt x="1004515" y="161389"/>
                  <a:pt x="1008221" y="162089"/>
                  <a:pt x="1013059" y="162089"/>
                </a:cubicBezTo>
                <a:lnTo>
                  <a:pt x="1013059" y="166419"/>
                </a:lnTo>
                <a:lnTo>
                  <a:pt x="958171" y="166419"/>
                </a:lnTo>
                <a:lnTo>
                  <a:pt x="958171" y="162089"/>
                </a:lnTo>
                <a:cubicBezTo>
                  <a:pt x="963632" y="162089"/>
                  <a:pt x="967689" y="161233"/>
                  <a:pt x="970342" y="159522"/>
                </a:cubicBezTo>
                <a:cubicBezTo>
                  <a:pt x="972292" y="158276"/>
                  <a:pt x="973658" y="156290"/>
                  <a:pt x="974438" y="153564"/>
                </a:cubicBezTo>
                <a:cubicBezTo>
                  <a:pt x="974828" y="152240"/>
                  <a:pt x="975023" y="148465"/>
                  <a:pt x="975023" y="142238"/>
                </a:cubicBezTo>
                <a:lnTo>
                  <a:pt x="975023" y="100783"/>
                </a:lnTo>
                <a:cubicBezTo>
                  <a:pt x="975023" y="88326"/>
                  <a:pt x="974770" y="80912"/>
                  <a:pt x="974263" y="78539"/>
                </a:cubicBezTo>
                <a:cubicBezTo>
                  <a:pt x="973755" y="76165"/>
                  <a:pt x="972819" y="74432"/>
                  <a:pt x="971454" y="73342"/>
                </a:cubicBezTo>
                <a:cubicBezTo>
                  <a:pt x="970088" y="72253"/>
                  <a:pt x="968391" y="71708"/>
                  <a:pt x="966363" y="71708"/>
                </a:cubicBezTo>
                <a:cubicBezTo>
                  <a:pt x="963944" y="71708"/>
                  <a:pt x="961213" y="72292"/>
                  <a:pt x="958171" y="73459"/>
                </a:cubicBezTo>
                <a:lnTo>
                  <a:pt x="957000" y="69254"/>
                </a:lnTo>
                <a:lnTo>
                  <a:pt x="989418" y="56175"/>
                </a:lnTo>
                <a:lnTo>
                  <a:pt x="994333" y="56175"/>
                </a:lnTo>
                <a:close/>
                <a:moveTo>
                  <a:pt x="1073410" y="23875"/>
                </a:moveTo>
                <a:lnTo>
                  <a:pt x="1073410" y="59218"/>
                </a:lnTo>
                <a:lnTo>
                  <a:pt x="1098455" y="59218"/>
                </a:lnTo>
                <a:lnTo>
                  <a:pt x="1098455" y="67410"/>
                </a:lnTo>
                <a:lnTo>
                  <a:pt x="1073410" y="67410"/>
                </a:lnTo>
                <a:lnTo>
                  <a:pt x="1073410" y="136832"/>
                </a:lnTo>
                <a:cubicBezTo>
                  <a:pt x="1073410" y="143769"/>
                  <a:pt x="1074405" y="148445"/>
                  <a:pt x="1076395" y="150861"/>
                </a:cubicBezTo>
                <a:cubicBezTo>
                  <a:pt x="1078384" y="153275"/>
                  <a:pt x="1080939" y="154482"/>
                  <a:pt x="1084060" y="154482"/>
                </a:cubicBezTo>
                <a:cubicBezTo>
                  <a:pt x="1086635" y="154482"/>
                  <a:pt x="1089131" y="153682"/>
                  <a:pt x="1091550" y="152083"/>
                </a:cubicBezTo>
                <a:cubicBezTo>
                  <a:pt x="1093969" y="150484"/>
                  <a:pt x="1095841" y="148123"/>
                  <a:pt x="1097168" y="145003"/>
                </a:cubicBezTo>
                <a:lnTo>
                  <a:pt x="1101732" y="145003"/>
                </a:lnTo>
                <a:cubicBezTo>
                  <a:pt x="1099001" y="152671"/>
                  <a:pt x="1095139" y="158470"/>
                  <a:pt x="1090146" y="162400"/>
                </a:cubicBezTo>
                <a:cubicBezTo>
                  <a:pt x="1085152" y="166328"/>
                  <a:pt x="1080003" y="168292"/>
                  <a:pt x="1074698" y="168292"/>
                </a:cubicBezTo>
                <a:cubicBezTo>
                  <a:pt x="1071109" y="168292"/>
                  <a:pt x="1067598" y="167296"/>
                  <a:pt x="1064165" y="165304"/>
                </a:cubicBezTo>
                <a:cubicBezTo>
                  <a:pt x="1060732" y="163312"/>
                  <a:pt x="1058196" y="160462"/>
                  <a:pt x="1056558" y="156753"/>
                </a:cubicBezTo>
                <a:cubicBezTo>
                  <a:pt x="1054919" y="153042"/>
                  <a:pt x="1054100" y="147320"/>
                  <a:pt x="1054100" y="139586"/>
                </a:cubicBezTo>
                <a:lnTo>
                  <a:pt x="1054100" y="67410"/>
                </a:lnTo>
                <a:lnTo>
                  <a:pt x="1037130" y="67410"/>
                </a:lnTo>
                <a:lnTo>
                  <a:pt x="1037130" y="63548"/>
                </a:lnTo>
                <a:cubicBezTo>
                  <a:pt x="1041421" y="61827"/>
                  <a:pt x="1045810" y="58912"/>
                  <a:pt x="1050296" y="54804"/>
                </a:cubicBezTo>
                <a:cubicBezTo>
                  <a:pt x="1054783" y="50696"/>
                  <a:pt x="1058781" y="45824"/>
                  <a:pt x="1062292" y="40189"/>
                </a:cubicBezTo>
                <a:cubicBezTo>
                  <a:pt x="1064087" y="37217"/>
                  <a:pt x="1066583" y="31779"/>
                  <a:pt x="1069782" y="23875"/>
                </a:cubicBezTo>
                <a:lnTo>
                  <a:pt x="1073410" y="23875"/>
                </a:lnTo>
                <a:close/>
                <a:moveTo>
                  <a:pt x="1136515" y="0"/>
                </a:moveTo>
                <a:cubicBezTo>
                  <a:pt x="1139792" y="0"/>
                  <a:pt x="1142581" y="1157"/>
                  <a:pt x="1144883" y="3471"/>
                </a:cubicBezTo>
                <a:cubicBezTo>
                  <a:pt x="1147184" y="5782"/>
                  <a:pt x="1148335" y="8585"/>
                  <a:pt x="1148335" y="11879"/>
                </a:cubicBezTo>
                <a:cubicBezTo>
                  <a:pt x="1148335" y="15173"/>
                  <a:pt x="1147184" y="17996"/>
                  <a:pt x="1144883" y="20349"/>
                </a:cubicBezTo>
                <a:cubicBezTo>
                  <a:pt x="1142581" y="22699"/>
                  <a:pt x="1139792" y="23875"/>
                  <a:pt x="1136515" y="23875"/>
                </a:cubicBezTo>
                <a:cubicBezTo>
                  <a:pt x="1133238" y="23875"/>
                  <a:pt x="1130429" y="22699"/>
                  <a:pt x="1128089" y="20349"/>
                </a:cubicBezTo>
                <a:cubicBezTo>
                  <a:pt x="1125748" y="17996"/>
                  <a:pt x="1124578" y="15173"/>
                  <a:pt x="1124578" y="11879"/>
                </a:cubicBezTo>
                <a:cubicBezTo>
                  <a:pt x="1124578" y="8585"/>
                  <a:pt x="1125729" y="5782"/>
                  <a:pt x="1128030" y="3471"/>
                </a:cubicBezTo>
                <a:cubicBezTo>
                  <a:pt x="1130332" y="1157"/>
                  <a:pt x="1133160" y="0"/>
                  <a:pt x="1136515" y="0"/>
                </a:cubicBezTo>
                <a:moveTo>
                  <a:pt x="1146229" y="56175"/>
                </a:moveTo>
                <a:lnTo>
                  <a:pt x="1146229" y="142121"/>
                </a:lnTo>
                <a:cubicBezTo>
                  <a:pt x="1146229" y="148816"/>
                  <a:pt x="1146716" y="153273"/>
                  <a:pt x="1147692" y="155492"/>
                </a:cubicBezTo>
                <a:cubicBezTo>
                  <a:pt x="1148667" y="157710"/>
                  <a:pt x="1150110" y="159365"/>
                  <a:pt x="1152022" y="160454"/>
                </a:cubicBezTo>
                <a:cubicBezTo>
                  <a:pt x="1153933" y="161544"/>
                  <a:pt x="1157425" y="162089"/>
                  <a:pt x="1162496" y="162089"/>
                </a:cubicBezTo>
                <a:lnTo>
                  <a:pt x="1162496" y="166419"/>
                </a:lnTo>
                <a:lnTo>
                  <a:pt x="1110417" y="166419"/>
                </a:lnTo>
                <a:lnTo>
                  <a:pt x="1110417" y="162089"/>
                </a:lnTo>
                <a:cubicBezTo>
                  <a:pt x="1115644" y="162089"/>
                  <a:pt x="1119155" y="161583"/>
                  <a:pt x="1120950" y="160571"/>
                </a:cubicBezTo>
                <a:cubicBezTo>
                  <a:pt x="1122744" y="159560"/>
                  <a:pt x="1124168" y="157886"/>
                  <a:pt x="1125222" y="155550"/>
                </a:cubicBezTo>
                <a:cubicBezTo>
                  <a:pt x="1126275" y="153214"/>
                  <a:pt x="1126801" y="148738"/>
                  <a:pt x="1126801" y="142121"/>
                </a:cubicBezTo>
                <a:lnTo>
                  <a:pt x="1126801" y="100900"/>
                </a:lnTo>
                <a:cubicBezTo>
                  <a:pt x="1126801" y="89299"/>
                  <a:pt x="1126450" y="81787"/>
                  <a:pt x="1125748" y="78364"/>
                </a:cubicBezTo>
                <a:cubicBezTo>
                  <a:pt x="1125202" y="75872"/>
                  <a:pt x="1124344" y="74140"/>
                  <a:pt x="1123173" y="73167"/>
                </a:cubicBezTo>
                <a:cubicBezTo>
                  <a:pt x="1122003" y="72194"/>
                  <a:pt x="1120404" y="71708"/>
                  <a:pt x="1118375" y="71708"/>
                </a:cubicBezTo>
                <a:cubicBezTo>
                  <a:pt x="1116191" y="71708"/>
                  <a:pt x="1113538" y="72292"/>
                  <a:pt x="1110417" y="73459"/>
                </a:cubicBezTo>
                <a:lnTo>
                  <a:pt x="1108779" y="69254"/>
                </a:lnTo>
                <a:lnTo>
                  <a:pt x="1141079" y="56175"/>
                </a:lnTo>
                <a:lnTo>
                  <a:pt x="1146229" y="56175"/>
                </a:lnTo>
                <a:close/>
                <a:moveTo>
                  <a:pt x="1194237" y="99711"/>
                </a:moveTo>
                <a:cubicBezTo>
                  <a:pt x="1194158" y="115591"/>
                  <a:pt x="1198021" y="128046"/>
                  <a:pt x="1205823" y="137077"/>
                </a:cubicBezTo>
                <a:cubicBezTo>
                  <a:pt x="1213625" y="146106"/>
                  <a:pt x="1222792" y="150620"/>
                  <a:pt x="1233325" y="150620"/>
                </a:cubicBezTo>
                <a:cubicBezTo>
                  <a:pt x="1240347" y="150620"/>
                  <a:pt x="1246452" y="148689"/>
                  <a:pt x="1251641" y="144827"/>
                </a:cubicBezTo>
                <a:cubicBezTo>
                  <a:pt x="1256829" y="140965"/>
                  <a:pt x="1261179" y="134353"/>
                  <a:pt x="1264690" y="124990"/>
                </a:cubicBezTo>
                <a:lnTo>
                  <a:pt x="1268318" y="127331"/>
                </a:lnTo>
                <a:cubicBezTo>
                  <a:pt x="1266679" y="138020"/>
                  <a:pt x="1261920" y="147753"/>
                  <a:pt x="1254040" y="156530"/>
                </a:cubicBezTo>
                <a:cubicBezTo>
                  <a:pt x="1246160" y="165308"/>
                  <a:pt x="1236290" y="169696"/>
                  <a:pt x="1224431" y="169696"/>
                </a:cubicBezTo>
                <a:cubicBezTo>
                  <a:pt x="1211557" y="169696"/>
                  <a:pt x="1200537" y="164694"/>
                  <a:pt x="1191369" y="154691"/>
                </a:cubicBezTo>
                <a:cubicBezTo>
                  <a:pt x="1182202" y="144684"/>
                  <a:pt x="1177618" y="131233"/>
                  <a:pt x="1177618" y="114337"/>
                </a:cubicBezTo>
                <a:cubicBezTo>
                  <a:pt x="1177618" y="96041"/>
                  <a:pt x="1182319" y="81774"/>
                  <a:pt x="1191720" y="71536"/>
                </a:cubicBezTo>
                <a:cubicBezTo>
                  <a:pt x="1201122" y="61295"/>
                  <a:pt x="1212923" y="56175"/>
                  <a:pt x="1227122" y="56175"/>
                </a:cubicBezTo>
                <a:cubicBezTo>
                  <a:pt x="1239138" y="56175"/>
                  <a:pt x="1249007" y="60125"/>
                  <a:pt x="1256732" y="68025"/>
                </a:cubicBezTo>
                <a:cubicBezTo>
                  <a:pt x="1264456" y="75922"/>
                  <a:pt x="1268318" y="86484"/>
                  <a:pt x="1268318" y="99711"/>
                </a:cubicBezTo>
                <a:lnTo>
                  <a:pt x="1194237" y="99711"/>
                </a:lnTo>
                <a:moveTo>
                  <a:pt x="1194237" y="92923"/>
                </a:moveTo>
                <a:lnTo>
                  <a:pt x="1243858" y="92923"/>
                </a:lnTo>
                <a:cubicBezTo>
                  <a:pt x="1243468" y="86057"/>
                  <a:pt x="1242649" y="81220"/>
                  <a:pt x="1241400" y="78411"/>
                </a:cubicBezTo>
                <a:cubicBezTo>
                  <a:pt x="1239450" y="74042"/>
                  <a:pt x="1236544" y="70609"/>
                  <a:pt x="1232681" y="68113"/>
                </a:cubicBezTo>
                <a:cubicBezTo>
                  <a:pt x="1228819" y="65616"/>
                  <a:pt x="1224782" y="64368"/>
                  <a:pt x="1220569" y="64368"/>
                </a:cubicBezTo>
                <a:cubicBezTo>
                  <a:pt x="1214093" y="64368"/>
                  <a:pt x="1208300" y="66884"/>
                  <a:pt x="1203189" y="71916"/>
                </a:cubicBezTo>
                <a:cubicBezTo>
                  <a:pt x="1198079" y="76948"/>
                  <a:pt x="1195095" y="83951"/>
                  <a:pt x="1194237" y="92923"/>
                </a:cubicBezTo>
                <a:close/>
                <a:moveTo>
                  <a:pt x="1351244" y="56175"/>
                </a:moveTo>
                <a:lnTo>
                  <a:pt x="1351244" y="92455"/>
                </a:lnTo>
                <a:lnTo>
                  <a:pt x="1347382" y="92455"/>
                </a:lnTo>
                <a:cubicBezTo>
                  <a:pt x="1344417" y="81076"/>
                  <a:pt x="1340614" y="73336"/>
                  <a:pt x="1335971" y="69235"/>
                </a:cubicBezTo>
                <a:cubicBezTo>
                  <a:pt x="1331329" y="65132"/>
                  <a:pt x="1325419" y="63080"/>
                  <a:pt x="1318241" y="63080"/>
                </a:cubicBezTo>
                <a:cubicBezTo>
                  <a:pt x="1312780" y="63080"/>
                  <a:pt x="1308371" y="64522"/>
                  <a:pt x="1305016" y="67407"/>
                </a:cubicBezTo>
                <a:cubicBezTo>
                  <a:pt x="1301661" y="70289"/>
                  <a:pt x="1299984" y="73484"/>
                  <a:pt x="1299984" y="76992"/>
                </a:cubicBezTo>
                <a:cubicBezTo>
                  <a:pt x="1299984" y="81357"/>
                  <a:pt x="1301232" y="85097"/>
                  <a:pt x="1303729" y="88213"/>
                </a:cubicBezTo>
                <a:cubicBezTo>
                  <a:pt x="1306148" y="91409"/>
                  <a:pt x="1311063" y="94800"/>
                  <a:pt x="1318475" y="98384"/>
                </a:cubicBezTo>
                <a:lnTo>
                  <a:pt x="1335562" y="106686"/>
                </a:lnTo>
                <a:cubicBezTo>
                  <a:pt x="1351400" y="114400"/>
                  <a:pt x="1359319" y="124571"/>
                  <a:pt x="1359319" y="137198"/>
                </a:cubicBezTo>
                <a:cubicBezTo>
                  <a:pt x="1359319" y="146938"/>
                  <a:pt x="1355633" y="154791"/>
                  <a:pt x="1348260" y="160754"/>
                </a:cubicBezTo>
                <a:cubicBezTo>
                  <a:pt x="1340887" y="166716"/>
                  <a:pt x="1332636" y="169696"/>
                  <a:pt x="1323507" y="169696"/>
                </a:cubicBezTo>
                <a:cubicBezTo>
                  <a:pt x="1316954" y="169696"/>
                  <a:pt x="1309464" y="168526"/>
                  <a:pt x="1301037" y="166185"/>
                </a:cubicBezTo>
                <a:cubicBezTo>
                  <a:pt x="1298463" y="165405"/>
                  <a:pt x="1296356" y="165015"/>
                  <a:pt x="1294718" y="165015"/>
                </a:cubicBezTo>
                <a:cubicBezTo>
                  <a:pt x="1292923" y="165015"/>
                  <a:pt x="1291519" y="166029"/>
                  <a:pt x="1290504" y="168058"/>
                </a:cubicBezTo>
                <a:lnTo>
                  <a:pt x="1286642" y="168058"/>
                </a:lnTo>
                <a:lnTo>
                  <a:pt x="1286642" y="129671"/>
                </a:lnTo>
                <a:lnTo>
                  <a:pt x="1290504" y="129671"/>
                </a:lnTo>
                <a:cubicBezTo>
                  <a:pt x="1292689" y="140633"/>
                  <a:pt x="1296863" y="148894"/>
                  <a:pt x="1303027" y="154453"/>
                </a:cubicBezTo>
                <a:cubicBezTo>
                  <a:pt x="1309191" y="160012"/>
                  <a:pt x="1316095" y="162791"/>
                  <a:pt x="1323741" y="162791"/>
                </a:cubicBezTo>
                <a:cubicBezTo>
                  <a:pt x="1329125" y="162791"/>
                  <a:pt x="1333514" y="161214"/>
                  <a:pt x="1336908" y="158059"/>
                </a:cubicBezTo>
                <a:cubicBezTo>
                  <a:pt x="1340302" y="154901"/>
                  <a:pt x="1341998" y="151102"/>
                  <a:pt x="1341998" y="146659"/>
                </a:cubicBezTo>
                <a:cubicBezTo>
                  <a:pt x="1341998" y="141281"/>
                  <a:pt x="1340106" y="136760"/>
                  <a:pt x="1336322" y="133098"/>
                </a:cubicBezTo>
                <a:cubicBezTo>
                  <a:pt x="1332538" y="129436"/>
                  <a:pt x="1324990" y="124800"/>
                  <a:pt x="1313677" y="119190"/>
                </a:cubicBezTo>
                <a:cubicBezTo>
                  <a:pt x="1302364" y="113577"/>
                  <a:pt x="1294952" y="108511"/>
                  <a:pt x="1291441" y="103990"/>
                </a:cubicBezTo>
                <a:cubicBezTo>
                  <a:pt x="1287930" y="99548"/>
                  <a:pt x="1286174" y="93936"/>
                  <a:pt x="1286174" y="87156"/>
                </a:cubicBezTo>
                <a:cubicBezTo>
                  <a:pt x="1286174" y="78349"/>
                  <a:pt x="1289198" y="70985"/>
                  <a:pt x="1295244" y="65062"/>
                </a:cubicBezTo>
                <a:cubicBezTo>
                  <a:pt x="1301291" y="59138"/>
                  <a:pt x="1309113" y="56175"/>
                  <a:pt x="1318709" y="56175"/>
                </a:cubicBezTo>
                <a:cubicBezTo>
                  <a:pt x="1322922" y="56175"/>
                  <a:pt x="1328033" y="57073"/>
                  <a:pt x="1334040" y="58867"/>
                </a:cubicBezTo>
                <a:cubicBezTo>
                  <a:pt x="1338019" y="60037"/>
                  <a:pt x="1340672" y="60623"/>
                  <a:pt x="1341998" y="60623"/>
                </a:cubicBezTo>
                <a:cubicBezTo>
                  <a:pt x="1343247" y="60623"/>
                  <a:pt x="1344222" y="60349"/>
                  <a:pt x="1344924" y="59803"/>
                </a:cubicBezTo>
                <a:cubicBezTo>
                  <a:pt x="1345626" y="59257"/>
                  <a:pt x="1346446" y="58048"/>
                  <a:pt x="1347382" y="56175"/>
                </a:cubicBezTo>
                <a:lnTo>
                  <a:pt x="1351244" y="561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2.Query">
            <a:extLst xmlns:a="http://schemas.openxmlformats.org/drawingml/2006/main">
              <a:ext uri="{FF2B5EF4-FFF2-40B4-BE49-F238E27FC236}">
                <a16:creationId xmlns:a16="http://schemas.microsoft.com/office/drawing/2014/main" id="{CE2E1303-116F-41BC-BE34-B7C74E2E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60" y="2781583"/>
            <a:ext cx="830581" cy="213934"/>
          </a:xfrm>
          <a:custGeom xmlns:a="http://schemas.openxmlformats.org/drawingml/2006/main">
            <a:pathLst>
              <a:path w="830581" h="213934">
                <a:moveTo>
                  <a:pt x="104744" y="131544"/>
                </a:moveTo>
                <a:lnTo>
                  <a:pt x="93626" y="162206"/>
                </a:lnTo>
                <a:lnTo>
                  <a:pt x="0" y="162206"/>
                </a:lnTo>
                <a:lnTo>
                  <a:pt x="0" y="157869"/>
                </a:lnTo>
                <a:cubicBezTo>
                  <a:pt x="27542" y="132704"/>
                  <a:pt x="46930" y="112152"/>
                  <a:pt x="58165" y="96211"/>
                </a:cubicBezTo>
                <a:cubicBezTo>
                  <a:pt x="69400" y="80268"/>
                  <a:pt x="75017" y="65693"/>
                  <a:pt x="75017" y="52485"/>
                </a:cubicBezTo>
                <a:cubicBezTo>
                  <a:pt x="75017" y="42406"/>
                  <a:pt x="71936" y="34123"/>
                  <a:pt x="65772" y="27638"/>
                </a:cubicBezTo>
                <a:cubicBezTo>
                  <a:pt x="59608" y="21150"/>
                  <a:pt x="52235" y="17906"/>
                  <a:pt x="43653" y="17906"/>
                </a:cubicBezTo>
                <a:cubicBezTo>
                  <a:pt x="35851" y="17906"/>
                  <a:pt x="28848" y="20198"/>
                  <a:pt x="22646" y="24781"/>
                </a:cubicBezTo>
                <a:cubicBezTo>
                  <a:pt x="16443" y="29365"/>
                  <a:pt x="11859" y="36085"/>
                  <a:pt x="8894" y="44940"/>
                </a:cubicBezTo>
                <a:lnTo>
                  <a:pt x="4564" y="44940"/>
                </a:lnTo>
                <a:cubicBezTo>
                  <a:pt x="6515" y="30543"/>
                  <a:pt x="11528" y="19493"/>
                  <a:pt x="19603" y="11791"/>
                </a:cubicBezTo>
                <a:cubicBezTo>
                  <a:pt x="27678" y="4086"/>
                  <a:pt x="37762" y="234"/>
                  <a:pt x="49856" y="234"/>
                </a:cubicBezTo>
                <a:cubicBezTo>
                  <a:pt x="62729" y="234"/>
                  <a:pt x="73477" y="4369"/>
                  <a:pt x="82098" y="12639"/>
                </a:cubicBezTo>
                <a:cubicBezTo>
                  <a:pt x="90719" y="20910"/>
                  <a:pt x="95030" y="30662"/>
                  <a:pt x="95030" y="41897"/>
                </a:cubicBezTo>
                <a:cubicBezTo>
                  <a:pt x="95030" y="49934"/>
                  <a:pt x="93157" y="57970"/>
                  <a:pt x="89412" y="66006"/>
                </a:cubicBezTo>
                <a:cubicBezTo>
                  <a:pt x="83639" y="78645"/>
                  <a:pt x="74276" y="92026"/>
                  <a:pt x="61325" y="106148"/>
                </a:cubicBezTo>
                <a:cubicBezTo>
                  <a:pt x="41897" y="127370"/>
                  <a:pt x="29765" y="140165"/>
                  <a:pt x="24928" y="144534"/>
                </a:cubicBezTo>
                <a:lnTo>
                  <a:pt x="66357" y="144534"/>
                </a:lnTo>
                <a:cubicBezTo>
                  <a:pt x="74783" y="144534"/>
                  <a:pt x="80694" y="144220"/>
                  <a:pt x="84087" y="143591"/>
                </a:cubicBezTo>
                <a:cubicBezTo>
                  <a:pt x="87481" y="142959"/>
                  <a:pt x="90544" y="141679"/>
                  <a:pt x="93274" y="139751"/>
                </a:cubicBezTo>
                <a:cubicBezTo>
                  <a:pt x="96005" y="137822"/>
                  <a:pt x="98385" y="135087"/>
                  <a:pt x="100413" y="131544"/>
                </a:cubicBezTo>
                <a:lnTo>
                  <a:pt x="104744" y="131544"/>
                </a:lnTo>
                <a:close/>
                <a:moveTo>
                  <a:pt x="144652" y="139502"/>
                </a:moveTo>
                <a:cubicBezTo>
                  <a:pt x="148319" y="139502"/>
                  <a:pt x="151400" y="140770"/>
                  <a:pt x="153897" y="143306"/>
                </a:cubicBezTo>
                <a:cubicBezTo>
                  <a:pt x="156394" y="145841"/>
                  <a:pt x="157642" y="148904"/>
                  <a:pt x="157642" y="152493"/>
                </a:cubicBezTo>
                <a:cubicBezTo>
                  <a:pt x="157642" y="156082"/>
                  <a:pt x="156374" y="159144"/>
                  <a:pt x="153839" y="161680"/>
                </a:cubicBezTo>
                <a:cubicBezTo>
                  <a:pt x="151303" y="164215"/>
                  <a:pt x="148240" y="165483"/>
                  <a:pt x="144652" y="165483"/>
                </a:cubicBezTo>
                <a:cubicBezTo>
                  <a:pt x="141063" y="165483"/>
                  <a:pt x="138000" y="164215"/>
                  <a:pt x="135465" y="161680"/>
                </a:cubicBezTo>
                <a:cubicBezTo>
                  <a:pt x="132929" y="159144"/>
                  <a:pt x="131661" y="156082"/>
                  <a:pt x="131661" y="152493"/>
                </a:cubicBezTo>
                <a:cubicBezTo>
                  <a:pt x="131661" y="148826"/>
                  <a:pt x="132929" y="145744"/>
                  <a:pt x="135465" y="143247"/>
                </a:cubicBezTo>
                <a:cubicBezTo>
                  <a:pt x="138000" y="140750"/>
                  <a:pt x="141063" y="139502"/>
                  <a:pt x="144652" y="139502"/>
                </a:cubicBezTo>
                <a:close/>
                <a:moveTo>
                  <a:pt x="340095" y="164079"/>
                </a:moveTo>
                <a:cubicBezTo>
                  <a:pt x="348053" y="177771"/>
                  <a:pt x="356655" y="187846"/>
                  <a:pt x="365900" y="194302"/>
                </a:cubicBezTo>
                <a:cubicBezTo>
                  <a:pt x="375146" y="200761"/>
                  <a:pt x="385659" y="204457"/>
                  <a:pt x="397440" y="205391"/>
                </a:cubicBezTo>
                <a:lnTo>
                  <a:pt x="397440" y="209253"/>
                </a:lnTo>
                <a:cubicBezTo>
                  <a:pt x="386673" y="208863"/>
                  <a:pt x="375165" y="206698"/>
                  <a:pt x="362916" y="202758"/>
                </a:cubicBezTo>
                <a:cubicBezTo>
                  <a:pt x="350667" y="198818"/>
                  <a:pt x="339061" y="193356"/>
                  <a:pt x="328099" y="186373"/>
                </a:cubicBezTo>
                <a:cubicBezTo>
                  <a:pt x="317137" y="179390"/>
                  <a:pt x="307677" y="171959"/>
                  <a:pt x="299719" y="164079"/>
                </a:cubicBezTo>
                <a:cubicBezTo>
                  <a:pt x="288484" y="159554"/>
                  <a:pt x="279589" y="154755"/>
                  <a:pt x="273035" y="149684"/>
                </a:cubicBezTo>
                <a:cubicBezTo>
                  <a:pt x="263517" y="142116"/>
                  <a:pt x="256124" y="132812"/>
                  <a:pt x="250858" y="121772"/>
                </a:cubicBezTo>
                <a:cubicBezTo>
                  <a:pt x="245591" y="110732"/>
                  <a:pt x="242958" y="97683"/>
                  <a:pt x="242958" y="82625"/>
                </a:cubicBezTo>
                <a:cubicBezTo>
                  <a:pt x="242958" y="58906"/>
                  <a:pt x="250643" y="39206"/>
                  <a:pt x="266014" y="23523"/>
                </a:cubicBezTo>
                <a:cubicBezTo>
                  <a:pt x="281384" y="7841"/>
                  <a:pt x="299992" y="0"/>
                  <a:pt x="321838" y="0"/>
                </a:cubicBezTo>
                <a:cubicBezTo>
                  <a:pt x="342591" y="0"/>
                  <a:pt x="360556" y="7861"/>
                  <a:pt x="375731" y="23582"/>
                </a:cubicBezTo>
                <a:cubicBezTo>
                  <a:pt x="390906" y="39303"/>
                  <a:pt x="398494" y="59140"/>
                  <a:pt x="398494" y="83093"/>
                </a:cubicBezTo>
                <a:cubicBezTo>
                  <a:pt x="398494" y="102520"/>
                  <a:pt x="393091" y="119568"/>
                  <a:pt x="382285" y="134236"/>
                </a:cubicBezTo>
                <a:cubicBezTo>
                  <a:pt x="371479" y="148904"/>
                  <a:pt x="357415" y="158851"/>
                  <a:pt x="340095" y="164079"/>
                </a:cubicBezTo>
                <a:moveTo>
                  <a:pt x="320433" y="9011"/>
                </a:moveTo>
                <a:cubicBezTo>
                  <a:pt x="306234" y="9011"/>
                  <a:pt x="294803" y="14083"/>
                  <a:pt x="286143" y="24226"/>
                </a:cubicBezTo>
                <a:cubicBezTo>
                  <a:pt x="275220" y="36943"/>
                  <a:pt x="269759" y="56409"/>
                  <a:pt x="269759" y="82625"/>
                </a:cubicBezTo>
                <a:cubicBezTo>
                  <a:pt x="269759" y="108294"/>
                  <a:pt x="275298" y="128072"/>
                  <a:pt x="286377" y="141960"/>
                </a:cubicBezTo>
                <a:cubicBezTo>
                  <a:pt x="294959" y="152649"/>
                  <a:pt x="306312" y="157993"/>
                  <a:pt x="320433" y="157993"/>
                </a:cubicBezTo>
                <a:cubicBezTo>
                  <a:pt x="335101" y="157993"/>
                  <a:pt x="346922" y="152649"/>
                  <a:pt x="355894" y="141960"/>
                </a:cubicBezTo>
                <a:cubicBezTo>
                  <a:pt x="366427" y="129320"/>
                  <a:pt x="371693" y="110673"/>
                  <a:pt x="371693" y="86018"/>
                </a:cubicBezTo>
                <a:cubicBezTo>
                  <a:pt x="371693" y="67059"/>
                  <a:pt x="368807" y="51104"/>
                  <a:pt x="363033" y="38152"/>
                </a:cubicBezTo>
                <a:cubicBezTo>
                  <a:pt x="358586" y="28166"/>
                  <a:pt x="352676" y="20812"/>
                  <a:pt x="345303" y="16092"/>
                </a:cubicBezTo>
                <a:cubicBezTo>
                  <a:pt x="337930" y="11372"/>
                  <a:pt x="329640" y="9011"/>
                  <a:pt x="320433" y="9011"/>
                </a:cubicBezTo>
                <a:close/>
                <a:moveTo>
                  <a:pt x="508713" y="55005"/>
                </a:moveTo>
                <a:lnTo>
                  <a:pt x="508713" y="119958"/>
                </a:lnTo>
                <a:cubicBezTo>
                  <a:pt x="508713" y="132363"/>
                  <a:pt x="509006" y="139951"/>
                  <a:pt x="509591" y="142720"/>
                </a:cubicBezTo>
                <a:cubicBezTo>
                  <a:pt x="510176" y="145490"/>
                  <a:pt x="511112" y="147421"/>
                  <a:pt x="512400" y="148513"/>
                </a:cubicBezTo>
                <a:cubicBezTo>
                  <a:pt x="513687" y="149606"/>
                  <a:pt x="515189" y="150152"/>
                  <a:pt x="516905" y="150152"/>
                </a:cubicBezTo>
                <a:cubicBezTo>
                  <a:pt x="519324" y="150152"/>
                  <a:pt x="522055" y="149489"/>
                  <a:pt x="525098" y="148162"/>
                </a:cubicBezTo>
                <a:lnTo>
                  <a:pt x="526736" y="152259"/>
                </a:lnTo>
                <a:lnTo>
                  <a:pt x="494669" y="165483"/>
                </a:lnTo>
                <a:lnTo>
                  <a:pt x="489403" y="165483"/>
                </a:lnTo>
                <a:lnTo>
                  <a:pt x="489403" y="142779"/>
                </a:lnTo>
                <a:cubicBezTo>
                  <a:pt x="480196" y="152766"/>
                  <a:pt x="473174" y="159046"/>
                  <a:pt x="468337" y="161621"/>
                </a:cubicBezTo>
                <a:cubicBezTo>
                  <a:pt x="463500" y="164196"/>
                  <a:pt x="458389" y="165483"/>
                  <a:pt x="453006" y="165483"/>
                </a:cubicBezTo>
                <a:cubicBezTo>
                  <a:pt x="446998" y="165483"/>
                  <a:pt x="441790" y="163747"/>
                  <a:pt x="437382" y="160275"/>
                </a:cubicBezTo>
                <a:cubicBezTo>
                  <a:pt x="432974" y="156803"/>
                  <a:pt x="429912" y="152337"/>
                  <a:pt x="428195" y="146875"/>
                </a:cubicBezTo>
                <a:cubicBezTo>
                  <a:pt x="426479" y="141414"/>
                  <a:pt x="425620" y="133689"/>
                  <a:pt x="425620" y="123703"/>
                </a:cubicBezTo>
                <a:lnTo>
                  <a:pt x="425620" y="75837"/>
                </a:lnTo>
                <a:cubicBezTo>
                  <a:pt x="425620" y="70765"/>
                  <a:pt x="425074" y="67254"/>
                  <a:pt x="423982" y="65304"/>
                </a:cubicBezTo>
                <a:cubicBezTo>
                  <a:pt x="422890" y="63353"/>
                  <a:pt x="421271" y="61851"/>
                  <a:pt x="419125" y="60798"/>
                </a:cubicBezTo>
                <a:cubicBezTo>
                  <a:pt x="416980" y="59745"/>
                  <a:pt x="413098" y="59257"/>
                  <a:pt x="407480" y="59335"/>
                </a:cubicBezTo>
                <a:lnTo>
                  <a:pt x="407480" y="55005"/>
                </a:lnTo>
                <a:lnTo>
                  <a:pt x="445048" y="55005"/>
                </a:lnTo>
                <a:lnTo>
                  <a:pt x="445048" y="126570"/>
                </a:lnTo>
                <a:cubicBezTo>
                  <a:pt x="445048" y="136532"/>
                  <a:pt x="446784" y="143070"/>
                  <a:pt x="450256" y="146184"/>
                </a:cubicBezTo>
                <a:cubicBezTo>
                  <a:pt x="453728" y="149297"/>
                  <a:pt x="457921" y="150854"/>
                  <a:pt x="462837" y="150854"/>
                </a:cubicBezTo>
                <a:cubicBezTo>
                  <a:pt x="466191" y="150854"/>
                  <a:pt x="469995" y="149803"/>
                  <a:pt x="474247" y="147702"/>
                </a:cubicBezTo>
                <a:cubicBezTo>
                  <a:pt x="478499" y="145600"/>
                  <a:pt x="483551" y="141593"/>
                  <a:pt x="489403" y="135680"/>
                </a:cubicBezTo>
                <a:lnTo>
                  <a:pt x="489403" y="75094"/>
                </a:lnTo>
                <a:cubicBezTo>
                  <a:pt x="489403" y="69023"/>
                  <a:pt x="488291" y="64919"/>
                  <a:pt x="486067" y="62780"/>
                </a:cubicBezTo>
                <a:cubicBezTo>
                  <a:pt x="483844" y="60640"/>
                  <a:pt x="479221" y="59491"/>
                  <a:pt x="472199" y="59335"/>
                </a:cubicBezTo>
                <a:lnTo>
                  <a:pt x="472199" y="55005"/>
                </a:lnTo>
                <a:lnTo>
                  <a:pt x="508713" y="55005"/>
                </a:lnTo>
                <a:close/>
                <a:moveTo>
                  <a:pt x="552600" y="95498"/>
                </a:moveTo>
                <a:cubicBezTo>
                  <a:pt x="552522" y="111378"/>
                  <a:pt x="556384" y="123833"/>
                  <a:pt x="564186" y="132864"/>
                </a:cubicBezTo>
                <a:cubicBezTo>
                  <a:pt x="571988" y="141893"/>
                  <a:pt x="581156" y="146407"/>
                  <a:pt x="591689" y="146407"/>
                </a:cubicBezTo>
                <a:cubicBezTo>
                  <a:pt x="598711" y="146407"/>
                  <a:pt x="604816" y="144476"/>
                  <a:pt x="610004" y="140614"/>
                </a:cubicBezTo>
                <a:cubicBezTo>
                  <a:pt x="615193" y="136752"/>
                  <a:pt x="619542" y="130139"/>
                  <a:pt x="623053" y="120777"/>
                </a:cubicBezTo>
                <a:lnTo>
                  <a:pt x="626681" y="123118"/>
                </a:lnTo>
                <a:cubicBezTo>
                  <a:pt x="625043" y="133806"/>
                  <a:pt x="620283" y="143540"/>
                  <a:pt x="612403" y="152317"/>
                </a:cubicBezTo>
                <a:cubicBezTo>
                  <a:pt x="604523" y="161094"/>
                  <a:pt x="594653" y="165483"/>
                  <a:pt x="582794" y="165483"/>
                </a:cubicBezTo>
                <a:cubicBezTo>
                  <a:pt x="569921" y="165483"/>
                  <a:pt x="558900" y="160481"/>
                  <a:pt x="549733" y="150477"/>
                </a:cubicBezTo>
                <a:cubicBezTo>
                  <a:pt x="540565" y="140471"/>
                  <a:pt x="535981" y="127020"/>
                  <a:pt x="535981" y="110123"/>
                </a:cubicBezTo>
                <a:cubicBezTo>
                  <a:pt x="535981" y="91827"/>
                  <a:pt x="540682" y="77560"/>
                  <a:pt x="550084" y="67323"/>
                </a:cubicBezTo>
                <a:cubicBezTo>
                  <a:pt x="559485" y="57082"/>
                  <a:pt x="571286" y="51962"/>
                  <a:pt x="585486" y="51962"/>
                </a:cubicBezTo>
                <a:cubicBezTo>
                  <a:pt x="597501" y="51962"/>
                  <a:pt x="607371" y="55912"/>
                  <a:pt x="615095" y="63812"/>
                </a:cubicBezTo>
                <a:cubicBezTo>
                  <a:pt x="622819" y="71709"/>
                  <a:pt x="626681" y="82271"/>
                  <a:pt x="626681" y="95498"/>
                </a:cubicBezTo>
                <a:lnTo>
                  <a:pt x="552600" y="95498"/>
                </a:lnTo>
                <a:moveTo>
                  <a:pt x="552600" y="88710"/>
                </a:moveTo>
                <a:lnTo>
                  <a:pt x="602222" y="88710"/>
                </a:lnTo>
                <a:cubicBezTo>
                  <a:pt x="601831" y="81844"/>
                  <a:pt x="601012" y="77007"/>
                  <a:pt x="599764" y="74198"/>
                </a:cubicBezTo>
                <a:cubicBezTo>
                  <a:pt x="597813" y="69829"/>
                  <a:pt x="594907" y="66396"/>
                  <a:pt x="591045" y="63899"/>
                </a:cubicBezTo>
                <a:cubicBezTo>
                  <a:pt x="587183" y="61403"/>
                  <a:pt x="583145" y="60154"/>
                  <a:pt x="578932" y="60154"/>
                </a:cubicBezTo>
                <a:cubicBezTo>
                  <a:pt x="572456" y="60154"/>
                  <a:pt x="566663" y="62671"/>
                  <a:pt x="561553" y="67703"/>
                </a:cubicBezTo>
                <a:cubicBezTo>
                  <a:pt x="556443" y="72735"/>
                  <a:pt x="553458" y="79738"/>
                  <a:pt x="552600" y="88710"/>
                </a:cubicBezTo>
                <a:close/>
                <a:moveTo>
                  <a:pt x="671689" y="51962"/>
                </a:moveTo>
                <a:lnTo>
                  <a:pt x="671689" y="76071"/>
                </a:lnTo>
                <a:cubicBezTo>
                  <a:pt x="680661" y="59998"/>
                  <a:pt x="689868" y="51962"/>
                  <a:pt x="699309" y="51962"/>
                </a:cubicBezTo>
                <a:cubicBezTo>
                  <a:pt x="703600" y="51962"/>
                  <a:pt x="707150" y="53269"/>
                  <a:pt x="709958" y="55883"/>
                </a:cubicBezTo>
                <a:cubicBezTo>
                  <a:pt x="712767" y="58496"/>
                  <a:pt x="714172" y="61520"/>
                  <a:pt x="714172" y="64953"/>
                </a:cubicBezTo>
                <a:cubicBezTo>
                  <a:pt x="714172" y="67996"/>
                  <a:pt x="713157" y="70570"/>
                  <a:pt x="711129" y="72677"/>
                </a:cubicBezTo>
                <a:cubicBezTo>
                  <a:pt x="709100" y="74783"/>
                  <a:pt x="706682" y="75837"/>
                  <a:pt x="703873" y="75837"/>
                </a:cubicBezTo>
                <a:cubicBezTo>
                  <a:pt x="701142" y="75837"/>
                  <a:pt x="698080" y="74491"/>
                  <a:pt x="694686" y="71799"/>
                </a:cubicBezTo>
                <a:cubicBezTo>
                  <a:pt x="691292" y="69107"/>
                  <a:pt x="688776" y="67761"/>
                  <a:pt x="687137" y="67761"/>
                </a:cubicBezTo>
                <a:cubicBezTo>
                  <a:pt x="685733" y="67761"/>
                  <a:pt x="684211" y="68539"/>
                  <a:pt x="682573" y="70095"/>
                </a:cubicBezTo>
                <a:cubicBezTo>
                  <a:pt x="679062" y="73286"/>
                  <a:pt x="675434" y="78539"/>
                  <a:pt x="671689" y="85854"/>
                </a:cubicBezTo>
                <a:lnTo>
                  <a:pt x="671689" y="137099"/>
                </a:lnTo>
                <a:cubicBezTo>
                  <a:pt x="671689" y="143012"/>
                  <a:pt x="672430" y="147486"/>
                  <a:pt x="673913" y="150521"/>
                </a:cubicBezTo>
                <a:cubicBezTo>
                  <a:pt x="674927" y="152623"/>
                  <a:pt x="676721" y="154375"/>
                  <a:pt x="679296" y="155777"/>
                </a:cubicBezTo>
                <a:cubicBezTo>
                  <a:pt x="681871" y="157176"/>
                  <a:pt x="685577" y="157876"/>
                  <a:pt x="690414" y="157876"/>
                </a:cubicBezTo>
                <a:lnTo>
                  <a:pt x="690414" y="162206"/>
                </a:lnTo>
                <a:lnTo>
                  <a:pt x="635526" y="162206"/>
                </a:lnTo>
                <a:lnTo>
                  <a:pt x="635526" y="157876"/>
                </a:lnTo>
                <a:cubicBezTo>
                  <a:pt x="640988" y="157876"/>
                  <a:pt x="645045" y="157020"/>
                  <a:pt x="647697" y="155309"/>
                </a:cubicBezTo>
                <a:cubicBezTo>
                  <a:pt x="649648" y="154063"/>
                  <a:pt x="651013" y="152077"/>
                  <a:pt x="651794" y="149351"/>
                </a:cubicBezTo>
                <a:cubicBezTo>
                  <a:pt x="652184" y="148027"/>
                  <a:pt x="652379" y="144252"/>
                  <a:pt x="652379" y="138025"/>
                </a:cubicBezTo>
                <a:lnTo>
                  <a:pt x="652379" y="96570"/>
                </a:lnTo>
                <a:cubicBezTo>
                  <a:pt x="652379" y="84113"/>
                  <a:pt x="652125" y="76699"/>
                  <a:pt x="651618" y="74326"/>
                </a:cubicBezTo>
                <a:cubicBezTo>
                  <a:pt x="651111" y="71951"/>
                  <a:pt x="650175" y="70219"/>
                  <a:pt x="648809" y="69129"/>
                </a:cubicBezTo>
                <a:cubicBezTo>
                  <a:pt x="647444" y="68039"/>
                  <a:pt x="645747" y="67494"/>
                  <a:pt x="643718" y="67494"/>
                </a:cubicBezTo>
                <a:cubicBezTo>
                  <a:pt x="641300" y="67494"/>
                  <a:pt x="638569" y="68078"/>
                  <a:pt x="635526" y="69246"/>
                </a:cubicBezTo>
                <a:lnTo>
                  <a:pt x="634356" y="65040"/>
                </a:lnTo>
                <a:lnTo>
                  <a:pt x="666774" y="51962"/>
                </a:lnTo>
                <a:lnTo>
                  <a:pt x="671689" y="51962"/>
                </a:lnTo>
                <a:close/>
                <a:moveTo>
                  <a:pt x="713549" y="55005"/>
                </a:moveTo>
                <a:lnTo>
                  <a:pt x="763522" y="55005"/>
                </a:lnTo>
                <a:lnTo>
                  <a:pt x="763522" y="59335"/>
                </a:lnTo>
                <a:lnTo>
                  <a:pt x="761064" y="59335"/>
                </a:lnTo>
                <a:cubicBezTo>
                  <a:pt x="757553" y="59335"/>
                  <a:pt x="754920" y="60096"/>
                  <a:pt x="753165" y="61617"/>
                </a:cubicBezTo>
                <a:cubicBezTo>
                  <a:pt x="751409" y="63139"/>
                  <a:pt x="750531" y="65031"/>
                  <a:pt x="750531" y="67293"/>
                </a:cubicBezTo>
                <a:cubicBezTo>
                  <a:pt x="750531" y="70336"/>
                  <a:pt x="751819" y="74549"/>
                  <a:pt x="754393" y="79933"/>
                </a:cubicBezTo>
                <a:lnTo>
                  <a:pt x="780492" y="134002"/>
                </a:lnTo>
                <a:lnTo>
                  <a:pt x="804483" y="74783"/>
                </a:lnTo>
                <a:cubicBezTo>
                  <a:pt x="805809" y="71585"/>
                  <a:pt x="806473" y="68425"/>
                  <a:pt x="806473" y="65304"/>
                </a:cubicBezTo>
                <a:cubicBezTo>
                  <a:pt x="806473" y="63899"/>
                  <a:pt x="806200" y="62846"/>
                  <a:pt x="805653" y="62144"/>
                </a:cubicBezTo>
                <a:cubicBezTo>
                  <a:pt x="805029" y="61286"/>
                  <a:pt x="804054" y="60603"/>
                  <a:pt x="802728" y="60096"/>
                </a:cubicBezTo>
                <a:cubicBezTo>
                  <a:pt x="801401" y="59589"/>
                  <a:pt x="799061" y="59335"/>
                  <a:pt x="795706" y="59335"/>
                </a:cubicBezTo>
                <a:lnTo>
                  <a:pt x="795706" y="55005"/>
                </a:lnTo>
                <a:lnTo>
                  <a:pt x="830581" y="55005"/>
                </a:lnTo>
                <a:lnTo>
                  <a:pt x="830581" y="59335"/>
                </a:lnTo>
                <a:cubicBezTo>
                  <a:pt x="827694" y="59647"/>
                  <a:pt x="825471" y="60271"/>
                  <a:pt x="823910" y="61208"/>
                </a:cubicBezTo>
                <a:cubicBezTo>
                  <a:pt x="822350" y="62144"/>
                  <a:pt x="820634" y="63899"/>
                  <a:pt x="818761" y="66474"/>
                </a:cubicBezTo>
                <a:cubicBezTo>
                  <a:pt x="818059" y="67566"/>
                  <a:pt x="816732" y="70570"/>
                  <a:pt x="814782" y="75486"/>
                </a:cubicBezTo>
                <a:lnTo>
                  <a:pt x="771129" y="182453"/>
                </a:lnTo>
                <a:cubicBezTo>
                  <a:pt x="766916" y="192830"/>
                  <a:pt x="761396" y="200671"/>
                  <a:pt x="754569" y="205976"/>
                </a:cubicBezTo>
                <a:cubicBezTo>
                  <a:pt x="747742" y="211282"/>
                  <a:pt x="741169" y="213934"/>
                  <a:pt x="734849" y="213934"/>
                </a:cubicBezTo>
                <a:cubicBezTo>
                  <a:pt x="730246" y="213934"/>
                  <a:pt x="726462" y="212624"/>
                  <a:pt x="723497" y="210003"/>
                </a:cubicBezTo>
                <a:cubicBezTo>
                  <a:pt x="720532" y="207382"/>
                  <a:pt x="719050" y="204376"/>
                  <a:pt x="719050" y="200984"/>
                </a:cubicBezTo>
                <a:cubicBezTo>
                  <a:pt x="719050" y="197746"/>
                  <a:pt x="720123" y="195135"/>
                  <a:pt x="722268" y="193150"/>
                </a:cubicBezTo>
                <a:cubicBezTo>
                  <a:pt x="724414" y="191168"/>
                  <a:pt x="727359" y="190177"/>
                  <a:pt x="731104" y="190177"/>
                </a:cubicBezTo>
                <a:cubicBezTo>
                  <a:pt x="733679" y="190177"/>
                  <a:pt x="737190" y="191035"/>
                  <a:pt x="741637" y="192752"/>
                </a:cubicBezTo>
                <a:cubicBezTo>
                  <a:pt x="744758" y="193922"/>
                  <a:pt x="746708" y="194507"/>
                  <a:pt x="747489" y="194507"/>
                </a:cubicBezTo>
                <a:cubicBezTo>
                  <a:pt x="749829" y="194507"/>
                  <a:pt x="752384" y="193289"/>
                  <a:pt x="755154" y="190853"/>
                </a:cubicBezTo>
                <a:cubicBezTo>
                  <a:pt x="757924" y="188420"/>
                  <a:pt x="760713" y="183710"/>
                  <a:pt x="763522" y="176722"/>
                </a:cubicBezTo>
                <a:lnTo>
                  <a:pt x="771129" y="157993"/>
                </a:lnTo>
                <a:lnTo>
                  <a:pt x="732626" y="77124"/>
                </a:lnTo>
                <a:cubicBezTo>
                  <a:pt x="731455" y="74705"/>
                  <a:pt x="729583" y="71702"/>
                  <a:pt x="727008" y="68113"/>
                </a:cubicBezTo>
                <a:cubicBezTo>
                  <a:pt x="725057" y="65382"/>
                  <a:pt x="723458" y="63548"/>
                  <a:pt x="722210" y="62612"/>
                </a:cubicBezTo>
                <a:cubicBezTo>
                  <a:pt x="720415" y="61364"/>
                  <a:pt x="717528" y="60271"/>
                  <a:pt x="713549" y="59335"/>
                </a:cubicBezTo>
                <a:lnTo>
                  <a:pt x="713549" y="550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0CA6FE-617C-4AE0-9B6F-B8F92869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414" y="2301322"/>
            <a:ext cx="114795" cy="1126411"/>
          </a:xfrm>
          <a:custGeom xmlns:a="http://schemas.openxmlformats.org/drawingml/2006/main">
            <a:pathLst>
              <a:path w="114795" h="1126411">
                <a:moveTo>
                  <a:pt x="100653" y="102135"/>
                </a:moveTo>
                <a:lnTo>
                  <a:pt x="100911" y="102544"/>
                </a:lnTo>
                <a:lnTo>
                  <a:pt x="101191" y="102929"/>
                </a:lnTo>
                <a:lnTo>
                  <a:pt x="101493" y="103291"/>
                </a:lnTo>
                <a:lnTo>
                  <a:pt x="101816" y="103628"/>
                </a:lnTo>
                <a:lnTo>
                  <a:pt x="102157" y="103940"/>
                </a:lnTo>
                <a:lnTo>
                  <a:pt x="102515" y="104227"/>
                </a:lnTo>
                <a:lnTo>
                  <a:pt x="102889" y="104488"/>
                </a:lnTo>
                <a:lnTo>
                  <a:pt x="103278" y="104724"/>
                </a:lnTo>
                <a:lnTo>
                  <a:pt x="103680" y="104934"/>
                </a:lnTo>
                <a:lnTo>
                  <a:pt x="104093" y="105117"/>
                </a:lnTo>
                <a:lnTo>
                  <a:pt x="104517" y="105273"/>
                </a:lnTo>
                <a:lnTo>
                  <a:pt x="104949" y="105401"/>
                </a:lnTo>
                <a:lnTo>
                  <a:pt x="105389" y="105502"/>
                </a:lnTo>
                <a:lnTo>
                  <a:pt x="105834" y="105575"/>
                </a:lnTo>
                <a:lnTo>
                  <a:pt x="106284" y="105619"/>
                </a:lnTo>
                <a:lnTo>
                  <a:pt x="106737" y="105634"/>
                </a:lnTo>
                <a:lnTo>
                  <a:pt x="107191" y="105620"/>
                </a:lnTo>
                <a:lnTo>
                  <a:pt x="107646" y="105577"/>
                </a:lnTo>
                <a:lnTo>
                  <a:pt x="108099" y="105504"/>
                </a:lnTo>
                <a:lnTo>
                  <a:pt x="108550" y="105400"/>
                </a:lnTo>
                <a:lnTo>
                  <a:pt x="108996" y="105265"/>
                </a:lnTo>
                <a:lnTo>
                  <a:pt x="109437" y="105099"/>
                </a:lnTo>
                <a:lnTo>
                  <a:pt x="109871" y="104902"/>
                </a:lnTo>
                <a:lnTo>
                  <a:pt x="110296" y="104673"/>
                </a:lnTo>
                <a:lnTo>
                  <a:pt x="110704" y="104416"/>
                </a:lnTo>
                <a:lnTo>
                  <a:pt x="111089" y="104135"/>
                </a:lnTo>
                <a:lnTo>
                  <a:pt x="111451" y="103833"/>
                </a:lnTo>
                <a:lnTo>
                  <a:pt x="111787" y="103511"/>
                </a:lnTo>
                <a:lnTo>
                  <a:pt x="112100" y="103170"/>
                </a:lnTo>
                <a:lnTo>
                  <a:pt x="112387" y="102812"/>
                </a:lnTo>
                <a:lnTo>
                  <a:pt x="112648" y="102437"/>
                </a:lnTo>
                <a:lnTo>
                  <a:pt x="112884" y="102049"/>
                </a:lnTo>
                <a:lnTo>
                  <a:pt x="113093" y="101647"/>
                </a:lnTo>
                <a:lnTo>
                  <a:pt x="113276" y="101233"/>
                </a:lnTo>
                <a:lnTo>
                  <a:pt x="113432" y="100810"/>
                </a:lnTo>
                <a:lnTo>
                  <a:pt x="113561" y="100378"/>
                </a:lnTo>
                <a:lnTo>
                  <a:pt x="113662" y="99938"/>
                </a:lnTo>
                <a:lnTo>
                  <a:pt x="113734" y="99493"/>
                </a:lnTo>
                <a:lnTo>
                  <a:pt x="113779" y="99043"/>
                </a:lnTo>
                <a:lnTo>
                  <a:pt x="113794" y="98590"/>
                </a:lnTo>
                <a:lnTo>
                  <a:pt x="113780" y="98136"/>
                </a:lnTo>
                <a:lnTo>
                  <a:pt x="113737" y="97681"/>
                </a:lnTo>
                <a:lnTo>
                  <a:pt x="113663" y="97228"/>
                </a:lnTo>
                <a:lnTo>
                  <a:pt x="113559" y="96778"/>
                </a:lnTo>
                <a:lnTo>
                  <a:pt x="113425" y="96331"/>
                </a:lnTo>
                <a:lnTo>
                  <a:pt x="113259" y="95891"/>
                </a:lnTo>
                <a:lnTo>
                  <a:pt x="113061" y="95457"/>
                </a:lnTo>
                <a:lnTo>
                  <a:pt x="112832" y="95032"/>
                </a:lnTo>
                <a:lnTo>
                  <a:pt x="57397" y="0"/>
                </a:lnTo>
                <a:lnTo>
                  <a:pt x="1961" y="95031"/>
                </a:lnTo>
                <a:lnTo>
                  <a:pt x="1732" y="95456"/>
                </a:lnTo>
                <a:lnTo>
                  <a:pt x="1535" y="95890"/>
                </a:lnTo>
                <a:lnTo>
                  <a:pt x="1369" y="96331"/>
                </a:lnTo>
                <a:lnTo>
                  <a:pt x="1235" y="96777"/>
                </a:lnTo>
                <a:lnTo>
                  <a:pt x="1131" y="97227"/>
                </a:lnTo>
                <a:lnTo>
                  <a:pt x="1057" y="97681"/>
                </a:lnTo>
                <a:lnTo>
                  <a:pt x="1014" y="98135"/>
                </a:lnTo>
                <a:lnTo>
                  <a:pt x="1000" y="98590"/>
                </a:lnTo>
                <a:lnTo>
                  <a:pt x="1016" y="99043"/>
                </a:lnTo>
                <a:lnTo>
                  <a:pt x="1060" y="99492"/>
                </a:lnTo>
                <a:lnTo>
                  <a:pt x="1133" y="99938"/>
                </a:lnTo>
                <a:lnTo>
                  <a:pt x="1234" y="100378"/>
                </a:lnTo>
                <a:lnTo>
                  <a:pt x="1362" y="100810"/>
                </a:lnTo>
                <a:lnTo>
                  <a:pt x="1518" y="101233"/>
                </a:lnTo>
                <a:lnTo>
                  <a:pt x="1701" y="101647"/>
                </a:lnTo>
                <a:lnTo>
                  <a:pt x="1911" y="102049"/>
                </a:lnTo>
                <a:lnTo>
                  <a:pt x="2146" y="102437"/>
                </a:lnTo>
                <a:lnTo>
                  <a:pt x="2408" y="102812"/>
                </a:lnTo>
                <a:lnTo>
                  <a:pt x="2695" y="103170"/>
                </a:lnTo>
                <a:lnTo>
                  <a:pt x="3007" y="103511"/>
                </a:lnTo>
                <a:lnTo>
                  <a:pt x="3344" y="103833"/>
                </a:lnTo>
                <a:lnTo>
                  <a:pt x="3705" y="104135"/>
                </a:lnTo>
                <a:lnTo>
                  <a:pt x="4090" y="104416"/>
                </a:lnTo>
                <a:lnTo>
                  <a:pt x="4499" y="104673"/>
                </a:lnTo>
                <a:lnTo>
                  <a:pt x="4924" y="104902"/>
                </a:lnTo>
                <a:lnTo>
                  <a:pt x="5358" y="105099"/>
                </a:lnTo>
                <a:lnTo>
                  <a:pt x="5798" y="105265"/>
                </a:lnTo>
                <a:lnTo>
                  <a:pt x="6244" y="105400"/>
                </a:lnTo>
                <a:lnTo>
                  <a:pt x="6695" y="105503"/>
                </a:lnTo>
                <a:lnTo>
                  <a:pt x="7148" y="105577"/>
                </a:lnTo>
                <a:lnTo>
                  <a:pt x="7603" y="105620"/>
                </a:lnTo>
                <a:lnTo>
                  <a:pt x="8057" y="105634"/>
                </a:lnTo>
                <a:lnTo>
                  <a:pt x="8510" y="105619"/>
                </a:lnTo>
                <a:lnTo>
                  <a:pt x="8960" y="105574"/>
                </a:lnTo>
                <a:lnTo>
                  <a:pt x="9405" y="105501"/>
                </a:lnTo>
                <a:lnTo>
                  <a:pt x="9845" y="105401"/>
                </a:lnTo>
                <a:lnTo>
                  <a:pt x="10277" y="105272"/>
                </a:lnTo>
                <a:lnTo>
                  <a:pt x="10701" y="105116"/>
                </a:lnTo>
                <a:lnTo>
                  <a:pt x="11114" y="104933"/>
                </a:lnTo>
                <a:lnTo>
                  <a:pt x="11516" y="104724"/>
                </a:lnTo>
                <a:lnTo>
                  <a:pt x="11905" y="104488"/>
                </a:lnTo>
                <a:lnTo>
                  <a:pt x="12279" y="104226"/>
                </a:lnTo>
                <a:lnTo>
                  <a:pt x="12637" y="103939"/>
                </a:lnTo>
                <a:lnTo>
                  <a:pt x="12978" y="103627"/>
                </a:lnTo>
                <a:lnTo>
                  <a:pt x="13300" y="103290"/>
                </a:lnTo>
                <a:lnTo>
                  <a:pt x="13602" y="102929"/>
                </a:lnTo>
                <a:lnTo>
                  <a:pt x="13883" y="102544"/>
                </a:lnTo>
                <a:lnTo>
                  <a:pt x="14140" y="102135"/>
                </a:lnTo>
                <a:lnTo>
                  <a:pt x="50347" y="40065"/>
                </a:lnTo>
                <a:lnTo>
                  <a:pt x="50347" y="1126411"/>
                </a:lnTo>
                <a:lnTo>
                  <a:pt x="64446" y="1126411"/>
                </a:lnTo>
                <a:lnTo>
                  <a:pt x="64446" y="40065"/>
                </a:lnTo>
                <a:lnTo>
                  <a:pt x="100653" y="1021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CDD4B7-8C80-4B0B-9C2B-02CD5319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993" y="797656"/>
            <a:ext cx="114795" cy="1728007"/>
          </a:xfrm>
          <a:custGeom xmlns:a="http://schemas.openxmlformats.org/drawingml/2006/main">
            <a:pathLst>
              <a:path w="114795" h="1728007">
                <a:moveTo>
                  <a:pt x="50347" y="0"/>
                </a:moveTo>
                <a:lnTo>
                  <a:pt x="50347" y="1687941"/>
                </a:lnTo>
                <a:lnTo>
                  <a:pt x="14140" y="1625872"/>
                </a:lnTo>
                <a:lnTo>
                  <a:pt x="13883" y="1625463"/>
                </a:lnTo>
                <a:lnTo>
                  <a:pt x="13602" y="1625078"/>
                </a:lnTo>
                <a:lnTo>
                  <a:pt x="13300" y="1624716"/>
                </a:lnTo>
                <a:lnTo>
                  <a:pt x="12978" y="1624379"/>
                </a:lnTo>
                <a:lnTo>
                  <a:pt x="12637" y="1624067"/>
                </a:lnTo>
                <a:lnTo>
                  <a:pt x="12279" y="1623780"/>
                </a:lnTo>
                <a:lnTo>
                  <a:pt x="11905" y="1623519"/>
                </a:lnTo>
                <a:lnTo>
                  <a:pt x="11516" y="1623283"/>
                </a:lnTo>
                <a:lnTo>
                  <a:pt x="11114" y="1623073"/>
                </a:lnTo>
                <a:lnTo>
                  <a:pt x="10701" y="1622890"/>
                </a:lnTo>
                <a:lnTo>
                  <a:pt x="10277" y="1622734"/>
                </a:lnTo>
                <a:lnTo>
                  <a:pt x="9845" y="1622606"/>
                </a:lnTo>
                <a:lnTo>
                  <a:pt x="9405" y="1622505"/>
                </a:lnTo>
                <a:lnTo>
                  <a:pt x="8960" y="1622432"/>
                </a:lnTo>
                <a:lnTo>
                  <a:pt x="8510" y="1622388"/>
                </a:lnTo>
                <a:lnTo>
                  <a:pt x="8057" y="1622373"/>
                </a:lnTo>
                <a:lnTo>
                  <a:pt x="7603" y="1622386"/>
                </a:lnTo>
                <a:lnTo>
                  <a:pt x="7148" y="1622430"/>
                </a:lnTo>
                <a:lnTo>
                  <a:pt x="6695" y="1622503"/>
                </a:lnTo>
                <a:lnTo>
                  <a:pt x="6244" y="1622607"/>
                </a:lnTo>
                <a:lnTo>
                  <a:pt x="5798" y="1622742"/>
                </a:lnTo>
                <a:lnTo>
                  <a:pt x="5358" y="1622908"/>
                </a:lnTo>
                <a:lnTo>
                  <a:pt x="4924" y="1623105"/>
                </a:lnTo>
                <a:lnTo>
                  <a:pt x="4499" y="1623334"/>
                </a:lnTo>
                <a:lnTo>
                  <a:pt x="4090" y="1623591"/>
                </a:lnTo>
                <a:lnTo>
                  <a:pt x="3705" y="1623872"/>
                </a:lnTo>
                <a:lnTo>
                  <a:pt x="3344" y="1624174"/>
                </a:lnTo>
                <a:lnTo>
                  <a:pt x="3007" y="1624496"/>
                </a:lnTo>
                <a:lnTo>
                  <a:pt x="2695" y="1624837"/>
                </a:lnTo>
                <a:lnTo>
                  <a:pt x="2408" y="1625195"/>
                </a:lnTo>
                <a:lnTo>
                  <a:pt x="2146" y="1625570"/>
                </a:lnTo>
                <a:lnTo>
                  <a:pt x="1911" y="1625958"/>
                </a:lnTo>
                <a:lnTo>
                  <a:pt x="1701" y="1626360"/>
                </a:lnTo>
                <a:lnTo>
                  <a:pt x="1518" y="1626774"/>
                </a:lnTo>
                <a:lnTo>
                  <a:pt x="1362" y="1627197"/>
                </a:lnTo>
                <a:lnTo>
                  <a:pt x="1234" y="1627629"/>
                </a:lnTo>
                <a:lnTo>
                  <a:pt x="1133" y="1628069"/>
                </a:lnTo>
                <a:lnTo>
                  <a:pt x="1060" y="1628514"/>
                </a:lnTo>
                <a:lnTo>
                  <a:pt x="1016" y="1628964"/>
                </a:lnTo>
                <a:lnTo>
                  <a:pt x="1001" y="1629417"/>
                </a:lnTo>
                <a:lnTo>
                  <a:pt x="1015" y="1629872"/>
                </a:lnTo>
                <a:lnTo>
                  <a:pt x="1058" y="1630326"/>
                </a:lnTo>
                <a:lnTo>
                  <a:pt x="1132" y="1630780"/>
                </a:lnTo>
                <a:lnTo>
                  <a:pt x="1235" y="1631230"/>
                </a:lnTo>
                <a:lnTo>
                  <a:pt x="1370" y="1631676"/>
                </a:lnTo>
                <a:lnTo>
                  <a:pt x="1536" y="1632117"/>
                </a:lnTo>
                <a:lnTo>
                  <a:pt x="1733" y="1632551"/>
                </a:lnTo>
                <a:lnTo>
                  <a:pt x="1963" y="1632976"/>
                </a:lnTo>
                <a:lnTo>
                  <a:pt x="57397" y="1728007"/>
                </a:lnTo>
                <a:lnTo>
                  <a:pt x="112832" y="1632976"/>
                </a:lnTo>
                <a:lnTo>
                  <a:pt x="113061" y="1632551"/>
                </a:lnTo>
                <a:lnTo>
                  <a:pt x="113259" y="1632117"/>
                </a:lnTo>
                <a:lnTo>
                  <a:pt x="113425" y="1631676"/>
                </a:lnTo>
                <a:lnTo>
                  <a:pt x="113559" y="1631230"/>
                </a:lnTo>
                <a:lnTo>
                  <a:pt x="113663" y="1630780"/>
                </a:lnTo>
                <a:lnTo>
                  <a:pt x="113737" y="1630326"/>
                </a:lnTo>
                <a:lnTo>
                  <a:pt x="113780" y="1629872"/>
                </a:lnTo>
                <a:lnTo>
                  <a:pt x="113794" y="1629417"/>
                </a:lnTo>
                <a:lnTo>
                  <a:pt x="113779" y="1628964"/>
                </a:lnTo>
                <a:lnTo>
                  <a:pt x="113734" y="1628514"/>
                </a:lnTo>
                <a:lnTo>
                  <a:pt x="113662" y="1628069"/>
                </a:lnTo>
                <a:lnTo>
                  <a:pt x="113561" y="1627629"/>
                </a:lnTo>
                <a:lnTo>
                  <a:pt x="113432" y="1627197"/>
                </a:lnTo>
                <a:lnTo>
                  <a:pt x="113276" y="1626774"/>
                </a:lnTo>
                <a:lnTo>
                  <a:pt x="113093" y="1626360"/>
                </a:lnTo>
                <a:lnTo>
                  <a:pt x="112884" y="1625958"/>
                </a:lnTo>
                <a:lnTo>
                  <a:pt x="112648" y="1625570"/>
                </a:lnTo>
                <a:lnTo>
                  <a:pt x="112387" y="1625195"/>
                </a:lnTo>
                <a:lnTo>
                  <a:pt x="112100" y="1624837"/>
                </a:lnTo>
                <a:lnTo>
                  <a:pt x="111787" y="1624496"/>
                </a:lnTo>
                <a:lnTo>
                  <a:pt x="111451" y="1624174"/>
                </a:lnTo>
                <a:lnTo>
                  <a:pt x="111089" y="1623872"/>
                </a:lnTo>
                <a:lnTo>
                  <a:pt x="110704" y="1623591"/>
                </a:lnTo>
                <a:lnTo>
                  <a:pt x="110296" y="1623334"/>
                </a:lnTo>
                <a:lnTo>
                  <a:pt x="109871" y="1623105"/>
                </a:lnTo>
                <a:lnTo>
                  <a:pt x="109437" y="1622908"/>
                </a:lnTo>
                <a:lnTo>
                  <a:pt x="108996" y="1622742"/>
                </a:lnTo>
                <a:lnTo>
                  <a:pt x="108550" y="1622607"/>
                </a:lnTo>
                <a:lnTo>
                  <a:pt x="108099" y="1622503"/>
                </a:lnTo>
                <a:lnTo>
                  <a:pt x="107646" y="1622430"/>
                </a:lnTo>
                <a:lnTo>
                  <a:pt x="107191" y="1622386"/>
                </a:lnTo>
                <a:lnTo>
                  <a:pt x="106737" y="1622373"/>
                </a:lnTo>
                <a:lnTo>
                  <a:pt x="106284" y="1622388"/>
                </a:lnTo>
                <a:lnTo>
                  <a:pt x="105834" y="1622432"/>
                </a:lnTo>
                <a:lnTo>
                  <a:pt x="105389" y="1622505"/>
                </a:lnTo>
                <a:lnTo>
                  <a:pt x="104949" y="1622606"/>
                </a:lnTo>
                <a:lnTo>
                  <a:pt x="104517" y="1622734"/>
                </a:lnTo>
                <a:lnTo>
                  <a:pt x="104093" y="1622890"/>
                </a:lnTo>
                <a:lnTo>
                  <a:pt x="103680" y="1623073"/>
                </a:lnTo>
                <a:lnTo>
                  <a:pt x="103278" y="1623283"/>
                </a:lnTo>
                <a:lnTo>
                  <a:pt x="102890" y="1623519"/>
                </a:lnTo>
                <a:lnTo>
                  <a:pt x="102516" y="1623780"/>
                </a:lnTo>
                <a:lnTo>
                  <a:pt x="102157" y="1624067"/>
                </a:lnTo>
                <a:lnTo>
                  <a:pt x="101816" y="1624379"/>
                </a:lnTo>
                <a:lnTo>
                  <a:pt x="101494" y="1624716"/>
                </a:lnTo>
                <a:lnTo>
                  <a:pt x="101192" y="1625078"/>
                </a:lnTo>
                <a:lnTo>
                  <a:pt x="100912" y="1625463"/>
                </a:lnTo>
                <a:lnTo>
                  <a:pt x="100655" y="1625872"/>
                </a:lnTo>
                <a:lnTo>
                  <a:pt x="64446" y="1687944"/>
                </a:lnTo>
                <a:lnTo>
                  <a:pt x="64446" y="0"/>
                </a:lnTo>
                <a:lnTo>
                  <a:pt x="5034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97ACD4-8CB2-4A0E-8479-452A8031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644" y="1744648"/>
            <a:ext cx="308094" cy="114795"/>
          </a:xfrm>
          <a:custGeom xmlns:a="http://schemas.openxmlformats.org/drawingml/2006/main">
            <a:pathLst>
              <a:path w="308094" h="114795">
                <a:moveTo>
                  <a:pt x="0" y="64325"/>
                </a:moveTo>
                <a:lnTo>
                  <a:pt x="268023" y="64480"/>
                </a:lnTo>
                <a:lnTo>
                  <a:pt x="205931" y="100652"/>
                </a:lnTo>
                <a:lnTo>
                  <a:pt x="205523" y="100909"/>
                </a:lnTo>
                <a:lnTo>
                  <a:pt x="205137" y="101189"/>
                </a:lnTo>
                <a:lnTo>
                  <a:pt x="204776" y="101491"/>
                </a:lnTo>
                <a:lnTo>
                  <a:pt x="204439" y="101813"/>
                </a:lnTo>
                <a:lnTo>
                  <a:pt x="204127" y="102154"/>
                </a:lnTo>
                <a:lnTo>
                  <a:pt x="203839" y="102512"/>
                </a:lnTo>
                <a:lnTo>
                  <a:pt x="203578" y="102886"/>
                </a:lnTo>
                <a:lnTo>
                  <a:pt x="203342" y="103275"/>
                </a:lnTo>
                <a:lnTo>
                  <a:pt x="203132" y="103676"/>
                </a:lnTo>
                <a:lnTo>
                  <a:pt x="202949" y="104090"/>
                </a:lnTo>
                <a:lnTo>
                  <a:pt x="202793" y="104513"/>
                </a:lnTo>
                <a:lnTo>
                  <a:pt x="202664" y="104945"/>
                </a:lnTo>
                <a:lnTo>
                  <a:pt x="202563" y="105385"/>
                </a:lnTo>
                <a:lnTo>
                  <a:pt x="202490" y="105830"/>
                </a:lnTo>
                <a:lnTo>
                  <a:pt x="202445" y="106280"/>
                </a:lnTo>
                <a:lnTo>
                  <a:pt x="202430" y="106733"/>
                </a:lnTo>
                <a:lnTo>
                  <a:pt x="202444" y="107187"/>
                </a:lnTo>
                <a:lnTo>
                  <a:pt x="202487" y="107642"/>
                </a:lnTo>
                <a:lnTo>
                  <a:pt x="202560" y="108095"/>
                </a:lnTo>
                <a:lnTo>
                  <a:pt x="202664" y="108546"/>
                </a:lnTo>
                <a:lnTo>
                  <a:pt x="202798" y="108992"/>
                </a:lnTo>
                <a:lnTo>
                  <a:pt x="202963" y="109433"/>
                </a:lnTo>
                <a:lnTo>
                  <a:pt x="203160" y="109866"/>
                </a:lnTo>
                <a:lnTo>
                  <a:pt x="203389" y="110292"/>
                </a:lnTo>
                <a:lnTo>
                  <a:pt x="203646" y="110700"/>
                </a:lnTo>
                <a:lnTo>
                  <a:pt x="203926" y="111086"/>
                </a:lnTo>
                <a:lnTo>
                  <a:pt x="204228" y="111447"/>
                </a:lnTo>
                <a:lnTo>
                  <a:pt x="204550" y="111784"/>
                </a:lnTo>
                <a:lnTo>
                  <a:pt x="204891" y="112096"/>
                </a:lnTo>
                <a:lnTo>
                  <a:pt x="205249" y="112384"/>
                </a:lnTo>
                <a:lnTo>
                  <a:pt x="205623" y="112646"/>
                </a:lnTo>
                <a:lnTo>
                  <a:pt x="206012" y="112882"/>
                </a:lnTo>
                <a:lnTo>
                  <a:pt x="206414" y="113091"/>
                </a:lnTo>
                <a:lnTo>
                  <a:pt x="206827" y="113275"/>
                </a:lnTo>
                <a:lnTo>
                  <a:pt x="207250" y="113431"/>
                </a:lnTo>
                <a:lnTo>
                  <a:pt x="207683" y="113560"/>
                </a:lnTo>
                <a:lnTo>
                  <a:pt x="208122" y="113661"/>
                </a:lnTo>
                <a:lnTo>
                  <a:pt x="208567" y="113734"/>
                </a:lnTo>
                <a:lnTo>
                  <a:pt x="209017" y="113778"/>
                </a:lnTo>
                <a:lnTo>
                  <a:pt x="209470" y="113794"/>
                </a:lnTo>
                <a:lnTo>
                  <a:pt x="209925" y="113781"/>
                </a:lnTo>
                <a:lnTo>
                  <a:pt x="210379" y="113737"/>
                </a:lnTo>
                <a:lnTo>
                  <a:pt x="210832" y="113664"/>
                </a:lnTo>
                <a:lnTo>
                  <a:pt x="211283" y="113561"/>
                </a:lnTo>
                <a:lnTo>
                  <a:pt x="211729" y="113426"/>
                </a:lnTo>
                <a:lnTo>
                  <a:pt x="212170" y="113261"/>
                </a:lnTo>
                <a:lnTo>
                  <a:pt x="212604" y="113064"/>
                </a:lnTo>
                <a:lnTo>
                  <a:pt x="213029" y="112835"/>
                </a:lnTo>
                <a:lnTo>
                  <a:pt x="308094" y="57454"/>
                </a:lnTo>
                <a:lnTo>
                  <a:pt x="213094" y="1964"/>
                </a:lnTo>
                <a:lnTo>
                  <a:pt x="212669" y="1735"/>
                </a:lnTo>
                <a:lnTo>
                  <a:pt x="212235" y="1537"/>
                </a:lnTo>
                <a:lnTo>
                  <a:pt x="211794" y="1371"/>
                </a:lnTo>
                <a:lnTo>
                  <a:pt x="211348" y="1236"/>
                </a:lnTo>
                <a:lnTo>
                  <a:pt x="210898" y="1132"/>
                </a:lnTo>
                <a:lnTo>
                  <a:pt x="210444" y="1058"/>
                </a:lnTo>
                <a:lnTo>
                  <a:pt x="209990" y="1014"/>
                </a:lnTo>
                <a:lnTo>
                  <a:pt x="209535" y="1000"/>
                </a:lnTo>
                <a:lnTo>
                  <a:pt x="209083" y="1015"/>
                </a:lnTo>
                <a:lnTo>
                  <a:pt x="208633" y="1059"/>
                </a:lnTo>
                <a:lnTo>
                  <a:pt x="208187" y="1132"/>
                </a:lnTo>
                <a:lnTo>
                  <a:pt x="207747" y="1233"/>
                </a:lnTo>
                <a:lnTo>
                  <a:pt x="207315" y="1361"/>
                </a:lnTo>
                <a:lnTo>
                  <a:pt x="206891" y="1517"/>
                </a:lnTo>
                <a:lnTo>
                  <a:pt x="206478" y="1699"/>
                </a:lnTo>
                <a:lnTo>
                  <a:pt x="206076" y="1909"/>
                </a:lnTo>
                <a:lnTo>
                  <a:pt x="205687" y="2144"/>
                </a:lnTo>
                <a:lnTo>
                  <a:pt x="205313" y="2406"/>
                </a:lnTo>
                <a:lnTo>
                  <a:pt x="204954" y="2693"/>
                </a:lnTo>
                <a:lnTo>
                  <a:pt x="204613" y="3005"/>
                </a:lnTo>
                <a:lnTo>
                  <a:pt x="204290" y="3341"/>
                </a:lnTo>
                <a:lnTo>
                  <a:pt x="203988" y="3702"/>
                </a:lnTo>
                <a:lnTo>
                  <a:pt x="203708" y="4087"/>
                </a:lnTo>
                <a:lnTo>
                  <a:pt x="203450" y="4496"/>
                </a:lnTo>
                <a:lnTo>
                  <a:pt x="203221" y="4921"/>
                </a:lnTo>
                <a:lnTo>
                  <a:pt x="203023" y="5354"/>
                </a:lnTo>
                <a:lnTo>
                  <a:pt x="202857" y="5795"/>
                </a:lnTo>
                <a:lnTo>
                  <a:pt x="202722" y="6241"/>
                </a:lnTo>
                <a:lnTo>
                  <a:pt x="202618" y="6691"/>
                </a:lnTo>
                <a:lnTo>
                  <a:pt x="202544" y="7145"/>
                </a:lnTo>
                <a:lnTo>
                  <a:pt x="202501" y="7599"/>
                </a:lnTo>
                <a:lnTo>
                  <a:pt x="202486" y="8053"/>
                </a:lnTo>
                <a:lnTo>
                  <a:pt x="202502" y="8506"/>
                </a:lnTo>
                <a:lnTo>
                  <a:pt x="202546" y="8956"/>
                </a:lnTo>
                <a:lnTo>
                  <a:pt x="202618" y="9402"/>
                </a:lnTo>
                <a:lnTo>
                  <a:pt x="202719" y="9841"/>
                </a:lnTo>
                <a:lnTo>
                  <a:pt x="202847" y="10274"/>
                </a:lnTo>
                <a:lnTo>
                  <a:pt x="203003" y="10697"/>
                </a:lnTo>
                <a:lnTo>
                  <a:pt x="203185" y="11111"/>
                </a:lnTo>
                <a:lnTo>
                  <a:pt x="203395" y="11513"/>
                </a:lnTo>
                <a:lnTo>
                  <a:pt x="203630" y="11901"/>
                </a:lnTo>
                <a:lnTo>
                  <a:pt x="203892" y="12276"/>
                </a:lnTo>
                <a:lnTo>
                  <a:pt x="204179" y="12634"/>
                </a:lnTo>
                <a:lnTo>
                  <a:pt x="204491" y="12976"/>
                </a:lnTo>
                <a:lnTo>
                  <a:pt x="204827" y="13298"/>
                </a:lnTo>
                <a:lnTo>
                  <a:pt x="205188" y="13600"/>
                </a:lnTo>
                <a:lnTo>
                  <a:pt x="205574" y="13881"/>
                </a:lnTo>
                <a:lnTo>
                  <a:pt x="205982" y="14138"/>
                </a:lnTo>
                <a:lnTo>
                  <a:pt x="268029" y="50381"/>
                </a:lnTo>
                <a:lnTo>
                  <a:pt x="8" y="50226"/>
                </a:lnTo>
                <a:lnTo>
                  <a:pt x="0" y="64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3.Retrieve">
            <a:extLst xmlns:a="http://schemas.openxmlformats.org/drawingml/2006/main">
              <a:ext uri="{FF2B5EF4-FFF2-40B4-BE49-F238E27FC236}">
                <a16:creationId xmlns:a16="http://schemas.microsoft.com/office/drawing/2014/main" id="{64718031-3F19-46DA-A8A6-DF5138A9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805" y="1569376"/>
            <a:ext cx="1034513" cy="169696"/>
          </a:xfrm>
          <a:custGeom xmlns:a="http://schemas.openxmlformats.org/drawingml/2006/main">
            <a:pathLst>
              <a:path w="1034513" h="169696">
                <a:moveTo>
                  <a:pt x="2458" y="37801"/>
                </a:moveTo>
                <a:cubicBezTo>
                  <a:pt x="6983" y="27112"/>
                  <a:pt x="12698" y="18881"/>
                  <a:pt x="19603" y="13108"/>
                </a:cubicBezTo>
                <a:cubicBezTo>
                  <a:pt x="26508" y="7334"/>
                  <a:pt x="35110" y="4447"/>
                  <a:pt x="45408" y="4447"/>
                </a:cubicBezTo>
                <a:cubicBezTo>
                  <a:pt x="58126" y="4447"/>
                  <a:pt x="67879" y="8576"/>
                  <a:pt x="74666" y="16834"/>
                </a:cubicBezTo>
                <a:cubicBezTo>
                  <a:pt x="79816" y="22991"/>
                  <a:pt x="82390" y="29575"/>
                  <a:pt x="82390" y="36587"/>
                </a:cubicBezTo>
                <a:cubicBezTo>
                  <a:pt x="82390" y="48117"/>
                  <a:pt x="75134" y="60037"/>
                  <a:pt x="60623" y="72348"/>
                </a:cubicBezTo>
                <a:cubicBezTo>
                  <a:pt x="70375" y="76176"/>
                  <a:pt x="77748" y="81643"/>
                  <a:pt x="82742" y="88750"/>
                </a:cubicBezTo>
                <a:cubicBezTo>
                  <a:pt x="87735" y="95855"/>
                  <a:pt x="90232" y="104211"/>
                  <a:pt x="90232" y="113817"/>
                </a:cubicBezTo>
                <a:cubicBezTo>
                  <a:pt x="90232" y="127564"/>
                  <a:pt x="85862" y="139474"/>
                  <a:pt x="77124" y="149549"/>
                </a:cubicBezTo>
                <a:cubicBezTo>
                  <a:pt x="65733" y="162668"/>
                  <a:pt x="49231" y="169228"/>
                  <a:pt x="27620" y="169228"/>
                </a:cubicBezTo>
                <a:cubicBezTo>
                  <a:pt x="16931" y="169228"/>
                  <a:pt x="9655" y="167902"/>
                  <a:pt x="5793" y="165249"/>
                </a:cubicBezTo>
                <a:cubicBezTo>
                  <a:pt x="1931" y="162596"/>
                  <a:pt x="0" y="159749"/>
                  <a:pt x="0" y="156706"/>
                </a:cubicBezTo>
                <a:cubicBezTo>
                  <a:pt x="0" y="154443"/>
                  <a:pt x="917" y="152454"/>
                  <a:pt x="2750" y="150737"/>
                </a:cubicBezTo>
                <a:cubicBezTo>
                  <a:pt x="4584" y="149021"/>
                  <a:pt x="6788" y="148162"/>
                  <a:pt x="9363" y="148162"/>
                </a:cubicBezTo>
                <a:cubicBezTo>
                  <a:pt x="11313" y="148162"/>
                  <a:pt x="13303" y="148474"/>
                  <a:pt x="15331" y="149099"/>
                </a:cubicBezTo>
                <a:cubicBezTo>
                  <a:pt x="16658" y="149489"/>
                  <a:pt x="19661" y="150913"/>
                  <a:pt x="24343" y="153370"/>
                </a:cubicBezTo>
                <a:cubicBezTo>
                  <a:pt x="29024" y="155828"/>
                  <a:pt x="32262" y="157291"/>
                  <a:pt x="34056" y="157759"/>
                </a:cubicBezTo>
                <a:cubicBezTo>
                  <a:pt x="36943" y="158617"/>
                  <a:pt x="40025" y="159046"/>
                  <a:pt x="43302" y="159046"/>
                </a:cubicBezTo>
                <a:cubicBezTo>
                  <a:pt x="51260" y="159046"/>
                  <a:pt x="58184" y="155960"/>
                  <a:pt x="64075" y="149786"/>
                </a:cubicBezTo>
                <a:cubicBezTo>
                  <a:pt x="69966" y="143613"/>
                  <a:pt x="72911" y="136306"/>
                  <a:pt x="72911" y="127865"/>
                </a:cubicBezTo>
                <a:cubicBezTo>
                  <a:pt x="72911" y="121691"/>
                  <a:pt x="71546" y="115674"/>
                  <a:pt x="68815" y="109813"/>
                </a:cubicBezTo>
                <a:cubicBezTo>
                  <a:pt x="66786" y="105436"/>
                  <a:pt x="64563" y="102115"/>
                  <a:pt x="62144" y="99850"/>
                </a:cubicBezTo>
                <a:cubicBezTo>
                  <a:pt x="58789" y="96722"/>
                  <a:pt x="54186" y="93889"/>
                  <a:pt x="48334" y="91351"/>
                </a:cubicBezTo>
                <a:cubicBezTo>
                  <a:pt x="42483" y="88810"/>
                  <a:pt x="36514" y="87540"/>
                  <a:pt x="30428" y="87540"/>
                </a:cubicBezTo>
                <a:lnTo>
                  <a:pt x="26683" y="87540"/>
                </a:lnTo>
                <a:lnTo>
                  <a:pt x="26683" y="84029"/>
                </a:lnTo>
                <a:cubicBezTo>
                  <a:pt x="32847" y="83249"/>
                  <a:pt x="39030" y="81025"/>
                  <a:pt x="45233" y="77358"/>
                </a:cubicBezTo>
                <a:cubicBezTo>
                  <a:pt x="51436" y="73691"/>
                  <a:pt x="55941" y="69283"/>
                  <a:pt x="58750" y="64133"/>
                </a:cubicBezTo>
                <a:cubicBezTo>
                  <a:pt x="61559" y="58984"/>
                  <a:pt x="62963" y="53328"/>
                  <a:pt x="62963" y="47164"/>
                </a:cubicBezTo>
                <a:cubicBezTo>
                  <a:pt x="62963" y="39128"/>
                  <a:pt x="60447" y="32632"/>
                  <a:pt x="55415" y="27678"/>
                </a:cubicBezTo>
                <a:cubicBezTo>
                  <a:pt x="50382" y="22724"/>
                  <a:pt x="44121" y="20247"/>
                  <a:pt x="36631" y="20247"/>
                </a:cubicBezTo>
                <a:cubicBezTo>
                  <a:pt x="24538" y="20247"/>
                  <a:pt x="14434" y="26722"/>
                  <a:pt x="6320" y="39674"/>
                </a:cubicBezTo>
                <a:lnTo>
                  <a:pt x="2458" y="37801"/>
                </a:lnTo>
                <a:close/>
                <a:moveTo>
                  <a:pt x="140087" y="143715"/>
                </a:moveTo>
                <a:cubicBezTo>
                  <a:pt x="143754" y="143715"/>
                  <a:pt x="146836" y="144983"/>
                  <a:pt x="149333" y="147519"/>
                </a:cubicBezTo>
                <a:cubicBezTo>
                  <a:pt x="151829" y="150054"/>
                  <a:pt x="153078" y="153117"/>
                  <a:pt x="153078" y="156706"/>
                </a:cubicBezTo>
                <a:cubicBezTo>
                  <a:pt x="153078" y="160295"/>
                  <a:pt x="151810" y="163357"/>
                  <a:pt x="149274" y="165893"/>
                </a:cubicBezTo>
                <a:cubicBezTo>
                  <a:pt x="146739" y="168428"/>
                  <a:pt x="143676" y="169696"/>
                  <a:pt x="140087" y="169696"/>
                </a:cubicBezTo>
                <a:cubicBezTo>
                  <a:pt x="136498" y="169696"/>
                  <a:pt x="133436" y="168428"/>
                  <a:pt x="130900" y="165893"/>
                </a:cubicBezTo>
                <a:cubicBezTo>
                  <a:pt x="128365" y="163357"/>
                  <a:pt x="127097" y="160295"/>
                  <a:pt x="127097" y="156706"/>
                </a:cubicBezTo>
                <a:cubicBezTo>
                  <a:pt x="127097" y="153039"/>
                  <a:pt x="128365" y="149957"/>
                  <a:pt x="130900" y="147460"/>
                </a:cubicBezTo>
                <a:cubicBezTo>
                  <a:pt x="133436" y="144964"/>
                  <a:pt x="136498" y="143715"/>
                  <a:pt x="140087" y="143715"/>
                </a:cubicBezTo>
                <a:close/>
                <a:moveTo>
                  <a:pt x="391940" y="166419"/>
                </a:moveTo>
                <a:lnTo>
                  <a:pt x="349574" y="166419"/>
                </a:lnTo>
                <a:lnTo>
                  <a:pt x="295857" y="91987"/>
                </a:lnTo>
                <a:cubicBezTo>
                  <a:pt x="291878" y="92143"/>
                  <a:pt x="288640" y="92221"/>
                  <a:pt x="286143" y="92221"/>
                </a:cubicBezTo>
                <a:cubicBezTo>
                  <a:pt x="285129" y="92221"/>
                  <a:pt x="284037" y="92202"/>
                  <a:pt x="282866" y="92163"/>
                </a:cubicBezTo>
                <a:cubicBezTo>
                  <a:pt x="281696" y="92124"/>
                  <a:pt x="280487" y="92065"/>
                  <a:pt x="279238" y="91987"/>
                </a:cubicBezTo>
                <a:lnTo>
                  <a:pt x="279238" y="138251"/>
                </a:lnTo>
                <a:cubicBezTo>
                  <a:pt x="279238" y="148272"/>
                  <a:pt x="280330" y="154496"/>
                  <a:pt x="282515" y="156922"/>
                </a:cubicBezTo>
                <a:cubicBezTo>
                  <a:pt x="285480" y="160367"/>
                  <a:pt x="289927" y="162089"/>
                  <a:pt x="295857" y="162089"/>
                </a:cubicBezTo>
                <a:lnTo>
                  <a:pt x="302059" y="162089"/>
                </a:lnTo>
                <a:lnTo>
                  <a:pt x="302059" y="166419"/>
                </a:lnTo>
                <a:lnTo>
                  <a:pt x="234064" y="166419"/>
                </a:lnTo>
                <a:lnTo>
                  <a:pt x="234064" y="162089"/>
                </a:lnTo>
                <a:lnTo>
                  <a:pt x="240033" y="162089"/>
                </a:lnTo>
                <a:cubicBezTo>
                  <a:pt x="246742" y="162089"/>
                  <a:pt x="251541" y="159905"/>
                  <a:pt x="254427" y="155535"/>
                </a:cubicBezTo>
                <a:cubicBezTo>
                  <a:pt x="256066" y="153117"/>
                  <a:pt x="256885" y="147382"/>
                  <a:pt x="256885" y="138332"/>
                </a:cubicBezTo>
                <a:lnTo>
                  <a:pt x="256885" y="35812"/>
                </a:lnTo>
                <a:cubicBezTo>
                  <a:pt x="256885" y="25825"/>
                  <a:pt x="255793" y="19622"/>
                  <a:pt x="253608" y="17204"/>
                </a:cubicBezTo>
                <a:cubicBezTo>
                  <a:pt x="250565" y="13771"/>
                  <a:pt x="246040" y="12054"/>
                  <a:pt x="240033" y="12054"/>
                </a:cubicBezTo>
                <a:lnTo>
                  <a:pt x="234064" y="12054"/>
                </a:lnTo>
                <a:lnTo>
                  <a:pt x="234064" y="7724"/>
                </a:lnTo>
                <a:lnTo>
                  <a:pt x="291878" y="7724"/>
                </a:lnTo>
                <a:cubicBezTo>
                  <a:pt x="308730" y="7724"/>
                  <a:pt x="321155" y="8949"/>
                  <a:pt x="329152" y="11400"/>
                </a:cubicBezTo>
                <a:cubicBezTo>
                  <a:pt x="337149" y="13850"/>
                  <a:pt x="343937" y="18363"/>
                  <a:pt x="349516" y="24939"/>
                </a:cubicBezTo>
                <a:cubicBezTo>
                  <a:pt x="355094" y="31512"/>
                  <a:pt x="357884" y="39350"/>
                  <a:pt x="357884" y="48451"/>
                </a:cubicBezTo>
                <a:cubicBezTo>
                  <a:pt x="357884" y="58175"/>
                  <a:pt x="354704" y="66616"/>
                  <a:pt x="348346" y="73774"/>
                </a:cubicBezTo>
                <a:cubicBezTo>
                  <a:pt x="341987" y="80930"/>
                  <a:pt x="332137" y="85987"/>
                  <a:pt x="318795" y="88944"/>
                </a:cubicBezTo>
                <a:lnTo>
                  <a:pt x="351564" y="134616"/>
                </a:lnTo>
                <a:cubicBezTo>
                  <a:pt x="359054" y="145105"/>
                  <a:pt x="365491" y="152072"/>
                  <a:pt x="370874" y="155517"/>
                </a:cubicBezTo>
                <a:cubicBezTo>
                  <a:pt x="376258" y="158960"/>
                  <a:pt x="383280" y="161151"/>
                  <a:pt x="391940" y="162089"/>
                </a:cubicBezTo>
                <a:lnTo>
                  <a:pt x="391940" y="166419"/>
                </a:lnTo>
                <a:moveTo>
                  <a:pt x="279238" y="84848"/>
                </a:moveTo>
                <a:cubicBezTo>
                  <a:pt x="280721" y="84848"/>
                  <a:pt x="282008" y="84868"/>
                  <a:pt x="283100" y="84907"/>
                </a:cubicBezTo>
                <a:cubicBezTo>
                  <a:pt x="284193" y="84946"/>
                  <a:pt x="285090" y="84965"/>
                  <a:pt x="285792" y="84965"/>
                </a:cubicBezTo>
                <a:cubicBezTo>
                  <a:pt x="300928" y="84965"/>
                  <a:pt x="312339" y="81688"/>
                  <a:pt x="320024" y="75134"/>
                </a:cubicBezTo>
                <a:cubicBezTo>
                  <a:pt x="327709" y="68581"/>
                  <a:pt x="331551" y="60232"/>
                  <a:pt x="331551" y="50090"/>
                </a:cubicBezTo>
                <a:cubicBezTo>
                  <a:pt x="331551" y="40181"/>
                  <a:pt x="328450" y="32125"/>
                  <a:pt x="322247" y="25923"/>
                </a:cubicBezTo>
                <a:cubicBezTo>
                  <a:pt x="316045" y="19720"/>
                  <a:pt x="307833" y="16619"/>
                  <a:pt x="297612" y="16619"/>
                </a:cubicBezTo>
                <a:cubicBezTo>
                  <a:pt x="293087" y="16619"/>
                  <a:pt x="286962" y="17360"/>
                  <a:pt x="279238" y="18842"/>
                </a:cubicBezTo>
                <a:lnTo>
                  <a:pt x="279238" y="84848"/>
                </a:lnTo>
                <a:close/>
                <a:moveTo>
                  <a:pt x="415851" y="99711"/>
                </a:moveTo>
                <a:cubicBezTo>
                  <a:pt x="415773" y="115591"/>
                  <a:pt x="419635" y="128046"/>
                  <a:pt x="427437" y="137077"/>
                </a:cubicBezTo>
                <a:cubicBezTo>
                  <a:pt x="435240" y="146106"/>
                  <a:pt x="444407" y="150620"/>
                  <a:pt x="454940" y="150620"/>
                </a:cubicBezTo>
                <a:cubicBezTo>
                  <a:pt x="461962" y="150620"/>
                  <a:pt x="468067" y="148689"/>
                  <a:pt x="473255" y="144827"/>
                </a:cubicBezTo>
                <a:cubicBezTo>
                  <a:pt x="478444" y="140965"/>
                  <a:pt x="482794" y="134353"/>
                  <a:pt x="486305" y="124990"/>
                </a:cubicBezTo>
                <a:lnTo>
                  <a:pt x="489933" y="127331"/>
                </a:lnTo>
                <a:cubicBezTo>
                  <a:pt x="488294" y="138020"/>
                  <a:pt x="483535" y="147753"/>
                  <a:pt x="475655" y="156530"/>
                </a:cubicBezTo>
                <a:cubicBezTo>
                  <a:pt x="467775" y="165308"/>
                  <a:pt x="457905" y="169696"/>
                  <a:pt x="446046" y="169696"/>
                </a:cubicBezTo>
                <a:cubicBezTo>
                  <a:pt x="433172" y="169696"/>
                  <a:pt x="422152" y="164694"/>
                  <a:pt x="412984" y="154691"/>
                </a:cubicBezTo>
                <a:cubicBezTo>
                  <a:pt x="403817" y="144684"/>
                  <a:pt x="399233" y="131233"/>
                  <a:pt x="399233" y="114337"/>
                </a:cubicBezTo>
                <a:cubicBezTo>
                  <a:pt x="399233" y="96041"/>
                  <a:pt x="403934" y="81774"/>
                  <a:pt x="413335" y="71536"/>
                </a:cubicBezTo>
                <a:cubicBezTo>
                  <a:pt x="422737" y="61295"/>
                  <a:pt x="434537" y="56175"/>
                  <a:pt x="448737" y="56175"/>
                </a:cubicBezTo>
                <a:cubicBezTo>
                  <a:pt x="460753" y="56175"/>
                  <a:pt x="470622" y="60125"/>
                  <a:pt x="478346" y="68025"/>
                </a:cubicBezTo>
                <a:cubicBezTo>
                  <a:pt x="486070" y="75922"/>
                  <a:pt x="489933" y="86484"/>
                  <a:pt x="489933" y="99711"/>
                </a:cubicBezTo>
                <a:lnTo>
                  <a:pt x="415851" y="99711"/>
                </a:lnTo>
                <a:moveTo>
                  <a:pt x="415851" y="92923"/>
                </a:moveTo>
                <a:lnTo>
                  <a:pt x="465473" y="92923"/>
                </a:lnTo>
                <a:cubicBezTo>
                  <a:pt x="465083" y="86057"/>
                  <a:pt x="464264" y="81220"/>
                  <a:pt x="463015" y="78411"/>
                </a:cubicBezTo>
                <a:cubicBezTo>
                  <a:pt x="461065" y="74042"/>
                  <a:pt x="458158" y="70609"/>
                  <a:pt x="454296" y="68113"/>
                </a:cubicBezTo>
                <a:cubicBezTo>
                  <a:pt x="450434" y="65616"/>
                  <a:pt x="446397" y="64368"/>
                  <a:pt x="442184" y="64368"/>
                </a:cubicBezTo>
                <a:cubicBezTo>
                  <a:pt x="435708" y="64368"/>
                  <a:pt x="429915" y="66884"/>
                  <a:pt x="424804" y="71916"/>
                </a:cubicBezTo>
                <a:cubicBezTo>
                  <a:pt x="419694" y="76948"/>
                  <a:pt x="416710" y="83951"/>
                  <a:pt x="415851" y="92923"/>
                </a:cubicBezTo>
                <a:close/>
                <a:moveTo>
                  <a:pt x="534706" y="23875"/>
                </a:moveTo>
                <a:lnTo>
                  <a:pt x="534706" y="59218"/>
                </a:lnTo>
                <a:lnTo>
                  <a:pt x="559751" y="59218"/>
                </a:lnTo>
                <a:lnTo>
                  <a:pt x="559751" y="67410"/>
                </a:lnTo>
                <a:lnTo>
                  <a:pt x="534706" y="67410"/>
                </a:lnTo>
                <a:lnTo>
                  <a:pt x="534706" y="136832"/>
                </a:lnTo>
                <a:cubicBezTo>
                  <a:pt x="534706" y="143769"/>
                  <a:pt x="535701" y="148445"/>
                  <a:pt x="537691" y="150861"/>
                </a:cubicBezTo>
                <a:cubicBezTo>
                  <a:pt x="539680" y="153275"/>
                  <a:pt x="542235" y="154482"/>
                  <a:pt x="545356" y="154482"/>
                </a:cubicBezTo>
                <a:cubicBezTo>
                  <a:pt x="547931" y="154482"/>
                  <a:pt x="550428" y="153682"/>
                  <a:pt x="552846" y="152083"/>
                </a:cubicBezTo>
                <a:cubicBezTo>
                  <a:pt x="555265" y="150484"/>
                  <a:pt x="557138" y="148123"/>
                  <a:pt x="558464" y="145003"/>
                </a:cubicBezTo>
                <a:lnTo>
                  <a:pt x="563028" y="145003"/>
                </a:lnTo>
                <a:cubicBezTo>
                  <a:pt x="560297" y="152671"/>
                  <a:pt x="556435" y="158470"/>
                  <a:pt x="551442" y="162400"/>
                </a:cubicBezTo>
                <a:cubicBezTo>
                  <a:pt x="546449" y="166328"/>
                  <a:pt x="541299" y="168292"/>
                  <a:pt x="535994" y="168292"/>
                </a:cubicBezTo>
                <a:cubicBezTo>
                  <a:pt x="532405" y="168292"/>
                  <a:pt x="528894" y="167296"/>
                  <a:pt x="525461" y="165304"/>
                </a:cubicBezTo>
                <a:cubicBezTo>
                  <a:pt x="522028" y="163312"/>
                  <a:pt x="519492" y="160462"/>
                  <a:pt x="517854" y="156753"/>
                </a:cubicBezTo>
                <a:cubicBezTo>
                  <a:pt x="516215" y="153042"/>
                  <a:pt x="515396" y="147320"/>
                  <a:pt x="515396" y="139586"/>
                </a:cubicBezTo>
                <a:lnTo>
                  <a:pt x="515396" y="67410"/>
                </a:lnTo>
                <a:lnTo>
                  <a:pt x="498427" y="67410"/>
                </a:lnTo>
                <a:lnTo>
                  <a:pt x="498427" y="63548"/>
                </a:lnTo>
                <a:cubicBezTo>
                  <a:pt x="502718" y="61827"/>
                  <a:pt x="507106" y="58912"/>
                  <a:pt x="511593" y="54804"/>
                </a:cubicBezTo>
                <a:cubicBezTo>
                  <a:pt x="516079" y="50696"/>
                  <a:pt x="520077" y="45824"/>
                  <a:pt x="523588" y="40189"/>
                </a:cubicBezTo>
                <a:cubicBezTo>
                  <a:pt x="525383" y="37217"/>
                  <a:pt x="527880" y="31779"/>
                  <a:pt x="531078" y="23875"/>
                </a:cubicBezTo>
                <a:lnTo>
                  <a:pt x="534706" y="23875"/>
                </a:lnTo>
                <a:close/>
                <a:moveTo>
                  <a:pt x="601907" y="56175"/>
                </a:moveTo>
                <a:lnTo>
                  <a:pt x="601907" y="80284"/>
                </a:lnTo>
                <a:cubicBezTo>
                  <a:pt x="610880" y="64212"/>
                  <a:pt x="620086" y="56175"/>
                  <a:pt x="629527" y="56175"/>
                </a:cubicBezTo>
                <a:cubicBezTo>
                  <a:pt x="633818" y="56175"/>
                  <a:pt x="637368" y="57482"/>
                  <a:pt x="640177" y="60096"/>
                </a:cubicBezTo>
                <a:cubicBezTo>
                  <a:pt x="642986" y="62710"/>
                  <a:pt x="644390" y="65733"/>
                  <a:pt x="644390" y="69166"/>
                </a:cubicBezTo>
                <a:cubicBezTo>
                  <a:pt x="644390" y="72209"/>
                  <a:pt x="643376" y="74783"/>
                  <a:pt x="641347" y="76890"/>
                </a:cubicBezTo>
                <a:cubicBezTo>
                  <a:pt x="639319" y="78997"/>
                  <a:pt x="636900" y="80050"/>
                  <a:pt x="634091" y="80050"/>
                </a:cubicBezTo>
                <a:cubicBezTo>
                  <a:pt x="631360" y="80050"/>
                  <a:pt x="628298" y="78704"/>
                  <a:pt x="624904" y="76012"/>
                </a:cubicBezTo>
                <a:cubicBezTo>
                  <a:pt x="621510" y="73320"/>
                  <a:pt x="618994" y="71975"/>
                  <a:pt x="617356" y="71975"/>
                </a:cubicBezTo>
                <a:cubicBezTo>
                  <a:pt x="615951" y="71975"/>
                  <a:pt x="614430" y="72752"/>
                  <a:pt x="612791" y="74308"/>
                </a:cubicBezTo>
                <a:cubicBezTo>
                  <a:pt x="609280" y="77500"/>
                  <a:pt x="605652" y="82753"/>
                  <a:pt x="601907" y="90067"/>
                </a:cubicBezTo>
                <a:lnTo>
                  <a:pt x="601907" y="141312"/>
                </a:lnTo>
                <a:cubicBezTo>
                  <a:pt x="601907" y="147225"/>
                  <a:pt x="602649" y="151699"/>
                  <a:pt x="604131" y="154734"/>
                </a:cubicBezTo>
                <a:cubicBezTo>
                  <a:pt x="605145" y="156836"/>
                  <a:pt x="606940" y="158588"/>
                  <a:pt x="609514" y="159990"/>
                </a:cubicBezTo>
                <a:cubicBezTo>
                  <a:pt x="612089" y="161389"/>
                  <a:pt x="615795" y="162089"/>
                  <a:pt x="620633" y="162089"/>
                </a:cubicBezTo>
                <a:lnTo>
                  <a:pt x="620633" y="166419"/>
                </a:lnTo>
                <a:lnTo>
                  <a:pt x="565745" y="166419"/>
                </a:lnTo>
                <a:lnTo>
                  <a:pt x="565745" y="162089"/>
                </a:lnTo>
                <a:cubicBezTo>
                  <a:pt x="571206" y="162089"/>
                  <a:pt x="575263" y="161233"/>
                  <a:pt x="577916" y="159522"/>
                </a:cubicBezTo>
                <a:cubicBezTo>
                  <a:pt x="579866" y="158276"/>
                  <a:pt x="581232" y="156290"/>
                  <a:pt x="582012" y="153564"/>
                </a:cubicBezTo>
                <a:cubicBezTo>
                  <a:pt x="582402" y="152240"/>
                  <a:pt x="582597" y="148465"/>
                  <a:pt x="582597" y="142238"/>
                </a:cubicBezTo>
                <a:lnTo>
                  <a:pt x="582597" y="100783"/>
                </a:lnTo>
                <a:cubicBezTo>
                  <a:pt x="582597" y="88326"/>
                  <a:pt x="582344" y="80912"/>
                  <a:pt x="581836" y="78539"/>
                </a:cubicBezTo>
                <a:cubicBezTo>
                  <a:pt x="581329" y="76165"/>
                  <a:pt x="580393" y="74432"/>
                  <a:pt x="579028" y="73342"/>
                </a:cubicBezTo>
                <a:cubicBezTo>
                  <a:pt x="577662" y="72253"/>
                  <a:pt x="575965" y="71708"/>
                  <a:pt x="573937" y="71708"/>
                </a:cubicBezTo>
                <a:cubicBezTo>
                  <a:pt x="571518" y="71708"/>
                  <a:pt x="568787" y="72292"/>
                  <a:pt x="565745" y="73459"/>
                </a:cubicBezTo>
                <a:lnTo>
                  <a:pt x="564574" y="69254"/>
                </a:lnTo>
                <a:lnTo>
                  <a:pt x="596992" y="56175"/>
                </a:lnTo>
                <a:lnTo>
                  <a:pt x="601907" y="56175"/>
                </a:lnTo>
                <a:close/>
                <a:moveTo>
                  <a:pt x="677122" y="0"/>
                </a:moveTo>
                <a:cubicBezTo>
                  <a:pt x="680399" y="0"/>
                  <a:pt x="683188" y="1157"/>
                  <a:pt x="685490" y="3471"/>
                </a:cubicBezTo>
                <a:cubicBezTo>
                  <a:pt x="687791" y="5782"/>
                  <a:pt x="688942" y="8585"/>
                  <a:pt x="688942" y="11879"/>
                </a:cubicBezTo>
                <a:cubicBezTo>
                  <a:pt x="688942" y="15173"/>
                  <a:pt x="687791" y="17996"/>
                  <a:pt x="685490" y="20349"/>
                </a:cubicBezTo>
                <a:cubicBezTo>
                  <a:pt x="683188" y="22699"/>
                  <a:pt x="680399" y="23875"/>
                  <a:pt x="677122" y="23875"/>
                </a:cubicBezTo>
                <a:cubicBezTo>
                  <a:pt x="673845" y="23875"/>
                  <a:pt x="671036" y="22699"/>
                  <a:pt x="668695" y="20349"/>
                </a:cubicBezTo>
                <a:cubicBezTo>
                  <a:pt x="666355" y="17996"/>
                  <a:pt x="665185" y="15173"/>
                  <a:pt x="665185" y="11879"/>
                </a:cubicBezTo>
                <a:cubicBezTo>
                  <a:pt x="665185" y="8585"/>
                  <a:pt x="666335" y="5782"/>
                  <a:pt x="668637" y="3471"/>
                </a:cubicBezTo>
                <a:cubicBezTo>
                  <a:pt x="670939" y="1157"/>
                  <a:pt x="673767" y="0"/>
                  <a:pt x="677122" y="0"/>
                </a:cubicBezTo>
                <a:moveTo>
                  <a:pt x="686835" y="56175"/>
                </a:moveTo>
                <a:lnTo>
                  <a:pt x="686835" y="142121"/>
                </a:lnTo>
                <a:cubicBezTo>
                  <a:pt x="686835" y="148816"/>
                  <a:pt x="687323" y="153273"/>
                  <a:pt x="688298" y="155492"/>
                </a:cubicBezTo>
                <a:cubicBezTo>
                  <a:pt x="689274" y="157710"/>
                  <a:pt x="690717" y="159365"/>
                  <a:pt x="692629" y="160454"/>
                </a:cubicBezTo>
                <a:cubicBezTo>
                  <a:pt x="694540" y="161544"/>
                  <a:pt x="698031" y="162089"/>
                  <a:pt x="703103" y="162089"/>
                </a:cubicBezTo>
                <a:lnTo>
                  <a:pt x="703103" y="166419"/>
                </a:lnTo>
                <a:lnTo>
                  <a:pt x="651024" y="166419"/>
                </a:lnTo>
                <a:lnTo>
                  <a:pt x="651024" y="162089"/>
                </a:lnTo>
                <a:cubicBezTo>
                  <a:pt x="656251" y="162089"/>
                  <a:pt x="659762" y="161583"/>
                  <a:pt x="661557" y="160571"/>
                </a:cubicBezTo>
                <a:cubicBezTo>
                  <a:pt x="663351" y="159560"/>
                  <a:pt x="664775" y="157886"/>
                  <a:pt x="665828" y="155550"/>
                </a:cubicBezTo>
                <a:cubicBezTo>
                  <a:pt x="666881" y="153214"/>
                  <a:pt x="667408" y="148738"/>
                  <a:pt x="667408" y="142121"/>
                </a:cubicBezTo>
                <a:lnTo>
                  <a:pt x="667408" y="100900"/>
                </a:lnTo>
                <a:cubicBezTo>
                  <a:pt x="667408" y="89299"/>
                  <a:pt x="667057" y="81787"/>
                  <a:pt x="666355" y="78364"/>
                </a:cubicBezTo>
                <a:cubicBezTo>
                  <a:pt x="665809" y="75872"/>
                  <a:pt x="664950" y="74140"/>
                  <a:pt x="663780" y="73167"/>
                </a:cubicBezTo>
                <a:cubicBezTo>
                  <a:pt x="662610" y="72194"/>
                  <a:pt x="661010" y="71708"/>
                  <a:pt x="658982" y="71708"/>
                </a:cubicBezTo>
                <a:cubicBezTo>
                  <a:pt x="656797" y="71708"/>
                  <a:pt x="654145" y="72292"/>
                  <a:pt x="651024" y="73459"/>
                </a:cubicBezTo>
                <a:lnTo>
                  <a:pt x="649385" y="69254"/>
                </a:lnTo>
                <a:lnTo>
                  <a:pt x="681686" y="56175"/>
                </a:lnTo>
                <a:lnTo>
                  <a:pt x="686835" y="56175"/>
                </a:lnTo>
                <a:close/>
                <a:moveTo>
                  <a:pt x="734843" y="99711"/>
                </a:moveTo>
                <a:cubicBezTo>
                  <a:pt x="734765" y="115591"/>
                  <a:pt x="738628" y="128046"/>
                  <a:pt x="746430" y="137077"/>
                </a:cubicBezTo>
                <a:cubicBezTo>
                  <a:pt x="754232" y="146106"/>
                  <a:pt x="763399" y="150620"/>
                  <a:pt x="773932" y="150620"/>
                </a:cubicBezTo>
                <a:cubicBezTo>
                  <a:pt x="780954" y="150620"/>
                  <a:pt x="787059" y="148689"/>
                  <a:pt x="792248" y="144827"/>
                </a:cubicBezTo>
                <a:cubicBezTo>
                  <a:pt x="797436" y="140965"/>
                  <a:pt x="801786" y="134353"/>
                  <a:pt x="805297" y="124990"/>
                </a:cubicBezTo>
                <a:lnTo>
                  <a:pt x="808925" y="127331"/>
                </a:lnTo>
                <a:cubicBezTo>
                  <a:pt x="807286" y="138020"/>
                  <a:pt x="802527" y="147753"/>
                  <a:pt x="794647" y="156530"/>
                </a:cubicBezTo>
                <a:cubicBezTo>
                  <a:pt x="786767" y="165308"/>
                  <a:pt x="776897" y="169696"/>
                  <a:pt x="765038" y="169696"/>
                </a:cubicBezTo>
                <a:cubicBezTo>
                  <a:pt x="752164" y="169696"/>
                  <a:pt x="741144" y="164694"/>
                  <a:pt x="731976" y="154691"/>
                </a:cubicBezTo>
                <a:cubicBezTo>
                  <a:pt x="722809" y="144684"/>
                  <a:pt x="718225" y="131233"/>
                  <a:pt x="718225" y="114337"/>
                </a:cubicBezTo>
                <a:cubicBezTo>
                  <a:pt x="718225" y="96041"/>
                  <a:pt x="722926" y="81774"/>
                  <a:pt x="732327" y="71536"/>
                </a:cubicBezTo>
                <a:cubicBezTo>
                  <a:pt x="741729" y="61295"/>
                  <a:pt x="753530" y="56175"/>
                  <a:pt x="767729" y="56175"/>
                </a:cubicBezTo>
                <a:cubicBezTo>
                  <a:pt x="779745" y="56175"/>
                  <a:pt x="789614" y="60125"/>
                  <a:pt x="797339" y="68025"/>
                </a:cubicBezTo>
                <a:cubicBezTo>
                  <a:pt x="805063" y="75922"/>
                  <a:pt x="808925" y="86484"/>
                  <a:pt x="808925" y="99711"/>
                </a:cubicBezTo>
                <a:lnTo>
                  <a:pt x="734843" y="99711"/>
                </a:lnTo>
                <a:moveTo>
                  <a:pt x="734843" y="92923"/>
                </a:moveTo>
                <a:lnTo>
                  <a:pt x="784465" y="92923"/>
                </a:lnTo>
                <a:cubicBezTo>
                  <a:pt x="784075" y="86057"/>
                  <a:pt x="783256" y="81220"/>
                  <a:pt x="782007" y="78411"/>
                </a:cubicBezTo>
                <a:cubicBezTo>
                  <a:pt x="780057" y="74042"/>
                  <a:pt x="777151" y="70609"/>
                  <a:pt x="773288" y="68113"/>
                </a:cubicBezTo>
                <a:cubicBezTo>
                  <a:pt x="769426" y="65616"/>
                  <a:pt x="765389" y="64368"/>
                  <a:pt x="761176" y="64368"/>
                </a:cubicBezTo>
                <a:cubicBezTo>
                  <a:pt x="754700" y="64368"/>
                  <a:pt x="748907" y="66884"/>
                  <a:pt x="743796" y="71916"/>
                </a:cubicBezTo>
                <a:cubicBezTo>
                  <a:pt x="738686" y="76948"/>
                  <a:pt x="735702" y="83951"/>
                  <a:pt x="734843" y="92923"/>
                </a:cubicBezTo>
                <a:close/>
                <a:moveTo>
                  <a:pt x="817068" y="59218"/>
                </a:moveTo>
                <a:lnTo>
                  <a:pt x="867508" y="59218"/>
                </a:lnTo>
                <a:lnTo>
                  <a:pt x="867508" y="63548"/>
                </a:lnTo>
                <a:lnTo>
                  <a:pt x="864231" y="63548"/>
                </a:lnTo>
                <a:cubicBezTo>
                  <a:pt x="861189" y="63548"/>
                  <a:pt x="858867" y="64290"/>
                  <a:pt x="857268" y="65772"/>
                </a:cubicBezTo>
                <a:cubicBezTo>
                  <a:pt x="855669" y="67254"/>
                  <a:pt x="854869" y="69244"/>
                  <a:pt x="854869" y="71741"/>
                </a:cubicBezTo>
                <a:cubicBezTo>
                  <a:pt x="854869" y="74471"/>
                  <a:pt x="855688" y="77709"/>
                  <a:pt x="857327" y="81454"/>
                </a:cubicBezTo>
                <a:lnTo>
                  <a:pt x="882254" y="140672"/>
                </a:lnTo>
                <a:lnTo>
                  <a:pt x="907299" y="79231"/>
                </a:lnTo>
                <a:cubicBezTo>
                  <a:pt x="909094" y="74861"/>
                  <a:pt x="909991" y="71546"/>
                  <a:pt x="909991" y="69283"/>
                </a:cubicBezTo>
                <a:cubicBezTo>
                  <a:pt x="909991" y="68191"/>
                  <a:pt x="909679" y="67293"/>
                  <a:pt x="909055" y="66591"/>
                </a:cubicBezTo>
                <a:cubicBezTo>
                  <a:pt x="908196" y="65421"/>
                  <a:pt x="907104" y="64621"/>
                  <a:pt x="905778" y="64192"/>
                </a:cubicBezTo>
                <a:cubicBezTo>
                  <a:pt x="904451" y="63763"/>
                  <a:pt x="901760" y="63548"/>
                  <a:pt x="897703" y="63548"/>
                </a:cubicBezTo>
                <a:lnTo>
                  <a:pt x="897703" y="59218"/>
                </a:lnTo>
                <a:lnTo>
                  <a:pt x="932695" y="59218"/>
                </a:lnTo>
                <a:lnTo>
                  <a:pt x="932695" y="63548"/>
                </a:lnTo>
                <a:cubicBezTo>
                  <a:pt x="928638" y="63860"/>
                  <a:pt x="925829" y="64680"/>
                  <a:pt x="924269" y="66006"/>
                </a:cubicBezTo>
                <a:cubicBezTo>
                  <a:pt x="921538" y="68347"/>
                  <a:pt x="919080" y="72248"/>
                  <a:pt x="916896" y="77709"/>
                </a:cubicBezTo>
                <a:lnTo>
                  <a:pt x="878860" y="169696"/>
                </a:lnTo>
                <a:lnTo>
                  <a:pt x="874062" y="169696"/>
                </a:lnTo>
                <a:lnTo>
                  <a:pt x="835793" y="79231"/>
                </a:lnTo>
                <a:cubicBezTo>
                  <a:pt x="834076" y="75017"/>
                  <a:pt x="832438" y="71994"/>
                  <a:pt x="830877" y="70161"/>
                </a:cubicBezTo>
                <a:cubicBezTo>
                  <a:pt x="829317" y="68327"/>
                  <a:pt x="827327" y="66786"/>
                  <a:pt x="824909" y="65538"/>
                </a:cubicBezTo>
                <a:cubicBezTo>
                  <a:pt x="823582" y="64836"/>
                  <a:pt x="820969" y="64172"/>
                  <a:pt x="817068" y="63548"/>
                </a:cubicBezTo>
                <a:lnTo>
                  <a:pt x="817068" y="59218"/>
                </a:lnTo>
                <a:close/>
                <a:moveTo>
                  <a:pt x="960431" y="99711"/>
                </a:moveTo>
                <a:cubicBezTo>
                  <a:pt x="960353" y="115591"/>
                  <a:pt x="964215" y="128046"/>
                  <a:pt x="972018" y="137077"/>
                </a:cubicBezTo>
                <a:cubicBezTo>
                  <a:pt x="979820" y="146106"/>
                  <a:pt x="988987" y="150620"/>
                  <a:pt x="999520" y="150620"/>
                </a:cubicBezTo>
                <a:cubicBezTo>
                  <a:pt x="1006542" y="150620"/>
                  <a:pt x="1012647" y="148689"/>
                  <a:pt x="1017836" y="144827"/>
                </a:cubicBezTo>
                <a:cubicBezTo>
                  <a:pt x="1023024" y="140965"/>
                  <a:pt x="1027374" y="134353"/>
                  <a:pt x="1030885" y="124990"/>
                </a:cubicBezTo>
                <a:lnTo>
                  <a:pt x="1034513" y="127331"/>
                </a:lnTo>
                <a:cubicBezTo>
                  <a:pt x="1032874" y="138020"/>
                  <a:pt x="1028115" y="147753"/>
                  <a:pt x="1020235" y="156530"/>
                </a:cubicBezTo>
                <a:cubicBezTo>
                  <a:pt x="1012355" y="165308"/>
                  <a:pt x="1002485" y="169696"/>
                  <a:pt x="990626" y="169696"/>
                </a:cubicBezTo>
                <a:cubicBezTo>
                  <a:pt x="977752" y="169696"/>
                  <a:pt x="966732" y="164694"/>
                  <a:pt x="957564" y="154691"/>
                </a:cubicBezTo>
                <a:cubicBezTo>
                  <a:pt x="948397" y="144684"/>
                  <a:pt x="943813" y="131233"/>
                  <a:pt x="943813" y="114337"/>
                </a:cubicBezTo>
                <a:cubicBezTo>
                  <a:pt x="943813" y="96041"/>
                  <a:pt x="948514" y="81774"/>
                  <a:pt x="957915" y="71536"/>
                </a:cubicBezTo>
                <a:cubicBezTo>
                  <a:pt x="967317" y="61295"/>
                  <a:pt x="979117" y="56175"/>
                  <a:pt x="993317" y="56175"/>
                </a:cubicBezTo>
                <a:cubicBezTo>
                  <a:pt x="1005333" y="56175"/>
                  <a:pt x="1015202" y="60125"/>
                  <a:pt x="1022926" y="68025"/>
                </a:cubicBezTo>
                <a:cubicBezTo>
                  <a:pt x="1030651" y="75922"/>
                  <a:pt x="1034513" y="86484"/>
                  <a:pt x="1034513" y="99711"/>
                </a:cubicBezTo>
                <a:lnTo>
                  <a:pt x="960431" y="99711"/>
                </a:lnTo>
                <a:moveTo>
                  <a:pt x="960431" y="92923"/>
                </a:moveTo>
                <a:lnTo>
                  <a:pt x="1010053" y="92923"/>
                </a:lnTo>
                <a:cubicBezTo>
                  <a:pt x="1009663" y="86057"/>
                  <a:pt x="1008844" y="81220"/>
                  <a:pt x="1007595" y="78411"/>
                </a:cubicBezTo>
                <a:cubicBezTo>
                  <a:pt x="1005645" y="74042"/>
                  <a:pt x="1002738" y="70609"/>
                  <a:pt x="998876" y="68113"/>
                </a:cubicBezTo>
                <a:cubicBezTo>
                  <a:pt x="995014" y="65616"/>
                  <a:pt x="990977" y="64368"/>
                  <a:pt x="986764" y="64368"/>
                </a:cubicBezTo>
                <a:cubicBezTo>
                  <a:pt x="980288" y="64368"/>
                  <a:pt x="974495" y="66884"/>
                  <a:pt x="969384" y="71916"/>
                </a:cubicBezTo>
                <a:cubicBezTo>
                  <a:pt x="964274" y="76948"/>
                  <a:pt x="961290" y="83951"/>
                  <a:pt x="960431" y="929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&amp;Map">
            <a:extLst xmlns:a="http://schemas.openxmlformats.org/drawingml/2006/main">
              <a:ext uri="{FF2B5EF4-FFF2-40B4-BE49-F238E27FC236}">
                <a16:creationId xmlns:a16="http://schemas.microsoft.com/office/drawing/2014/main" id="{9B07461E-4C7F-43ED-872F-54EE1D19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4309" y="1871357"/>
            <a:ext cx="668591" cy="213466"/>
          </a:xfrm>
          <a:custGeom xmlns:a="http://schemas.openxmlformats.org/drawingml/2006/main">
            <a:pathLst>
              <a:path w="668591" h="213466">
                <a:moveTo>
                  <a:pt x="113521" y="60154"/>
                </a:moveTo>
                <a:lnTo>
                  <a:pt x="162674" y="60154"/>
                </a:lnTo>
                <a:lnTo>
                  <a:pt x="162674" y="64485"/>
                </a:lnTo>
                <a:cubicBezTo>
                  <a:pt x="155887" y="65028"/>
                  <a:pt x="150874" y="66527"/>
                  <a:pt x="147636" y="68979"/>
                </a:cubicBezTo>
                <a:cubicBezTo>
                  <a:pt x="144398" y="71432"/>
                  <a:pt x="139346" y="78847"/>
                  <a:pt x="132480" y="91223"/>
                </a:cubicBezTo>
                <a:cubicBezTo>
                  <a:pt x="125614" y="103596"/>
                  <a:pt x="117890" y="115155"/>
                  <a:pt x="109308" y="125897"/>
                </a:cubicBezTo>
                <a:cubicBezTo>
                  <a:pt x="116252" y="133892"/>
                  <a:pt x="122454" y="139485"/>
                  <a:pt x="127916" y="142677"/>
                </a:cubicBezTo>
                <a:cubicBezTo>
                  <a:pt x="133377" y="145866"/>
                  <a:pt x="138878" y="147460"/>
                  <a:pt x="144417" y="147460"/>
                </a:cubicBezTo>
                <a:cubicBezTo>
                  <a:pt x="149801" y="147460"/>
                  <a:pt x="154365" y="145997"/>
                  <a:pt x="158110" y="143072"/>
                </a:cubicBezTo>
                <a:cubicBezTo>
                  <a:pt x="161855" y="140146"/>
                  <a:pt x="164508" y="135835"/>
                  <a:pt x="166068" y="130139"/>
                </a:cubicBezTo>
                <a:lnTo>
                  <a:pt x="170398" y="133299"/>
                </a:lnTo>
                <a:cubicBezTo>
                  <a:pt x="167512" y="144320"/>
                  <a:pt x="162869" y="152478"/>
                  <a:pt x="156472" y="157774"/>
                </a:cubicBezTo>
                <a:cubicBezTo>
                  <a:pt x="150074" y="163069"/>
                  <a:pt x="142623" y="165717"/>
                  <a:pt x="134119" y="165717"/>
                </a:cubicBezTo>
                <a:cubicBezTo>
                  <a:pt x="127721" y="165717"/>
                  <a:pt x="121226" y="163985"/>
                  <a:pt x="114633" y="160520"/>
                </a:cubicBezTo>
                <a:cubicBezTo>
                  <a:pt x="108040" y="157056"/>
                  <a:pt x="100843" y="151198"/>
                  <a:pt x="93040" y="142947"/>
                </a:cubicBezTo>
                <a:cubicBezTo>
                  <a:pt x="83366" y="151510"/>
                  <a:pt x="74647" y="157446"/>
                  <a:pt x="66884" y="160754"/>
                </a:cubicBezTo>
                <a:cubicBezTo>
                  <a:pt x="59121" y="164063"/>
                  <a:pt x="50831" y="165717"/>
                  <a:pt x="42014" y="165717"/>
                </a:cubicBezTo>
                <a:cubicBezTo>
                  <a:pt x="29141" y="165717"/>
                  <a:pt x="18920" y="162289"/>
                  <a:pt x="11352" y="155433"/>
                </a:cubicBezTo>
                <a:cubicBezTo>
                  <a:pt x="3784" y="148577"/>
                  <a:pt x="0" y="140397"/>
                  <a:pt x="0" y="130893"/>
                </a:cubicBezTo>
                <a:cubicBezTo>
                  <a:pt x="0" y="121464"/>
                  <a:pt x="3394" y="112057"/>
                  <a:pt x="10182" y="102670"/>
                </a:cubicBezTo>
                <a:cubicBezTo>
                  <a:pt x="16970" y="93281"/>
                  <a:pt x="29726" y="83561"/>
                  <a:pt x="48451" y="73511"/>
                </a:cubicBezTo>
                <a:cubicBezTo>
                  <a:pt x="44784" y="65409"/>
                  <a:pt x="42288" y="58767"/>
                  <a:pt x="40961" y="53586"/>
                </a:cubicBezTo>
                <a:cubicBezTo>
                  <a:pt x="39635" y="48405"/>
                  <a:pt x="38972" y="43437"/>
                  <a:pt x="38972" y="38683"/>
                </a:cubicBezTo>
                <a:cubicBezTo>
                  <a:pt x="38972" y="25361"/>
                  <a:pt x="43887" y="15193"/>
                  <a:pt x="53718" y="8181"/>
                </a:cubicBezTo>
                <a:cubicBezTo>
                  <a:pt x="61364" y="2727"/>
                  <a:pt x="70063" y="0"/>
                  <a:pt x="79816" y="0"/>
                </a:cubicBezTo>
                <a:cubicBezTo>
                  <a:pt x="89100" y="0"/>
                  <a:pt x="96668" y="2747"/>
                  <a:pt x="102520" y="8240"/>
                </a:cubicBezTo>
                <a:cubicBezTo>
                  <a:pt x="108372" y="13733"/>
                  <a:pt x="111297" y="20492"/>
                  <a:pt x="111297" y="28516"/>
                </a:cubicBezTo>
                <a:cubicBezTo>
                  <a:pt x="111297" y="36774"/>
                  <a:pt x="108469" y="44020"/>
                  <a:pt x="102813" y="50254"/>
                </a:cubicBezTo>
                <a:cubicBezTo>
                  <a:pt x="97156" y="56486"/>
                  <a:pt x="87150" y="63303"/>
                  <a:pt x="72794" y="70706"/>
                </a:cubicBezTo>
                <a:cubicBezTo>
                  <a:pt x="82703" y="88326"/>
                  <a:pt x="93040" y="104466"/>
                  <a:pt x="103807" y="119124"/>
                </a:cubicBezTo>
                <a:cubicBezTo>
                  <a:pt x="117539" y="102778"/>
                  <a:pt x="124405" y="89002"/>
                  <a:pt x="124405" y="77793"/>
                </a:cubicBezTo>
                <a:cubicBezTo>
                  <a:pt x="124405" y="74214"/>
                  <a:pt x="123235" y="71024"/>
                  <a:pt x="120894" y="68222"/>
                </a:cubicBezTo>
                <a:cubicBezTo>
                  <a:pt x="119178" y="66121"/>
                  <a:pt x="116720" y="64875"/>
                  <a:pt x="113521" y="64485"/>
                </a:cubicBezTo>
                <a:lnTo>
                  <a:pt x="113521" y="60154"/>
                </a:lnTo>
                <a:moveTo>
                  <a:pt x="68815" y="63109"/>
                </a:moveTo>
                <a:cubicBezTo>
                  <a:pt x="78489" y="58523"/>
                  <a:pt x="85726" y="53315"/>
                  <a:pt x="90524" y="47486"/>
                </a:cubicBezTo>
                <a:cubicBezTo>
                  <a:pt x="95322" y="41656"/>
                  <a:pt x="97722" y="35166"/>
                  <a:pt x="97722" y="28015"/>
                </a:cubicBezTo>
                <a:cubicBezTo>
                  <a:pt x="97722" y="22419"/>
                  <a:pt x="95986" y="17795"/>
                  <a:pt x="92514" y="14143"/>
                </a:cubicBezTo>
                <a:cubicBezTo>
                  <a:pt x="89042" y="10488"/>
                  <a:pt x="84731" y="8660"/>
                  <a:pt x="79582" y="8660"/>
                </a:cubicBezTo>
                <a:cubicBezTo>
                  <a:pt x="72794" y="8660"/>
                  <a:pt x="67664" y="11012"/>
                  <a:pt x="64192" y="15715"/>
                </a:cubicBezTo>
                <a:cubicBezTo>
                  <a:pt x="60720" y="20416"/>
                  <a:pt x="58984" y="25022"/>
                  <a:pt x="58984" y="29532"/>
                </a:cubicBezTo>
                <a:cubicBezTo>
                  <a:pt x="58984" y="33341"/>
                  <a:pt x="59647" y="37596"/>
                  <a:pt x="60974" y="42300"/>
                </a:cubicBezTo>
                <a:cubicBezTo>
                  <a:pt x="62300" y="47001"/>
                  <a:pt x="64914" y="53937"/>
                  <a:pt x="68815" y="63109"/>
                </a:cubicBezTo>
                <a:moveTo>
                  <a:pt x="86955" y="136174"/>
                </a:moveTo>
                <a:cubicBezTo>
                  <a:pt x="76656" y="122145"/>
                  <a:pt x="69517" y="111896"/>
                  <a:pt x="65538" y="105427"/>
                </a:cubicBezTo>
                <a:cubicBezTo>
                  <a:pt x="61559" y="98957"/>
                  <a:pt x="57190" y="90928"/>
                  <a:pt x="52430" y="81341"/>
                </a:cubicBezTo>
                <a:cubicBezTo>
                  <a:pt x="43068" y="86734"/>
                  <a:pt x="36026" y="92673"/>
                  <a:pt x="31306" y="99159"/>
                </a:cubicBezTo>
                <a:cubicBezTo>
                  <a:pt x="26586" y="105644"/>
                  <a:pt x="24226" y="112677"/>
                  <a:pt x="24226" y="120258"/>
                </a:cubicBezTo>
                <a:cubicBezTo>
                  <a:pt x="24226" y="128621"/>
                  <a:pt x="26917" y="135967"/>
                  <a:pt x="32301" y="142296"/>
                </a:cubicBezTo>
                <a:cubicBezTo>
                  <a:pt x="37684" y="148626"/>
                  <a:pt x="44940" y="151790"/>
                  <a:pt x="54069" y="151790"/>
                </a:cubicBezTo>
                <a:cubicBezTo>
                  <a:pt x="58984" y="151790"/>
                  <a:pt x="63724" y="150805"/>
                  <a:pt x="68288" y="148835"/>
                </a:cubicBezTo>
                <a:cubicBezTo>
                  <a:pt x="72852" y="146863"/>
                  <a:pt x="79075" y="142642"/>
                  <a:pt x="86955" y="136174"/>
                </a:cubicBezTo>
                <a:close/>
                <a:moveTo>
                  <a:pt x="336023" y="162206"/>
                </a:moveTo>
                <a:lnTo>
                  <a:pt x="274699" y="28673"/>
                </a:lnTo>
                <a:lnTo>
                  <a:pt x="274699" y="134704"/>
                </a:lnTo>
                <a:cubicBezTo>
                  <a:pt x="274699" y="144456"/>
                  <a:pt x="275752" y="150542"/>
                  <a:pt x="277858" y="152961"/>
                </a:cubicBezTo>
                <a:cubicBezTo>
                  <a:pt x="280745" y="156238"/>
                  <a:pt x="285309" y="157876"/>
                  <a:pt x="291551" y="157876"/>
                </a:cubicBezTo>
                <a:lnTo>
                  <a:pt x="297169" y="157876"/>
                </a:lnTo>
                <a:lnTo>
                  <a:pt x="297169" y="162206"/>
                </a:lnTo>
                <a:lnTo>
                  <a:pt x="241930" y="162206"/>
                </a:lnTo>
                <a:lnTo>
                  <a:pt x="241930" y="157876"/>
                </a:lnTo>
                <a:lnTo>
                  <a:pt x="247547" y="157876"/>
                </a:lnTo>
                <a:cubicBezTo>
                  <a:pt x="254257" y="157876"/>
                  <a:pt x="259016" y="155847"/>
                  <a:pt x="261825" y="151790"/>
                </a:cubicBezTo>
                <a:cubicBezTo>
                  <a:pt x="263542" y="149294"/>
                  <a:pt x="264400" y="143598"/>
                  <a:pt x="264400" y="134704"/>
                </a:cubicBezTo>
                <a:lnTo>
                  <a:pt x="264400" y="31013"/>
                </a:lnTo>
                <a:cubicBezTo>
                  <a:pt x="264400" y="23992"/>
                  <a:pt x="263620" y="18920"/>
                  <a:pt x="262059" y="15799"/>
                </a:cubicBezTo>
                <a:cubicBezTo>
                  <a:pt x="260967" y="13537"/>
                  <a:pt x="258958" y="11645"/>
                  <a:pt x="256032" y="10123"/>
                </a:cubicBezTo>
                <a:cubicBezTo>
                  <a:pt x="253106" y="8602"/>
                  <a:pt x="248405" y="7841"/>
                  <a:pt x="241930" y="7841"/>
                </a:cubicBezTo>
                <a:lnTo>
                  <a:pt x="241930" y="3511"/>
                </a:lnTo>
                <a:lnTo>
                  <a:pt x="286870" y="3511"/>
                </a:lnTo>
                <a:lnTo>
                  <a:pt x="344450" y="127682"/>
                </a:lnTo>
                <a:lnTo>
                  <a:pt x="401093" y="3511"/>
                </a:lnTo>
                <a:lnTo>
                  <a:pt x="446033" y="3511"/>
                </a:lnTo>
                <a:lnTo>
                  <a:pt x="446033" y="7841"/>
                </a:lnTo>
                <a:lnTo>
                  <a:pt x="440533" y="7841"/>
                </a:lnTo>
                <a:cubicBezTo>
                  <a:pt x="433745" y="7841"/>
                  <a:pt x="428947" y="9870"/>
                  <a:pt x="426138" y="13927"/>
                </a:cubicBezTo>
                <a:cubicBezTo>
                  <a:pt x="424421" y="16423"/>
                  <a:pt x="423563" y="22119"/>
                  <a:pt x="423563" y="31013"/>
                </a:cubicBezTo>
                <a:lnTo>
                  <a:pt x="423563" y="134704"/>
                </a:lnTo>
                <a:cubicBezTo>
                  <a:pt x="423563" y="144456"/>
                  <a:pt x="424656" y="150542"/>
                  <a:pt x="426840" y="152961"/>
                </a:cubicBezTo>
                <a:cubicBezTo>
                  <a:pt x="429727" y="156238"/>
                  <a:pt x="434291" y="157876"/>
                  <a:pt x="440533" y="157876"/>
                </a:cubicBezTo>
                <a:lnTo>
                  <a:pt x="446033" y="157876"/>
                </a:lnTo>
                <a:lnTo>
                  <a:pt x="446033" y="162206"/>
                </a:lnTo>
                <a:lnTo>
                  <a:pt x="378623" y="162206"/>
                </a:lnTo>
                <a:lnTo>
                  <a:pt x="378623" y="157876"/>
                </a:lnTo>
                <a:lnTo>
                  <a:pt x="384240" y="157876"/>
                </a:lnTo>
                <a:cubicBezTo>
                  <a:pt x="391028" y="157876"/>
                  <a:pt x="395788" y="155847"/>
                  <a:pt x="398518" y="151790"/>
                </a:cubicBezTo>
                <a:cubicBezTo>
                  <a:pt x="400235" y="149294"/>
                  <a:pt x="401093" y="143598"/>
                  <a:pt x="401093" y="134704"/>
                </a:cubicBezTo>
                <a:lnTo>
                  <a:pt x="401093" y="28673"/>
                </a:lnTo>
                <a:lnTo>
                  <a:pt x="339885" y="162206"/>
                </a:lnTo>
                <a:lnTo>
                  <a:pt x="336023" y="162206"/>
                </a:lnTo>
                <a:close/>
                <a:moveTo>
                  <a:pt x="519425" y="146758"/>
                </a:moveTo>
                <a:cubicBezTo>
                  <a:pt x="508424" y="155262"/>
                  <a:pt x="501519" y="160178"/>
                  <a:pt x="498710" y="161504"/>
                </a:cubicBezTo>
                <a:cubicBezTo>
                  <a:pt x="494497" y="163533"/>
                  <a:pt x="490011" y="164547"/>
                  <a:pt x="485252" y="164547"/>
                </a:cubicBezTo>
                <a:cubicBezTo>
                  <a:pt x="477840" y="164547"/>
                  <a:pt x="471734" y="162011"/>
                  <a:pt x="466936" y="156940"/>
                </a:cubicBezTo>
                <a:cubicBezTo>
                  <a:pt x="462138" y="151868"/>
                  <a:pt x="459739" y="145198"/>
                  <a:pt x="459739" y="136927"/>
                </a:cubicBezTo>
                <a:cubicBezTo>
                  <a:pt x="459739" y="131700"/>
                  <a:pt x="460909" y="127175"/>
                  <a:pt x="463250" y="123352"/>
                </a:cubicBezTo>
                <a:cubicBezTo>
                  <a:pt x="466448" y="118046"/>
                  <a:pt x="472007" y="113053"/>
                  <a:pt x="479927" y="108372"/>
                </a:cubicBezTo>
                <a:cubicBezTo>
                  <a:pt x="487846" y="103690"/>
                  <a:pt x="501012" y="97995"/>
                  <a:pt x="519425" y="91285"/>
                </a:cubicBezTo>
                <a:lnTo>
                  <a:pt x="519425" y="87072"/>
                </a:lnTo>
                <a:cubicBezTo>
                  <a:pt x="519425" y="76383"/>
                  <a:pt x="517728" y="69049"/>
                  <a:pt x="514334" y="65070"/>
                </a:cubicBezTo>
                <a:cubicBezTo>
                  <a:pt x="510940" y="61091"/>
                  <a:pt x="506005" y="59101"/>
                  <a:pt x="499529" y="59101"/>
                </a:cubicBezTo>
                <a:cubicBezTo>
                  <a:pt x="494614" y="59101"/>
                  <a:pt x="490713" y="60423"/>
                  <a:pt x="487826" y="63066"/>
                </a:cubicBezTo>
                <a:cubicBezTo>
                  <a:pt x="484861" y="65709"/>
                  <a:pt x="483379" y="68740"/>
                  <a:pt x="483379" y="72161"/>
                </a:cubicBezTo>
                <a:lnTo>
                  <a:pt x="483613" y="78923"/>
                </a:lnTo>
                <a:cubicBezTo>
                  <a:pt x="483613" y="82498"/>
                  <a:pt x="482696" y="85257"/>
                  <a:pt x="480863" y="87200"/>
                </a:cubicBezTo>
                <a:cubicBezTo>
                  <a:pt x="479029" y="89143"/>
                  <a:pt x="476630" y="90115"/>
                  <a:pt x="473665" y="90115"/>
                </a:cubicBezTo>
                <a:cubicBezTo>
                  <a:pt x="470779" y="90115"/>
                  <a:pt x="468418" y="89104"/>
                  <a:pt x="466585" y="87083"/>
                </a:cubicBezTo>
                <a:cubicBezTo>
                  <a:pt x="464751" y="85059"/>
                  <a:pt x="463835" y="82297"/>
                  <a:pt x="463835" y="78795"/>
                </a:cubicBezTo>
                <a:cubicBezTo>
                  <a:pt x="463835" y="72108"/>
                  <a:pt x="467268" y="65963"/>
                  <a:pt x="474133" y="60363"/>
                </a:cubicBezTo>
                <a:cubicBezTo>
                  <a:pt x="480999" y="54762"/>
                  <a:pt x="490635" y="51962"/>
                  <a:pt x="503040" y="51962"/>
                </a:cubicBezTo>
                <a:cubicBezTo>
                  <a:pt x="512559" y="51962"/>
                  <a:pt x="520361" y="53559"/>
                  <a:pt x="526447" y="56753"/>
                </a:cubicBezTo>
                <a:cubicBezTo>
                  <a:pt x="531050" y="59169"/>
                  <a:pt x="534444" y="62950"/>
                  <a:pt x="536629" y="68094"/>
                </a:cubicBezTo>
                <a:cubicBezTo>
                  <a:pt x="538033" y="71444"/>
                  <a:pt x="538735" y="78302"/>
                  <a:pt x="538735" y="88666"/>
                </a:cubicBezTo>
                <a:lnTo>
                  <a:pt x="538735" y="125019"/>
                </a:lnTo>
                <a:cubicBezTo>
                  <a:pt x="538735" y="135228"/>
                  <a:pt x="538930" y="141482"/>
                  <a:pt x="539320" y="143781"/>
                </a:cubicBezTo>
                <a:cubicBezTo>
                  <a:pt x="539710" y="146080"/>
                  <a:pt x="540354" y="147620"/>
                  <a:pt x="541251" y="148400"/>
                </a:cubicBezTo>
                <a:cubicBezTo>
                  <a:pt x="542149" y="149178"/>
                  <a:pt x="543182" y="149567"/>
                  <a:pt x="544353" y="149567"/>
                </a:cubicBezTo>
                <a:cubicBezTo>
                  <a:pt x="545601" y="149567"/>
                  <a:pt x="546693" y="149294"/>
                  <a:pt x="547630" y="148748"/>
                </a:cubicBezTo>
                <a:cubicBezTo>
                  <a:pt x="549268" y="147733"/>
                  <a:pt x="552428" y="144886"/>
                  <a:pt x="557109" y="140204"/>
                </a:cubicBezTo>
                <a:lnTo>
                  <a:pt x="557109" y="146758"/>
                </a:lnTo>
                <a:cubicBezTo>
                  <a:pt x="548371" y="158461"/>
                  <a:pt x="540022" y="164313"/>
                  <a:pt x="532064" y="164313"/>
                </a:cubicBezTo>
                <a:cubicBezTo>
                  <a:pt x="528241" y="164313"/>
                  <a:pt x="525198" y="162986"/>
                  <a:pt x="522936" y="160334"/>
                </a:cubicBezTo>
                <a:cubicBezTo>
                  <a:pt x="520673" y="157681"/>
                  <a:pt x="519503" y="153156"/>
                  <a:pt x="519425" y="146758"/>
                </a:cubicBezTo>
                <a:moveTo>
                  <a:pt x="519425" y="139085"/>
                </a:moveTo>
                <a:lnTo>
                  <a:pt x="519425" y="98424"/>
                </a:lnTo>
                <a:cubicBezTo>
                  <a:pt x="507644" y="103083"/>
                  <a:pt x="500037" y="106384"/>
                  <a:pt x="496604" y="108328"/>
                </a:cubicBezTo>
                <a:cubicBezTo>
                  <a:pt x="490440" y="111746"/>
                  <a:pt x="486032" y="115319"/>
                  <a:pt x="483379" y="119047"/>
                </a:cubicBezTo>
                <a:cubicBezTo>
                  <a:pt x="480726" y="122775"/>
                  <a:pt x="479400" y="126853"/>
                  <a:pt x="479400" y="131281"/>
                </a:cubicBezTo>
                <a:cubicBezTo>
                  <a:pt x="479400" y="136874"/>
                  <a:pt x="481077" y="141515"/>
                  <a:pt x="484432" y="145204"/>
                </a:cubicBezTo>
                <a:cubicBezTo>
                  <a:pt x="487787" y="148893"/>
                  <a:pt x="491649" y="150737"/>
                  <a:pt x="496018" y="150737"/>
                </a:cubicBezTo>
                <a:cubicBezTo>
                  <a:pt x="501948" y="150737"/>
                  <a:pt x="509750" y="146853"/>
                  <a:pt x="519425" y="139085"/>
                </a:cubicBezTo>
                <a:close/>
                <a:moveTo>
                  <a:pt x="556709" y="65549"/>
                </a:moveTo>
                <a:lnTo>
                  <a:pt x="589712" y="52196"/>
                </a:lnTo>
                <a:lnTo>
                  <a:pt x="594159" y="52196"/>
                </a:lnTo>
                <a:lnTo>
                  <a:pt x="594159" y="77241"/>
                </a:lnTo>
                <a:cubicBezTo>
                  <a:pt x="599698" y="67800"/>
                  <a:pt x="605257" y="61227"/>
                  <a:pt x="610836" y="57521"/>
                </a:cubicBezTo>
                <a:cubicBezTo>
                  <a:pt x="616414" y="53815"/>
                  <a:pt x="622286" y="51962"/>
                  <a:pt x="628449" y="51962"/>
                </a:cubicBezTo>
                <a:cubicBezTo>
                  <a:pt x="639216" y="51962"/>
                  <a:pt x="648189" y="56170"/>
                  <a:pt x="655367" y="64587"/>
                </a:cubicBezTo>
                <a:cubicBezTo>
                  <a:pt x="664183" y="74876"/>
                  <a:pt x="668591" y="88282"/>
                  <a:pt x="668591" y="104806"/>
                </a:cubicBezTo>
                <a:cubicBezTo>
                  <a:pt x="668591" y="123277"/>
                  <a:pt x="663286" y="138554"/>
                  <a:pt x="652675" y="150635"/>
                </a:cubicBezTo>
                <a:cubicBezTo>
                  <a:pt x="643936" y="160534"/>
                  <a:pt x="632935" y="165483"/>
                  <a:pt x="619672" y="165483"/>
                </a:cubicBezTo>
                <a:cubicBezTo>
                  <a:pt x="613898" y="165483"/>
                  <a:pt x="608905" y="164664"/>
                  <a:pt x="604692" y="163025"/>
                </a:cubicBezTo>
                <a:cubicBezTo>
                  <a:pt x="601571" y="161855"/>
                  <a:pt x="598060" y="159514"/>
                  <a:pt x="594159" y="156004"/>
                </a:cubicBezTo>
                <a:lnTo>
                  <a:pt x="594159" y="188655"/>
                </a:lnTo>
                <a:cubicBezTo>
                  <a:pt x="594159" y="195989"/>
                  <a:pt x="594608" y="200651"/>
                  <a:pt x="595505" y="202641"/>
                </a:cubicBezTo>
                <a:cubicBezTo>
                  <a:pt x="596402" y="204630"/>
                  <a:pt x="597962" y="206210"/>
                  <a:pt x="600186" y="207381"/>
                </a:cubicBezTo>
                <a:cubicBezTo>
                  <a:pt x="602410" y="208551"/>
                  <a:pt x="606447" y="209136"/>
                  <a:pt x="612299" y="209136"/>
                </a:cubicBezTo>
                <a:lnTo>
                  <a:pt x="612299" y="213466"/>
                </a:lnTo>
                <a:lnTo>
                  <a:pt x="556124" y="213466"/>
                </a:lnTo>
                <a:lnTo>
                  <a:pt x="556124" y="209136"/>
                </a:lnTo>
                <a:lnTo>
                  <a:pt x="559049" y="209136"/>
                </a:lnTo>
                <a:cubicBezTo>
                  <a:pt x="563340" y="209214"/>
                  <a:pt x="567007" y="208394"/>
                  <a:pt x="570050" y="206675"/>
                </a:cubicBezTo>
                <a:cubicBezTo>
                  <a:pt x="571533" y="205816"/>
                  <a:pt x="572684" y="204430"/>
                  <a:pt x="573503" y="202516"/>
                </a:cubicBezTo>
                <a:cubicBezTo>
                  <a:pt x="574322" y="200605"/>
                  <a:pt x="574732" y="195746"/>
                  <a:pt x="574732" y="187939"/>
                </a:cubicBezTo>
                <a:lnTo>
                  <a:pt x="574732" y="86512"/>
                </a:lnTo>
                <a:cubicBezTo>
                  <a:pt x="574732" y="79563"/>
                  <a:pt x="574420" y="75153"/>
                  <a:pt x="573795" y="73280"/>
                </a:cubicBezTo>
                <a:cubicBezTo>
                  <a:pt x="573171" y="71405"/>
                  <a:pt x="572176" y="70000"/>
                  <a:pt x="570811" y="69063"/>
                </a:cubicBezTo>
                <a:cubicBezTo>
                  <a:pt x="569446" y="68125"/>
                  <a:pt x="567593" y="67655"/>
                  <a:pt x="565252" y="67655"/>
                </a:cubicBezTo>
                <a:cubicBezTo>
                  <a:pt x="563379" y="67655"/>
                  <a:pt x="561000" y="68202"/>
                  <a:pt x="558113" y="69294"/>
                </a:cubicBezTo>
                <a:lnTo>
                  <a:pt x="556709" y="65549"/>
                </a:lnTo>
                <a:moveTo>
                  <a:pt x="594159" y="84358"/>
                </a:moveTo>
                <a:lnTo>
                  <a:pt x="594159" y="124332"/>
                </a:lnTo>
                <a:cubicBezTo>
                  <a:pt x="594159" y="132982"/>
                  <a:pt x="594510" y="138671"/>
                  <a:pt x="595212" y="141396"/>
                </a:cubicBezTo>
                <a:cubicBezTo>
                  <a:pt x="596304" y="145917"/>
                  <a:pt x="598977" y="149891"/>
                  <a:pt x="603229" y="153319"/>
                </a:cubicBezTo>
                <a:cubicBezTo>
                  <a:pt x="607481" y="156747"/>
                  <a:pt x="612845" y="158461"/>
                  <a:pt x="619321" y="158461"/>
                </a:cubicBezTo>
                <a:cubicBezTo>
                  <a:pt x="627123" y="158461"/>
                  <a:pt x="633443" y="155422"/>
                  <a:pt x="638280" y="149344"/>
                </a:cubicBezTo>
                <a:cubicBezTo>
                  <a:pt x="644600" y="141398"/>
                  <a:pt x="647760" y="130216"/>
                  <a:pt x="647760" y="115799"/>
                </a:cubicBezTo>
                <a:cubicBezTo>
                  <a:pt x="647760" y="99437"/>
                  <a:pt x="644171" y="86854"/>
                  <a:pt x="636993" y="78049"/>
                </a:cubicBezTo>
                <a:cubicBezTo>
                  <a:pt x="631999" y="71971"/>
                  <a:pt x="626070" y="68932"/>
                  <a:pt x="619204" y="68932"/>
                </a:cubicBezTo>
                <a:cubicBezTo>
                  <a:pt x="615459" y="68932"/>
                  <a:pt x="611753" y="69867"/>
                  <a:pt x="608086" y="71737"/>
                </a:cubicBezTo>
                <a:cubicBezTo>
                  <a:pt x="605277" y="73139"/>
                  <a:pt x="600635" y="77346"/>
                  <a:pt x="594159" y="843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1.Embed">
            <a:extLst xmlns:a="http://schemas.openxmlformats.org/drawingml/2006/main">
              <a:ext uri="{FF2B5EF4-FFF2-40B4-BE49-F238E27FC236}">
                <a16:creationId xmlns:a16="http://schemas.microsoft.com/office/drawing/2014/main" id="{06F21BEA-3795-4BF3-A97B-87F54677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94" y="963687"/>
            <a:ext cx="890693" cy="169696"/>
          </a:xfrm>
          <a:custGeom xmlns:a="http://schemas.openxmlformats.org/drawingml/2006/main">
            <a:pathLst>
              <a:path w="890693" h="169696">
                <a:moveTo>
                  <a:pt x="0" y="23289"/>
                </a:moveTo>
                <a:lnTo>
                  <a:pt x="38621" y="4447"/>
                </a:lnTo>
                <a:lnTo>
                  <a:pt x="42483" y="4447"/>
                </a:lnTo>
                <a:lnTo>
                  <a:pt x="42483" y="138449"/>
                </a:lnTo>
                <a:cubicBezTo>
                  <a:pt x="42483" y="147343"/>
                  <a:pt x="42853" y="152883"/>
                  <a:pt x="43594" y="155067"/>
                </a:cubicBezTo>
                <a:cubicBezTo>
                  <a:pt x="44336" y="157252"/>
                  <a:pt x="45877" y="158929"/>
                  <a:pt x="48217" y="160100"/>
                </a:cubicBezTo>
                <a:cubicBezTo>
                  <a:pt x="50558" y="161270"/>
                  <a:pt x="55317" y="161933"/>
                  <a:pt x="62495" y="162089"/>
                </a:cubicBezTo>
                <a:lnTo>
                  <a:pt x="62495" y="166419"/>
                </a:lnTo>
                <a:lnTo>
                  <a:pt x="2809" y="166419"/>
                </a:lnTo>
                <a:lnTo>
                  <a:pt x="2809" y="162089"/>
                </a:lnTo>
                <a:cubicBezTo>
                  <a:pt x="10299" y="161933"/>
                  <a:pt x="15136" y="161289"/>
                  <a:pt x="17321" y="160158"/>
                </a:cubicBezTo>
                <a:cubicBezTo>
                  <a:pt x="19505" y="159027"/>
                  <a:pt x="21027" y="157505"/>
                  <a:pt x="21885" y="155594"/>
                </a:cubicBezTo>
                <a:cubicBezTo>
                  <a:pt x="22743" y="153682"/>
                  <a:pt x="23172" y="147967"/>
                  <a:pt x="23172" y="138449"/>
                </a:cubicBezTo>
                <a:lnTo>
                  <a:pt x="23172" y="52781"/>
                </a:lnTo>
                <a:cubicBezTo>
                  <a:pt x="23172" y="41234"/>
                  <a:pt x="22782" y="33822"/>
                  <a:pt x="22002" y="30545"/>
                </a:cubicBezTo>
                <a:cubicBezTo>
                  <a:pt x="21456" y="28049"/>
                  <a:pt x="20461" y="26215"/>
                  <a:pt x="19018" y="25045"/>
                </a:cubicBezTo>
                <a:cubicBezTo>
                  <a:pt x="17574" y="23875"/>
                  <a:pt x="15838" y="23289"/>
                  <a:pt x="13810" y="23289"/>
                </a:cubicBezTo>
                <a:cubicBezTo>
                  <a:pt x="10923" y="23289"/>
                  <a:pt x="6905" y="24499"/>
                  <a:pt x="1755" y="26917"/>
                </a:cubicBezTo>
                <a:lnTo>
                  <a:pt x="0" y="23289"/>
                </a:lnTo>
                <a:close/>
                <a:moveTo>
                  <a:pt x="121713" y="143715"/>
                </a:moveTo>
                <a:cubicBezTo>
                  <a:pt x="125380" y="143715"/>
                  <a:pt x="128462" y="144983"/>
                  <a:pt x="130959" y="147519"/>
                </a:cubicBezTo>
                <a:cubicBezTo>
                  <a:pt x="133455" y="150054"/>
                  <a:pt x="134704" y="153117"/>
                  <a:pt x="134704" y="156706"/>
                </a:cubicBezTo>
                <a:cubicBezTo>
                  <a:pt x="134704" y="160295"/>
                  <a:pt x="133436" y="163357"/>
                  <a:pt x="130900" y="165893"/>
                </a:cubicBezTo>
                <a:cubicBezTo>
                  <a:pt x="128364" y="168428"/>
                  <a:pt x="125302" y="169696"/>
                  <a:pt x="121713" y="169696"/>
                </a:cubicBezTo>
                <a:cubicBezTo>
                  <a:pt x="118124" y="169696"/>
                  <a:pt x="115062" y="168428"/>
                  <a:pt x="112526" y="165893"/>
                </a:cubicBezTo>
                <a:cubicBezTo>
                  <a:pt x="109990" y="163357"/>
                  <a:pt x="108723" y="160295"/>
                  <a:pt x="108723" y="156706"/>
                </a:cubicBezTo>
                <a:cubicBezTo>
                  <a:pt x="108723" y="153039"/>
                  <a:pt x="109990" y="149957"/>
                  <a:pt x="112526" y="147460"/>
                </a:cubicBezTo>
                <a:cubicBezTo>
                  <a:pt x="115062" y="144964"/>
                  <a:pt x="118124" y="143715"/>
                  <a:pt x="121713" y="143715"/>
                </a:cubicBezTo>
                <a:close/>
                <a:moveTo>
                  <a:pt x="261683" y="16384"/>
                </a:moveTo>
                <a:lnTo>
                  <a:pt x="261683" y="79114"/>
                </a:lnTo>
                <a:lnTo>
                  <a:pt x="296559" y="79114"/>
                </a:lnTo>
                <a:cubicBezTo>
                  <a:pt x="305609" y="79114"/>
                  <a:pt x="311656" y="77741"/>
                  <a:pt x="314699" y="74996"/>
                </a:cubicBezTo>
                <a:cubicBezTo>
                  <a:pt x="318756" y="71389"/>
                  <a:pt x="321019" y="65038"/>
                  <a:pt x="321487" y="55941"/>
                </a:cubicBezTo>
                <a:lnTo>
                  <a:pt x="325817" y="55941"/>
                </a:lnTo>
                <a:lnTo>
                  <a:pt x="325817" y="111180"/>
                </a:lnTo>
                <a:lnTo>
                  <a:pt x="321487" y="111180"/>
                </a:lnTo>
                <a:cubicBezTo>
                  <a:pt x="320394" y="103532"/>
                  <a:pt x="319302" y="98626"/>
                  <a:pt x="318210" y="96464"/>
                </a:cubicBezTo>
                <a:cubicBezTo>
                  <a:pt x="316805" y="93760"/>
                  <a:pt x="314504" y="91636"/>
                  <a:pt x="311305" y="90093"/>
                </a:cubicBezTo>
                <a:cubicBezTo>
                  <a:pt x="308106" y="88547"/>
                  <a:pt x="303191" y="87774"/>
                  <a:pt x="296559" y="87774"/>
                </a:cubicBezTo>
                <a:lnTo>
                  <a:pt x="261683" y="87774"/>
                </a:lnTo>
                <a:lnTo>
                  <a:pt x="261683" y="139999"/>
                </a:lnTo>
                <a:cubicBezTo>
                  <a:pt x="261683" y="147009"/>
                  <a:pt x="261995" y="151274"/>
                  <a:pt x="262620" y="152792"/>
                </a:cubicBezTo>
                <a:cubicBezTo>
                  <a:pt x="263244" y="154311"/>
                  <a:pt x="264336" y="155520"/>
                  <a:pt x="265897" y="156417"/>
                </a:cubicBezTo>
                <a:cubicBezTo>
                  <a:pt x="267457" y="157312"/>
                  <a:pt x="270422" y="157759"/>
                  <a:pt x="274791" y="157759"/>
                </a:cubicBezTo>
                <a:lnTo>
                  <a:pt x="301708" y="157759"/>
                </a:lnTo>
                <a:cubicBezTo>
                  <a:pt x="310681" y="157759"/>
                  <a:pt x="317196" y="157135"/>
                  <a:pt x="321253" y="155887"/>
                </a:cubicBezTo>
                <a:cubicBezTo>
                  <a:pt x="325310" y="154638"/>
                  <a:pt x="329211" y="152181"/>
                  <a:pt x="332956" y="148514"/>
                </a:cubicBezTo>
                <a:cubicBezTo>
                  <a:pt x="337793" y="143676"/>
                  <a:pt x="342748" y="136381"/>
                  <a:pt x="347819" y="126629"/>
                </a:cubicBezTo>
                <a:lnTo>
                  <a:pt x="352500" y="126629"/>
                </a:lnTo>
                <a:lnTo>
                  <a:pt x="338807" y="166419"/>
                </a:lnTo>
                <a:lnTo>
                  <a:pt x="216509" y="166419"/>
                </a:lnTo>
                <a:lnTo>
                  <a:pt x="216509" y="162089"/>
                </a:lnTo>
                <a:lnTo>
                  <a:pt x="222127" y="162089"/>
                </a:lnTo>
                <a:cubicBezTo>
                  <a:pt x="225872" y="162089"/>
                  <a:pt x="229422" y="161192"/>
                  <a:pt x="232777" y="159397"/>
                </a:cubicBezTo>
                <a:cubicBezTo>
                  <a:pt x="235273" y="158149"/>
                  <a:pt x="236970" y="156277"/>
                  <a:pt x="237867" y="153780"/>
                </a:cubicBezTo>
                <a:cubicBezTo>
                  <a:pt x="238765" y="151283"/>
                  <a:pt x="239213" y="146173"/>
                  <a:pt x="239213" y="138449"/>
                </a:cubicBezTo>
                <a:lnTo>
                  <a:pt x="239213" y="35344"/>
                </a:lnTo>
                <a:cubicBezTo>
                  <a:pt x="239213" y="25279"/>
                  <a:pt x="238199" y="19076"/>
                  <a:pt x="236170" y="16736"/>
                </a:cubicBezTo>
                <a:cubicBezTo>
                  <a:pt x="233362" y="13615"/>
                  <a:pt x="228680" y="12054"/>
                  <a:pt x="222127" y="12054"/>
                </a:cubicBezTo>
                <a:lnTo>
                  <a:pt x="216509" y="12054"/>
                </a:lnTo>
                <a:lnTo>
                  <a:pt x="216509" y="7724"/>
                </a:lnTo>
                <a:lnTo>
                  <a:pt x="338807" y="7724"/>
                </a:lnTo>
                <a:lnTo>
                  <a:pt x="340563" y="42366"/>
                </a:lnTo>
                <a:lnTo>
                  <a:pt x="335999" y="42366"/>
                </a:lnTo>
                <a:cubicBezTo>
                  <a:pt x="334360" y="34054"/>
                  <a:pt x="332546" y="28345"/>
                  <a:pt x="330557" y="25239"/>
                </a:cubicBezTo>
                <a:cubicBezTo>
                  <a:pt x="328567" y="22132"/>
                  <a:pt x="325622" y="19764"/>
                  <a:pt x="321721" y="18133"/>
                </a:cubicBezTo>
                <a:cubicBezTo>
                  <a:pt x="318600" y="16967"/>
                  <a:pt x="313099" y="16384"/>
                  <a:pt x="305219" y="16384"/>
                </a:cubicBezTo>
                <a:lnTo>
                  <a:pt x="261683" y="16384"/>
                </a:lnTo>
                <a:close/>
                <a:moveTo>
                  <a:pt x="397194" y="78997"/>
                </a:moveTo>
                <a:cubicBezTo>
                  <a:pt x="404996" y="71194"/>
                  <a:pt x="409599" y="66708"/>
                  <a:pt x="411004" y="65538"/>
                </a:cubicBezTo>
                <a:cubicBezTo>
                  <a:pt x="414515" y="62573"/>
                  <a:pt x="418299" y="60271"/>
                  <a:pt x="422356" y="58633"/>
                </a:cubicBezTo>
                <a:cubicBezTo>
                  <a:pt x="426413" y="56995"/>
                  <a:pt x="430431" y="56175"/>
                  <a:pt x="434410" y="56175"/>
                </a:cubicBezTo>
                <a:cubicBezTo>
                  <a:pt x="441120" y="56175"/>
                  <a:pt x="446893" y="58126"/>
                  <a:pt x="451731" y="62027"/>
                </a:cubicBezTo>
                <a:cubicBezTo>
                  <a:pt x="456568" y="65928"/>
                  <a:pt x="459806" y="71585"/>
                  <a:pt x="461444" y="78997"/>
                </a:cubicBezTo>
                <a:cubicBezTo>
                  <a:pt x="469481" y="69634"/>
                  <a:pt x="476268" y="63490"/>
                  <a:pt x="481808" y="60564"/>
                </a:cubicBezTo>
                <a:cubicBezTo>
                  <a:pt x="487348" y="57638"/>
                  <a:pt x="493043" y="56175"/>
                  <a:pt x="498895" y="56175"/>
                </a:cubicBezTo>
                <a:cubicBezTo>
                  <a:pt x="504590" y="56175"/>
                  <a:pt x="509642" y="57636"/>
                  <a:pt x="514050" y="60557"/>
                </a:cubicBezTo>
                <a:cubicBezTo>
                  <a:pt x="518458" y="63475"/>
                  <a:pt x="521950" y="68243"/>
                  <a:pt x="524525" y="74860"/>
                </a:cubicBezTo>
                <a:cubicBezTo>
                  <a:pt x="526241" y="79376"/>
                  <a:pt x="527099" y="86460"/>
                  <a:pt x="527099" y="96112"/>
                </a:cubicBezTo>
                <a:lnTo>
                  <a:pt x="527099" y="142121"/>
                </a:lnTo>
                <a:cubicBezTo>
                  <a:pt x="527099" y="148816"/>
                  <a:pt x="527606" y="153409"/>
                  <a:pt x="528621" y="155901"/>
                </a:cubicBezTo>
                <a:cubicBezTo>
                  <a:pt x="529401" y="157613"/>
                  <a:pt x="530844" y="159072"/>
                  <a:pt x="532951" y="160279"/>
                </a:cubicBezTo>
                <a:cubicBezTo>
                  <a:pt x="535058" y="161486"/>
                  <a:pt x="538490" y="162089"/>
                  <a:pt x="543250" y="162089"/>
                </a:cubicBezTo>
                <a:lnTo>
                  <a:pt x="543250" y="166419"/>
                </a:lnTo>
                <a:lnTo>
                  <a:pt x="490351" y="166419"/>
                </a:lnTo>
                <a:lnTo>
                  <a:pt x="490351" y="162089"/>
                </a:lnTo>
                <a:lnTo>
                  <a:pt x="492575" y="162089"/>
                </a:lnTo>
                <a:cubicBezTo>
                  <a:pt x="497178" y="162089"/>
                  <a:pt x="500767" y="161197"/>
                  <a:pt x="503342" y="159412"/>
                </a:cubicBezTo>
                <a:cubicBezTo>
                  <a:pt x="505136" y="158169"/>
                  <a:pt x="506424" y="156189"/>
                  <a:pt x="507204" y="153473"/>
                </a:cubicBezTo>
                <a:cubicBezTo>
                  <a:pt x="507516" y="152154"/>
                  <a:pt x="507672" y="148389"/>
                  <a:pt x="507672" y="142179"/>
                </a:cubicBezTo>
                <a:lnTo>
                  <a:pt x="507672" y="96303"/>
                </a:lnTo>
                <a:cubicBezTo>
                  <a:pt x="507672" y="87608"/>
                  <a:pt x="506619" y="81476"/>
                  <a:pt x="504512" y="77907"/>
                </a:cubicBezTo>
                <a:cubicBezTo>
                  <a:pt x="501469" y="72938"/>
                  <a:pt x="496593" y="70453"/>
                  <a:pt x="489883" y="70453"/>
                </a:cubicBezTo>
                <a:cubicBezTo>
                  <a:pt x="485748" y="70453"/>
                  <a:pt x="481593" y="71482"/>
                  <a:pt x="477419" y="73540"/>
                </a:cubicBezTo>
                <a:cubicBezTo>
                  <a:pt x="473245" y="75595"/>
                  <a:pt x="468193" y="79418"/>
                  <a:pt x="462264" y="85009"/>
                </a:cubicBezTo>
                <a:lnTo>
                  <a:pt x="462030" y="86289"/>
                </a:lnTo>
                <a:lnTo>
                  <a:pt x="462264" y="91296"/>
                </a:lnTo>
                <a:lnTo>
                  <a:pt x="462264" y="142179"/>
                </a:lnTo>
                <a:cubicBezTo>
                  <a:pt x="462264" y="149477"/>
                  <a:pt x="462673" y="154018"/>
                  <a:pt x="463493" y="155802"/>
                </a:cubicBezTo>
                <a:cubicBezTo>
                  <a:pt x="464312" y="157587"/>
                  <a:pt x="465853" y="159082"/>
                  <a:pt x="468115" y="160286"/>
                </a:cubicBezTo>
                <a:cubicBezTo>
                  <a:pt x="470378" y="161488"/>
                  <a:pt x="474240" y="162089"/>
                  <a:pt x="479701" y="162089"/>
                </a:cubicBezTo>
                <a:lnTo>
                  <a:pt x="479701" y="166419"/>
                </a:lnTo>
                <a:lnTo>
                  <a:pt x="425516" y="166419"/>
                </a:lnTo>
                <a:lnTo>
                  <a:pt x="425516" y="162089"/>
                </a:lnTo>
                <a:cubicBezTo>
                  <a:pt x="431445" y="162089"/>
                  <a:pt x="435522" y="161391"/>
                  <a:pt x="437745" y="159994"/>
                </a:cubicBezTo>
                <a:cubicBezTo>
                  <a:pt x="439969" y="158597"/>
                  <a:pt x="441510" y="156501"/>
                  <a:pt x="442368" y="153707"/>
                </a:cubicBezTo>
                <a:cubicBezTo>
                  <a:pt x="442758" y="152385"/>
                  <a:pt x="442953" y="148543"/>
                  <a:pt x="442953" y="142179"/>
                </a:cubicBezTo>
                <a:lnTo>
                  <a:pt x="442953" y="96303"/>
                </a:lnTo>
                <a:cubicBezTo>
                  <a:pt x="442953" y="87608"/>
                  <a:pt x="441666" y="81359"/>
                  <a:pt x="439091" y="77556"/>
                </a:cubicBezTo>
                <a:cubicBezTo>
                  <a:pt x="435658" y="72587"/>
                  <a:pt x="430860" y="70102"/>
                  <a:pt x="424696" y="70102"/>
                </a:cubicBezTo>
                <a:cubicBezTo>
                  <a:pt x="420483" y="70102"/>
                  <a:pt x="416309" y="71227"/>
                  <a:pt x="412174" y="73478"/>
                </a:cubicBezTo>
                <a:cubicBezTo>
                  <a:pt x="405698" y="76894"/>
                  <a:pt x="400705" y="80736"/>
                  <a:pt x="397194" y="85005"/>
                </a:cubicBezTo>
                <a:lnTo>
                  <a:pt x="397194" y="142179"/>
                </a:lnTo>
                <a:cubicBezTo>
                  <a:pt x="397194" y="149164"/>
                  <a:pt x="397682" y="153706"/>
                  <a:pt x="398657" y="155802"/>
                </a:cubicBezTo>
                <a:cubicBezTo>
                  <a:pt x="399632" y="157897"/>
                  <a:pt x="401075" y="159468"/>
                  <a:pt x="402987" y="160517"/>
                </a:cubicBezTo>
                <a:cubicBezTo>
                  <a:pt x="404899" y="161565"/>
                  <a:pt x="408780" y="162089"/>
                  <a:pt x="414632" y="162089"/>
                </a:cubicBezTo>
                <a:lnTo>
                  <a:pt x="414632" y="166419"/>
                </a:lnTo>
                <a:lnTo>
                  <a:pt x="361616" y="166419"/>
                </a:lnTo>
                <a:lnTo>
                  <a:pt x="361616" y="162089"/>
                </a:lnTo>
                <a:cubicBezTo>
                  <a:pt x="366532" y="162089"/>
                  <a:pt x="369965" y="161564"/>
                  <a:pt x="371915" y="160513"/>
                </a:cubicBezTo>
                <a:cubicBezTo>
                  <a:pt x="373866" y="159462"/>
                  <a:pt x="375348" y="157788"/>
                  <a:pt x="376362" y="155492"/>
                </a:cubicBezTo>
                <a:cubicBezTo>
                  <a:pt x="377377" y="153195"/>
                  <a:pt x="377884" y="148738"/>
                  <a:pt x="377884" y="142121"/>
                </a:cubicBezTo>
                <a:lnTo>
                  <a:pt x="377884" y="101251"/>
                </a:lnTo>
                <a:cubicBezTo>
                  <a:pt x="377884" y="89494"/>
                  <a:pt x="377533" y="81904"/>
                  <a:pt x="376830" y="78481"/>
                </a:cubicBezTo>
                <a:cubicBezTo>
                  <a:pt x="376284" y="75911"/>
                  <a:pt x="375426" y="74140"/>
                  <a:pt x="374256" y="73167"/>
                </a:cubicBezTo>
                <a:cubicBezTo>
                  <a:pt x="373085" y="72194"/>
                  <a:pt x="371486" y="71708"/>
                  <a:pt x="369457" y="71708"/>
                </a:cubicBezTo>
                <a:cubicBezTo>
                  <a:pt x="367273" y="71708"/>
                  <a:pt x="364659" y="72292"/>
                  <a:pt x="361616" y="73459"/>
                </a:cubicBezTo>
                <a:lnTo>
                  <a:pt x="359861" y="69254"/>
                </a:lnTo>
                <a:lnTo>
                  <a:pt x="392162" y="56175"/>
                </a:lnTo>
                <a:lnTo>
                  <a:pt x="397194" y="56175"/>
                </a:lnTo>
                <a:lnTo>
                  <a:pt x="397194" y="78997"/>
                </a:lnTo>
                <a:close/>
                <a:moveTo>
                  <a:pt x="581544" y="77826"/>
                </a:moveTo>
                <a:cubicBezTo>
                  <a:pt x="591921" y="63392"/>
                  <a:pt x="603117" y="56175"/>
                  <a:pt x="615132" y="56175"/>
                </a:cubicBezTo>
                <a:cubicBezTo>
                  <a:pt x="626133" y="56175"/>
                  <a:pt x="635730" y="60871"/>
                  <a:pt x="643922" y="70263"/>
                </a:cubicBezTo>
                <a:cubicBezTo>
                  <a:pt x="652114" y="79655"/>
                  <a:pt x="656210" y="92495"/>
                  <a:pt x="656210" y="108785"/>
                </a:cubicBezTo>
                <a:cubicBezTo>
                  <a:pt x="656210" y="127803"/>
                  <a:pt x="649891" y="143118"/>
                  <a:pt x="637251" y="154731"/>
                </a:cubicBezTo>
                <a:cubicBezTo>
                  <a:pt x="626406" y="164708"/>
                  <a:pt x="614313" y="169696"/>
                  <a:pt x="600971" y="169696"/>
                </a:cubicBezTo>
                <a:cubicBezTo>
                  <a:pt x="594730" y="169696"/>
                  <a:pt x="588390" y="168565"/>
                  <a:pt x="581954" y="166302"/>
                </a:cubicBezTo>
                <a:cubicBezTo>
                  <a:pt x="575517" y="164040"/>
                  <a:pt x="568944" y="160646"/>
                  <a:pt x="562234" y="156121"/>
                </a:cubicBezTo>
                <a:lnTo>
                  <a:pt x="562234" y="45057"/>
                </a:lnTo>
                <a:cubicBezTo>
                  <a:pt x="562234" y="32886"/>
                  <a:pt x="561941" y="25396"/>
                  <a:pt x="561356" y="22587"/>
                </a:cubicBezTo>
                <a:cubicBezTo>
                  <a:pt x="560771" y="19778"/>
                  <a:pt x="559854" y="17867"/>
                  <a:pt x="558606" y="16853"/>
                </a:cubicBezTo>
                <a:cubicBezTo>
                  <a:pt x="557357" y="15838"/>
                  <a:pt x="555797" y="15331"/>
                  <a:pt x="553924" y="15331"/>
                </a:cubicBezTo>
                <a:cubicBezTo>
                  <a:pt x="551740" y="15331"/>
                  <a:pt x="549009" y="15955"/>
                  <a:pt x="545732" y="17204"/>
                </a:cubicBezTo>
                <a:lnTo>
                  <a:pt x="544094" y="13108"/>
                </a:lnTo>
                <a:lnTo>
                  <a:pt x="576278" y="0"/>
                </a:lnTo>
                <a:lnTo>
                  <a:pt x="581544" y="0"/>
                </a:lnTo>
                <a:lnTo>
                  <a:pt x="581544" y="77826"/>
                </a:lnTo>
                <a:moveTo>
                  <a:pt x="581544" y="85283"/>
                </a:moveTo>
                <a:lnTo>
                  <a:pt x="581544" y="149249"/>
                </a:lnTo>
                <a:cubicBezTo>
                  <a:pt x="585523" y="153137"/>
                  <a:pt x="589639" y="156074"/>
                  <a:pt x="593891" y="158059"/>
                </a:cubicBezTo>
                <a:cubicBezTo>
                  <a:pt x="598143" y="160044"/>
                  <a:pt x="602493" y="161036"/>
                  <a:pt x="606940" y="161036"/>
                </a:cubicBezTo>
                <a:cubicBezTo>
                  <a:pt x="614040" y="161036"/>
                  <a:pt x="620652" y="157146"/>
                  <a:pt x="626777" y="149366"/>
                </a:cubicBezTo>
                <a:cubicBezTo>
                  <a:pt x="632902" y="141583"/>
                  <a:pt x="635964" y="130260"/>
                  <a:pt x="635964" y="115397"/>
                </a:cubicBezTo>
                <a:cubicBezTo>
                  <a:pt x="635964" y="101702"/>
                  <a:pt x="632902" y="91178"/>
                  <a:pt x="626777" y="83824"/>
                </a:cubicBezTo>
                <a:cubicBezTo>
                  <a:pt x="620652" y="76471"/>
                  <a:pt x="613689" y="72794"/>
                  <a:pt x="605887" y="72794"/>
                </a:cubicBezTo>
                <a:cubicBezTo>
                  <a:pt x="601752" y="72794"/>
                  <a:pt x="597616" y="73845"/>
                  <a:pt x="593481" y="75946"/>
                </a:cubicBezTo>
                <a:cubicBezTo>
                  <a:pt x="590360" y="77502"/>
                  <a:pt x="586381" y="80614"/>
                  <a:pt x="581544" y="85283"/>
                </a:cubicBezTo>
                <a:close/>
                <a:moveTo>
                  <a:pt x="690033" y="99711"/>
                </a:moveTo>
                <a:cubicBezTo>
                  <a:pt x="689955" y="115591"/>
                  <a:pt x="693817" y="128046"/>
                  <a:pt x="701619" y="137077"/>
                </a:cubicBezTo>
                <a:cubicBezTo>
                  <a:pt x="709421" y="146106"/>
                  <a:pt x="718588" y="150620"/>
                  <a:pt x="729121" y="150620"/>
                </a:cubicBezTo>
                <a:cubicBezTo>
                  <a:pt x="736143" y="150620"/>
                  <a:pt x="742248" y="148689"/>
                  <a:pt x="747437" y="144827"/>
                </a:cubicBezTo>
                <a:cubicBezTo>
                  <a:pt x="752625" y="140965"/>
                  <a:pt x="756975" y="134353"/>
                  <a:pt x="760486" y="124990"/>
                </a:cubicBezTo>
                <a:lnTo>
                  <a:pt x="764114" y="127331"/>
                </a:lnTo>
                <a:cubicBezTo>
                  <a:pt x="762475" y="138020"/>
                  <a:pt x="757716" y="147753"/>
                  <a:pt x="749836" y="156530"/>
                </a:cubicBezTo>
                <a:cubicBezTo>
                  <a:pt x="741956" y="165308"/>
                  <a:pt x="732086" y="169696"/>
                  <a:pt x="720227" y="169696"/>
                </a:cubicBezTo>
                <a:cubicBezTo>
                  <a:pt x="707353" y="169696"/>
                  <a:pt x="696333" y="164694"/>
                  <a:pt x="687165" y="154691"/>
                </a:cubicBezTo>
                <a:cubicBezTo>
                  <a:pt x="677998" y="144684"/>
                  <a:pt x="673414" y="131233"/>
                  <a:pt x="673414" y="114337"/>
                </a:cubicBezTo>
                <a:cubicBezTo>
                  <a:pt x="673414" y="96041"/>
                  <a:pt x="678115" y="81774"/>
                  <a:pt x="687516" y="71536"/>
                </a:cubicBezTo>
                <a:cubicBezTo>
                  <a:pt x="696918" y="61295"/>
                  <a:pt x="708719" y="56175"/>
                  <a:pt x="722919" y="56175"/>
                </a:cubicBezTo>
                <a:cubicBezTo>
                  <a:pt x="734934" y="56175"/>
                  <a:pt x="744804" y="60125"/>
                  <a:pt x="752528" y="68025"/>
                </a:cubicBezTo>
                <a:cubicBezTo>
                  <a:pt x="760252" y="75922"/>
                  <a:pt x="764114" y="86484"/>
                  <a:pt x="764114" y="99711"/>
                </a:cubicBezTo>
                <a:lnTo>
                  <a:pt x="690033" y="99711"/>
                </a:lnTo>
                <a:moveTo>
                  <a:pt x="690033" y="92923"/>
                </a:moveTo>
                <a:lnTo>
                  <a:pt x="739654" y="92923"/>
                </a:lnTo>
                <a:cubicBezTo>
                  <a:pt x="739264" y="86057"/>
                  <a:pt x="738445" y="81220"/>
                  <a:pt x="737196" y="78411"/>
                </a:cubicBezTo>
                <a:cubicBezTo>
                  <a:pt x="735246" y="74042"/>
                  <a:pt x="732340" y="70609"/>
                  <a:pt x="728478" y="68113"/>
                </a:cubicBezTo>
                <a:cubicBezTo>
                  <a:pt x="724616" y="65616"/>
                  <a:pt x="720578" y="64368"/>
                  <a:pt x="716365" y="64368"/>
                </a:cubicBezTo>
                <a:cubicBezTo>
                  <a:pt x="709889" y="64368"/>
                  <a:pt x="704096" y="66884"/>
                  <a:pt x="698986" y="71916"/>
                </a:cubicBezTo>
                <a:cubicBezTo>
                  <a:pt x="693875" y="76948"/>
                  <a:pt x="690891" y="83951"/>
                  <a:pt x="690033" y="92923"/>
                </a:cubicBezTo>
                <a:close/>
                <a:moveTo>
                  <a:pt x="853477" y="154365"/>
                </a:moveTo>
                <a:cubicBezTo>
                  <a:pt x="848249" y="159827"/>
                  <a:pt x="843139" y="163747"/>
                  <a:pt x="838146" y="166127"/>
                </a:cubicBezTo>
                <a:cubicBezTo>
                  <a:pt x="833152" y="168506"/>
                  <a:pt x="827769" y="169696"/>
                  <a:pt x="821995" y="169696"/>
                </a:cubicBezTo>
                <a:cubicBezTo>
                  <a:pt x="810292" y="169696"/>
                  <a:pt x="800071" y="164811"/>
                  <a:pt x="791333" y="155042"/>
                </a:cubicBezTo>
                <a:cubicBezTo>
                  <a:pt x="782594" y="145270"/>
                  <a:pt x="778225" y="132713"/>
                  <a:pt x="778225" y="117372"/>
                </a:cubicBezTo>
                <a:cubicBezTo>
                  <a:pt x="778225" y="102034"/>
                  <a:pt x="783063" y="87999"/>
                  <a:pt x="792737" y="75270"/>
                </a:cubicBezTo>
                <a:cubicBezTo>
                  <a:pt x="802412" y="62540"/>
                  <a:pt x="814856" y="56175"/>
                  <a:pt x="830070" y="56175"/>
                </a:cubicBezTo>
                <a:cubicBezTo>
                  <a:pt x="839511" y="56175"/>
                  <a:pt x="847313" y="59179"/>
                  <a:pt x="853477" y="65187"/>
                </a:cubicBezTo>
                <a:lnTo>
                  <a:pt x="853477" y="45365"/>
                </a:lnTo>
                <a:cubicBezTo>
                  <a:pt x="853477" y="33064"/>
                  <a:pt x="853184" y="25503"/>
                  <a:pt x="852599" y="22682"/>
                </a:cubicBezTo>
                <a:cubicBezTo>
                  <a:pt x="852014" y="19861"/>
                  <a:pt x="851097" y="17942"/>
                  <a:pt x="849849" y="16926"/>
                </a:cubicBezTo>
                <a:cubicBezTo>
                  <a:pt x="848600" y="15907"/>
                  <a:pt x="847040" y="15397"/>
                  <a:pt x="845167" y="15397"/>
                </a:cubicBezTo>
                <a:cubicBezTo>
                  <a:pt x="843139" y="15397"/>
                  <a:pt x="840447" y="16024"/>
                  <a:pt x="837092" y="17277"/>
                </a:cubicBezTo>
                <a:lnTo>
                  <a:pt x="835571" y="13162"/>
                </a:lnTo>
                <a:lnTo>
                  <a:pt x="867521" y="0"/>
                </a:lnTo>
                <a:lnTo>
                  <a:pt x="872787" y="0"/>
                </a:lnTo>
                <a:lnTo>
                  <a:pt x="872787" y="123937"/>
                </a:lnTo>
                <a:cubicBezTo>
                  <a:pt x="872787" y="136498"/>
                  <a:pt x="873080" y="144164"/>
                  <a:pt x="873665" y="146934"/>
                </a:cubicBezTo>
                <a:cubicBezTo>
                  <a:pt x="874250" y="149703"/>
                  <a:pt x="875186" y="151634"/>
                  <a:pt x="876473" y="152727"/>
                </a:cubicBezTo>
                <a:cubicBezTo>
                  <a:pt x="877761" y="153819"/>
                  <a:pt x="879263" y="154365"/>
                  <a:pt x="880979" y="154365"/>
                </a:cubicBezTo>
                <a:cubicBezTo>
                  <a:pt x="883086" y="154365"/>
                  <a:pt x="885895" y="153702"/>
                  <a:pt x="889406" y="152376"/>
                </a:cubicBezTo>
                <a:lnTo>
                  <a:pt x="890693" y="156472"/>
                </a:lnTo>
                <a:lnTo>
                  <a:pt x="858860" y="169696"/>
                </a:lnTo>
                <a:lnTo>
                  <a:pt x="853477" y="169696"/>
                </a:lnTo>
                <a:lnTo>
                  <a:pt x="853477" y="154365"/>
                </a:lnTo>
                <a:moveTo>
                  <a:pt x="853477" y="146198"/>
                </a:moveTo>
                <a:lnTo>
                  <a:pt x="853477" y="91098"/>
                </a:lnTo>
                <a:cubicBezTo>
                  <a:pt x="853009" y="85805"/>
                  <a:pt x="851604" y="80980"/>
                  <a:pt x="849264" y="76623"/>
                </a:cubicBezTo>
                <a:cubicBezTo>
                  <a:pt x="846923" y="72264"/>
                  <a:pt x="843822" y="68976"/>
                  <a:pt x="839960" y="66759"/>
                </a:cubicBezTo>
                <a:cubicBezTo>
                  <a:pt x="836097" y="64541"/>
                  <a:pt x="832333" y="63431"/>
                  <a:pt x="828666" y="63431"/>
                </a:cubicBezTo>
                <a:cubicBezTo>
                  <a:pt x="821800" y="63431"/>
                  <a:pt x="815675" y="66506"/>
                  <a:pt x="810292" y="72655"/>
                </a:cubicBezTo>
                <a:cubicBezTo>
                  <a:pt x="803192" y="80747"/>
                  <a:pt x="799642" y="92576"/>
                  <a:pt x="799642" y="108141"/>
                </a:cubicBezTo>
                <a:cubicBezTo>
                  <a:pt x="799642" y="123862"/>
                  <a:pt x="803075" y="135907"/>
                  <a:pt x="809941" y="144275"/>
                </a:cubicBezTo>
                <a:cubicBezTo>
                  <a:pt x="816807" y="152640"/>
                  <a:pt x="824453" y="156823"/>
                  <a:pt x="832879" y="156823"/>
                </a:cubicBezTo>
                <a:cubicBezTo>
                  <a:pt x="839979" y="156823"/>
                  <a:pt x="846845" y="153281"/>
                  <a:pt x="853477" y="1461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A706ED-83D6-4CAB-A880-3F4AADBD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58" y="3499078"/>
            <a:ext cx="2595467" cy="114793"/>
          </a:xfrm>
          <a:custGeom xmlns:a="http://schemas.openxmlformats.org/drawingml/2006/main">
            <a:pathLst>
              <a:path w="2595467" h="114793">
                <a:moveTo>
                  <a:pt x="2493476" y="100666"/>
                </a:moveTo>
                <a:lnTo>
                  <a:pt x="2493068" y="100925"/>
                </a:lnTo>
                <a:lnTo>
                  <a:pt x="2492684" y="101206"/>
                </a:lnTo>
                <a:lnTo>
                  <a:pt x="2492324" y="101509"/>
                </a:lnTo>
                <a:lnTo>
                  <a:pt x="2491988" y="101833"/>
                </a:lnTo>
                <a:lnTo>
                  <a:pt x="2491677" y="102175"/>
                </a:lnTo>
                <a:lnTo>
                  <a:pt x="2491391" y="102534"/>
                </a:lnTo>
                <a:lnTo>
                  <a:pt x="2491131" y="102909"/>
                </a:lnTo>
                <a:lnTo>
                  <a:pt x="2490897" y="103298"/>
                </a:lnTo>
                <a:lnTo>
                  <a:pt x="2490689" y="103701"/>
                </a:lnTo>
                <a:lnTo>
                  <a:pt x="2490507" y="104115"/>
                </a:lnTo>
                <a:lnTo>
                  <a:pt x="2490352" y="104539"/>
                </a:lnTo>
                <a:lnTo>
                  <a:pt x="2490225" y="104972"/>
                </a:lnTo>
                <a:lnTo>
                  <a:pt x="2490126" y="105412"/>
                </a:lnTo>
                <a:lnTo>
                  <a:pt x="2490055" y="105857"/>
                </a:lnTo>
                <a:lnTo>
                  <a:pt x="2490012" y="106307"/>
                </a:lnTo>
                <a:lnTo>
                  <a:pt x="2489998" y="106760"/>
                </a:lnTo>
                <a:lnTo>
                  <a:pt x="2490013" y="107215"/>
                </a:lnTo>
                <a:lnTo>
                  <a:pt x="2490058" y="107669"/>
                </a:lnTo>
                <a:lnTo>
                  <a:pt x="2490133" y="108122"/>
                </a:lnTo>
                <a:lnTo>
                  <a:pt x="2490238" y="108572"/>
                </a:lnTo>
                <a:lnTo>
                  <a:pt x="2490374" y="109018"/>
                </a:lnTo>
                <a:lnTo>
                  <a:pt x="2490541" y="109458"/>
                </a:lnTo>
                <a:lnTo>
                  <a:pt x="2490740" y="109891"/>
                </a:lnTo>
                <a:lnTo>
                  <a:pt x="2490971" y="110315"/>
                </a:lnTo>
                <a:lnTo>
                  <a:pt x="2491229" y="110723"/>
                </a:lnTo>
                <a:lnTo>
                  <a:pt x="2491511" y="111108"/>
                </a:lnTo>
                <a:lnTo>
                  <a:pt x="2491814" y="111468"/>
                </a:lnTo>
                <a:lnTo>
                  <a:pt x="2492138" y="111804"/>
                </a:lnTo>
                <a:lnTo>
                  <a:pt x="2492480" y="112115"/>
                </a:lnTo>
                <a:lnTo>
                  <a:pt x="2492839" y="112401"/>
                </a:lnTo>
                <a:lnTo>
                  <a:pt x="2493214" y="112661"/>
                </a:lnTo>
                <a:lnTo>
                  <a:pt x="2493604" y="112895"/>
                </a:lnTo>
                <a:lnTo>
                  <a:pt x="2494006" y="113103"/>
                </a:lnTo>
                <a:lnTo>
                  <a:pt x="2494420" y="113285"/>
                </a:lnTo>
                <a:lnTo>
                  <a:pt x="2494845" y="113440"/>
                </a:lnTo>
                <a:lnTo>
                  <a:pt x="2495277" y="113567"/>
                </a:lnTo>
                <a:lnTo>
                  <a:pt x="2495717" y="113666"/>
                </a:lnTo>
                <a:lnTo>
                  <a:pt x="2496163" y="113737"/>
                </a:lnTo>
                <a:lnTo>
                  <a:pt x="2496613" y="113780"/>
                </a:lnTo>
                <a:lnTo>
                  <a:pt x="2497066" y="113794"/>
                </a:lnTo>
                <a:lnTo>
                  <a:pt x="2497520" y="113779"/>
                </a:lnTo>
                <a:lnTo>
                  <a:pt x="2497975" y="113734"/>
                </a:lnTo>
                <a:lnTo>
                  <a:pt x="2498428" y="113659"/>
                </a:lnTo>
                <a:lnTo>
                  <a:pt x="2498878" y="113553"/>
                </a:lnTo>
                <a:lnTo>
                  <a:pt x="2499324" y="113417"/>
                </a:lnTo>
                <a:lnTo>
                  <a:pt x="2499764" y="113250"/>
                </a:lnTo>
                <a:lnTo>
                  <a:pt x="2500197" y="113051"/>
                </a:lnTo>
                <a:lnTo>
                  <a:pt x="2500621" y="112821"/>
                </a:lnTo>
                <a:lnTo>
                  <a:pt x="2595467" y="57070"/>
                </a:lnTo>
                <a:lnTo>
                  <a:pt x="2500252" y="1950"/>
                </a:lnTo>
                <a:lnTo>
                  <a:pt x="2499826" y="1722"/>
                </a:lnTo>
                <a:lnTo>
                  <a:pt x="2499392" y="1526"/>
                </a:lnTo>
                <a:lnTo>
                  <a:pt x="2498951" y="1362"/>
                </a:lnTo>
                <a:lnTo>
                  <a:pt x="2498504" y="1229"/>
                </a:lnTo>
                <a:lnTo>
                  <a:pt x="2498053" y="1127"/>
                </a:lnTo>
                <a:lnTo>
                  <a:pt x="2497600" y="1055"/>
                </a:lnTo>
                <a:lnTo>
                  <a:pt x="2497145" y="1013"/>
                </a:lnTo>
                <a:lnTo>
                  <a:pt x="2496691" y="1001"/>
                </a:lnTo>
                <a:lnTo>
                  <a:pt x="2496238" y="1018"/>
                </a:lnTo>
                <a:lnTo>
                  <a:pt x="2495788" y="1064"/>
                </a:lnTo>
                <a:lnTo>
                  <a:pt x="2495343" y="1138"/>
                </a:lnTo>
                <a:lnTo>
                  <a:pt x="2494904" y="1240"/>
                </a:lnTo>
                <a:lnTo>
                  <a:pt x="2494472" y="1370"/>
                </a:lnTo>
                <a:lnTo>
                  <a:pt x="2494049" y="1528"/>
                </a:lnTo>
                <a:lnTo>
                  <a:pt x="2493636" y="1712"/>
                </a:lnTo>
                <a:lnTo>
                  <a:pt x="2493235" y="1923"/>
                </a:lnTo>
                <a:lnTo>
                  <a:pt x="2492847" y="2160"/>
                </a:lnTo>
                <a:lnTo>
                  <a:pt x="2492474" y="2423"/>
                </a:lnTo>
                <a:lnTo>
                  <a:pt x="2492117" y="2711"/>
                </a:lnTo>
                <a:lnTo>
                  <a:pt x="2491777" y="3024"/>
                </a:lnTo>
                <a:lnTo>
                  <a:pt x="2491455" y="3362"/>
                </a:lnTo>
                <a:lnTo>
                  <a:pt x="2491155" y="3724"/>
                </a:lnTo>
                <a:lnTo>
                  <a:pt x="2490875" y="4111"/>
                </a:lnTo>
                <a:lnTo>
                  <a:pt x="2490620" y="4520"/>
                </a:lnTo>
                <a:lnTo>
                  <a:pt x="2490392" y="4946"/>
                </a:lnTo>
                <a:lnTo>
                  <a:pt x="2490196" y="5380"/>
                </a:lnTo>
                <a:lnTo>
                  <a:pt x="2490032" y="5821"/>
                </a:lnTo>
                <a:lnTo>
                  <a:pt x="2489899" y="6268"/>
                </a:lnTo>
                <a:lnTo>
                  <a:pt x="2489796" y="6719"/>
                </a:lnTo>
                <a:lnTo>
                  <a:pt x="2489724" y="7172"/>
                </a:lnTo>
                <a:lnTo>
                  <a:pt x="2489682" y="7627"/>
                </a:lnTo>
                <a:lnTo>
                  <a:pt x="2489670" y="8081"/>
                </a:lnTo>
                <a:lnTo>
                  <a:pt x="2489687" y="8534"/>
                </a:lnTo>
                <a:lnTo>
                  <a:pt x="2489733" y="8984"/>
                </a:lnTo>
                <a:lnTo>
                  <a:pt x="2489807" y="9429"/>
                </a:lnTo>
                <a:lnTo>
                  <a:pt x="2489909" y="9868"/>
                </a:lnTo>
                <a:lnTo>
                  <a:pt x="2490039" y="10300"/>
                </a:lnTo>
                <a:lnTo>
                  <a:pt x="2490196" y="10723"/>
                </a:lnTo>
                <a:lnTo>
                  <a:pt x="2490381" y="11136"/>
                </a:lnTo>
                <a:lnTo>
                  <a:pt x="2490591" y="11537"/>
                </a:lnTo>
                <a:lnTo>
                  <a:pt x="2490828" y="11925"/>
                </a:lnTo>
                <a:lnTo>
                  <a:pt x="2491091" y="12298"/>
                </a:lnTo>
                <a:lnTo>
                  <a:pt x="2491379" y="12655"/>
                </a:lnTo>
                <a:lnTo>
                  <a:pt x="2491693" y="12995"/>
                </a:lnTo>
                <a:lnTo>
                  <a:pt x="2492031" y="13317"/>
                </a:lnTo>
                <a:lnTo>
                  <a:pt x="2492393" y="13617"/>
                </a:lnTo>
                <a:lnTo>
                  <a:pt x="2492779" y="13897"/>
                </a:lnTo>
                <a:lnTo>
                  <a:pt x="2493188" y="14152"/>
                </a:lnTo>
                <a:lnTo>
                  <a:pt x="2555379" y="50153"/>
                </a:lnTo>
                <a:lnTo>
                  <a:pt x="0" y="58654"/>
                </a:lnTo>
                <a:lnTo>
                  <a:pt x="47" y="72753"/>
                </a:lnTo>
                <a:lnTo>
                  <a:pt x="2555425" y="64252"/>
                </a:lnTo>
                <a:lnTo>
                  <a:pt x="2493476" y="1006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7.W">
            <a:extLst xmlns:a="http://schemas.openxmlformats.org/drawingml/2006/main">
              <a:ext uri="{FF2B5EF4-FFF2-40B4-BE49-F238E27FC236}">
                <a16:creationId xmlns:a16="http://schemas.microsoft.com/office/drawing/2014/main" id="{42B472EF-A5FA-4FC0-AEE7-350949B5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3437" y="2355360"/>
            <a:ext cx="450848" cy="162206"/>
          </a:xfrm>
          <a:custGeom xmlns:a="http://schemas.openxmlformats.org/drawingml/2006/main">
            <a:pathLst>
              <a:path w="450848" h="162206">
                <a:moveTo>
                  <a:pt x="15214" y="0"/>
                </a:moveTo>
                <a:lnTo>
                  <a:pt x="100296" y="0"/>
                </a:lnTo>
                <a:lnTo>
                  <a:pt x="100296" y="4447"/>
                </a:lnTo>
                <a:lnTo>
                  <a:pt x="47398" y="161972"/>
                </a:lnTo>
                <a:lnTo>
                  <a:pt x="34290" y="161972"/>
                </a:lnTo>
                <a:lnTo>
                  <a:pt x="81688" y="19076"/>
                </a:lnTo>
                <a:lnTo>
                  <a:pt x="38035" y="19076"/>
                </a:lnTo>
                <a:cubicBezTo>
                  <a:pt x="29219" y="19076"/>
                  <a:pt x="22938" y="20129"/>
                  <a:pt x="19193" y="22236"/>
                </a:cubicBezTo>
                <a:cubicBezTo>
                  <a:pt x="12639" y="25825"/>
                  <a:pt x="7373" y="31365"/>
                  <a:pt x="3394" y="38855"/>
                </a:cubicBezTo>
                <a:lnTo>
                  <a:pt x="0" y="37567"/>
                </a:lnTo>
                <a:lnTo>
                  <a:pt x="15214" y="0"/>
                </a:lnTo>
                <a:close/>
                <a:moveTo>
                  <a:pt x="140906" y="135991"/>
                </a:moveTo>
                <a:cubicBezTo>
                  <a:pt x="144573" y="135991"/>
                  <a:pt x="147655" y="137259"/>
                  <a:pt x="150152" y="139795"/>
                </a:cubicBezTo>
                <a:cubicBezTo>
                  <a:pt x="152649" y="142330"/>
                  <a:pt x="153897" y="145393"/>
                  <a:pt x="153897" y="148982"/>
                </a:cubicBezTo>
                <a:cubicBezTo>
                  <a:pt x="153897" y="152571"/>
                  <a:pt x="152629" y="155633"/>
                  <a:pt x="150093" y="158169"/>
                </a:cubicBezTo>
                <a:cubicBezTo>
                  <a:pt x="147558" y="160704"/>
                  <a:pt x="144495" y="161972"/>
                  <a:pt x="140906" y="161972"/>
                </a:cubicBezTo>
                <a:cubicBezTo>
                  <a:pt x="137317" y="161972"/>
                  <a:pt x="134255" y="160704"/>
                  <a:pt x="131719" y="158169"/>
                </a:cubicBezTo>
                <a:cubicBezTo>
                  <a:pt x="129184" y="155633"/>
                  <a:pt x="127916" y="152571"/>
                  <a:pt x="127916" y="148982"/>
                </a:cubicBezTo>
                <a:cubicBezTo>
                  <a:pt x="127916" y="145315"/>
                  <a:pt x="129184" y="142233"/>
                  <a:pt x="131719" y="139736"/>
                </a:cubicBezTo>
                <a:cubicBezTo>
                  <a:pt x="134255" y="137239"/>
                  <a:pt x="137317" y="135991"/>
                  <a:pt x="140906" y="135991"/>
                </a:cubicBezTo>
                <a:close/>
                <a:moveTo>
                  <a:pt x="450848" y="0"/>
                </a:moveTo>
                <a:lnTo>
                  <a:pt x="450848" y="4330"/>
                </a:lnTo>
                <a:cubicBezTo>
                  <a:pt x="446713" y="4330"/>
                  <a:pt x="443358" y="5071"/>
                  <a:pt x="440783" y="6554"/>
                </a:cubicBezTo>
                <a:cubicBezTo>
                  <a:pt x="438208" y="8034"/>
                  <a:pt x="435751" y="10801"/>
                  <a:pt x="433410" y="14856"/>
                </a:cubicBezTo>
                <a:cubicBezTo>
                  <a:pt x="431850" y="17584"/>
                  <a:pt x="429392" y="24094"/>
                  <a:pt x="426037" y="34385"/>
                </a:cubicBezTo>
                <a:lnTo>
                  <a:pt x="381799" y="162206"/>
                </a:lnTo>
                <a:lnTo>
                  <a:pt x="377118" y="162206"/>
                </a:lnTo>
                <a:lnTo>
                  <a:pt x="340955" y="60813"/>
                </a:lnTo>
                <a:lnTo>
                  <a:pt x="305026" y="162206"/>
                </a:lnTo>
                <a:lnTo>
                  <a:pt x="300813" y="162206"/>
                </a:lnTo>
                <a:lnTo>
                  <a:pt x="253649" y="30527"/>
                </a:lnTo>
                <a:cubicBezTo>
                  <a:pt x="250138" y="20704"/>
                  <a:pt x="247914" y="14895"/>
                  <a:pt x="246978" y="13100"/>
                </a:cubicBezTo>
                <a:cubicBezTo>
                  <a:pt x="245418" y="10138"/>
                  <a:pt x="243292" y="7936"/>
                  <a:pt x="240600" y="6495"/>
                </a:cubicBezTo>
                <a:cubicBezTo>
                  <a:pt x="237908" y="5052"/>
                  <a:pt x="234261" y="4330"/>
                  <a:pt x="229657" y="4330"/>
                </a:cubicBezTo>
                <a:lnTo>
                  <a:pt x="229657" y="0"/>
                </a:lnTo>
                <a:lnTo>
                  <a:pt x="288407" y="0"/>
                </a:lnTo>
                <a:lnTo>
                  <a:pt x="288407" y="4330"/>
                </a:lnTo>
                <a:lnTo>
                  <a:pt x="285599" y="4330"/>
                </a:lnTo>
                <a:cubicBezTo>
                  <a:pt x="281464" y="4330"/>
                  <a:pt x="278304" y="5266"/>
                  <a:pt x="276119" y="7139"/>
                </a:cubicBezTo>
                <a:cubicBezTo>
                  <a:pt x="273935" y="9009"/>
                  <a:pt x="272842" y="11269"/>
                  <a:pt x="272842" y="13919"/>
                </a:cubicBezTo>
                <a:cubicBezTo>
                  <a:pt x="272842" y="16648"/>
                  <a:pt x="274559" y="22924"/>
                  <a:pt x="277992" y="32747"/>
                </a:cubicBezTo>
                <a:lnTo>
                  <a:pt x="309239" y="121742"/>
                </a:lnTo>
                <a:lnTo>
                  <a:pt x="335571" y="46078"/>
                </a:lnTo>
                <a:lnTo>
                  <a:pt x="330890" y="32747"/>
                </a:lnTo>
                <a:lnTo>
                  <a:pt x="327145" y="22104"/>
                </a:lnTo>
                <a:cubicBezTo>
                  <a:pt x="325507" y="18206"/>
                  <a:pt x="323673" y="14775"/>
                  <a:pt x="321645" y="11813"/>
                </a:cubicBezTo>
                <a:cubicBezTo>
                  <a:pt x="320630" y="10333"/>
                  <a:pt x="319382" y="9086"/>
                  <a:pt x="317899" y="8072"/>
                </a:cubicBezTo>
                <a:cubicBezTo>
                  <a:pt x="315949" y="6670"/>
                  <a:pt x="313998" y="5657"/>
                  <a:pt x="312048" y="5032"/>
                </a:cubicBezTo>
                <a:cubicBezTo>
                  <a:pt x="310565" y="4564"/>
                  <a:pt x="308225" y="4330"/>
                  <a:pt x="305026" y="4330"/>
                </a:cubicBezTo>
                <a:lnTo>
                  <a:pt x="305026" y="0"/>
                </a:lnTo>
                <a:lnTo>
                  <a:pt x="366819" y="0"/>
                </a:lnTo>
                <a:lnTo>
                  <a:pt x="366819" y="4330"/>
                </a:lnTo>
                <a:lnTo>
                  <a:pt x="362606" y="4330"/>
                </a:lnTo>
                <a:cubicBezTo>
                  <a:pt x="358236" y="4330"/>
                  <a:pt x="355038" y="5266"/>
                  <a:pt x="353009" y="7139"/>
                </a:cubicBezTo>
                <a:cubicBezTo>
                  <a:pt x="350981" y="9009"/>
                  <a:pt x="349966" y="11542"/>
                  <a:pt x="349966" y="14739"/>
                </a:cubicBezTo>
                <a:cubicBezTo>
                  <a:pt x="349966" y="18715"/>
                  <a:pt x="351722" y="25654"/>
                  <a:pt x="355233" y="35556"/>
                </a:cubicBezTo>
                <a:lnTo>
                  <a:pt x="385661" y="121742"/>
                </a:lnTo>
                <a:lnTo>
                  <a:pt x="415855" y="34385"/>
                </a:lnTo>
                <a:cubicBezTo>
                  <a:pt x="419288" y="24718"/>
                  <a:pt x="421005" y="18013"/>
                  <a:pt x="421005" y="14271"/>
                </a:cubicBezTo>
                <a:cubicBezTo>
                  <a:pt x="421005" y="12479"/>
                  <a:pt x="420439" y="10802"/>
                  <a:pt x="419308" y="9242"/>
                </a:cubicBezTo>
                <a:cubicBezTo>
                  <a:pt x="418176" y="7681"/>
                  <a:pt x="416752" y="6590"/>
                  <a:pt x="415036" y="5969"/>
                </a:cubicBezTo>
                <a:cubicBezTo>
                  <a:pt x="412071" y="4876"/>
                  <a:pt x="408209" y="4330"/>
                  <a:pt x="403450" y="4330"/>
                </a:cubicBezTo>
                <a:lnTo>
                  <a:pt x="403450" y="0"/>
                </a:lnTo>
                <a:lnTo>
                  <a:pt x="45084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eighted">
            <a:extLst xmlns:a="http://schemas.openxmlformats.org/drawingml/2006/main">
              <a:ext uri="{FF2B5EF4-FFF2-40B4-BE49-F238E27FC236}">
                <a16:creationId xmlns:a16="http://schemas.microsoft.com/office/drawing/2014/main" id="{96509AD9-7391-4C3E-BE94-E48D295F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243" y="2347636"/>
            <a:ext cx="696641" cy="218147"/>
          </a:xfrm>
          <a:custGeom xmlns:a="http://schemas.openxmlformats.org/drawingml/2006/main">
            <a:pathLst>
              <a:path w="696641" h="218147">
                <a:moveTo>
                  <a:pt x="16619" y="99711"/>
                </a:moveTo>
                <a:cubicBezTo>
                  <a:pt x="16541" y="115591"/>
                  <a:pt x="20403" y="128046"/>
                  <a:pt x="28205" y="137077"/>
                </a:cubicBezTo>
                <a:cubicBezTo>
                  <a:pt x="36007" y="146106"/>
                  <a:pt x="45174" y="150620"/>
                  <a:pt x="55707" y="150620"/>
                </a:cubicBezTo>
                <a:cubicBezTo>
                  <a:pt x="62729" y="150620"/>
                  <a:pt x="68834" y="148689"/>
                  <a:pt x="74023" y="144827"/>
                </a:cubicBezTo>
                <a:cubicBezTo>
                  <a:pt x="79211" y="140965"/>
                  <a:pt x="83561" y="134353"/>
                  <a:pt x="87072" y="124990"/>
                </a:cubicBezTo>
                <a:lnTo>
                  <a:pt x="90700" y="127331"/>
                </a:lnTo>
                <a:cubicBezTo>
                  <a:pt x="89061" y="138020"/>
                  <a:pt x="84302" y="147753"/>
                  <a:pt x="76422" y="156530"/>
                </a:cubicBezTo>
                <a:cubicBezTo>
                  <a:pt x="68542" y="165308"/>
                  <a:pt x="58672" y="169696"/>
                  <a:pt x="46813" y="169696"/>
                </a:cubicBezTo>
                <a:cubicBezTo>
                  <a:pt x="33939" y="169696"/>
                  <a:pt x="22919" y="164694"/>
                  <a:pt x="13751" y="154691"/>
                </a:cubicBezTo>
                <a:cubicBezTo>
                  <a:pt x="4584" y="144684"/>
                  <a:pt x="0" y="131233"/>
                  <a:pt x="0" y="114337"/>
                </a:cubicBezTo>
                <a:cubicBezTo>
                  <a:pt x="0" y="96041"/>
                  <a:pt x="4701" y="81774"/>
                  <a:pt x="14102" y="71536"/>
                </a:cubicBezTo>
                <a:cubicBezTo>
                  <a:pt x="23504" y="61295"/>
                  <a:pt x="35305" y="56175"/>
                  <a:pt x="49505" y="56175"/>
                </a:cubicBezTo>
                <a:cubicBezTo>
                  <a:pt x="61520" y="56175"/>
                  <a:pt x="71389" y="60125"/>
                  <a:pt x="79114" y="68025"/>
                </a:cubicBezTo>
                <a:cubicBezTo>
                  <a:pt x="86838" y="75922"/>
                  <a:pt x="90700" y="86484"/>
                  <a:pt x="90700" y="99711"/>
                </a:cubicBezTo>
                <a:lnTo>
                  <a:pt x="16619" y="99711"/>
                </a:lnTo>
                <a:moveTo>
                  <a:pt x="16619" y="92923"/>
                </a:moveTo>
                <a:lnTo>
                  <a:pt x="66240" y="92923"/>
                </a:lnTo>
                <a:cubicBezTo>
                  <a:pt x="65850" y="86057"/>
                  <a:pt x="65031" y="81220"/>
                  <a:pt x="63782" y="78411"/>
                </a:cubicBezTo>
                <a:cubicBezTo>
                  <a:pt x="61832" y="74042"/>
                  <a:pt x="58926" y="70609"/>
                  <a:pt x="55064" y="68113"/>
                </a:cubicBezTo>
                <a:cubicBezTo>
                  <a:pt x="51201" y="65616"/>
                  <a:pt x="47164" y="64368"/>
                  <a:pt x="42951" y="64368"/>
                </a:cubicBezTo>
                <a:cubicBezTo>
                  <a:pt x="36475" y="64368"/>
                  <a:pt x="30682" y="66884"/>
                  <a:pt x="25571" y="71916"/>
                </a:cubicBezTo>
                <a:cubicBezTo>
                  <a:pt x="20461" y="76948"/>
                  <a:pt x="17477" y="83951"/>
                  <a:pt x="16619" y="92923"/>
                </a:cubicBezTo>
                <a:close/>
                <a:moveTo>
                  <a:pt x="131611" y="0"/>
                </a:moveTo>
                <a:cubicBezTo>
                  <a:pt x="134888" y="0"/>
                  <a:pt x="137677" y="1157"/>
                  <a:pt x="139979" y="3471"/>
                </a:cubicBezTo>
                <a:cubicBezTo>
                  <a:pt x="142280" y="5782"/>
                  <a:pt x="143431" y="8585"/>
                  <a:pt x="143431" y="11879"/>
                </a:cubicBezTo>
                <a:cubicBezTo>
                  <a:pt x="143431" y="15173"/>
                  <a:pt x="142280" y="17996"/>
                  <a:pt x="139979" y="20349"/>
                </a:cubicBezTo>
                <a:cubicBezTo>
                  <a:pt x="137677" y="22699"/>
                  <a:pt x="134888" y="23875"/>
                  <a:pt x="131611" y="23875"/>
                </a:cubicBezTo>
                <a:cubicBezTo>
                  <a:pt x="128334" y="23875"/>
                  <a:pt x="125525" y="22699"/>
                  <a:pt x="123185" y="20349"/>
                </a:cubicBezTo>
                <a:cubicBezTo>
                  <a:pt x="120844" y="17996"/>
                  <a:pt x="119674" y="15173"/>
                  <a:pt x="119674" y="11879"/>
                </a:cubicBezTo>
                <a:cubicBezTo>
                  <a:pt x="119674" y="8585"/>
                  <a:pt x="120825" y="5782"/>
                  <a:pt x="123126" y="3471"/>
                </a:cubicBezTo>
                <a:cubicBezTo>
                  <a:pt x="125428" y="1157"/>
                  <a:pt x="128256" y="0"/>
                  <a:pt x="131611" y="0"/>
                </a:cubicBezTo>
                <a:moveTo>
                  <a:pt x="141325" y="56175"/>
                </a:moveTo>
                <a:lnTo>
                  <a:pt x="141325" y="142121"/>
                </a:lnTo>
                <a:cubicBezTo>
                  <a:pt x="141325" y="148816"/>
                  <a:pt x="141812" y="153273"/>
                  <a:pt x="142788" y="155492"/>
                </a:cubicBezTo>
                <a:cubicBezTo>
                  <a:pt x="143763" y="157710"/>
                  <a:pt x="145206" y="159365"/>
                  <a:pt x="147118" y="160454"/>
                </a:cubicBezTo>
                <a:cubicBezTo>
                  <a:pt x="149029" y="161544"/>
                  <a:pt x="152521" y="162089"/>
                  <a:pt x="157592" y="162089"/>
                </a:cubicBezTo>
                <a:lnTo>
                  <a:pt x="157592" y="166419"/>
                </a:lnTo>
                <a:lnTo>
                  <a:pt x="105513" y="166419"/>
                </a:lnTo>
                <a:lnTo>
                  <a:pt x="105513" y="162089"/>
                </a:lnTo>
                <a:cubicBezTo>
                  <a:pt x="110740" y="162089"/>
                  <a:pt x="114251" y="161583"/>
                  <a:pt x="116046" y="160571"/>
                </a:cubicBezTo>
                <a:cubicBezTo>
                  <a:pt x="117840" y="159560"/>
                  <a:pt x="119264" y="157886"/>
                  <a:pt x="120317" y="155550"/>
                </a:cubicBezTo>
                <a:cubicBezTo>
                  <a:pt x="121371" y="153214"/>
                  <a:pt x="121897" y="148738"/>
                  <a:pt x="121897" y="142121"/>
                </a:cubicBezTo>
                <a:lnTo>
                  <a:pt x="121897" y="100900"/>
                </a:lnTo>
                <a:cubicBezTo>
                  <a:pt x="121897" y="89299"/>
                  <a:pt x="121546" y="81787"/>
                  <a:pt x="120844" y="78364"/>
                </a:cubicBezTo>
                <a:cubicBezTo>
                  <a:pt x="120298" y="75872"/>
                  <a:pt x="119440" y="74140"/>
                  <a:pt x="118269" y="73167"/>
                </a:cubicBezTo>
                <a:cubicBezTo>
                  <a:pt x="117099" y="72194"/>
                  <a:pt x="115500" y="71708"/>
                  <a:pt x="113471" y="71708"/>
                </a:cubicBezTo>
                <a:cubicBezTo>
                  <a:pt x="111286" y="71708"/>
                  <a:pt x="108634" y="72292"/>
                  <a:pt x="105513" y="73459"/>
                </a:cubicBezTo>
                <a:lnTo>
                  <a:pt x="103874" y="69254"/>
                </a:lnTo>
                <a:lnTo>
                  <a:pt x="136175" y="56175"/>
                </a:lnTo>
                <a:lnTo>
                  <a:pt x="141325" y="56175"/>
                </a:lnTo>
                <a:close/>
                <a:moveTo>
                  <a:pt x="199983" y="127356"/>
                </a:moveTo>
                <a:cubicBezTo>
                  <a:pt x="193429" y="124162"/>
                  <a:pt x="188396" y="119702"/>
                  <a:pt x="184885" y="113974"/>
                </a:cubicBezTo>
                <a:cubicBezTo>
                  <a:pt x="181375" y="108247"/>
                  <a:pt x="179619" y="101915"/>
                  <a:pt x="179619" y="94979"/>
                </a:cubicBezTo>
                <a:cubicBezTo>
                  <a:pt x="179619" y="84382"/>
                  <a:pt x="183618" y="75266"/>
                  <a:pt x="191615" y="67630"/>
                </a:cubicBezTo>
                <a:cubicBezTo>
                  <a:pt x="199612" y="59993"/>
                  <a:pt x="209852" y="56175"/>
                  <a:pt x="222336" y="56175"/>
                </a:cubicBezTo>
                <a:cubicBezTo>
                  <a:pt x="232556" y="56175"/>
                  <a:pt x="241412" y="58672"/>
                  <a:pt x="248902" y="63665"/>
                </a:cubicBezTo>
                <a:lnTo>
                  <a:pt x="271606" y="63665"/>
                </a:lnTo>
                <a:cubicBezTo>
                  <a:pt x="274961" y="63665"/>
                  <a:pt x="276912" y="63762"/>
                  <a:pt x="277458" y="63954"/>
                </a:cubicBezTo>
                <a:cubicBezTo>
                  <a:pt x="278004" y="64147"/>
                  <a:pt x="278394" y="64475"/>
                  <a:pt x="278628" y="64938"/>
                </a:cubicBezTo>
                <a:cubicBezTo>
                  <a:pt x="279096" y="65633"/>
                  <a:pt x="279330" y="66868"/>
                  <a:pt x="279330" y="68643"/>
                </a:cubicBezTo>
                <a:cubicBezTo>
                  <a:pt x="279330" y="70647"/>
                  <a:pt x="279135" y="72036"/>
                  <a:pt x="278745" y="72808"/>
                </a:cubicBezTo>
                <a:cubicBezTo>
                  <a:pt x="278511" y="73194"/>
                  <a:pt x="278101" y="73502"/>
                  <a:pt x="277516" y="73734"/>
                </a:cubicBezTo>
                <a:cubicBezTo>
                  <a:pt x="276931" y="73965"/>
                  <a:pt x="274961" y="74081"/>
                  <a:pt x="271606" y="74081"/>
                </a:cubicBezTo>
                <a:lnTo>
                  <a:pt x="257679" y="74081"/>
                </a:lnTo>
                <a:cubicBezTo>
                  <a:pt x="262049" y="79711"/>
                  <a:pt x="264233" y="86904"/>
                  <a:pt x="264233" y="95659"/>
                </a:cubicBezTo>
                <a:cubicBezTo>
                  <a:pt x="264233" y="105665"/>
                  <a:pt x="260410" y="114226"/>
                  <a:pt x="252764" y="121340"/>
                </a:cubicBezTo>
                <a:cubicBezTo>
                  <a:pt x="245118" y="128455"/>
                  <a:pt x="234858" y="132012"/>
                  <a:pt x="221985" y="132012"/>
                </a:cubicBezTo>
                <a:cubicBezTo>
                  <a:pt x="216679" y="132012"/>
                  <a:pt x="211257" y="131216"/>
                  <a:pt x="205717" y="129624"/>
                </a:cubicBezTo>
                <a:cubicBezTo>
                  <a:pt x="202284" y="132586"/>
                  <a:pt x="199963" y="135179"/>
                  <a:pt x="198754" y="137403"/>
                </a:cubicBezTo>
                <a:cubicBezTo>
                  <a:pt x="197544" y="139624"/>
                  <a:pt x="196940" y="141514"/>
                  <a:pt x="196940" y="143072"/>
                </a:cubicBezTo>
                <a:cubicBezTo>
                  <a:pt x="196940" y="144398"/>
                  <a:pt x="197583" y="145685"/>
                  <a:pt x="198871" y="146934"/>
                </a:cubicBezTo>
                <a:cubicBezTo>
                  <a:pt x="200158" y="148179"/>
                  <a:pt x="202674" y="149075"/>
                  <a:pt x="206419" y="149622"/>
                </a:cubicBezTo>
                <a:cubicBezTo>
                  <a:pt x="208604" y="149934"/>
                  <a:pt x="214065" y="150207"/>
                  <a:pt x="222804" y="150441"/>
                </a:cubicBezTo>
                <a:cubicBezTo>
                  <a:pt x="238876" y="150829"/>
                  <a:pt x="249292" y="151373"/>
                  <a:pt x="254051" y="152076"/>
                </a:cubicBezTo>
                <a:cubicBezTo>
                  <a:pt x="261307" y="153090"/>
                  <a:pt x="267100" y="155780"/>
                  <a:pt x="271431" y="160147"/>
                </a:cubicBezTo>
                <a:cubicBezTo>
                  <a:pt x="275761" y="164512"/>
                  <a:pt x="277926" y="169890"/>
                  <a:pt x="277926" y="176283"/>
                </a:cubicBezTo>
                <a:cubicBezTo>
                  <a:pt x="277926" y="185092"/>
                  <a:pt x="273791" y="193356"/>
                  <a:pt x="265520" y="201075"/>
                </a:cubicBezTo>
                <a:cubicBezTo>
                  <a:pt x="253349" y="212457"/>
                  <a:pt x="237472" y="218147"/>
                  <a:pt x="217888" y="218147"/>
                </a:cubicBezTo>
                <a:cubicBezTo>
                  <a:pt x="202830" y="218147"/>
                  <a:pt x="190113" y="214758"/>
                  <a:pt x="179736" y="207980"/>
                </a:cubicBezTo>
                <a:cubicBezTo>
                  <a:pt x="173884" y="204084"/>
                  <a:pt x="170959" y="200032"/>
                  <a:pt x="170959" y="195824"/>
                </a:cubicBezTo>
                <a:cubicBezTo>
                  <a:pt x="170959" y="193956"/>
                  <a:pt x="171388" y="192087"/>
                  <a:pt x="172246" y="190217"/>
                </a:cubicBezTo>
                <a:cubicBezTo>
                  <a:pt x="173572" y="187333"/>
                  <a:pt x="176303" y="183320"/>
                  <a:pt x="180438" y="178177"/>
                </a:cubicBezTo>
                <a:cubicBezTo>
                  <a:pt x="180984" y="177478"/>
                  <a:pt x="184963" y="173271"/>
                  <a:pt x="192376" y="165556"/>
                </a:cubicBezTo>
                <a:cubicBezTo>
                  <a:pt x="188318" y="163135"/>
                  <a:pt x="185451" y="160968"/>
                  <a:pt x="183774" y="159054"/>
                </a:cubicBezTo>
                <a:cubicBezTo>
                  <a:pt x="182096" y="157140"/>
                  <a:pt x="181257" y="154972"/>
                  <a:pt x="181257" y="152551"/>
                </a:cubicBezTo>
                <a:cubicBezTo>
                  <a:pt x="181257" y="149815"/>
                  <a:pt x="182369" y="146612"/>
                  <a:pt x="184593" y="142940"/>
                </a:cubicBezTo>
                <a:cubicBezTo>
                  <a:pt x="186817" y="139268"/>
                  <a:pt x="191946" y="134073"/>
                  <a:pt x="199983" y="127356"/>
                </a:cubicBezTo>
                <a:moveTo>
                  <a:pt x="220346" y="62027"/>
                </a:moveTo>
                <a:cubicBezTo>
                  <a:pt x="214573" y="62027"/>
                  <a:pt x="209735" y="64316"/>
                  <a:pt x="205834" y="68895"/>
                </a:cubicBezTo>
                <a:cubicBezTo>
                  <a:pt x="201933" y="73472"/>
                  <a:pt x="199983" y="80494"/>
                  <a:pt x="199983" y="89961"/>
                </a:cubicBezTo>
                <a:cubicBezTo>
                  <a:pt x="199983" y="102222"/>
                  <a:pt x="202635" y="111728"/>
                  <a:pt x="207941" y="118477"/>
                </a:cubicBezTo>
                <a:cubicBezTo>
                  <a:pt x="211998" y="123599"/>
                  <a:pt x="217147" y="126160"/>
                  <a:pt x="223389" y="126160"/>
                </a:cubicBezTo>
                <a:cubicBezTo>
                  <a:pt x="229319" y="126160"/>
                  <a:pt x="234195" y="123949"/>
                  <a:pt x="238018" y="119526"/>
                </a:cubicBezTo>
                <a:cubicBezTo>
                  <a:pt x="241841" y="115103"/>
                  <a:pt x="243753" y="108158"/>
                  <a:pt x="243753" y="98691"/>
                </a:cubicBezTo>
                <a:cubicBezTo>
                  <a:pt x="243753" y="86354"/>
                  <a:pt x="241061" y="76692"/>
                  <a:pt x="235677" y="69707"/>
                </a:cubicBezTo>
                <a:cubicBezTo>
                  <a:pt x="231698" y="64587"/>
                  <a:pt x="226588" y="62027"/>
                  <a:pt x="220346" y="62027"/>
                </a:cubicBezTo>
                <a:moveTo>
                  <a:pt x="198812" y="166489"/>
                </a:moveTo>
                <a:cubicBezTo>
                  <a:pt x="195145" y="170461"/>
                  <a:pt x="192376" y="174159"/>
                  <a:pt x="190503" y="177585"/>
                </a:cubicBezTo>
                <a:cubicBezTo>
                  <a:pt x="188630" y="181013"/>
                  <a:pt x="187694" y="184168"/>
                  <a:pt x="187694" y="187050"/>
                </a:cubicBezTo>
                <a:cubicBezTo>
                  <a:pt x="187694" y="190788"/>
                  <a:pt x="189957" y="194058"/>
                  <a:pt x="194482" y="196862"/>
                </a:cubicBezTo>
                <a:cubicBezTo>
                  <a:pt x="202284" y="201690"/>
                  <a:pt x="213558" y="204104"/>
                  <a:pt x="228304" y="204104"/>
                </a:cubicBezTo>
                <a:cubicBezTo>
                  <a:pt x="242348" y="204104"/>
                  <a:pt x="252705" y="201630"/>
                  <a:pt x="259376" y="196683"/>
                </a:cubicBezTo>
                <a:cubicBezTo>
                  <a:pt x="266047" y="191739"/>
                  <a:pt x="269383" y="186464"/>
                  <a:pt x="269383" y="180858"/>
                </a:cubicBezTo>
                <a:cubicBezTo>
                  <a:pt x="269383" y="176808"/>
                  <a:pt x="267393" y="173926"/>
                  <a:pt x="263414" y="172212"/>
                </a:cubicBezTo>
                <a:cubicBezTo>
                  <a:pt x="259357" y="170498"/>
                  <a:pt x="251321" y="169487"/>
                  <a:pt x="239305" y="169177"/>
                </a:cubicBezTo>
                <a:cubicBezTo>
                  <a:pt x="221751" y="168709"/>
                  <a:pt x="208253" y="167813"/>
                  <a:pt x="198812" y="166489"/>
                </a:cubicBezTo>
                <a:close/>
                <a:moveTo>
                  <a:pt x="322632" y="0"/>
                </a:moveTo>
                <a:lnTo>
                  <a:pt x="322632" y="78528"/>
                </a:lnTo>
                <a:cubicBezTo>
                  <a:pt x="331292" y="69010"/>
                  <a:pt x="338158" y="62905"/>
                  <a:pt x="343229" y="60213"/>
                </a:cubicBezTo>
                <a:cubicBezTo>
                  <a:pt x="348301" y="57521"/>
                  <a:pt x="353372" y="56175"/>
                  <a:pt x="358444" y="56175"/>
                </a:cubicBezTo>
                <a:cubicBezTo>
                  <a:pt x="364529" y="56175"/>
                  <a:pt x="369757" y="57849"/>
                  <a:pt x="374126" y="61197"/>
                </a:cubicBezTo>
                <a:cubicBezTo>
                  <a:pt x="378495" y="64544"/>
                  <a:pt x="381733" y="69799"/>
                  <a:pt x="383839" y="76959"/>
                </a:cubicBezTo>
                <a:cubicBezTo>
                  <a:pt x="385322" y="81943"/>
                  <a:pt x="386063" y="91052"/>
                  <a:pt x="386063" y="104286"/>
                </a:cubicBezTo>
                <a:lnTo>
                  <a:pt x="386063" y="142121"/>
                </a:lnTo>
                <a:cubicBezTo>
                  <a:pt x="386063" y="148894"/>
                  <a:pt x="386609" y="153526"/>
                  <a:pt x="387702" y="156018"/>
                </a:cubicBezTo>
                <a:cubicBezTo>
                  <a:pt x="388482" y="157886"/>
                  <a:pt x="389808" y="159365"/>
                  <a:pt x="391681" y="160454"/>
                </a:cubicBezTo>
                <a:cubicBezTo>
                  <a:pt x="393553" y="161544"/>
                  <a:pt x="396986" y="162089"/>
                  <a:pt x="401979" y="162089"/>
                </a:cubicBezTo>
                <a:lnTo>
                  <a:pt x="401979" y="166419"/>
                </a:lnTo>
                <a:lnTo>
                  <a:pt x="349315" y="166419"/>
                </a:lnTo>
                <a:lnTo>
                  <a:pt x="349315" y="162089"/>
                </a:lnTo>
                <a:lnTo>
                  <a:pt x="351773" y="162089"/>
                </a:lnTo>
                <a:cubicBezTo>
                  <a:pt x="356766" y="162089"/>
                  <a:pt x="360238" y="161328"/>
                  <a:pt x="362189" y="159807"/>
                </a:cubicBezTo>
                <a:cubicBezTo>
                  <a:pt x="364139" y="158286"/>
                  <a:pt x="365504" y="156043"/>
                  <a:pt x="366285" y="153078"/>
                </a:cubicBezTo>
                <a:cubicBezTo>
                  <a:pt x="366519" y="151829"/>
                  <a:pt x="366636" y="148162"/>
                  <a:pt x="366636" y="142077"/>
                </a:cubicBezTo>
                <a:lnTo>
                  <a:pt x="366636" y="104158"/>
                </a:lnTo>
                <a:cubicBezTo>
                  <a:pt x="366636" y="92455"/>
                  <a:pt x="366031" y="84770"/>
                  <a:pt x="364822" y="81103"/>
                </a:cubicBezTo>
                <a:cubicBezTo>
                  <a:pt x="363612" y="77436"/>
                  <a:pt x="361681" y="74686"/>
                  <a:pt x="359029" y="72852"/>
                </a:cubicBezTo>
                <a:cubicBezTo>
                  <a:pt x="356376" y="71019"/>
                  <a:pt x="353177" y="70102"/>
                  <a:pt x="349432" y="70102"/>
                </a:cubicBezTo>
                <a:cubicBezTo>
                  <a:pt x="345609" y="70102"/>
                  <a:pt x="341630" y="71116"/>
                  <a:pt x="337495" y="73145"/>
                </a:cubicBezTo>
                <a:cubicBezTo>
                  <a:pt x="333360" y="75174"/>
                  <a:pt x="328405" y="79270"/>
                  <a:pt x="322632" y="85433"/>
                </a:cubicBezTo>
                <a:lnTo>
                  <a:pt x="322632" y="142077"/>
                </a:lnTo>
                <a:cubicBezTo>
                  <a:pt x="322632" y="149411"/>
                  <a:pt x="323041" y="153975"/>
                  <a:pt x="323861" y="155769"/>
                </a:cubicBezTo>
                <a:cubicBezTo>
                  <a:pt x="324680" y="157564"/>
                  <a:pt x="326201" y="159066"/>
                  <a:pt x="328425" y="160275"/>
                </a:cubicBezTo>
                <a:cubicBezTo>
                  <a:pt x="330648" y="161485"/>
                  <a:pt x="334491" y="162089"/>
                  <a:pt x="339952" y="162089"/>
                </a:cubicBezTo>
                <a:lnTo>
                  <a:pt x="339952" y="166419"/>
                </a:lnTo>
                <a:lnTo>
                  <a:pt x="286820" y="166419"/>
                </a:lnTo>
                <a:lnTo>
                  <a:pt x="286820" y="162089"/>
                </a:lnTo>
                <a:cubicBezTo>
                  <a:pt x="291579" y="162089"/>
                  <a:pt x="295324" y="161348"/>
                  <a:pt x="298055" y="159866"/>
                </a:cubicBezTo>
                <a:cubicBezTo>
                  <a:pt x="299615" y="159088"/>
                  <a:pt x="300864" y="157608"/>
                  <a:pt x="301800" y="155426"/>
                </a:cubicBezTo>
                <a:cubicBezTo>
                  <a:pt x="302736" y="153241"/>
                  <a:pt x="303204" y="148796"/>
                  <a:pt x="303204" y="142091"/>
                </a:cubicBezTo>
                <a:lnTo>
                  <a:pt x="303204" y="45141"/>
                </a:lnTo>
                <a:cubicBezTo>
                  <a:pt x="303204" y="32902"/>
                  <a:pt x="302912" y="25379"/>
                  <a:pt x="302327" y="22573"/>
                </a:cubicBezTo>
                <a:cubicBezTo>
                  <a:pt x="301742" y="19764"/>
                  <a:pt x="300844" y="17853"/>
                  <a:pt x="299635" y="16842"/>
                </a:cubicBezTo>
                <a:cubicBezTo>
                  <a:pt x="298426" y="15827"/>
                  <a:pt x="296807" y="15320"/>
                  <a:pt x="294778" y="15320"/>
                </a:cubicBezTo>
                <a:cubicBezTo>
                  <a:pt x="293140" y="15320"/>
                  <a:pt x="290487" y="15944"/>
                  <a:pt x="286820" y="17193"/>
                </a:cubicBezTo>
                <a:lnTo>
                  <a:pt x="285182" y="13097"/>
                </a:lnTo>
                <a:lnTo>
                  <a:pt x="317248" y="0"/>
                </a:lnTo>
                <a:lnTo>
                  <a:pt x="322632" y="0"/>
                </a:lnTo>
                <a:close/>
                <a:moveTo>
                  <a:pt x="442121" y="23875"/>
                </a:moveTo>
                <a:lnTo>
                  <a:pt x="442121" y="59218"/>
                </a:lnTo>
                <a:lnTo>
                  <a:pt x="467166" y="59218"/>
                </a:lnTo>
                <a:lnTo>
                  <a:pt x="467166" y="67410"/>
                </a:lnTo>
                <a:lnTo>
                  <a:pt x="442121" y="67410"/>
                </a:lnTo>
                <a:lnTo>
                  <a:pt x="442121" y="136832"/>
                </a:lnTo>
                <a:cubicBezTo>
                  <a:pt x="442121" y="143769"/>
                  <a:pt x="443116" y="148445"/>
                  <a:pt x="445106" y="150861"/>
                </a:cubicBezTo>
                <a:cubicBezTo>
                  <a:pt x="447095" y="153275"/>
                  <a:pt x="449650" y="154482"/>
                  <a:pt x="452771" y="154482"/>
                </a:cubicBezTo>
                <a:cubicBezTo>
                  <a:pt x="455346" y="154482"/>
                  <a:pt x="457843" y="153682"/>
                  <a:pt x="460261" y="152083"/>
                </a:cubicBezTo>
                <a:cubicBezTo>
                  <a:pt x="462680" y="150484"/>
                  <a:pt x="464552" y="148123"/>
                  <a:pt x="465879" y="145003"/>
                </a:cubicBezTo>
                <a:lnTo>
                  <a:pt x="470443" y="145003"/>
                </a:lnTo>
                <a:cubicBezTo>
                  <a:pt x="467712" y="152671"/>
                  <a:pt x="463850" y="158470"/>
                  <a:pt x="458857" y="162400"/>
                </a:cubicBezTo>
                <a:cubicBezTo>
                  <a:pt x="453864" y="166328"/>
                  <a:pt x="448714" y="168292"/>
                  <a:pt x="443409" y="168292"/>
                </a:cubicBezTo>
                <a:cubicBezTo>
                  <a:pt x="439820" y="168292"/>
                  <a:pt x="436309" y="167296"/>
                  <a:pt x="432876" y="165304"/>
                </a:cubicBezTo>
                <a:cubicBezTo>
                  <a:pt x="429443" y="163312"/>
                  <a:pt x="426907" y="160462"/>
                  <a:pt x="425269" y="156753"/>
                </a:cubicBezTo>
                <a:cubicBezTo>
                  <a:pt x="423630" y="153042"/>
                  <a:pt x="422811" y="147320"/>
                  <a:pt x="422811" y="139586"/>
                </a:cubicBezTo>
                <a:lnTo>
                  <a:pt x="422811" y="67410"/>
                </a:lnTo>
                <a:lnTo>
                  <a:pt x="405841" y="67410"/>
                </a:lnTo>
                <a:lnTo>
                  <a:pt x="405841" y="63548"/>
                </a:lnTo>
                <a:cubicBezTo>
                  <a:pt x="410133" y="61827"/>
                  <a:pt x="414521" y="58912"/>
                  <a:pt x="419008" y="54804"/>
                </a:cubicBezTo>
                <a:cubicBezTo>
                  <a:pt x="423494" y="50696"/>
                  <a:pt x="427492" y="45824"/>
                  <a:pt x="431003" y="40189"/>
                </a:cubicBezTo>
                <a:cubicBezTo>
                  <a:pt x="432798" y="37217"/>
                  <a:pt x="435295" y="31779"/>
                  <a:pt x="438493" y="23875"/>
                </a:cubicBezTo>
                <a:lnTo>
                  <a:pt x="442121" y="23875"/>
                </a:lnTo>
                <a:close/>
                <a:moveTo>
                  <a:pt x="495980" y="99711"/>
                </a:moveTo>
                <a:cubicBezTo>
                  <a:pt x="495902" y="115591"/>
                  <a:pt x="499764" y="128046"/>
                  <a:pt x="507567" y="137077"/>
                </a:cubicBezTo>
                <a:cubicBezTo>
                  <a:pt x="515369" y="146106"/>
                  <a:pt x="524536" y="150620"/>
                  <a:pt x="535069" y="150620"/>
                </a:cubicBezTo>
                <a:cubicBezTo>
                  <a:pt x="542091" y="150620"/>
                  <a:pt x="548196" y="148689"/>
                  <a:pt x="553385" y="144827"/>
                </a:cubicBezTo>
                <a:cubicBezTo>
                  <a:pt x="558573" y="140965"/>
                  <a:pt x="562923" y="134353"/>
                  <a:pt x="566434" y="124990"/>
                </a:cubicBezTo>
                <a:lnTo>
                  <a:pt x="570062" y="127331"/>
                </a:lnTo>
                <a:cubicBezTo>
                  <a:pt x="568423" y="138020"/>
                  <a:pt x="563664" y="147753"/>
                  <a:pt x="555784" y="156530"/>
                </a:cubicBezTo>
                <a:cubicBezTo>
                  <a:pt x="547904" y="165308"/>
                  <a:pt x="538034" y="169696"/>
                  <a:pt x="526175" y="169696"/>
                </a:cubicBezTo>
                <a:cubicBezTo>
                  <a:pt x="513301" y="169696"/>
                  <a:pt x="502281" y="164694"/>
                  <a:pt x="493113" y="154691"/>
                </a:cubicBezTo>
                <a:cubicBezTo>
                  <a:pt x="483946" y="144684"/>
                  <a:pt x="479362" y="131233"/>
                  <a:pt x="479362" y="114337"/>
                </a:cubicBezTo>
                <a:cubicBezTo>
                  <a:pt x="479362" y="96041"/>
                  <a:pt x="484063" y="81774"/>
                  <a:pt x="493464" y="71536"/>
                </a:cubicBezTo>
                <a:cubicBezTo>
                  <a:pt x="502866" y="61295"/>
                  <a:pt x="514667" y="56175"/>
                  <a:pt x="528866" y="56175"/>
                </a:cubicBezTo>
                <a:cubicBezTo>
                  <a:pt x="540882" y="56175"/>
                  <a:pt x="550751" y="60125"/>
                  <a:pt x="558475" y="68025"/>
                </a:cubicBezTo>
                <a:cubicBezTo>
                  <a:pt x="566200" y="75922"/>
                  <a:pt x="570062" y="86484"/>
                  <a:pt x="570062" y="99711"/>
                </a:cubicBezTo>
                <a:lnTo>
                  <a:pt x="495980" y="99711"/>
                </a:lnTo>
                <a:moveTo>
                  <a:pt x="495980" y="92923"/>
                </a:moveTo>
                <a:lnTo>
                  <a:pt x="545602" y="92923"/>
                </a:lnTo>
                <a:cubicBezTo>
                  <a:pt x="545212" y="86057"/>
                  <a:pt x="544393" y="81220"/>
                  <a:pt x="543144" y="78411"/>
                </a:cubicBezTo>
                <a:cubicBezTo>
                  <a:pt x="541194" y="74042"/>
                  <a:pt x="538287" y="70609"/>
                  <a:pt x="534425" y="68113"/>
                </a:cubicBezTo>
                <a:cubicBezTo>
                  <a:pt x="530563" y="65616"/>
                  <a:pt x="526526" y="64368"/>
                  <a:pt x="522313" y="64368"/>
                </a:cubicBezTo>
                <a:cubicBezTo>
                  <a:pt x="515837" y="64368"/>
                  <a:pt x="510044" y="66884"/>
                  <a:pt x="504933" y="71916"/>
                </a:cubicBezTo>
                <a:cubicBezTo>
                  <a:pt x="499823" y="76948"/>
                  <a:pt x="496839" y="83951"/>
                  <a:pt x="495980" y="92923"/>
                </a:cubicBezTo>
                <a:close/>
                <a:moveTo>
                  <a:pt x="659425" y="154365"/>
                </a:moveTo>
                <a:cubicBezTo>
                  <a:pt x="654198" y="159827"/>
                  <a:pt x="649087" y="163747"/>
                  <a:pt x="644094" y="166127"/>
                </a:cubicBezTo>
                <a:cubicBezTo>
                  <a:pt x="639101" y="168506"/>
                  <a:pt x="633717" y="169696"/>
                  <a:pt x="627944" y="169696"/>
                </a:cubicBezTo>
                <a:cubicBezTo>
                  <a:pt x="616240" y="169696"/>
                  <a:pt x="606020" y="164811"/>
                  <a:pt x="597281" y="155042"/>
                </a:cubicBezTo>
                <a:cubicBezTo>
                  <a:pt x="588543" y="145270"/>
                  <a:pt x="584174" y="132713"/>
                  <a:pt x="584174" y="117372"/>
                </a:cubicBezTo>
                <a:cubicBezTo>
                  <a:pt x="584174" y="102034"/>
                  <a:pt x="589011" y="87999"/>
                  <a:pt x="598686" y="75270"/>
                </a:cubicBezTo>
                <a:cubicBezTo>
                  <a:pt x="608360" y="62540"/>
                  <a:pt x="620805" y="56175"/>
                  <a:pt x="636019" y="56175"/>
                </a:cubicBezTo>
                <a:cubicBezTo>
                  <a:pt x="645459" y="56175"/>
                  <a:pt x="653262" y="59179"/>
                  <a:pt x="659425" y="65187"/>
                </a:cubicBezTo>
                <a:lnTo>
                  <a:pt x="659425" y="45365"/>
                </a:lnTo>
                <a:cubicBezTo>
                  <a:pt x="659425" y="33064"/>
                  <a:pt x="659133" y="25503"/>
                  <a:pt x="658548" y="22682"/>
                </a:cubicBezTo>
                <a:cubicBezTo>
                  <a:pt x="657962" y="19861"/>
                  <a:pt x="657046" y="17942"/>
                  <a:pt x="655797" y="16926"/>
                </a:cubicBezTo>
                <a:cubicBezTo>
                  <a:pt x="654549" y="15907"/>
                  <a:pt x="652988" y="15397"/>
                  <a:pt x="651116" y="15397"/>
                </a:cubicBezTo>
                <a:cubicBezTo>
                  <a:pt x="649087" y="15397"/>
                  <a:pt x="646396" y="16024"/>
                  <a:pt x="643041" y="17277"/>
                </a:cubicBezTo>
                <a:lnTo>
                  <a:pt x="641519" y="13162"/>
                </a:lnTo>
                <a:lnTo>
                  <a:pt x="673469" y="0"/>
                </a:lnTo>
                <a:lnTo>
                  <a:pt x="678736" y="0"/>
                </a:lnTo>
                <a:lnTo>
                  <a:pt x="678736" y="123937"/>
                </a:lnTo>
                <a:cubicBezTo>
                  <a:pt x="678736" y="136498"/>
                  <a:pt x="679028" y="144164"/>
                  <a:pt x="679613" y="146934"/>
                </a:cubicBezTo>
                <a:cubicBezTo>
                  <a:pt x="680198" y="149703"/>
                  <a:pt x="681135" y="151634"/>
                  <a:pt x="682422" y="152727"/>
                </a:cubicBezTo>
                <a:cubicBezTo>
                  <a:pt x="683709" y="153819"/>
                  <a:pt x="685211" y="154365"/>
                  <a:pt x="686928" y="154365"/>
                </a:cubicBezTo>
                <a:cubicBezTo>
                  <a:pt x="689034" y="154365"/>
                  <a:pt x="691843" y="153702"/>
                  <a:pt x="695354" y="152376"/>
                </a:cubicBezTo>
                <a:lnTo>
                  <a:pt x="696641" y="156472"/>
                </a:lnTo>
                <a:lnTo>
                  <a:pt x="664809" y="169696"/>
                </a:lnTo>
                <a:lnTo>
                  <a:pt x="659425" y="169696"/>
                </a:lnTo>
                <a:lnTo>
                  <a:pt x="659425" y="154365"/>
                </a:lnTo>
                <a:moveTo>
                  <a:pt x="659425" y="146198"/>
                </a:moveTo>
                <a:lnTo>
                  <a:pt x="659425" y="91098"/>
                </a:lnTo>
                <a:cubicBezTo>
                  <a:pt x="658957" y="85805"/>
                  <a:pt x="657553" y="80980"/>
                  <a:pt x="655212" y="76623"/>
                </a:cubicBezTo>
                <a:cubicBezTo>
                  <a:pt x="652871" y="72264"/>
                  <a:pt x="649770" y="68976"/>
                  <a:pt x="645908" y="66759"/>
                </a:cubicBezTo>
                <a:cubicBezTo>
                  <a:pt x="642046" y="64541"/>
                  <a:pt x="638281" y="63431"/>
                  <a:pt x="634614" y="63431"/>
                </a:cubicBezTo>
                <a:cubicBezTo>
                  <a:pt x="627749" y="63431"/>
                  <a:pt x="621624" y="66506"/>
                  <a:pt x="616240" y="72655"/>
                </a:cubicBezTo>
                <a:cubicBezTo>
                  <a:pt x="609141" y="80747"/>
                  <a:pt x="605591" y="92576"/>
                  <a:pt x="605591" y="108141"/>
                </a:cubicBezTo>
                <a:cubicBezTo>
                  <a:pt x="605591" y="123862"/>
                  <a:pt x="609024" y="135907"/>
                  <a:pt x="615889" y="144275"/>
                </a:cubicBezTo>
                <a:cubicBezTo>
                  <a:pt x="622755" y="152640"/>
                  <a:pt x="630401" y="156823"/>
                  <a:pt x="638828" y="156823"/>
                </a:cubicBezTo>
                <a:cubicBezTo>
                  <a:pt x="645928" y="156823"/>
                  <a:pt x="652793" y="153281"/>
                  <a:pt x="659425" y="1461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Algorithm">
            <a:extLst xmlns:a="http://schemas.openxmlformats.org/drawingml/2006/main">
              <a:ext uri="{FF2B5EF4-FFF2-40B4-BE49-F238E27FC236}">
                <a16:creationId xmlns:a16="http://schemas.microsoft.com/office/drawing/2014/main" id="{D21919B3-B597-4EFD-9E22-0FA98C40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0152" y="2645404"/>
            <a:ext cx="995954" cy="218147"/>
          </a:xfrm>
          <a:custGeom xmlns:a="http://schemas.openxmlformats.org/drawingml/2006/main">
            <a:pathLst>
              <a:path w="995954" h="218147">
                <a:moveTo>
                  <a:pt x="107786" y="113287"/>
                </a:moveTo>
                <a:lnTo>
                  <a:pt x="46345" y="113287"/>
                </a:lnTo>
                <a:lnTo>
                  <a:pt x="35578" y="138332"/>
                </a:lnTo>
                <a:cubicBezTo>
                  <a:pt x="32925" y="144495"/>
                  <a:pt x="31599" y="149099"/>
                  <a:pt x="31599" y="152141"/>
                </a:cubicBezTo>
                <a:cubicBezTo>
                  <a:pt x="31599" y="154560"/>
                  <a:pt x="32749" y="156686"/>
                  <a:pt x="35051" y="158520"/>
                </a:cubicBezTo>
                <a:cubicBezTo>
                  <a:pt x="37353" y="160353"/>
                  <a:pt x="42327" y="161543"/>
                  <a:pt x="49973" y="162089"/>
                </a:cubicBezTo>
                <a:lnTo>
                  <a:pt x="49973" y="166419"/>
                </a:lnTo>
                <a:lnTo>
                  <a:pt x="0" y="166419"/>
                </a:lnTo>
                <a:lnTo>
                  <a:pt x="0" y="162089"/>
                </a:lnTo>
                <a:cubicBezTo>
                  <a:pt x="6632" y="160919"/>
                  <a:pt x="10923" y="159399"/>
                  <a:pt x="12874" y="157529"/>
                </a:cubicBezTo>
                <a:cubicBezTo>
                  <a:pt x="16853" y="153786"/>
                  <a:pt x="21261" y="146185"/>
                  <a:pt x="26098" y="134726"/>
                </a:cubicBezTo>
                <a:lnTo>
                  <a:pt x="81922" y="4213"/>
                </a:lnTo>
                <a:lnTo>
                  <a:pt x="86018" y="4213"/>
                </a:lnTo>
                <a:lnTo>
                  <a:pt x="141258" y="136126"/>
                </a:lnTo>
                <a:cubicBezTo>
                  <a:pt x="145705" y="146730"/>
                  <a:pt x="149742" y="153610"/>
                  <a:pt x="153370" y="156768"/>
                </a:cubicBezTo>
                <a:cubicBezTo>
                  <a:pt x="156998" y="159925"/>
                  <a:pt x="162050" y="161699"/>
                  <a:pt x="168526" y="162089"/>
                </a:cubicBezTo>
                <a:lnTo>
                  <a:pt x="168526" y="166419"/>
                </a:lnTo>
                <a:lnTo>
                  <a:pt x="105914" y="166419"/>
                </a:lnTo>
                <a:lnTo>
                  <a:pt x="105914" y="162089"/>
                </a:lnTo>
                <a:cubicBezTo>
                  <a:pt x="112234" y="161777"/>
                  <a:pt x="116505" y="160724"/>
                  <a:pt x="118729" y="158929"/>
                </a:cubicBezTo>
                <a:cubicBezTo>
                  <a:pt x="120952" y="157135"/>
                  <a:pt x="122064" y="154950"/>
                  <a:pt x="122064" y="152376"/>
                </a:cubicBezTo>
                <a:cubicBezTo>
                  <a:pt x="122064" y="148943"/>
                  <a:pt x="120504" y="143520"/>
                  <a:pt x="117383" y="136108"/>
                </a:cubicBezTo>
                <a:lnTo>
                  <a:pt x="107786" y="113287"/>
                </a:lnTo>
                <a:moveTo>
                  <a:pt x="104510" y="104627"/>
                </a:moveTo>
                <a:lnTo>
                  <a:pt x="77592" y="40584"/>
                </a:lnTo>
                <a:lnTo>
                  <a:pt x="49973" y="104627"/>
                </a:lnTo>
                <a:lnTo>
                  <a:pt x="104510" y="104627"/>
                </a:lnTo>
                <a:close/>
                <a:moveTo>
                  <a:pt x="215197" y="0"/>
                </a:moveTo>
                <a:lnTo>
                  <a:pt x="215197" y="142091"/>
                </a:lnTo>
                <a:cubicBezTo>
                  <a:pt x="215197" y="148796"/>
                  <a:pt x="215684" y="153241"/>
                  <a:pt x="216660" y="155426"/>
                </a:cubicBezTo>
                <a:cubicBezTo>
                  <a:pt x="217635" y="157608"/>
                  <a:pt x="219137" y="159265"/>
                  <a:pt x="221165" y="160396"/>
                </a:cubicBezTo>
                <a:cubicBezTo>
                  <a:pt x="223194" y="161525"/>
                  <a:pt x="226978" y="162089"/>
                  <a:pt x="232517" y="162089"/>
                </a:cubicBezTo>
                <a:lnTo>
                  <a:pt x="232517" y="166419"/>
                </a:lnTo>
                <a:lnTo>
                  <a:pt x="179970" y="166419"/>
                </a:lnTo>
                <a:lnTo>
                  <a:pt x="179970" y="162089"/>
                </a:lnTo>
                <a:cubicBezTo>
                  <a:pt x="184885" y="162089"/>
                  <a:pt x="188240" y="161583"/>
                  <a:pt x="190035" y="160571"/>
                </a:cubicBezTo>
                <a:cubicBezTo>
                  <a:pt x="191829" y="159557"/>
                  <a:pt x="193234" y="157881"/>
                  <a:pt x="194248" y="155543"/>
                </a:cubicBezTo>
                <a:cubicBezTo>
                  <a:pt x="195262" y="153202"/>
                  <a:pt x="195769" y="148718"/>
                  <a:pt x="195769" y="142091"/>
                </a:cubicBezTo>
                <a:lnTo>
                  <a:pt x="195769" y="44790"/>
                </a:lnTo>
                <a:cubicBezTo>
                  <a:pt x="195769" y="32707"/>
                  <a:pt x="195496" y="25281"/>
                  <a:pt x="194950" y="22514"/>
                </a:cubicBezTo>
                <a:cubicBezTo>
                  <a:pt x="194404" y="19744"/>
                  <a:pt x="193526" y="17853"/>
                  <a:pt x="192317" y="16842"/>
                </a:cubicBezTo>
                <a:cubicBezTo>
                  <a:pt x="191108" y="15827"/>
                  <a:pt x="189567" y="15320"/>
                  <a:pt x="187694" y="15320"/>
                </a:cubicBezTo>
                <a:cubicBezTo>
                  <a:pt x="185666" y="15320"/>
                  <a:pt x="183091" y="15944"/>
                  <a:pt x="179970" y="17193"/>
                </a:cubicBezTo>
                <a:lnTo>
                  <a:pt x="177981" y="13097"/>
                </a:lnTo>
                <a:lnTo>
                  <a:pt x="209930" y="0"/>
                </a:lnTo>
                <a:lnTo>
                  <a:pt x="215197" y="0"/>
                </a:lnTo>
                <a:close/>
                <a:moveTo>
                  <a:pt x="273971" y="127356"/>
                </a:moveTo>
                <a:cubicBezTo>
                  <a:pt x="267418" y="124162"/>
                  <a:pt x="262385" y="119702"/>
                  <a:pt x="258874" y="113974"/>
                </a:cubicBezTo>
                <a:cubicBezTo>
                  <a:pt x="255363" y="108247"/>
                  <a:pt x="253608" y="101915"/>
                  <a:pt x="253608" y="94979"/>
                </a:cubicBezTo>
                <a:cubicBezTo>
                  <a:pt x="253608" y="84382"/>
                  <a:pt x="257606" y="75266"/>
                  <a:pt x="265604" y="67630"/>
                </a:cubicBezTo>
                <a:cubicBezTo>
                  <a:pt x="273601" y="59993"/>
                  <a:pt x="283841" y="56175"/>
                  <a:pt x="296325" y="56175"/>
                </a:cubicBezTo>
                <a:cubicBezTo>
                  <a:pt x="306545" y="56175"/>
                  <a:pt x="315401" y="58672"/>
                  <a:pt x="322891" y="63665"/>
                </a:cubicBezTo>
                <a:lnTo>
                  <a:pt x="345595" y="63665"/>
                </a:lnTo>
                <a:cubicBezTo>
                  <a:pt x="348950" y="63665"/>
                  <a:pt x="350900" y="63762"/>
                  <a:pt x="351447" y="63954"/>
                </a:cubicBezTo>
                <a:cubicBezTo>
                  <a:pt x="351993" y="64147"/>
                  <a:pt x="352383" y="64475"/>
                  <a:pt x="352617" y="64938"/>
                </a:cubicBezTo>
                <a:cubicBezTo>
                  <a:pt x="353085" y="65633"/>
                  <a:pt x="353319" y="66868"/>
                  <a:pt x="353319" y="68643"/>
                </a:cubicBezTo>
                <a:cubicBezTo>
                  <a:pt x="353319" y="70647"/>
                  <a:pt x="353124" y="72036"/>
                  <a:pt x="352734" y="72808"/>
                </a:cubicBezTo>
                <a:cubicBezTo>
                  <a:pt x="352500" y="73194"/>
                  <a:pt x="352090" y="73502"/>
                  <a:pt x="351505" y="73734"/>
                </a:cubicBezTo>
                <a:cubicBezTo>
                  <a:pt x="350920" y="73965"/>
                  <a:pt x="348950" y="74081"/>
                  <a:pt x="345595" y="74081"/>
                </a:cubicBezTo>
                <a:lnTo>
                  <a:pt x="331668" y="74081"/>
                </a:lnTo>
                <a:cubicBezTo>
                  <a:pt x="336037" y="79711"/>
                  <a:pt x="338222" y="86904"/>
                  <a:pt x="338222" y="95659"/>
                </a:cubicBezTo>
                <a:cubicBezTo>
                  <a:pt x="338222" y="105665"/>
                  <a:pt x="334399" y="114226"/>
                  <a:pt x="326753" y="121340"/>
                </a:cubicBezTo>
                <a:cubicBezTo>
                  <a:pt x="319107" y="128455"/>
                  <a:pt x="308847" y="132012"/>
                  <a:pt x="295973" y="132012"/>
                </a:cubicBezTo>
                <a:cubicBezTo>
                  <a:pt x="290668" y="132012"/>
                  <a:pt x="285246" y="131216"/>
                  <a:pt x="279706" y="129624"/>
                </a:cubicBezTo>
                <a:cubicBezTo>
                  <a:pt x="276273" y="132586"/>
                  <a:pt x="273952" y="135179"/>
                  <a:pt x="272743" y="137403"/>
                </a:cubicBezTo>
                <a:cubicBezTo>
                  <a:pt x="271533" y="139624"/>
                  <a:pt x="270929" y="141514"/>
                  <a:pt x="270929" y="143072"/>
                </a:cubicBezTo>
                <a:cubicBezTo>
                  <a:pt x="270929" y="144398"/>
                  <a:pt x="271572" y="145685"/>
                  <a:pt x="272860" y="146934"/>
                </a:cubicBezTo>
                <a:cubicBezTo>
                  <a:pt x="274147" y="148179"/>
                  <a:pt x="276663" y="149075"/>
                  <a:pt x="280408" y="149622"/>
                </a:cubicBezTo>
                <a:cubicBezTo>
                  <a:pt x="282593" y="149934"/>
                  <a:pt x="288054" y="150207"/>
                  <a:pt x="296793" y="150441"/>
                </a:cubicBezTo>
                <a:cubicBezTo>
                  <a:pt x="312865" y="150829"/>
                  <a:pt x="323281" y="151373"/>
                  <a:pt x="328040" y="152076"/>
                </a:cubicBezTo>
                <a:cubicBezTo>
                  <a:pt x="335296" y="153090"/>
                  <a:pt x="341089" y="155780"/>
                  <a:pt x="345419" y="160147"/>
                </a:cubicBezTo>
                <a:cubicBezTo>
                  <a:pt x="349750" y="164512"/>
                  <a:pt x="351915" y="169890"/>
                  <a:pt x="351915" y="176283"/>
                </a:cubicBezTo>
                <a:cubicBezTo>
                  <a:pt x="351915" y="185092"/>
                  <a:pt x="347780" y="193356"/>
                  <a:pt x="339509" y="201075"/>
                </a:cubicBezTo>
                <a:cubicBezTo>
                  <a:pt x="327338" y="212457"/>
                  <a:pt x="311461" y="218147"/>
                  <a:pt x="291877" y="218147"/>
                </a:cubicBezTo>
                <a:cubicBezTo>
                  <a:pt x="276819" y="218147"/>
                  <a:pt x="264102" y="214758"/>
                  <a:pt x="253725" y="207980"/>
                </a:cubicBezTo>
                <a:cubicBezTo>
                  <a:pt x="247873" y="204084"/>
                  <a:pt x="244948" y="200032"/>
                  <a:pt x="244948" y="195824"/>
                </a:cubicBezTo>
                <a:cubicBezTo>
                  <a:pt x="244948" y="193956"/>
                  <a:pt x="245377" y="192087"/>
                  <a:pt x="246235" y="190217"/>
                </a:cubicBezTo>
                <a:cubicBezTo>
                  <a:pt x="247561" y="187333"/>
                  <a:pt x="250292" y="183320"/>
                  <a:pt x="254427" y="178177"/>
                </a:cubicBezTo>
                <a:cubicBezTo>
                  <a:pt x="254973" y="177478"/>
                  <a:pt x="258952" y="173271"/>
                  <a:pt x="266364" y="165556"/>
                </a:cubicBezTo>
                <a:cubicBezTo>
                  <a:pt x="262307" y="163135"/>
                  <a:pt x="259440" y="160968"/>
                  <a:pt x="257763" y="159054"/>
                </a:cubicBezTo>
                <a:cubicBezTo>
                  <a:pt x="256085" y="157140"/>
                  <a:pt x="255246" y="154972"/>
                  <a:pt x="255246" y="152551"/>
                </a:cubicBezTo>
                <a:cubicBezTo>
                  <a:pt x="255246" y="149815"/>
                  <a:pt x="256358" y="146612"/>
                  <a:pt x="258582" y="142940"/>
                </a:cubicBezTo>
                <a:cubicBezTo>
                  <a:pt x="260805" y="139268"/>
                  <a:pt x="265935" y="134073"/>
                  <a:pt x="273971" y="127356"/>
                </a:cubicBezTo>
                <a:moveTo>
                  <a:pt x="294335" y="62027"/>
                </a:moveTo>
                <a:cubicBezTo>
                  <a:pt x="288561" y="62027"/>
                  <a:pt x="283724" y="64316"/>
                  <a:pt x="279823" y="68895"/>
                </a:cubicBezTo>
                <a:cubicBezTo>
                  <a:pt x="275922" y="73472"/>
                  <a:pt x="273971" y="80494"/>
                  <a:pt x="273971" y="89961"/>
                </a:cubicBezTo>
                <a:cubicBezTo>
                  <a:pt x="273971" y="102222"/>
                  <a:pt x="276624" y="111728"/>
                  <a:pt x="281930" y="118477"/>
                </a:cubicBezTo>
                <a:cubicBezTo>
                  <a:pt x="285987" y="123599"/>
                  <a:pt x="291136" y="126160"/>
                  <a:pt x="297378" y="126160"/>
                </a:cubicBezTo>
                <a:cubicBezTo>
                  <a:pt x="303307" y="126160"/>
                  <a:pt x="308184" y="123949"/>
                  <a:pt x="312007" y="119526"/>
                </a:cubicBezTo>
                <a:cubicBezTo>
                  <a:pt x="315830" y="115103"/>
                  <a:pt x="317741" y="108158"/>
                  <a:pt x="317741" y="98691"/>
                </a:cubicBezTo>
                <a:cubicBezTo>
                  <a:pt x="317741" y="86354"/>
                  <a:pt x="315050" y="76692"/>
                  <a:pt x="309666" y="69707"/>
                </a:cubicBezTo>
                <a:cubicBezTo>
                  <a:pt x="305687" y="64587"/>
                  <a:pt x="300577" y="62027"/>
                  <a:pt x="294335" y="62027"/>
                </a:cubicBezTo>
                <a:moveTo>
                  <a:pt x="272801" y="166489"/>
                </a:moveTo>
                <a:cubicBezTo>
                  <a:pt x="269134" y="170461"/>
                  <a:pt x="266364" y="174159"/>
                  <a:pt x="264492" y="177585"/>
                </a:cubicBezTo>
                <a:cubicBezTo>
                  <a:pt x="262619" y="181013"/>
                  <a:pt x="261683" y="184168"/>
                  <a:pt x="261683" y="187050"/>
                </a:cubicBezTo>
                <a:cubicBezTo>
                  <a:pt x="261683" y="190788"/>
                  <a:pt x="263946" y="194058"/>
                  <a:pt x="268471" y="196862"/>
                </a:cubicBezTo>
                <a:cubicBezTo>
                  <a:pt x="276273" y="201690"/>
                  <a:pt x="287547" y="204104"/>
                  <a:pt x="302293" y="204104"/>
                </a:cubicBezTo>
                <a:cubicBezTo>
                  <a:pt x="316337" y="204104"/>
                  <a:pt x="326694" y="201630"/>
                  <a:pt x="333365" y="196683"/>
                </a:cubicBezTo>
                <a:cubicBezTo>
                  <a:pt x="340036" y="191739"/>
                  <a:pt x="343371" y="186464"/>
                  <a:pt x="343371" y="180858"/>
                </a:cubicBezTo>
                <a:cubicBezTo>
                  <a:pt x="343371" y="176808"/>
                  <a:pt x="341382" y="173926"/>
                  <a:pt x="337403" y="172212"/>
                </a:cubicBezTo>
                <a:cubicBezTo>
                  <a:pt x="333346" y="170498"/>
                  <a:pt x="325309" y="169487"/>
                  <a:pt x="313294" y="169177"/>
                </a:cubicBezTo>
                <a:cubicBezTo>
                  <a:pt x="295739" y="168709"/>
                  <a:pt x="282242" y="167813"/>
                  <a:pt x="272801" y="166489"/>
                </a:cubicBezTo>
                <a:close/>
                <a:moveTo>
                  <a:pt x="417570" y="56175"/>
                </a:moveTo>
                <a:cubicBezTo>
                  <a:pt x="433798" y="56175"/>
                  <a:pt x="446828" y="62333"/>
                  <a:pt x="456658" y="74648"/>
                </a:cubicBezTo>
                <a:cubicBezTo>
                  <a:pt x="465007" y="85169"/>
                  <a:pt x="469181" y="97250"/>
                  <a:pt x="469181" y="110891"/>
                </a:cubicBezTo>
                <a:cubicBezTo>
                  <a:pt x="469181" y="120478"/>
                  <a:pt x="466879" y="130182"/>
                  <a:pt x="462276" y="140003"/>
                </a:cubicBezTo>
                <a:cubicBezTo>
                  <a:pt x="457673" y="149822"/>
                  <a:pt x="451333" y="157225"/>
                  <a:pt x="443258" y="162214"/>
                </a:cubicBezTo>
                <a:cubicBezTo>
                  <a:pt x="435183" y="167202"/>
                  <a:pt x="426191" y="169696"/>
                  <a:pt x="416282" y="169696"/>
                </a:cubicBezTo>
                <a:cubicBezTo>
                  <a:pt x="400132" y="169696"/>
                  <a:pt x="387297" y="163266"/>
                  <a:pt x="377779" y="150404"/>
                </a:cubicBezTo>
                <a:cubicBezTo>
                  <a:pt x="369743" y="139572"/>
                  <a:pt x="365724" y="127414"/>
                  <a:pt x="365724" y="113931"/>
                </a:cubicBezTo>
                <a:cubicBezTo>
                  <a:pt x="365724" y="104110"/>
                  <a:pt x="368163" y="94347"/>
                  <a:pt x="373039" y="84643"/>
                </a:cubicBezTo>
                <a:cubicBezTo>
                  <a:pt x="377915" y="74939"/>
                  <a:pt x="384333" y="67769"/>
                  <a:pt x="392291" y="63131"/>
                </a:cubicBezTo>
                <a:cubicBezTo>
                  <a:pt x="400249" y="58494"/>
                  <a:pt x="408675" y="56175"/>
                  <a:pt x="417570" y="56175"/>
                </a:cubicBezTo>
                <a:moveTo>
                  <a:pt x="413942" y="63899"/>
                </a:moveTo>
                <a:cubicBezTo>
                  <a:pt x="409807" y="63899"/>
                  <a:pt x="405652" y="65127"/>
                  <a:pt x="401478" y="67582"/>
                </a:cubicBezTo>
                <a:cubicBezTo>
                  <a:pt x="397304" y="70038"/>
                  <a:pt x="393929" y="74343"/>
                  <a:pt x="391354" y="80500"/>
                </a:cubicBezTo>
                <a:cubicBezTo>
                  <a:pt x="388780" y="86656"/>
                  <a:pt x="387492" y="94565"/>
                  <a:pt x="387492" y="104228"/>
                </a:cubicBezTo>
                <a:cubicBezTo>
                  <a:pt x="387492" y="119813"/>
                  <a:pt x="390594" y="133255"/>
                  <a:pt x="396796" y="144556"/>
                </a:cubicBezTo>
                <a:cubicBezTo>
                  <a:pt x="402999" y="155855"/>
                  <a:pt x="411172" y="161504"/>
                  <a:pt x="421315" y="161504"/>
                </a:cubicBezTo>
                <a:cubicBezTo>
                  <a:pt x="428883" y="161504"/>
                  <a:pt x="435124" y="158387"/>
                  <a:pt x="440040" y="152152"/>
                </a:cubicBezTo>
                <a:cubicBezTo>
                  <a:pt x="444955" y="145918"/>
                  <a:pt x="447413" y="135204"/>
                  <a:pt x="447413" y="120009"/>
                </a:cubicBezTo>
                <a:cubicBezTo>
                  <a:pt x="447413" y="100994"/>
                  <a:pt x="443317" y="86031"/>
                  <a:pt x="435124" y="75120"/>
                </a:cubicBezTo>
                <a:cubicBezTo>
                  <a:pt x="429585" y="67640"/>
                  <a:pt x="422524" y="63899"/>
                  <a:pt x="413942" y="63899"/>
                </a:cubicBezTo>
                <a:close/>
                <a:moveTo>
                  <a:pt x="516345" y="56175"/>
                </a:moveTo>
                <a:lnTo>
                  <a:pt x="516345" y="80284"/>
                </a:lnTo>
                <a:cubicBezTo>
                  <a:pt x="525317" y="64212"/>
                  <a:pt x="534524" y="56175"/>
                  <a:pt x="543964" y="56175"/>
                </a:cubicBezTo>
                <a:cubicBezTo>
                  <a:pt x="548256" y="56175"/>
                  <a:pt x="551806" y="57482"/>
                  <a:pt x="554614" y="60096"/>
                </a:cubicBezTo>
                <a:cubicBezTo>
                  <a:pt x="557423" y="62710"/>
                  <a:pt x="558827" y="65733"/>
                  <a:pt x="558827" y="69166"/>
                </a:cubicBezTo>
                <a:cubicBezTo>
                  <a:pt x="558827" y="72209"/>
                  <a:pt x="557813" y="74783"/>
                  <a:pt x="555785" y="76890"/>
                </a:cubicBezTo>
                <a:cubicBezTo>
                  <a:pt x="553756" y="78997"/>
                  <a:pt x="551337" y="80050"/>
                  <a:pt x="548529" y="80050"/>
                </a:cubicBezTo>
                <a:cubicBezTo>
                  <a:pt x="545798" y="80050"/>
                  <a:pt x="542736" y="78704"/>
                  <a:pt x="539342" y="76012"/>
                </a:cubicBezTo>
                <a:cubicBezTo>
                  <a:pt x="535948" y="73320"/>
                  <a:pt x="533432" y="71975"/>
                  <a:pt x="531793" y="71975"/>
                </a:cubicBezTo>
                <a:cubicBezTo>
                  <a:pt x="530389" y="71975"/>
                  <a:pt x="528867" y="72752"/>
                  <a:pt x="527229" y="74308"/>
                </a:cubicBezTo>
                <a:cubicBezTo>
                  <a:pt x="523718" y="77500"/>
                  <a:pt x="520090" y="82753"/>
                  <a:pt x="516345" y="90067"/>
                </a:cubicBezTo>
                <a:lnTo>
                  <a:pt x="516345" y="141312"/>
                </a:lnTo>
                <a:cubicBezTo>
                  <a:pt x="516345" y="147225"/>
                  <a:pt x="517086" y="151699"/>
                  <a:pt x="518568" y="154734"/>
                </a:cubicBezTo>
                <a:cubicBezTo>
                  <a:pt x="519583" y="156836"/>
                  <a:pt x="521377" y="158588"/>
                  <a:pt x="523952" y="159990"/>
                </a:cubicBezTo>
                <a:cubicBezTo>
                  <a:pt x="526527" y="161389"/>
                  <a:pt x="530233" y="162089"/>
                  <a:pt x="535070" y="162089"/>
                </a:cubicBezTo>
                <a:lnTo>
                  <a:pt x="535070" y="166419"/>
                </a:lnTo>
                <a:lnTo>
                  <a:pt x="480182" y="166419"/>
                </a:lnTo>
                <a:lnTo>
                  <a:pt x="480182" y="162089"/>
                </a:lnTo>
                <a:cubicBezTo>
                  <a:pt x="485643" y="162089"/>
                  <a:pt x="489701" y="161233"/>
                  <a:pt x="492353" y="159522"/>
                </a:cubicBezTo>
                <a:cubicBezTo>
                  <a:pt x="494304" y="158276"/>
                  <a:pt x="495669" y="156290"/>
                  <a:pt x="496449" y="153564"/>
                </a:cubicBezTo>
                <a:cubicBezTo>
                  <a:pt x="496840" y="152240"/>
                  <a:pt x="497035" y="148465"/>
                  <a:pt x="497035" y="142238"/>
                </a:cubicBezTo>
                <a:lnTo>
                  <a:pt x="497035" y="100783"/>
                </a:lnTo>
                <a:cubicBezTo>
                  <a:pt x="497035" y="88326"/>
                  <a:pt x="496781" y="80912"/>
                  <a:pt x="496274" y="78539"/>
                </a:cubicBezTo>
                <a:cubicBezTo>
                  <a:pt x="495767" y="76165"/>
                  <a:pt x="494830" y="74432"/>
                  <a:pt x="493465" y="73342"/>
                </a:cubicBezTo>
                <a:cubicBezTo>
                  <a:pt x="492100" y="72253"/>
                  <a:pt x="490403" y="71708"/>
                  <a:pt x="488374" y="71708"/>
                </a:cubicBezTo>
                <a:cubicBezTo>
                  <a:pt x="485956" y="71708"/>
                  <a:pt x="483225" y="72292"/>
                  <a:pt x="480182" y="73459"/>
                </a:cubicBezTo>
                <a:lnTo>
                  <a:pt x="479012" y="69254"/>
                </a:lnTo>
                <a:lnTo>
                  <a:pt x="511430" y="56175"/>
                </a:lnTo>
                <a:lnTo>
                  <a:pt x="516345" y="56175"/>
                </a:lnTo>
                <a:close/>
                <a:moveTo>
                  <a:pt x="591559" y="0"/>
                </a:moveTo>
                <a:cubicBezTo>
                  <a:pt x="594836" y="0"/>
                  <a:pt x="597625" y="1157"/>
                  <a:pt x="599927" y="3471"/>
                </a:cubicBezTo>
                <a:cubicBezTo>
                  <a:pt x="602229" y="5782"/>
                  <a:pt x="603379" y="8585"/>
                  <a:pt x="603379" y="11879"/>
                </a:cubicBezTo>
                <a:cubicBezTo>
                  <a:pt x="603379" y="15173"/>
                  <a:pt x="602229" y="17996"/>
                  <a:pt x="599927" y="20349"/>
                </a:cubicBezTo>
                <a:cubicBezTo>
                  <a:pt x="597625" y="22699"/>
                  <a:pt x="594836" y="23875"/>
                  <a:pt x="591559" y="23875"/>
                </a:cubicBezTo>
                <a:cubicBezTo>
                  <a:pt x="588282" y="23875"/>
                  <a:pt x="585474" y="22699"/>
                  <a:pt x="583133" y="20349"/>
                </a:cubicBezTo>
                <a:cubicBezTo>
                  <a:pt x="580792" y="17996"/>
                  <a:pt x="579622" y="15173"/>
                  <a:pt x="579622" y="11879"/>
                </a:cubicBezTo>
                <a:cubicBezTo>
                  <a:pt x="579622" y="8585"/>
                  <a:pt x="580773" y="5782"/>
                  <a:pt x="583074" y="3471"/>
                </a:cubicBezTo>
                <a:cubicBezTo>
                  <a:pt x="585376" y="1157"/>
                  <a:pt x="588204" y="0"/>
                  <a:pt x="591559" y="0"/>
                </a:cubicBezTo>
                <a:moveTo>
                  <a:pt x="601273" y="56175"/>
                </a:moveTo>
                <a:lnTo>
                  <a:pt x="601273" y="142121"/>
                </a:lnTo>
                <a:cubicBezTo>
                  <a:pt x="601273" y="148816"/>
                  <a:pt x="601761" y="153273"/>
                  <a:pt x="602736" y="155492"/>
                </a:cubicBezTo>
                <a:cubicBezTo>
                  <a:pt x="603711" y="157710"/>
                  <a:pt x="605154" y="159365"/>
                  <a:pt x="607066" y="160454"/>
                </a:cubicBezTo>
                <a:cubicBezTo>
                  <a:pt x="608977" y="161544"/>
                  <a:pt x="612469" y="162089"/>
                  <a:pt x="617540" y="162089"/>
                </a:cubicBezTo>
                <a:lnTo>
                  <a:pt x="617540" y="166419"/>
                </a:lnTo>
                <a:lnTo>
                  <a:pt x="565461" y="166419"/>
                </a:lnTo>
                <a:lnTo>
                  <a:pt x="565461" y="162089"/>
                </a:lnTo>
                <a:cubicBezTo>
                  <a:pt x="570689" y="162089"/>
                  <a:pt x="574199" y="161583"/>
                  <a:pt x="575994" y="160571"/>
                </a:cubicBezTo>
                <a:cubicBezTo>
                  <a:pt x="577788" y="159560"/>
                  <a:pt x="579212" y="157886"/>
                  <a:pt x="580266" y="155550"/>
                </a:cubicBezTo>
                <a:cubicBezTo>
                  <a:pt x="581319" y="153214"/>
                  <a:pt x="581846" y="148738"/>
                  <a:pt x="581846" y="142121"/>
                </a:cubicBezTo>
                <a:lnTo>
                  <a:pt x="581846" y="100900"/>
                </a:lnTo>
                <a:cubicBezTo>
                  <a:pt x="581846" y="89299"/>
                  <a:pt x="581494" y="81787"/>
                  <a:pt x="580792" y="78364"/>
                </a:cubicBezTo>
                <a:cubicBezTo>
                  <a:pt x="580246" y="75872"/>
                  <a:pt x="579388" y="74140"/>
                  <a:pt x="578218" y="73167"/>
                </a:cubicBezTo>
                <a:cubicBezTo>
                  <a:pt x="577047" y="72194"/>
                  <a:pt x="575448" y="71708"/>
                  <a:pt x="573419" y="71708"/>
                </a:cubicBezTo>
                <a:cubicBezTo>
                  <a:pt x="571235" y="71708"/>
                  <a:pt x="568582" y="72292"/>
                  <a:pt x="565461" y="73459"/>
                </a:cubicBezTo>
                <a:lnTo>
                  <a:pt x="563823" y="69254"/>
                </a:lnTo>
                <a:lnTo>
                  <a:pt x="596123" y="56175"/>
                </a:lnTo>
                <a:lnTo>
                  <a:pt x="601273" y="56175"/>
                </a:lnTo>
                <a:close/>
                <a:moveTo>
                  <a:pt x="662389" y="23875"/>
                </a:moveTo>
                <a:lnTo>
                  <a:pt x="662389" y="59218"/>
                </a:lnTo>
                <a:lnTo>
                  <a:pt x="687433" y="59218"/>
                </a:lnTo>
                <a:lnTo>
                  <a:pt x="687433" y="67410"/>
                </a:lnTo>
                <a:lnTo>
                  <a:pt x="662389" y="67410"/>
                </a:lnTo>
                <a:lnTo>
                  <a:pt x="662389" y="136832"/>
                </a:lnTo>
                <a:cubicBezTo>
                  <a:pt x="662389" y="143769"/>
                  <a:pt x="663383" y="148445"/>
                  <a:pt x="665373" y="150861"/>
                </a:cubicBezTo>
                <a:cubicBezTo>
                  <a:pt x="667362" y="153275"/>
                  <a:pt x="669918" y="154482"/>
                  <a:pt x="673038" y="154482"/>
                </a:cubicBezTo>
                <a:cubicBezTo>
                  <a:pt x="675613" y="154482"/>
                  <a:pt x="678110" y="153682"/>
                  <a:pt x="680528" y="152083"/>
                </a:cubicBezTo>
                <a:cubicBezTo>
                  <a:pt x="682947" y="150484"/>
                  <a:pt x="684820" y="148123"/>
                  <a:pt x="686146" y="145003"/>
                </a:cubicBezTo>
                <a:lnTo>
                  <a:pt x="690710" y="145003"/>
                </a:lnTo>
                <a:cubicBezTo>
                  <a:pt x="687979" y="152671"/>
                  <a:pt x="684117" y="158470"/>
                  <a:pt x="679124" y="162400"/>
                </a:cubicBezTo>
                <a:cubicBezTo>
                  <a:pt x="674131" y="166328"/>
                  <a:pt x="668981" y="168292"/>
                  <a:pt x="663676" y="168292"/>
                </a:cubicBezTo>
                <a:cubicBezTo>
                  <a:pt x="660087" y="168292"/>
                  <a:pt x="656576" y="167296"/>
                  <a:pt x="653143" y="165304"/>
                </a:cubicBezTo>
                <a:cubicBezTo>
                  <a:pt x="649710" y="163312"/>
                  <a:pt x="647174" y="160462"/>
                  <a:pt x="645536" y="156753"/>
                </a:cubicBezTo>
                <a:cubicBezTo>
                  <a:pt x="643897" y="153042"/>
                  <a:pt x="643078" y="147320"/>
                  <a:pt x="643078" y="139586"/>
                </a:cubicBezTo>
                <a:lnTo>
                  <a:pt x="643078" y="67410"/>
                </a:lnTo>
                <a:lnTo>
                  <a:pt x="626109" y="67410"/>
                </a:lnTo>
                <a:lnTo>
                  <a:pt x="626109" y="63548"/>
                </a:lnTo>
                <a:cubicBezTo>
                  <a:pt x="630400" y="61827"/>
                  <a:pt x="634788" y="58912"/>
                  <a:pt x="639275" y="54804"/>
                </a:cubicBezTo>
                <a:cubicBezTo>
                  <a:pt x="643761" y="50696"/>
                  <a:pt x="647760" y="45824"/>
                  <a:pt x="651270" y="40189"/>
                </a:cubicBezTo>
                <a:cubicBezTo>
                  <a:pt x="653065" y="37217"/>
                  <a:pt x="655562" y="31779"/>
                  <a:pt x="658761" y="23875"/>
                </a:cubicBezTo>
                <a:lnTo>
                  <a:pt x="662389" y="23875"/>
                </a:lnTo>
                <a:close/>
                <a:moveTo>
                  <a:pt x="729706" y="0"/>
                </a:moveTo>
                <a:lnTo>
                  <a:pt x="729706" y="78528"/>
                </a:lnTo>
                <a:cubicBezTo>
                  <a:pt x="738367" y="69010"/>
                  <a:pt x="745232" y="62905"/>
                  <a:pt x="750304" y="60213"/>
                </a:cubicBezTo>
                <a:cubicBezTo>
                  <a:pt x="755375" y="57521"/>
                  <a:pt x="760447" y="56175"/>
                  <a:pt x="765518" y="56175"/>
                </a:cubicBezTo>
                <a:cubicBezTo>
                  <a:pt x="771604" y="56175"/>
                  <a:pt x="776831" y="57849"/>
                  <a:pt x="781200" y="61197"/>
                </a:cubicBezTo>
                <a:cubicBezTo>
                  <a:pt x="785569" y="64544"/>
                  <a:pt x="788807" y="69799"/>
                  <a:pt x="790914" y="76959"/>
                </a:cubicBezTo>
                <a:cubicBezTo>
                  <a:pt x="792396" y="81943"/>
                  <a:pt x="793138" y="91052"/>
                  <a:pt x="793138" y="104286"/>
                </a:cubicBezTo>
                <a:lnTo>
                  <a:pt x="793138" y="142121"/>
                </a:lnTo>
                <a:cubicBezTo>
                  <a:pt x="793138" y="148894"/>
                  <a:pt x="793684" y="153526"/>
                  <a:pt x="794776" y="156018"/>
                </a:cubicBezTo>
                <a:cubicBezTo>
                  <a:pt x="795556" y="157886"/>
                  <a:pt x="796883" y="159365"/>
                  <a:pt x="798755" y="160454"/>
                </a:cubicBezTo>
                <a:cubicBezTo>
                  <a:pt x="800628" y="161544"/>
                  <a:pt x="804061" y="162089"/>
                  <a:pt x="809054" y="162089"/>
                </a:cubicBezTo>
                <a:lnTo>
                  <a:pt x="809054" y="166419"/>
                </a:lnTo>
                <a:lnTo>
                  <a:pt x="756390" y="166419"/>
                </a:lnTo>
                <a:lnTo>
                  <a:pt x="756390" y="162089"/>
                </a:lnTo>
                <a:lnTo>
                  <a:pt x="758847" y="162089"/>
                </a:lnTo>
                <a:cubicBezTo>
                  <a:pt x="763841" y="162089"/>
                  <a:pt x="767313" y="161328"/>
                  <a:pt x="769263" y="159807"/>
                </a:cubicBezTo>
                <a:cubicBezTo>
                  <a:pt x="771214" y="158286"/>
                  <a:pt x="772579" y="156043"/>
                  <a:pt x="773359" y="153078"/>
                </a:cubicBezTo>
                <a:cubicBezTo>
                  <a:pt x="773593" y="151829"/>
                  <a:pt x="773710" y="148162"/>
                  <a:pt x="773710" y="142077"/>
                </a:cubicBezTo>
                <a:lnTo>
                  <a:pt x="773710" y="104158"/>
                </a:lnTo>
                <a:cubicBezTo>
                  <a:pt x="773710" y="92455"/>
                  <a:pt x="773106" y="84770"/>
                  <a:pt x="771896" y="81103"/>
                </a:cubicBezTo>
                <a:cubicBezTo>
                  <a:pt x="770687" y="77436"/>
                  <a:pt x="768756" y="74686"/>
                  <a:pt x="766103" y="72852"/>
                </a:cubicBezTo>
                <a:cubicBezTo>
                  <a:pt x="763450" y="71019"/>
                  <a:pt x="760252" y="70102"/>
                  <a:pt x="756507" y="70102"/>
                </a:cubicBezTo>
                <a:cubicBezTo>
                  <a:pt x="752684" y="70102"/>
                  <a:pt x="748704" y="71116"/>
                  <a:pt x="744569" y="73145"/>
                </a:cubicBezTo>
                <a:cubicBezTo>
                  <a:pt x="740434" y="75174"/>
                  <a:pt x="735480" y="79270"/>
                  <a:pt x="729706" y="85433"/>
                </a:cubicBezTo>
                <a:lnTo>
                  <a:pt x="729706" y="142077"/>
                </a:lnTo>
                <a:cubicBezTo>
                  <a:pt x="729706" y="149411"/>
                  <a:pt x="730116" y="153975"/>
                  <a:pt x="730935" y="155769"/>
                </a:cubicBezTo>
                <a:cubicBezTo>
                  <a:pt x="731754" y="157564"/>
                  <a:pt x="733276" y="159066"/>
                  <a:pt x="735499" y="160275"/>
                </a:cubicBezTo>
                <a:cubicBezTo>
                  <a:pt x="737723" y="161485"/>
                  <a:pt x="741565" y="162089"/>
                  <a:pt x="747027" y="162089"/>
                </a:cubicBezTo>
                <a:lnTo>
                  <a:pt x="747027" y="166419"/>
                </a:lnTo>
                <a:lnTo>
                  <a:pt x="693894" y="166419"/>
                </a:lnTo>
                <a:lnTo>
                  <a:pt x="693894" y="162089"/>
                </a:lnTo>
                <a:cubicBezTo>
                  <a:pt x="698654" y="162089"/>
                  <a:pt x="702399" y="161348"/>
                  <a:pt x="705130" y="159866"/>
                </a:cubicBezTo>
                <a:cubicBezTo>
                  <a:pt x="706690" y="159088"/>
                  <a:pt x="707938" y="157608"/>
                  <a:pt x="708875" y="155426"/>
                </a:cubicBezTo>
                <a:cubicBezTo>
                  <a:pt x="709811" y="153241"/>
                  <a:pt x="710279" y="148796"/>
                  <a:pt x="710279" y="142091"/>
                </a:cubicBezTo>
                <a:lnTo>
                  <a:pt x="710279" y="45141"/>
                </a:lnTo>
                <a:cubicBezTo>
                  <a:pt x="710279" y="32902"/>
                  <a:pt x="709986" y="25379"/>
                  <a:pt x="709401" y="22573"/>
                </a:cubicBezTo>
                <a:cubicBezTo>
                  <a:pt x="708816" y="19764"/>
                  <a:pt x="707919" y="17853"/>
                  <a:pt x="706709" y="16842"/>
                </a:cubicBezTo>
                <a:cubicBezTo>
                  <a:pt x="705500" y="15827"/>
                  <a:pt x="703881" y="15320"/>
                  <a:pt x="701853" y="15320"/>
                </a:cubicBezTo>
                <a:cubicBezTo>
                  <a:pt x="700214" y="15320"/>
                  <a:pt x="697561" y="15944"/>
                  <a:pt x="693894" y="17193"/>
                </a:cubicBezTo>
                <a:lnTo>
                  <a:pt x="692256" y="13097"/>
                </a:lnTo>
                <a:lnTo>
                  <a:pt x="724323" y="0"/>
                </a:lnTo>
                <a:lnTo>
                  <a:pt x="729706" y="0"/>
                </a:lnTo>
                <a:close/>
                <a:moveTo>
                  <a:pt x="849898" y="78997"/>
                </a:moveTo>
                <a:cubicBezTo>
                  <a:pt x="857700" y="71194"/>
                  <a:pt x="862304" y="66708"/>
                  <a:pt x="863708" y="65538"/>
                </a:cubicBezTo>
                <a:cubicBezTo>
                  <a:pt x="867219" y="62573"/>
                  <a:pt x="871003" y="60271"/>
                  <a:pt x="875060" y="58633"/>
                </a:cubicBezTo>
                <a:cubicBezTo>
                  <a:pt x="879117" y="56995"/>
                  <a:pt x="883135" y="56175"/>
                  <a:pt x="887114" y="56175"/>
                </a:cubicBezTo>
                <a:cubicBezTo>
                  <a:pt x="893824" y="56175"/>
                  <a:pt x="899598" y="58126"/>
                  <a:pt x="904435" y="62027"/>
                </a:cubicBezTo>
                <a:cubicBezTo>
                  <a:pt x="909273" y="65928"/>
                  <a:pt x="912510" y="71585"/>
                  <a:pt x="914149" y="78997"/>
                </a:cubicBezTo>
                <a:cubicBezTo>
                  <a:pt x="922185" y="69634"/>
                  <a:pt x="928973" y="63490"/>
                  <a:pt x="934512" y="60564"/>
                </a:cubicBezTo>
                <a:cubicBezTo>
                  <a:pt x="940052" y="57638"/>
                  <a:pt x="945747" y="56175"/>
                  <a:pt x="951599" y="56175"/>
                </a:cubicBezTo>
                <a:cubicBezTo>
                  <a:pt x="957295" y="56175"/>
                  <a:pt x="962346" y="57636"/>
                  <a:pt x="966755" y="60557"/>
                </a:cubicBezTo>
                <a:cubicBezTo>
                  <a:pt x="971163" y="63475"/>
                  <a:pt x="974654" y="68243"/>
                  <a:pt x="977229" y="74860"/>
                </a:cubicBezTo>
                <a:cubicBezTo>
                  <a:pt x="978946" y="79376"/>
                  <a:pt x="979804" y="86460"/>
                  <a:pt x="979804" y="96112"/>
                </a:cubicBezTo>
                <a:lnTo>
                  <a:pt x="979804" y="142121"/>
                </a:lnTo>
                <a:cubicBezTo>
                  <a:pt x="979804" y="148816"/>
                  <a:pt x="980311" y="153409"/>
                  <a:pt x="981325" y="155901"/>
                </a:cubicBezTo>
                <a:cubicBezTo>
                  <a:pt x="982105" y="157613"/>
                  <a:pt x="983549" y="159072"/>
                  <a:pt x="985655" y="160279"/>
                </a:cubicBezTo>
                <a:cubicBezTo>
                  <a:pt x="987762" y="161486"/>
                  <a:pt x="991195" y="162089"/>
                  <a:pt x="995954" y="162089"/>
                </a:cubicBezTo>
                <a:lnTo>
                  <a:pt x="995954" y="166419"/>
                </a:lnTo>
                <a:lnTo>
                  <a:pt x="943056" y="166419"/>
                </a:lnTo>
                <a:lnTo>
                  <a:pt x="943056" y="162089"/>
                </a:lnTo>
                <a:lnTo>
                  <a:pt x="945279" y="162089"/>
                </a:lnTo>
                <a:cubicBezTo>
                  <a:pt x="949883" y="162089"/>
                  <a:pt x="953472" y="161197"/>
                  <a:pt x="956046" y="159412"/>
                </a:cubicBezTo>
                <a:cubicBezTo>
                  <a:pt x="957841" y="158169"/>
                  <a:pt x="959128" y="156189"/>
                  <a:pt x="959908" y="153473"/>
                </a:cubicBezTo>
                <a:cubicBezTo>
                  <a:pt x="960220" y="152154"/>
                  <a:pt x="960376" y="148389"/>
                  <a:pt x="960376" y="142179"/>
                </a:cubicBezTo>
                <a:lnTo>
                  <a:pt x="960376" y="96303"/>
                </a:lnTo>
                <a:cubicBezTo>
                  <a:pt x="960376" y="87608"/>
                  <a:pt x="959323" y="81476"/>
                  <a:pt x="957217" y="77907"/>
                </a:cubicBezTo>
                <a:cubicBezTo>
                  <a:pt x="954174" y="72938"/>
                  <a:pt x="949297" y="70453"/>
                  <a:pt x="942588" y="70453"/>
                </a:cubicBezTo>
                <a:cubicBezTo>
                  <a:pt x="938452" y="70453"/>
                  <a:pt x="934298" y="71482"/>
                  <a:pt x="930124" y="73540"/>
                </a:cubicBezTo>
                <a:cubicBezTo>
                  <a:pt x="925950" y="75595"/>
                  <a:pt x="920898" y="79418"/>
                  <a:pt x="914968" y="85009"/>
                </a:cubicBezTo>
                <a:lnTo>
                  <a:pt x="914734" y="86289"/>
                </a:lnTo>
                <a:lnTo>
                  <a:pt x="914968" y="91296"/>
                </a:lnTo>
                <a:lnTo>
                  <a:pt x="914968" y="142179"/>
                </a:lnTo>
                <a:cubicBezTo>
                  <a:pt x="914968" y="149477"/>
                  <a:pt x="915378" y="154018"/>
                  <a:pt x="916197" y="155802"/>
                </a:cubicBezTo>
                <a:cubicBezTo>
                  <a:pt x="917016" y="157587"/>
                  <a:pt x="918557" y="159082"/>
                  <a:pt x="920820" y="160286"/>
                </a:cubicBezTo>
                <a:cubicBezTo>
                  <a:pt x="923082" y="161488"/>
                  <a:pt x="926944" y="162089"/>
                  <a:pt x="932406" y="162089"/>
                </a:cubicBezTo>
                <a:lnTo>
                  <a:pt x="932406" y="166419"/>
                </a:lnTo>
                <a:lnTo>
                  <a:pt x="878220" y="166419"/>
                </a:lnTo>
                <a:lnTo>
                  <a:pt x="878220" y="162089"/>
                </a:lnTo>
                <a:cubicBezTo>
                  <a:pt x="884150" y="162089"/>
                  <a:pt x="888226" y="161391"/>
                  <a:pt x="890450" y="159994"/>
                </a:cubicBezTo>
                <a:cubicBezTo>
                  <a:pt x="892673" y="158597"/>
                  <a:pt x="894214" y="156501"/>
                  <a:pt x="895073" y="153707"/>
                </a:cubicBezTo>
                <a:cubicBezTo>
                  <a:pt x="895463" y="152385"/>
                  <a:pt x="895658" y="148543"/>
                  <a:pt x="895658" y="142179"/>
                </a:cubicBezTo>
                <a:lnTo>
                  <a:pt x="895658" y="96303"/>
                </a:lnTo>
                <a:cubicBezTo>
                  <a:pt x="895658" y="87608"/>
                  <a:pt x="894370" y="81359"/>
                  <a:pt x="891796" y="77556"/>
                </a:cubicBezTo>
                <a:cubicBezTo>
                  <a:pt x="888363" y="72587"/>
                  <a:pt x="883565" y="70102"/>
                  <a:pt x="877401" y="70102"/>
                </a:cubicBezTo>
                <a:cubicBezTo>
                  <a:pt x="873188" y="70102"/>
                  <a:pt x="869014" y="71227"/>
                  <a:pt x="864878" y="73478"/>
                </a:cubicBezTo>
                <a:cubicBezTo>
                  <a:pt x="858403" y="76894"/>
                  <a:pt x="853409" y="80736"/>
                  <a:pt x="849898" y="85005"/>
                </a:cubicBezTo>
                <a:lnTo>
                  <a:pt x="849898" y="142179"/>
                </a:lnTo>
                <a:cubicBezTo>
                  <a:pt x="849898" y="149164"/>
                  <a:pt x="850386" y="153706"/>
                  <a:pt x="851361" y="155802"/>
                </a:cubicBezTo>
                <a:cubicBezTo>
                  <a:pt x="852336" y="157897"/>
                  <a:pt x="853780" y="159468"/>
                  <a:pt x="855691" y="160517"/>
                </a:cubicBezTo>
                <a:cubicBezTo>
                  <a:pt x="857603" y="161565"/>
                  <a:pt x="861484" y="162089"/>
                  <a:pt x="867336" y="162089"/>
                </a:cubicBezTo>
                <a:lnTo>
                  <a:pt x="867336" y="166419"/>
                </a:lnTo>
                <a:lnTo>
                  <a:pt x="814321" y="166419"/>
                </a:lnTo>
                <a:lnTo>
                  <a:pt x="814321" y="162089"/>
                </a:lnTo>
                <a:cubicBezTo>
                  <a:pt x="819236" y="162089"/>
                  <a:pt x="822669" y="161564"/>
                  <a:pt x="824619" y="160513"/>
                </a:cubicBezTo>
                <a:cubicBezTo>
                  <a:pt x="826570" y="159462"/>
                  <a:pt x="828052" y="157788"/>
                  <a:pt x="829067" y="155492"/>
                </a:cubicBezTo>
                <a:cubicBezTo>
                  <a:pt x="830081" y="153195"/>
                  <a:pt x="830588" y="148738"/>
                  <a:pt x="830588" y="142121"/>
                </a:cubicBezTo>
                <a:lnTo>
                  <a:pt x="830588" y="101251"/>
                </a:lnTo>
                <a:cubicBezTo>
                  <a:pt x="830588" y="89494"/>
                  <a:pt x="830237" y="81904"/>
                  <a:pt x="829535" y="78481"/>
                </a:cubicBezTo>
                <a:cubicBezTo>
                  <a:pt x="828989" y="75911"/>
                  <a:pt x="828130" y="74140"/>
                  <a:pt x="826960" y="73167"/>
                </a:cubicBezTo>
                <a:cubicBezTo>
                  <a:pt x="825790" y="72194"/>
                  <a:pt x="824190" y="71708"/>
                  <a:pt x="822162" y="71708"/>
                </a:cubicBezTo>
                <a:cubicBezTo>
                  <a:pt x="819977" y="71708"/>
                  <a:pt x="817363" y="72292"/>
                  <a:pt x="814321" y="73459"/>
                </a:cubicBezTo>
                <a:lnTo>
                  <a:pt x="812565" y="69254"/>
                </a:lnTo>
                <a:lnTo>
                  <a:pt x="844866" y="56175"/>
                </a:lnTo>
                <a:lnTo>
                  <a:pt x="849898" y="56175"/>
                </a:lnTo>
                <a:lnTo>
                  <a:pt x="849898" y="789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9E9366-4E31-4A99-9296-035D6BDD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893" y="2279858"/>
            <a:ext cx="1935718" cy="738071"/>
          </a:xfrm>
          <a:custGeom xmlns:a="http://schemas.openxmlformats.org/drawingml/2006/main">
            <a:pathLst>
              <a:path w="1935718" h="738071">
                <a:moveTo>
                  <a:pt x="0" y="123014"/>
                </a:moveTo>
                <a:cubicBezTo>
                  <a:pt x="0" y="55075"/>
                  <a:pt x="55076" y="0"/>
                  <a:pt x="123014" y="0"/>
                </a:cubicBezTo>
                <a:lnTo>
                  <a:pt x="1812703" y="0"/>
                </a:lnTo>
                <a:cubicBezTo>
                  <a:pt x="1880642" y="0"/>
                  <a:pt x="1935718" y="55075"/>
                  <a:pt x="1935718" y="123014"/>
                </a:cubicBezTo>
                <a:lnTo>
                  <a:pt x="1935718" y="615056"/>
                </a:lnTo>
                <a:cubicBezTo>
                  <a:pt x="1935718" y="682995"/>
                  <a:pt x="1880642" y="738071"/>
                  <a:pt x="1812703" y="738071"/>
                </a:cubicBezTo>
                <a:lnTo>
                  <a:pt x="123014" y="738071"/>
                </a:lnTo>
                <a:cubicBezTo>
                  <a:pt x="55076" y="738071"/>
                  <a:pt x="0" y="682995"/>
                  <a:pt x="0" y="615056"/>
                </a:cubicBezTo>
                <a:lnTo>
                  <a:pt x="0" y="123014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69C5DF-9DF3-4345-BE78-38082A3B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893" y="2279858"/>
            <a:ext cx="1935718" cy="738071"/>
          </a:xfrm>
          <a:custGeom xmlns:a="http://schemas.openxmlformats.org/drawingml/2006/main">
            <a:pathLst>
              <a:path w="1935718" h="738071" fill="none">
                <a:moveTo>
                  <a:pt x="0" y="123015"/>
                </a:moveTo>
                <a:cubicBezTo>
                  <a:pt x="0" y="55076"/>
                  <a:pt x="55076" y="0"/>
                  <a:pt x="123015" y="0"/>
                </a:cubicBezTo>
                <a:lnTo>
                  <a:pt x="1812703" y="0"/>
                </a:lnTo>
                <a:cubicBezTo>
                  <a:pt x="1880642" y="0"/>
                  <a:pt x="1935718" y="55076"/>
                  <a:pt x="1935718" y="123015"/>
                </a:cubicBezTo>
                <a:lnTo>
                  <a:pt x="1935718" y="615056"/>
                </a:lnTo>
                <a:cubicBezTo>
                  <a:pt x="1935718" y="682995"/>
                  <a:pt x="1880642" y="738071"/>
                  <a:pt x="1812703" y="738071"/>
                </a:cubicBezTo>
                <a:lnTo>
                  <a:pt x="123015" y="738071"/>
                </a:lnTo>
                <a:cubicBezTo>
                  <a:pt x="55076" y="738071"/>
                  <a:pt x="0" y="682995"/>
                  <a:pt x="0" y="615056"/>
                </a:cubicBezTo>
                <a:lnTo>
                  <a:pt x="0" y="12301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099" cap="flat">
            <a:solidFill>
              <a:srgbClr val="000000"/>
            </a:solidFill>
            <a:miter/>
          </a:ln>
        </p:spPr>
      </p:sp>
      <p:sp>
        <p:nvSpPr>
          <p:cNvPr id="42" name="Text OneRef">
            <a:extLst xmlns:a="http://schemas.openxmlformats.org/drawingml/2006/main">
              <a:ext uri="{FF2B5EF4-FFF2-40B4-BE49-F238E27FC236}">
                <a16:creationId xmlns:a16="http://schemas.microsoft.com/office/drawing/2014/main" id="{5E406FF1-6D81-4352-BBE0-F4251D7B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303" y="2422077"/>
            <a:ext cx="820073" cy="169930"/>
          </a:xfrm>
          <a:custGeom xmlns:a="http://schemas.openxmlformats.org/drawingml/2006/main">
            <a:pathLst>
              <a:path w="820073" h="169930">
                <a:moveTo>
                  <a:pt x="79231" y="4213"/>
                </a:moveTo>
                <a:cubicBezTo>
                  <a:pt x="99828" y="4213"/>
                  <a:pt x="117676" y="12024"/>
                  <a:pt x="132773" y="27645"/>
                </a:cubicBezTo>
                <a:cubicBezTo>
                  <a:pt x="147870" y="43266"/>
                  <a:pt x="155418" y="62763"/>
                  <a:pt x="155418" y="86135"/>
                </a:cubicBezTo>
                <a:cubicBezTo>
                  <a:pt x="155418" y="110210"/>
                  <a:pt x="147811" y="130194"/>
                  <a:pt x="132597" y="146089"/>
                </a:cubicBezTo>
                <a:cubicBezTo>
                  <a:pt x="117383" y="161983"/>
                  <a:pt x="98970" y="169930"/>
                  <a:pt x="77358" y="169930"/>
                </a:cubicBezTo>
                <a:cubicBezTo>
                  <a:pt x="55512" y="169930"/>
                  <a:pt x="37158" y="162178"/>
                  <a:pt x="22295" y="146674"/>
                </a:cubicBezTo>
                <a:cubicBezTo>
                  <a:pt x="7432" y="131170"/>
                  <a:pt x="0" y="111107"/>
                  <a:pt x="0" y="86487"/>
                </a:cubicBezTo>
                <a:cubicBezTo>
                  <a:pt x="0" y="61322"/>
                  <a:pt x="8582" y="40793"/>
                  <a:pt x="25747" y="24899"/>
                </a:cubicBezTo>
                <a:cubicBezTo>
                  <a:pt x="40649" y="11108"/>
                  <a:pt x="58477" y="4213"/>
                  <a:pt x="79231" y="4213"/>
                </a:cubicBezTo>
                <a:moveTo>
                  <a:pt x="77007" y="12874"/>
                </a:moveTo>
                <a:cubicBezTo>
                  <a:pt x="62807" y="12874"/>
                  <a:pt x="51416" y="18131"/>
                  <a:pt x="42834" y="28647"/>
                </a:cubicBezTo>
                <a:cubicBezTo>
                  <a:pt x="32145" y="41735"/>
                  <a:pt x="26800" y="60899"/>
                  <a:pt x="26800" y="86139"/>
                </a:cubicBezTo>
                <a:cubicBezTo>
                  <a:pt x="26800" y="112001"/>
                  <a:pt x="32340" y="131904"/>
                  <a:pt x="43419" y="145847"/>
                </a:cubicBezTo>
                <a:cubicBezTo>
                  <a:pt x="51923" y="156441"/>
                  <a:pt x="63158" y="161738"/>
                  <a:pt x="77124" y="161738"/>
                </a:cubicBezTo>
                <a:cubicBezTo>
                  <a:pt x="92026" y="161738"/>
                  <a:pt x="104334" y="155935"/>
                  <a:pt x="114048" y="144330"/>
                </a:cubicBezTo>
                <a:cubicBezTo>
                  <a:pt x="123761" y="132722"/>
                  <a:pt x="128618" y="114415"/>
                  <a:pt x="128618" y="89409"/>
                </a:cubicBezTo>
                <a:cubicBezTo>
                  <a:pt x="128618" y="62301"/>
                  <a:pt x="123274" y="42086"/>
                  <a:pt x="112585" y="28764"/>
                </a:cubicBezTo>
                <a:cubicBezTo>
                  <a:pt x="104002" y="18170"/>
                  <a:pt x="92143" y="12874"/>
                  <a:pt x="77007" y="12874"/>
                </a:cubicBezTo>
                <a:close/>
                <a:moveTo>
                  <a:pt x="203026" y="78880"/>
                </a:moveTo>
                <a:cubicBezTo>
                  <a:pt x="215587" y="63743"/>
                  <a:pt x="227563" y="56175"/>
                  <a:pt x="238955" y="56175"/>
                </a:cubicBezTo>
                <a:cubicBezTo>
                  <a:pt x="244806" y="56175"/>
                  <a:pt x="249838" y="57636"/>
                  <a:pt x="254052" y="60557"/>
                </a:cubicBezTo>
                <a:cubicBezTo>
                  <a:pt x="258265" y="63475"/>
                  <a:pt x="261620" y="68282"/>
                  <a:pt x="264116" y="74977"/>
                </a:cubicBezTo>
                <a:cubicBezTo>
                  <a:pt x="265833" y="79646"/>
                  <a:pt x="266691" y="86808"/>
                  <a:pt x="266691" y="96464"/>
                </a:cubicBezTo>
                <a:lnTo>
                  <a:pt x="266691" y="142121"/>
                </a:lnTo>
                <a:cubicBezTo>
                  <a:pt x="266691" y="148894"/>
                  <a:pt x="267237" y="153487"/>
                  <a:pt x="268330" y="155901"/>
                </a:cubicBezTo>
                <a:cubicBezTo>
                  <a:pt x="269188" y="157847"/>
                  <a:pt x="270573" y="159365"/>
                  <a:pt x="272484" y="160454"/>
                </a:cubicBezTo>
                <a:cubicBezTo>
                  <a:pt x="274396" y="161544"/>
                  <a:pt x="277926" y="162089"/>
                  <a:pt x="283076" y="162089"/>
                </a:cubicBezTo>
                <a:lnTo>
                  <a:pt x="283076" y="166419"/>
                </a:lnTo>
                <a:lnTo>
                  <a:pt x="230060" y="166419"/>
                </a:lnTo>
                <a:lnTo>
                  <a:pt x="230060" y="162089"/>
                </a:lnTo>
                <a:lnTo>
                  <a:pt x="232284" y="162089"/>
                </a:lnTo>
                <a:cubicBezTo>
                  <a:pt x="237277" y="162089"/>
                  <a:pt x="240769" y="161332"/>
                  <a:pt x="242758" y="159818"/>
                </a:cubicBezTo>
                <a:cubicBezTo>
                  <a:pt x="244748" y="158304"/>
                  <a:pt x="246132" y="156073"/>
                  <a:pt x="246913" y="153125"/>
                </a:cubicBezTo>
                <a:cubicBezTo>
                  <a:pt x="247225" y="151960"/>
                  <a:pt x="247381" y="148311"/>
                  <a:pt x="247381" y="142179"/>
                </a:cubicBezTo>
                <a:lnTo>
                  <a:pt x="247381" y="98515"/>
                </a:lnTo>
                <a:cubicBezTo>
                  <a:pt x="247381" y="88814"/>
                  <a:pt x="246113" y="81770"/>
                  <a:pt x="243577" y="77384"/>
                </a:cubicBezTo>
                <a:cubicBezTo>
                  <a:pt x="241042" y="72997"/>
                  <a:pt x="236770" y="70804"/>
                  <a:pt x="230762" y="70804"/>
                </a:cubicBezTo>
                <a:cubicBezTo>
                  <a:pt x="221478" y="70804"/>
                  <a:pt x="212232" y="75850"/>
                  <a:pt x="203026" y="85942"/>
                </a:cubicBezTo>
                <a:lnTo>
                  <a:pt x="203026" y="142179"/>
                </a:lnTo>
                <a:cubicBezTo>
                  <a:pt x="203026" y="149399"/>
                  <a:pt x="203455" y="153862"/>
                  <a:pt x="204313" y="155568"/>
                </a:cubicBezTo>
                <a:cubicBezTo>
                  <a:pt x="205405" y="157819"/>
                  <a:pt x="206907" y="159468"/>
                  <a:pt x="208819" y="160517"/>
                </a:cubicBezTo>
                <a:cubicBezTo>
                  <a:pt x="210730" y="161565"/>
                  <a:pt x="214612" y="162089"/>
                  <a:pt x="220463" y="162089"/>
                </a:cubicBezTo>
                <a:lnTo>
                  <a:pt x="220463" y="166419"/>
                </a:lnTo>
                <a:lnTo>
                  <a:pt x="167448" y="166419"/>
                </a:lnTo>
                <a:lnTo>
                  <a:pt x="167448" y="162089"/>
                </a:lnTo>
                <a:lnTo>
                  <a:pt x="169789" y="162089"/>
                </a:lnTo>
                <a:cubicBezTo>
                  <a:pt x="175250" y="162089"/>
                  <a:pt x="178937" y="160708"/>
                  <a:pt x="180848" y="157946"/>
                </a:cubicBezTo>
                <a:cubicBezTo>
                  <a:pt x="182760" y="155181"/>
                  <a:pt x="183715" y="149906"/>
                  <a:pt x="183715" y="142121"/>
                </a:cubicBezTo>
                <a:lnTo>
                  <a:pt x="183715" y="102418"/>
                </a:lnTo>
                <a:cubicBezTo>
                  <a:pt x="183715" y="89573"/>
                  <a:pt x="183423" y="81750"/>
                  <a:pt x="182838" y="78949"/>
                </a:cubicBezTo>
                <a:cubicBezTo>
                  <a:pt x="182253" y="76145"/>
                  <a:pt x="181355" y="74237"/>
                  <a:pt x="180146" y="73225"/>
                </a:cubicBezTo>
                <a:cubicBezTo>
                  <a:pt x="178937" y="72214"/>
                  <a:pt x="177318" y="71708"/>
                  <a:pt x="175289" y="71708"/>
                </a:cubicBezTo>
                <a:cubicBezTo>
                  <a:pt x="173105" y="71708"/>
                  <a:pt x="170491" y="72292"/>
                  <a:pt x="167448" y="73459"/>
                </a:cubicBezTo>
                <a:lnTo>
                  <a:pt x="165693" y="69254"/>
                </a:lnTo>
                <a:lnTo>
                  <a:pt x="197993" y="56175"/>
                </a:lnTo>
                <a:lnTo>
                  <a:pt x="203026" y="56175"/>
                </a:lnTo>
                <a:lnTo>
                  <a:pt x="203026" y="78880"/>
                </a:lnTo>
                <a:close/>
                <a:moveTo>
                  <a:pt x="309642" y="99711"/>
                </a:moveTo>
                <a:cubicBezTo>
                  <a:pt x="309563" y="115591"/>
                  <a:pt x="313426" y="128046"/>
                  <a:pt x="321228" y="137077"/>
                </a:cubicBezTo>
                <a:cubicBezTo>
                  <a:pt x="329030" y="146106"/>
                  <a:pt x="338197" y="150620"/>
                  <a:pt x="348730" y="150620"/>
                </a:cubicBezTo>
                <a:cubicBezTo>
                  <a:pt x="355752" y="150620"/>
                  <a:pt x="361857" y="148689"/>
                  <a:pt x="367046" y="144827"/>
                </a:cubicBezTo>
                <a:cubicBezTo>
                  <a:pt x="372234" y="140965"/>
                  <a:pt x="376584" y="134353"/>
                  <a:pt x="380095" y="124990"/>
                </a:cubicBezTo>
                <a:lnTo>
                  <a:pt x="383723" y="127331"/>
                </a:lnTo>
                <a:cubicBezTo>
                  <a:pt x="382084" y="138020"/>
                  <a:pt x="377325" y="147753"/>
                  <a:pt x="369445" y="156530"/>
                </a:cubicBezTo>
                <a:cubicBezTo>
                  <a:pt x="361565" y="165308"/>
                  <a:pt x="351695" y="169696"/>
                  <a:pt x="339836" y="169696"/>
                </a:cubicBezTo>
                <a:cubicBezTo>
                  <a:pt x="326962" y="169696"/>
                  <a:pt x="315942" y="164694"/>
                  <a:pt x="306774" y="154691"/>
                </a:cubicBezTo>
                <a:cubicBezTo>
                  <a:pt x="297607" y="144684"/>
                  <a:pt x="293023" y="131233"/>
                  <a:pt x="293023" y="114337"/>
                </a:cubicBezTo>
                <a:cubicBezTo>
                  <a:pt x="293023" y="96041"/>
                  <a:pt x="297724" y="81774"/>
                  <a:pt x="307125" y="71536"/>
                </a:cubicBezTo>
                <a:cubicBezTo>
                  <a:pt x="316527" y="61295"/>
                  <a:pt x="328328" y="56175"/>
                  <a:pt x="342527" y="56175"/>
                </a:cubicBezTo>
                <a:cubicBezTo>
                  <a:pt x="354543" y="56175"/>
                  <a:pt x="364412" y="60125"/>
                  <a:pt x="372137" y="68025"/>
                </a:cubicBezTo>
                <a:cubicBezTo>
                  <a:pt x="379861" y="75922"/>
                  <a:pt x="383723" y="86484"/>
                  <a:pt x="383723" y="99711"/>
                </a:cubicBezTo>
                <a:lnTo>
                  <a:pt x="309642" y="99711"/>
                </a:lnTo>
                <a:moveTo>
                  <a:pt x="309642" y="92923"/>
                </a:moveTo>
                <a:lnTo>
                  <a:pt x="359263" y="92923"/>
                </a:lnTo>
                <a:cubicBezTo>
                  <a:pt x="358873" y="86057"/>
                  <a:pt x="358054" y="81220"/>
                  <a:pt x="356805" y="78411"/>
                </a:cubicBezTo>
                <a:cubicBezTo>
                  <a:pt x="354855" y="74042"/>
                  <a:pt x="351949" y="70609"/>
                  <a:pt x="348086" y="68113"/>
                </a:cubicBezTo>
                <a:cubicBezTo>
                  <a:pt x="344224" y="65616"/>
                  <a:pt x="340187" y="64368"/>
                  <a:pt x="335974" y="64368"/>
                </a:cubicBezTo>
                <a:cubicBezTo>
                  <a:pt x="329498" y="64368"/>
                  <a:pt x="323705" y="66884"/>
                  <a:pt x="318594" y="71916"/>
                </a:cubicBezTo>
                <a:cubicBezTo>
                  <a:pt x="313484" y="76948"/>
                  <a:pt x="310500" y="83951"/>
                  <a:pt x="309642" y="92923"/>
                </a:cubicBezTo>
                <a:close/>
                <a:moveTo>
                  <a:pt x="611769" y="166419"/>
                </a:moveTo>
                <a:lnTo>
                  <a:pt x="569403" y="166419"/>
                </a:lnTo>
                <a:lnTo>
                  <a:pt x="515686" y="91987"/>
                </a:lnTo>
                <a:cubicBezTo>
                  <a:pt x="511707" y="92143"/>
                  <a:pt x="508469" y="92221"/>
                  <a:pt x="505972" y="92221"/>
                </a:cubicBezTo>
                <a:cubicBezTo>
                  <a:pt x="504958" y="92221"/>
                  <a:pt x="503865" y="92202"/>
                  <a:pt x="502695" y="92163"/>
                </a:cubicBezTo>
                <a:cubicBezTo>
                  <a:pt x="501525" y="92124"/>
                  <a:pt x="500315" y="92065"/>
                  <a:pt x="499067" y="91987"/>
                </a:cubicBezTo>
                <a:lnTo>
                  <a:pt x="499067" y="138251"/>
                </a:lnTo>
                <a:cubicBezTo>
                  <a:pt x="499067" y="148272"/>
                  <a:pt x="500159" y="154496"/>
                  <a:pt x="502344" y="156922"/>
                </a:cubicBezTo>
                <a:cubicBezTo>
                  <a:pt x="505309" y="160367"/>
                  <a:pt x="509756" y="162089"/>
                  <a:pt x="515686" y="162089"/>
                </a:cubicBezTo>
                <a:lnTo>
                  <a:pt x="521888" y="162089"/>
                </a:lnTo>
                <a:lnTo>
                  <a:pt x="521888" y="166419"/>
                </a:lnTo>
                <a:lnTo>
                  <a:pt x="453893" y="166419"/>
                </a:lnTo>
                <a:lnTo>
                  <a:pt x="453893" y="162089"/>
                </a:lnTo>
                <a:lnTo>
                  <a:pt x="459861" y="162089"/>
                </a:lnTo>
                <a:cubicBezTo>
                  <a:pt x="466571" y="162089"/>
                  <a:pt x="471370" y="159905"/>
                  <a:pt x="474256" y="155535"/>
                </a:cubicBezTo>
                <a:cubicBezTo>
                  <a:pt x="475895" y="153117"/>
                  <a:pt x="476714" y="147382"/>
                  <a:pt x="476714" y="138332"/>
                </a:cubicBezTo>
                <a:lnTo>
                  <a:pt x="476714" y="35812"/>
                </a:lnTo>
                <a:cubicBezTo>
                  <a:pt x="476714" y="25825"/>
                  <a:pt x="475622" y="19622"/>
                  <a:pt x="473437" y="17204"/>
                </a:cubicBezTo>
                <a:cubicBezTo>
                  <a:pt x="470394" y="13771"/>
                  <a:pt x="465869" y="12054"/>
                  <a:pt x="459861" y="12054"/>
                </a:cubicBezTo>
                <a:lnTo>
                  <a:pt x="453893" y="12054"/>
                </a:lnTo>
                <a:lnTo>
                  <a:pt x="453893" y="7724"/>
                </a:lnTo>
                <a:lnTo>
                  <a:pt x="511707" y="7724"/>
                </a:lnTo>
                <a:cubicBezTo>
                  <a:pt x="528559" y="7724"/>
                  <a:pt x="540984" y="8949"/>
                  <a:pt x="548981" y="11400"/>
                </a:cubicBezTo>
                <a:cubicBezTo>
                  <a:pt x="556978" y="13850"/>
                  <a:pt x="563766" y="18363"/>
                  <a:pt x="569345" y="24939"/>
                </a:cubicBezTo>
                <a:cubicBezTo>
                  <a:pt x="574923" y="31512"/>
                  <a:pt x="577713" y="39350"/>
                  <a:pt x="577713" y="48451"/>
                </a:cubicBezTo>
                <a:cubicBezTo>
                  <a:pt x="577713" y="58175"/>
                  <a:pt x="574533" y="66616"/>
                  <a:pt x="568174" y="73774"/>
                </a:cubicBezTo>
                <a:cubicBezTo>
                  <a:pt x="561816" y="80930"/>
                  <a:pt x="551966" y="85987"/>
                  <a:pt x="538624" y="88944"/>
                </a:cubicBezTo>
                <a:lnTo>
                  <a:pt x="571393" y="134616"/>
                </a:lnTo>
                <a:cubicBezTo>
                  <a:pt x="578883" y="145105"/>
                  <a:pt x="585320" y="152072"/>
                  <a:pt x="590703" y="155517"/>
                </a:cubicBezTo>
                <a:cubicBezTo>
                  <a:pt x="596087" y="158960"/>
                  <a:pt x="603108" y="161151"/>
                  <a:pt x="611769" y="162089"/>
                </a:cubicBezTo>
                <a:lnTo>
                  <a:pt x="611769" y="166419"/>
                </a:lnTo>
                <a:moveTo>
                  <a:pt x="499067" y="84848"/>
                </a:moveTo>
                <a:cubicBezTo>
                  <a:pt x="500550" y="84848"/>
                  <a:pt x="501837" y="84868"/>
                  <a:pt x="502929" y="84907"/>
                </a:cubicBezTo>
                <a:cubicBezTo>
                  <a:pt x="504021" y="84946"/>
                  <a:pt x="504919" y="84965"/>
                  <a:pt x="505621" y="84965"/>
                </a:cubicBezTo>
                <a:cubicBezTo>
                  <a:pt x="520757" y="84965"/>
                  <a:pt x="532168" y="81688"/>
                  <a:pt x="539853" y="75134"/>
                </a:cubicBezTo>
                <a:cubicBezTo>
                  <a:pt x="547538" y="68581"/>
                  <a:pt x="551380" y="60232"/>
                  <a:pt x="551380" y="50090"/>
                </a:cubicBezTo>
                <a:cubicBezTo>
                  <a:pt x="551380" y="40181"/>
                  <a:pt x="548279" y="32125"/>
                  <a:pt x="542076" y="25923"/>
                </a:cubicBezTo>
                <a:cubicBezTo>
                  <a:pt x="535874" y="19720"/>
                  <a:pt x="527662" y="16619"/>
                  <a:pt x="517441" y="16619"/>
                </a:cubicBezTo>
                <a:cubicBezTo>
                  <a:pt x="512916" y="16619"/>
                  <a:pt x="506791" y="17360"/>
                  <a:pt x="499067" y="18842"/>
                </a:cubicBezTo>
                <a:lnTo>
                  <a:pt x="499067" y="84848"/>
                </a:lnTo>
                <a:close/>
                <a:moveTo>
                  <a:pt x="635680" y="99711"/>
                </a:moveTo>
                <a:cubicBezTo>
                  <a:pt x="635602" y="115591"/>
                  <a:pt x="639464" y="128046"/>
                  <a:pt x="647266" y="137077"/>
                </a:cubicBezTo>
                <a:cubicBezTo>
                  <a:pt x="655069" y="146106"/>
                  <a:pt x="664236" y="150620"/>
                  <a:pt x="674769" y="150620"/>
                </a:cubicBezTo>
                <a:cubicBezTo>
                  <a:pt x="681791" y="150620"/>
                  <a:pt x="687896" y="148689"/>
                  <a:pt x="693084" y="144827"/>
                </a:cubicBezTo>
                <a:cubicBezTo>
                  <a:pt x="698273" y="140965"/>
                  <a:pt x="702623" y="134353"/>
                  <a:pt x="706133" y="124990"/>
                </a:cubicBezTo>
                <a:lnTo>
                  <a:pt x="709761" y="127331"/>
                </a:lnTo>
                <a:cubicBezTo>
                  <a:pt x="708123" y="138020"/>
                  <a:pt x="703364" y="147753"/>
                  <a:pt x="695484" y="156530"/>
                </a:cubicBezTo>
                <a:cubicBezTo>
                  <a:pt x="687603" y="165308"/>
                  <a:pt x="677734" y="169696"/>
                  <a:pt x="665874" y="169696"/>
                </a:cubicBezTo>
                <a:cubicBezTo>
                  <a:pt x="653001" y="169696"/>
                  <a:pt x="641980" y="164694"/>
                  <a:pt x="632813" y="154691"/>
                </a:cubicBezTo>
                <a:cubicBezTo>
                  <a:pt x="623645" y="144684"/>
                  <a:pt x="619062" y="131233"/>
                  <a:pt x="619062" y="114337"/>
                </a:cubicBezTo>
                <a:cubicBezTo>
                  <a:pt x="619062" y="96041"/>
                  <a:pt x="623763" y="81774"/>
                  <a:pt x="633164" y="71536"/>
                </a:cubicBezTo>
                <a:cubicBezTo>
                  <a:pt x="642566" y="61295"/>
                  <a:pt x="654366" y="56175"/>
                  <a:pt x="668566" y="56175"/>
                </a:cubicBezTo>
                <a:cubicBezTo>
                  <a:pt x="680582" y="56175"/>
                  <a:pt x="690451" y="60125"/>
                  <a:pt x="698175" y="68025"/>
                </a:cubicBezTo>
                <a:cubicBezTo>
                  <a:pt x="705899" y="75922"/>
                  <a:pt x="709761" y="86484"/>
                  <a:pt x="709761" y="99711"/>
                </a:cubicBezTo>
                <a:lnTo>
                  <a:pt x="635680" y="99711"/>
                </a:lnTo>
                <a:moveTo>
                  <a:pt x="635680" y="92923"/>
                </a:moveTo>
                <a:lnTo>
                  <a:pt x="685302" y="92923"/>
                </a:lnTo>
                <a:cubicBezTo>
                  <a:pt x="684912" y="86057"/>
                  <a:pt x="684092" y="81220"/>
                  <a:pt x="682844" y="78411"/>
                </a:cubicBezTo>
                <a:cubicBezTo>
                  <a:pt x="680894" y="74042"/>
                  <a:pt x="677987" y="70609"/>
                  <a:pt x="674125" y="68113"/>
                </a:cubicBezTo>
                <a:cubicBezTo>
                  <a:pt x="670263" y="65616"/>
                  <a:pt x="666226" y="64368"/>
                  <a:pt x="662012" y="64368"/>
                </a:cubicBezTo>
                <a:cubicBezTo>
                  <a:pt x="655537" y="64368"/>
                  <a:pt x="649744" y="66884"/>
                  <a:pt x="644633" y="71916"/>
                </a:cubicBezTo>
                <a:cubicBezTo>
                  <a:pt x="639523" y="76948"/>
                  <a:pt x="636538" y="83951"/>
                  <a:pt x="635680" y="92923"/>
                </a:cubicBezTo>
                <a:close/>
                <a:moveTo>
                  <a:pt x="765302" y="67410"/>
                </a:moveTo>
                <a:lnTo>
                  <a:pt x="765302" y="137951"/>
                </a:lnTo>
                <a:cubicBezTo>
                  <a:pt x="765302" y="147950"/>
                  <a:pt x="766395" y="154277"/>
                  <a:pt x="768579" y="156932"/>
                </a:cubicBezTo>
                <a:cubicBezTo>
                  <a:pt x="771466" y="160370"/>
                  <a:pt x="775328" y="162089"/>
                  <a:pt x="780165" y="162089"/>
                </a:cubicBezTo>
                <a:lnTo>
                  <a:pt x="789879" y="162089"/>
                </a:lnTo>
                <a:lnTo>
                  <a:pt x="789879" y="166419"/>
                </a:lnTo>
                <a:lnTo>
                  <a:pt x="725863" y="166419"/>
                </a:lnTo>
                <a:lnTo>
                  <a:pt x="725863" y="162089"/>
                </a:lnTo>
                <a:lnTo>
                  <a:pt x="730661" y="162089"/>
                </a:lnTo>
                <a:cubicBezTo>
                  <a:pt x="733782" y="162089"/>
                  <a:pt x="736629" y="161308"/>
                  <a:pt x="739204" y="159745"/>
                </a:cubicBezTo>
                <a:cubicBezTo>
                  <a:pt x="741779" y="158182"/>
                  <a:pt x="743554" y="156073"/>
                  <a:pt x="744529" y="153418"/>
                </a:cubicBezTo>
                <a:cubicBezTo>
                  <a:pt x="745504" y="150763"/>
                  <a:pt x="745992" y="145607"/>
                  <a:pt x="745992" y="137951"/>
                </a:cubicBezTo>
                <a:lnTo>
                  <a:pt x="745992" y="67410"/>
                </a:lnTo>
                <a:lnTo>
                  <a:pt x="725160" y="67410"/>
                </a:lnTo>
                <a:lnTo>
                  <a:pt x="725160" y="59218"/>
                </a:lnTo>
                <a:lnTo>
                  <a:pt x="745992" y="59218"/>
                </a:lnTo>
                <a:lnTo>
                  <a:pt x="745992" y="52167"/>
                </a:lnTo>
                <a:cubicBezTo>
                  <a:pt x="745992" y="41437"/>
                  <a:pt x="747708" y="32351"/>
                  <a:pt x="751141" y="24910"/>
                </a:cubicBezTo>
                <a:cubicBezTo>
                  <a:pt x="754574" y="17468"/>
                  <a:pt x="759821" y="11457"/>
                  <a:pt x="766882" y="6876"/>
                </a:cubicBezTo>
                <a:cubicBezTo>
                  <a:pt x="773943" y="2292"/>
                  <a:pt x="781882" y="0"/>
                  <a:pt x="790698" y="0"/>
                </a:cubicBezTo>
                <a:cubicBezTo>
                  <a:pt x="798890" y="0"/>
                  <a:pt x="806419" y="2653"/>
                  <a:pt x="813285" y="7958"/>
                </a:cubicBezTo>
                <a:cubicBezTo>
                  <a:pt x="817811" y="11469"/>
                  <a:pt x="820073" y="15409"/>
                  <a:pt x="820073" y="19778"/>
                </a:cubicBezTo>
                <a:cubicBezTo>
                  <a:pt x="820073" y="22119"/>
                  <a:pt x="819059" y="24323"/>
                  <a:pt x="817030" y="26391"/>
                </a:cubicBezTo>
                <a:cubicBezTo>
                  <a:pt x="815002" y="28458"/>
                  <a:pt x="812817" y="29492"/>
                  <a:pt x="810477" y="29492"/>
                </a:cubicBezTo>
                <a:cubicBezTo>
                  <a:pt x="808682" y="29492"/>
                  <a:pt x="806790" y="28841"/>
                  <a:pt x="804801" y="27539"/>
                </a:cubicBezTo>
                <a:cubicBezTo>
                  <a:pt x="802811" y="26237"/>
                  <a:pt x="800373" y="23437"/>
                  <a:pt x="797486" y="19138"/>
                </a:cubicBezTo>
                <a:cubicBezTo>
                  <a:pt x="794599" y="14840"/>
                  <a:pt x="791947" y="11941"/>
                  <a:pt x="789528" y="10441"/>
                </a:cubicBezTo>
                <a:cubicBezTo>
                  <a:pt x="787109" y="8942"/>
                  <a:pt x="784417" y="8192"/>
                  <a:pt x="781453" y="8192"/>
                </a:cubicBezTo>
                <a:cubicBezTo>
                  <a:pt x="777864" y="8192"/>
                  <a:pt x="774821" y="9158"/>
                  <a:pt x="772324" y="11089"/>
                </a:cubicBezTo>
                <a:cubicBezTo>
                  <a:pt x="769828" y="13017"/>
                  <a:pt x="768033" y="16009"/>
                  <a:pt x="766941" y="20064"/>
                </a:cubicBezTo>
                <a:cubicBezTo>
                  <a:pt x="765848" y="24118"/>
                  <a:pt x="765302" y="34571"/>
                  <a:pt x="765302" y="51421"/>
                </a:cubicBezTo>
                <a:lnTo>
                  <a:pt x="765302" y="59218"/>
                </a:lnTo>
                <a:lnTo>
                  <a:pt x="792922" y="59218"/>
                </a:lnTo>
                <a:lnTo>
                  <a:pt x="792922" y="67410"/>
                </a:lnTo>
                <a:lnTo>
                  <a:pt x="765302" y="67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erence">
            <a:extLst xmlns:a="http://schemas.openxmlformats.org/drawingml/2006/main">
              <a:ext uri="{FF2B5EF4-FFF2-40B4-BE49-F238E27FC236}">
                <a16:creationId xmlns:a16="http://schemas.microsoft.com/office/drawing/2014/main" id="{D4C8EE92-0C85-4FCA-9E6C-A4E08A6A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3423" y="2478253"/>
            <a:ext cx="607093" cy="113521"/>
          </a:xfrm>
          <a:custGeom xmlns:a="http://schemas.openxmlformats.org/drawingml/2006/main">
            <a:pathLst>
              <a:path w="607093" h="113521">
                <a:moveTo>
                  <a:pt x="16619" y="43536"/>
                </a:moveTo>
                <a:cubicBezTo>
                  <a:pt x="16541" y="59416"/>
                  <a:pt x="20403" y="71871"/>
                  <a:pt x="28205" y="80902"/>
                </a:cubicBezTo>
                <a:cubicBezTo>
                  <a:pt x="36007" y="89930"/>
                  <a:pt x="45174" y="94445"/>
                  <a:pt x="55707" y="94445"/>
                </a:cubicBezTo>
                <a:cubicBezTo>
                  <a:pt x="62729" y="94445"/>
                  <a:pt x="68834" y="92514"/>
                  <a:pt x="74023" y="88652"/>
                </a:cubicBezTo>
                <a:cubicBezTo>
                  <a:pt x="79211" y="84790"/>
                  <a:pt x="83561" y="78177"/>
                  <a:pt x="87072" y="68815"/>
                </a:cubicBezTo>
                <a:lnTo>
                  <a:pt x="90700" y="71155"/>
                </a:lnTo>
                <a:cubicBezTo>
                  <a:pt x="89061" y="81844"/>
                  <a:pt x="84302" y="91577"/>
                  <a:pt x="76422" y="100355"/>
                </a:cubicBezTo>
                <a:cubicBezTo>
                  <a:pt x="68542" y="109132"/>
                  <a:pt x="58672" y="113521"/>
                  <a:pt x="46813" y="113521"/>
                </a:cubicBezTo>
                <a:cubicBezTo>
                  <a:pt x="33939" y="113521"/>
                  <a:pt x="22919" y="108519"/>
                  <a:pt x="13751" y="98515"/>
                </a:cubicBezTo>
                <a:cubicBezTo>
                  <a:pt x="4584" y="88509"/>
                  <a:pt x="0" y="75058"/>
                  <a:pt x="0" y="58161"/>
                </a:cubicBezTo>
                <a:cubicBezTo>
                  <a:pt x="0" y="39865"/>
                  <a:pt x="4701" y="25598"/>
                  <a:pt x="14102" y="15360"/>
                </a:cubicBezTo>
                <a:cubicBezTo>
                  <a:pt x="23504" y="5120"/>
                  <a:pt x="35305" y="0"/>
                  <a:pt x="49505" y="0"/>
                </a:cubicBezTo>
                <a:cubicBezTo>
                  <a:pt x="61520" y="0"/>
                  <a:pt x="71389" y="3950"/>
                  <a:pt x="79114" y="11849"/>
                </a:cubicBezTo>
                <a:cubicBezTo>
                  <a:pt x="86838" y="19747"/>
                  <a:pt x="90700" y="30309"/>
                  <a:pt x="90700" y="43536"/>
                </a:cubicBezTo>
                <a:lnTo>
                  <a:pt x="16619" y="43536"/>
                </a:lnTo>
                <a:moveTo>
                  <a:pt x="16619" y="36748"/>
                </a:moveTo>
                <a:lnTo>
                  <a:pt x="66240" y="36748"/>
                </a:lnTo>
                <a:cubicBezTo>
                  <a:pt x="65850" y="29882"/>
                  <a:pt x="65031" y="25045"/>
                  <a:pt x="63782" y="22236"/>
                </a:cubicBezTo>
                <a:cubicBezTo>
                  <a:pt x="61832" y="17867"/>
                  <a:pt x="58926" y="14434"/>
                  <a:pt x="55064" y="11937"/>
                </a:cubicBezTo>
                <a:cubicBezTo>
                  <a:pt x="51201" y="9441"/>
                  <a:pt x="47164" y="8192"/>
                  <a:pt x="42951" y="8192"/>
                </a:cubicBezTo>
                <a:cubicBezTo>
                  <a:pt x="36475" y="8192"/>
                  <a:pt x="30682" y="10708"/>
                  <a:pt x="25571" y="15741"/>
                </a:cubicBezTo>
                <a:cubicBezTo>
                  <a:pt x="20461" y="20773"/>
                  <a:pt x="17477" y="27776"/>
                  <a:pt x="16619" y="36748"/>
                </a:cubicBezTo>
                <a:close/>
                <a:moveTo>
                  <a:pt x="135707" y="0"/>
                </a:moveTo>
                <a:lnTo>
                  <a:pt x="135707" y="24109"/>
                </a:lnTo>
                <a:cubicBezTo>
                  <a:pt x="144680" y="8036"/>
                  <a:pt x="153886" y="0"/>
                  <a:pt x="163327" y="0"/>
                </a:cubicBezTo>
                <a:cubicBezTo>
                  <a:pt x="167618" y="0"/>
                  <a:pt x="171168" y="1307"/>
                  <a:pt x="173977" y="3921"/>
                </a:cubicBezTo>
                <a:cubicBezTo>
                  <a:pt x="176785" y="6534"/>
                  <a:pt x="178190" y="9558"/>
                  <a:pt x="178190" y="12991"/>
                </a:cubicBezTo>
                <a:cubicBezTo>
                  <a:pt x="178190" y="16033"/>
                  <a:pt x="177175" y="18608"/>
                  <a:pt x="175147" y="20715"/>
                </a:cubicBezTo>
                <a:cubicBezTo>
                  <a:pt x="173118" y="22821"/>
                  <a:pt x="170700" y="23875"/>
                  <a:pt x="167891" y="23875"/>
                </a:cubicBezTo>
                <a:cubicBezTo>
                  <a:pt x="165160" y="23875"/>
                  <a:pt x="162098" y="22529"/>
                  <a:pt x="158704" y="19837"/>
                </a:cubicBezTo>
                <a:cubicBezTo>
                  <a:pt x="155310" y="17145"/>
                  <a:pt x="152794" y="15799"/>
                  <a:pt x="151155" y="15799"/>
                </a:cubicBezTo>
                <a:cubicBezTo>
                  <a:pt x="149751" y="15799"/>
                  <a:pt x="148230" y="16577"/>
                  <a:pt x="146591" y="18133"/>
                </a:cubicBezTo>
                <a:cubicBezTo>
                  <a:pt x="143080" y="21324"/>
                  <a:pt x="139452" y="26577"/>
                  <a:pt x="135707" y="33892"/>
                </a:cubicBezTo>
                <a:lnTo>
                  <a:pt x="135707" y="85137"/>
                </a:lnTo>
                <a:cubicBezTo>
                  <a:pt x="135707" y="91050"/>
                  <a:pt x="136448" y="95524"/>
                  <a:pt x="137931" y="98559"/>
                </a:cubicBezTo>
                <a:cubicBezTo>
                  <a:pt x="138945" y="100661"/>
                  <a:pt x="140739" y="102413"/>
                  <a:pt x="143314" y="103815"/>
                </a:cubicBezTo>
                <a:cubicBezTo>
                  <a:pt x="145889" y="105214"/>
                  <a:pt x="149595" y="105914"/>
                  <a:pt x="154432" y="105914"/>
                </a:cubicBezTo>
                <a:lnTo>
                  <a:pt x="154432" y="110244"/>
                </a:lnTo>
                <a:lnTo>
                  <a:pt x="99544" y="110244"/>
                </a:lnTo>
                <a:lnTo>
                  <a:pt x="99544" y="105914"/>
                </a:lnTo>
                <a:cubicBezTo>
                  <a:pt x="105006" y="105914"/>
                  <a:pt x="109063" y="105058"/>
                  <a:pt x="111716" y="103346"/>
                </a:cubicBezTo>
                <a:cubicBezTo>
                  <a:pt x="113666" y="102101"/>
                  <a:pt x="115031" y="100115"/>
                  <a:pt x="115812" y="97389"/>
                </a:cubicBezTo>
                <a:cubicBezTo>
                  <a:pt x="116202" y="96065"/>
                  <a:pt x="116397" y="92289"/>
                  <a:pt x="116397" y="86062"/>
                </a:cubicBezTo>
                <a:lnTo>
                  <a:pt x="116397" y="44607"/>
                </a:lnTo>
                <a:cubicBezTo>
                  <a:pt x="116397" y="32151"/>
                  <a:pt x="116143" y="24736"/>
                  <a:pt x="115636" y="22364"/>
                </a:cubicBezTo>
                <a:cubicBezTo>
                  <a:pt x="115129" y="19989"/>
                  <a:pt x="114193" y="18257"/>
                  <a:pt x="112827" y="17167"/>
                </a:cubicBezTo>
                <a:cubicBezTo>
                  <a:pt x="111462" y="16077"/>
                  <a:pt x="109765" y="15532"/>
                  <a:pt x="107736" y="15532"/>
                </a:cubicBezTo>
                <a:cubicBezTo>
                  <a:pt x="105318" y="15532"/>
                  <a:pt x="102587" y="16116"/>
                  <a:pt x="99544" y="17284"/>
                </a:cubicBezTo>
                <a:lnTo>
                  <a:pt x="98374" y="13078"/>
                </a:lnTo>
                <a:lnTo>
                  <a:pt x="130792" y="0"/>
                </a:lnTo>
                <a:lnTo>
                  <a:pt x="135707" y="0"/>
                </a:lnTo>
                <a:close/>
                <a:moveTo>
                  <a:pt x="201676" y="43536"/>
                </a:moveTo>
                <a:cubicBezTo>
                  <a:pt x="201598" y="59416"/>
                  <a:pt x="205460" y="71871"/>
                  <a:pt x="213262" y="80902"/>
                </a:cubicBezTo>
                <a:cubicBezTo>
                  <a:pt x="221065" y="89930"/>
                  <a:pt x="230232" y="94445"/>
                  <a:pt x="240765" y="94445"/>
                </a:cubicBezTo>
                <a:cubicBezTo>
                  <a:pt x="247787" y="94445"/>
                  <a:pt x="253892" y="92514"/>
                  <a:pt x="259080" y="88652"/>
                </a:cubicBezTo>
                <a:cubicBezTo>
                  <a:pt x="264269" y="84790"/>
                  <a:pt x="268618" y="78177"/>
                  <a:pt x="272129" y="68815"/>
                </a:cubicBezTo>
                <a:lnTo>
                  <a:pt x="275757" y="71155"/>
                </a:lnTo>
                <a:cubicBezTo>
                  <a:pt x="274119" y="81844"/>
                  <a:pt x="269360" y="91577"/>
                  <a:pt x="261480" y="100355"/>
                </a:cubicBezTo>
                <a:cubicBezTo>
                  <a:pt x="253599" y="109132"/>
                  <a:pt x="243730" y="113521"/>
                  <a:pt x="231870" y="113521"/>
                </a:cubicBezTo>
                <a:cubicBezTo>
                  <a:pt x="218997" y="113521"/>
                  <a:pt x="207976" y="108519"/>
                  <a:pt x="198809" y="98515"/>
                </a:cubicBezTo>
                <a:cubicBezTo>
                  <a:pt x="189641" y="88509"/>
                  <a:pt x="185058" y="75058"/>
                  <a:pt x="185058" y="58161"/>
                </a:cubicBezTo>
                <a:cubicBezTo>
                  <a:pt x="185058" y="39865"/>
                  <a:pt x="189758" y="25598"/>
                  <a:pt x="199160" y="15360"/>
                </a:cubicBezTo>
                <a:cubicBezTo>
                  <a:pt x="208562" y="5120"/>
                  <a:pt x="220362" y="0"/>
                  <a:pt x="234562" y="0"/>
                </a:cubicBezTo>
                <a:cubicBezTo>
                  <a:pt x="246577" y="0"/>
                  <a:pt x="256447" y="3950"/>
                  <a:pt x="264171" y="11849"/>
                </a:cubicBezTo>
                <a:cubicBezTo>
                  <a:pt x="271895" y="19747"/>
                  <a:pt x="275757" y="30309"/>
                  <a:pt x="275757" y="43536"/>
                </a:cubicBezTo>
                <a:lnTo>
                  <a:pt x="201676" y="43536"/>
                </a:lnTo>
                <a:moveTo>
                  <a:pt x="201676" y="36748"/>
                </a:moveTo>
                <a:lnTo>
                  <a:pt x="251298" y="36748"/>
                </a:lnTo>
                <a:cubicBezTo>
                  <a:pt x="250908" y="29882"/>
                  <a:pt x="250088" y="25045"/>
                  <a:pt x="248840" y="22236"/>
                </a:cubicBezTo>
                <a:cubicBezTo>
                  <a:pt x="246890" y="17867"/>
                  <a:pt x="243983" y="14434"/>
                  <a:pt x="240121" y="11937"/>
                </a:cubicBezTo>
                <a:cubicBezTo>
                  <a:pt x="236259" y="9441"/>
                  <a:pt x="232222" y="8192"/>
                  <a:pt x="228008" y="8192"/>
                </a:cubicBezTo>
                <a:cubicBezTo>
                  <a:pt x="221533" y="8192"/>
                  <a:pt x="215740" y="10708"/>
                  <a:pt x="210629" y="15741"/>
                </a:cubicBezTo>
                <a:cubicBezTo>
                  <a:pt x="205519" y="20773"/>
                  <a:pt x="202534" y="27776"/>
                  <a:pt x="201676" y="36748"/>
                </a:cubicBezTo>
                <a:close/>
                <a:moveTo>
                  <a:pt x="320648" y="22704"/>
                </a:moveTo>
                <a:cubicBezTo>
                  <a:pt x="333210" y="7568"/>
                  <a:pt x="345186" y="0"/>
                  <a:pt x="356577" y="0"/>
                </a:cubicBezTo>
                <a:cubicBezTo>
                  <a:pt x="362429" y="0"/>
                  <a:pt x="367461" y="1460"/>
                  <a:pt x="371674" y="4381"/>
                </a:cubicBezTo>
                <a:cubicBezTo>
                  <a:pt x="375887" y="7300"/>
                  <a:pt x="379242" y="12107"/>
                  <a:pt x="381739" y="18802"/>
                </a:cubicBezTo>
                <a:cubicBezTo>
                  <a:pt x="383455" y="23471"/>
                  <a:pt x="384314" y="30633"/>
                  <a:pt x="384314" y="40288"/>
                </a:cubicBezTo>
                <a:lnTo>
                  <a:pt x="384314" y="85945"/>
                </a:lnTo>
                <a:cubicBezTo>
                  <a:pt x="384314" y="92719"/>
                  <a:pt x="384860" y="97312"/>
                  <a:pt x="385952" y="99726"/>
                </a:cubicBezTo>
                <a:cubicBezTo>
                  <a:pt x="386810" y="101671"/>
                  <a:pt x="388195" y="103189"/>
                  <a:pt x="390107" y="104279"/>
                </a:cubicBezTo>
                <a:cubicBezTo>
                  <a:pt x="392018" y="105369"/>
                  <a:pt x="395549" y="105914"/>
                  <a:pt x="400698" y="105914"/>
                </a:cubicBezTo>
                <a:lnTo>
                  <a:pt x="400698" y="110244"/>
                </a:lnTo>
                <a:lnTo>
                  <a:pt x="347683" y="110244"/>
                </a:lnTo>
                <a:lnTo>
                  <a:pt x="347683" y="105914"/>
                </a:lnTo>
                <a:lnTo>
                  <a:pt x="349906" y="105914"/>
                </a:lnTo>
                <a:cubicBezTo>
                  <a:pt x="354900" y="105914"/>
                  <a:pt x="358391" y="105157"/>
                  <a:pt x="360381" y="103643"/>
                </a:cubicBezTo>
                <a:cubicBezTo>
                  <a:pt x="362370" y="102129"/>
                  <a:pt x="363755" y="99898"/>
                  <a:pt x="364535" y="96950"/>
                </a:cubicBezTo>
                <a:cubicBezTo>
                  <a:pt x="364847" y="95785"/>
                  <a:pt x="365003" y="92136"/>
                  <a:pt x="365003" y="86004"/>
                </a:cubicBezTo>
                <a:lnTo>
                  <a:pt x="365003" y="42340"/>
                </a:lnTo>
                <a:cubicBezTo>
                  <a:pt x="365003" y="32639"/>
                  <a:pt x="363736" y="25595"/>
                  <a:pt x="361200" y="21208"/>
                </a:cubicBezTo>
                <a:cubicBezTo>
                  <a:pt x="358664" y="16822"/>
                  <a:pt x="354393" y="14629"/>
                  <a:pt x="348385" y="14629"/>
                </a:cubicBezTo>
                <a:cubicBezTo>
                  <a:pt x="339100" y="14629"/>
                  <a:pt x="329855" y="19675"/>
                  <a:pt x="320648" y="29766"/>
                </a:cubicBezTo>
                <a:lnTo>
                  <a:pt x="320648" y="86004"/>
                </a:lnTo>
                <a:cubicBezTo>
                  <a:pt x="320648" y="93223"/>
                  <a:pt x="321077" y="97686"/>
                  <a:pt x="321936" y="99393"/>
                </a:cubicBezTo>
                <a:cubicBezTo>
                  <a:pt x="323028" y="101643"/>
                  <a:pt x="324530" y="103293"/>
                  <a:pt x="326441" y="104341"/>
                </a:cubicBezTo>
                <a:cubicBezTo>
                  <a:pt x="328353" y="105390"/>
                  <a:pt x="332235" y="105914"/>
                  <a:pt x="338086" y="105914"/>
                </a:cubicBezTo>
                <a:lnTo>
                  <a:pt x="338086" y="110244"/>
                </a:lnTo>
                <a:lnTo>
                  <a:pt x="285071" y="110244"/>
                </a:lnTo>
                <a:lnTo>
                  <a:pt x="285071" y="105914"/>
                </a:lnTo>
                <a:lnTo>
                  <a:pt x="287411" y="105914"/>
                </a:lnTo>
                <a:cubicBezTo>
                  <a:pt x="292873" y="105914"/>
                  <a:pt x="296559" y="104533"/>
                  <a:pt x="298471" y="101770"/>
                </a:cubicBezTo>
                <a:cubicBezTo>
                  <a:pt x="300382" y="99005"/>
                  <a:pt x="301338" y="93730"/>
                  <a:pt x="301338" y="85945"/>
                </a:cubicBezTo>
                <a:lnTo>
                  <a:pt x="301338" y="46242"/>
                </a:lnTo>
                <a:cubicBezTo>
                  <a:pt x="301338" y="33398"/>
                  <a:pt x="301045" y="25575"/>
                  <a:pt x="300460" y="22774"/>
                </a:cubicBezTo>
                <a:cubicBezTo>
                  <a:pt x="299875" y="19970"/>
                  <a:pt x="298978" y="18062"/>
                  <a:pt x="297769" y="17050"/>
                </a:cubicBezTo>
                <a:cubicBezTo>
                  <a:pt x="296559" y="16038"/>
                  <a:pt x="294940" y="15532"/>
                  <a:pt x="292912" y="15532"/>
                </a:cubicBezTo>
                <a:cubicBezTo>
                  <a:pt x="290727" y="15532"/>
                  <a:pt x="288113" y="16116"/>
                  <a:pt x="285071" y="17284"/>
                </a:cubicBezTo>
                <a:lnTo>
                  <a:pt x="283315" y="13078"/>
                </a:lnTo>
                <a:lnTo>
                  <a:pt x="315616" y="0"/>
                </a:lnTo>
                <a:lnTo>
                  <a:pt x="320648" y="0"/>
                </a:lnTo>
                <a:lnTo>
                  <a:pt x="320648" y="22704"/>
                </a:lnTo>
                <a:close/>
                <a:moveTo>
                  <a:pt x="500293" y="69517"/>
                </a:moveTo>
                <a:cubicBezTo>
                  <a:pt x="497406" y="83639"/>
                  <a:pt x="491749" y="94503"/>
                  <a:pt x="483323" y="102110"/>
                </a:cubicBezTo>
                <a:cubicBezTo>
                  <a:pt x="474897" y="109717"/>
                  <a:pt x="465573" y="113521"/>
                  <a:pt x="455352" y="113521"/>
                </a:cubicBezTo>
                <a:cubicBezTo>
                  <a:pt x="443181" y="113521"/>
                  <a:pt x="432570" y="108417"/>
                  <a:pt x="423520" y="98208"/>
                </a:cubicBezTo>
                <a:cubicBezTo>
                  <a:pt x="414469" y="87997"/>
                  <a:pt x="409944" y="74201"/>
                  <a:pt x="409944" y="56819"/>
                </a:cubicBezTo>
                <a:cubicBezTo>
                  <a:pt x="409944" y="39983"/>
                  <a:pt x="414957" y="26305"/>
                  <a:pt x="424983" y="15785"/>
                </a:cubicBezTo>
                <a:cubicBezTo>
                  <a:pt x="435008" y="5262"/>
                  <a:pt x="447043" y="0"/>
                  <a:pt x="461087" y="0"/>
                </a:cubicBezTo>
                <a:cubicBezTo>
                  <a:pt x="471620" y="0"/>
                  <a:pt x="480280" y="2781"/>
                  <a:pt x="487068" y="8342"/>
                </a:cubicBezTo>
                <a:cubicBezTo>
                  <a:pt x="493856" y="13901"/>
                  <a:pt x="497250" y="19675"/>
                  <a:pt x="497250" y="25663"/>
                </a:cubicBezTo>
                <a:cubicBezTo>
                  <a:pt x="497250" y="28618"/>
                  <a:pt x="496294" y="31010"/>
                  <a:pt x="494383" y="32838"/>
                </a:cubicBezTo>
                <a:cubicBezTo>
                  <a:pt x="492471" y="34665"/>
                  <a:pt x="489799" y="35578"/>
                  <a:pt x="486366" y="35578"/>
                </a:cubicBezTo>
                <a:cubicBezTo>
                  <a:pt x="481763" y="35578"/>
                  <a:pt x="478291" y="34095"/>
                  <a:pt x="475950" y="31130"/>
                </a:cubicBezTo>
                <a:cubicBezTo>
                  <a:pt x="474624" y="29492"/>
                  <a:pt x="473746" y="26371"/>
                  <a:pt x="473317" y="21768"/>
                </a:cubicBezTo>
                <a:cubicBezTo>
                  <a:pt x="472888" y="17165"/>
                  <a:pt x="471308" y="13654"/>
                  <a:pt x="468577" y="11235"/>
                </a:cubicBezTo>
                <a:cubicBezTo>
                  <a:pt x="465846" y="8894"/>
                  <a:pt x="462062" y="7724"/>
                  <a:pt x="457225" y="7724"/>
                </a:cubicBezTo>
                <a:cubicBezTo>
                  <a:pt x="449423" y="7724"/>
                  <a:pt x="443142" y="10611"/>
                  <a:pt x="438383" y="16384"/>
                </a:cubicBezTo>
                <a:cubicBezTo>
                  <a:pt x="432063" y="24031"/>
                  <a:pt x="428903" y="34134"/>
                  <a:pt x="428903" y="46696"/>
                </a:cubicBezTo>
                <a:cubicBezTo>
                  <a:pt x="428903" y="59491"/>
                  <a:pt x="432044" y="70785"/>
                  <a:pt x="438324" y="80576"/>
                </a:cubicBezTo>
                <a:cubicBezTo>
                  <a:pt x="444605" y="90368"/>
                  <a:pt x="453090" y="95264"/>
                  <a:pt x="463779" y="95264"/>
                </a:cubicBezTo>
                <a:cubicBezTo>
                  <a:pt x="471425" y="95264"/>
                  <a:pt x="478291" y="92650"/>
                  <a:pt x="484376" y="87423"/>
                </a:cubicBezTo>
                <a:cubicBezTo>
                  <a:pt x="488667" y="83834"/>
                  <a:pt x="492842" y="77319"/>
                  <a:pt x="496899" y="67879"/>
                </a:cubicBezTo>
                <a:lnTo>
                  <a:pt x="500293" y="69517"/>
                </a:lnTo>
                <a:close/>
                <a:moveTo>
                  <a:pt x="533012" y="43536"/>
                </a:moveTo>
                <a:cubicBezTo>
                  <a:pt x="532934" y="59416"/>
                  <a:pt x="536796" y="71871"/>
                  <a:pt x="544598" y="80902"/>
                </a:cubicBezTo>
                <a:cubicBezTo>
                  <a:pt x="552400" y="89930"/>
                  <a:pt x="561567" y="94445"/>
                  <a:pt x="572100" y="94445"/>
                </a:cubicBezTo>
                <a:cubicBezTo>
                  <a:pt x="579122" y="94445"/>
                  <a:pt x="585227" y="92514"/>
                  <a:pt x="590416" y="88652"/>
                </a:cubicBezTo>
                <a:cubicBezTo>
                  <a:pt x="595604" y="84790"/>
                  <a:pt x="599954" y="78177"/>
                  <a:pt x="603465" y="68815"/>
                </a:cubicBezTo>
                <a:lnTo>
                  <a:pt x="607093" y="71155"/>
                </a:lnTo>
                <a:cubicBezTo>
                  <a:pt x="605454" y="81844"/>
                  <a:pt x="600695" y="91577"/>
                  <a:pt x="592815" y="100355"/>
                </a:cubicBezTo>
                <a:cubicBezTo>
                  <a:pt x="584935" y="109132"/>
                  <a:pt x="575065" y="113521"/>
                  <a:pt x="563206" y="113521"/>
                </a:cubicBezTo>
                <a:cubicBezTo>
                  <a:pt x="550332" y="113521"/>
                  <a:pt x="539312" y="108519"/>
                  <a:pt x="530144" y="98515"/>
                </a:cubicBezTo>
                <a:cubicBezTo>
                  <a:pt x="520977" y="88509"/>
                  <a:pt x="516393" y="75058"/>
                  <a:pt x="516393" y="58161"/>
                </a:cubicBezTo>
                <a:cubicBezTo>
                  <a:pt x="516393" y="39865"/>
                  <a:pt x="521094" y="25598"/>
                  <a:pt x="530495" y="15360"/>
                </a:cubicBezTo>
                <a:cubicBezTo>
                  <a:pt x="539897" y="5120"/>
                  <a:pt x="551698" y="0"/>
                  <a:pt x="565898" y="0"/>
                </a:cubicBezTo>
                <a:cubicBezTo>
                  <a:pt x="577913" y="0"/>
                  <a:pt x="587783" y="3950"/>
                  <a:pt x="595507" y="11849"/>
                </a:cubicBezTo>
                <a:cubicBezTo>
                  <a:pt x="603231" y="19747"/>
                  <a:pt x="607093" y="30309"/>
                  <a:pt x="607093" y="43536"/>
                </a:cubicBezTo>
                <a:lnTo>
                  <a:pt x="533012" y="43536"/>
                </a:lnTo>
                <a:moveTo>
                  <a:pt x="533012" y="36748"/>
                </a:moveTo>
                <a:lnTo>
                  <a:pt x="582633" y="36748"/>
                </a:lnTo>
                <a:cubicBezTo>
                  <a:pt x="582243" y="29882"/>
                  <a:pt x="581424" y="25045"/>
                  <a:pt x="580176" y="22236"/>
                </a:cubicBezTo>
                <a:cubicBezTo>
                  <a:pt x="578225" y="17867"/>
                  <a:pt x="575319" y="14434"/>
                  <a:pt x="571457" y="11937"/>
                </a:cubicBezTo>
                <a:cubicBezTo>
                  <a:pt x="567595" y="9441"/>
                  <a:pt x="563557" y="8192"/>
                  <a:pt x="559344" y="8192"/>
                </a:cubicBezTo>
                <a:cubicBezTo>
                  <a:pt x="552868" y="8192"/>
                  <a:pt x="547075" y="10708"/>
                  <a:pt x="541965" y="15741"/>
                </a:cubicBezTo>
                <a:cubicBezTo>
                  <a:pt x="536854" y="20773"/>
                  <a:pt x="533870" y="27776"/>
                  <a:pt x="533012" y="367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Property">
            <a:extLst xmlns:a="http://schemas.openxmlformats.org/drawingml/2006/main">
              <a:ext uri="{FF2B5EF4-FFF2-40B4-BE49-F238E27FC236}">
                <a16:creationId xmlns:a16="http://schemas.microsoft.com/office/drawing/2014/main" id="{EB5059E6-1A1D-4052-8DA7-680F632C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304" y="2724187"/>
            <a:ext cx="819408" cy="210423"/>
          </a:xfrm>
          <a:custGeom xmlns:a="http://schemas.openxmlformats.org/drawingml/2006/main">
            <a:pathLst>
              <a:path w="819408" h="210423">
                <a:moveTo>
                  <a:pt x="45174" y="84263"/>
                </a:moveTo>
                <a:lnTo>
                  <a:pt x="45174" y="130567"/>
                </a:lnTo>
                <a:cubicBezTo>
                  <a:pt x="45174" y="140571"/>
                  <a:pt x="46267" y="146785"/>
                  <a:pt x="48451" y="149208"/>
                </a:cubicBezTo>
                <a:cubicBezTo>
                  <a:pt x="51416" y="152646"/>
                  <a:pt x="55902" y="154365"/>
                  <a:pt x="61910" y="154365"/>
                </a:cubicBezTo>
                <a:lnTo>
                  <a:pt x="67996" y="154365"/>
                </a:lnTo>
                <a:lnTo>
                  <a:pt x="67996" y="158695"/>
                </a:lnTo>
                <a:lnTo>
                  <a:pt x="0" y="158695"/>
                </a:lnTo>
                <a:lnTo>
                  <a:pt x="0" y="154365"/>
                </a:lnTo>
                <a:lnTo>
                  <a:pt x="5969" y="154365"/>
                </a:lnTo>
                <a:cubicBezTo>
                  <a:pt x="12678" y="154365"/>
                  <a:pt x="17477" y="152181"/>
                  <a:pt x="20364" y="147811"/>
                </a:cubicBezTo>
                <a:cubicBezTo>
                  <a:pt x="21924" y="145393"/>
                  <a:pt x="22704" y="139658"/>
                  <a:pt x="22704" y="130608"/>
                </a:cubicBezTo>
                <a:lnTo>
                  <a:pt x="22704" y="28088"/>
                </a:lnTo>
                <a:cubicBezTo>
                  <a:pt x="22704" y="18101"/>
                  <a:pt x="21651" y="11898"/>
                  <a:pt x="19544" y="9480"/>
                </a:cubicBezTo>
                <a:cubicBezTo>
                  <a:pt x="16501" y="6047"/>
                  <a:pt x="11976" y="4330"/>
                  <a:pt x="5969" y="4330"/>
                </a:cubicBezTo>
                <a:lnTo>
                  <a:pt x="0" y="4330"/>
                </a:lnTo>
                <a:lnTo>
                  <a:pt x="0" y="0"/>
                </a:lnTo>
                <a:lnTo>
                  <a:pt x="58165" y="0"/>
                </a:lnTo>
                <a:cubicBezTo>
                  <a:pt x="72365" y="0"/>
                  <a:pt x="83561" y="1462"/>
                  <a:pt x="91753" y="4385"/>
                </a:cubicBezTo>
                <a:cubicBezTo>
                  <a:pt x="99945" y="7306"/>
                  <a:pt x="106850" y="12234"/>
                  <a:pt x="112468" y="19168"/>
                </a:cubicBezTo>
                <a:cubicBezTo>
                  <a:pt x="118085" y="26102"/>
                  <a:pt x="120894" y="34322"/>
                  <a:pt x="120894" y="43828"/>
                </a:cubicBezTo>
                <a:cubicBezTo>
                  <a:pt x="120894" y="56763"/>
                  <a:pt x="116622" y="67282"/>
                  <a:pt x="108079" y="75387"/>
                </a:cubicBezTo>
                <a:cubicBezTo>
                  <a:pt x="99536" y="83489"/>
                  <a:pt x="87462" y="87540"/>
                  <a:pt x="71858" y="87540"/>
                </a:cubicBezTo>
                <a:cubicBezTo>
                  <a:pt x="68035" y="87540"/>
                  <a:pt x="63899" y="87267"/>
                  <a:pt x="59452" y="86721"/>
                </a:cubicBezTo>
                <a:cubicBezTo>
                  <a:pt x="55005" y="86175"/>
                  <a:pt x="50246" y="85355"/>
                  <a:pt x="45174" y="84263"/>
                </a:cubicBezTo>
                <a:moveTo>
                  <a:pt x="45174" y="77475"/>
                </a:moveTo>
                <a:cubicBezTo>
                  <a:pt x="49309" y="78255"/>
                  <a:pt x="52976" y="78841"/>
                  <a:pt x="56175" y="79231"/>
                </a:cubicBezTo>
                <a:cubicBezTo>
                  <a:pt x="59374" y="79621"/>
                  <a:pt x="62105" y="79816"/>
                  <a:pt x="64368" y="79816"/>
                </a:cubicBezTo>
                <a:cubicBezTo>
                  <a:pt x="72482" y="79816"/>
                  <a:pt x="79484" y="76675"/>
                  <a:pt x="85375" y="70395"/>
                </a:cubicBezTo>
                <a:cubicBezTo>
                  <a:pt x="91265" y="64114"/>
                  <a:pt x="94211" y="55980"/>
                  <a:pt x="94211" y="45994"/>
                </a:cubicBezTo>
                <a:cubicBezTo>
                  <a:pt x="94211" y="39128"/>
                  <a:pt x="92806" y="32749"/>
                  <a:pt x="89998" y="26859"/>
                </a:cubicBezTo>
                <a:cubicBezTo>
                  <a:pt x="87189" y="20968"/>
                  <a:pt x="83210" y="16560"/>
                  <a:pt x="78060" y="13634"/>
                </a:cubicBezTo>
                <a:cubicBezTo>
                  <a:pt x="72911" y="10708"/>
                  <a:pt x="67059" y="9246"/>
                  <a:pt x="60506" y="9246"/>
                </a:cubicBezTo>
                <a:cubicBezTo>
                  <a:pt x="56526" y="9246"/>
                  <a:pt x="51416" y="9987"/>
                  <a:pt x="45174" y="11469"/>
                </a:cubicBezTo>
                <a:lnTo>
                  <a:pt x="45174" y="77475"/>
                </a:lnTo>
                <a:close/>
                <a:moveTo>
                  <a:pt x="168809" y="48451"/>
                </a:moveTo>
                <a:lnTo>
                  <a:pt x="168809" y="72560"/>
                </a:lnTo>
                <a:cubicBezTo>
                  <a:pt x="177782" y="56487"/>
                  <a:pt x="186988" y="48451"/>
                  <a:pt x="196429" y="48451"/>
                </a:cubicBezTo>
                <a:cubicBezTo>
                  <a:pt x="200720" y="48451"/>
                  <a:pt x="204270" y="49758"/>
                  <a:pt x="207079" y="52372"/>
                </a:cubicBezTo>
                <a:cubicBezTo>
                  <a:pt x="209888" y="54985"/>
                  <a:pt x="211292" y="58009"/>
                  <a:pt x="211292" y="61442"/>
                </a:cubicBezTo>
                <a:cubicBezTo>
                  <a:pt x="211292" y="64485"/>
                  <a:pt x="210278" y="67059"/>
                  <a:pt x="208249" y="69166"/>
                </a:cubicBezTo>
                <a:cubicBezTo>
                  <a:pt x="206221" y="71272"/>
                  <a:pt x="203802" y="72326"/>
                  <a:pt x="200993" y="72326"/>
                </a:cubicBezTo>
                <a:cubicBezTo>
                  <a:pt x="198262" y="72326"/>
                  <a:pt x="195200" y="70980"/>
                  <a:pt x="191806" y="68288"/>
                </a:cubicBezTo>
                <a:cubicBezTo>
                  <a:pt x="188412" y="65596"/>
                  <a:pt x="185896" y="64251"/>
                  <a:pt x="184258" y="64251"/>
                </a:cubicBezTo>
                <a:cubicBezTo>
                  <a:pt x="182853" y="64251"/>
                  <a:pt x="181332" y="65028"/>
                  <a:pt x="179693" y="66584"/>
                </a:cubicBezTo>
                <a:cubicBezTo>
                  <a:pt x="176182" y="69775"/>
                  <a:pt x="172554" y="75028"/>
                  <a:pt x="168809" y="82343"/>
                </a:cubicBezTo>
                <a:lnTo>
                  <a:pt x="168809" y="133588"/>
                </a:lnTo>
                <a:cubicBezTo>
                  <a:pt x="168809" y="139501"/>
                  <a:pt x="169551" y="143975"/>
                  <a:pt x="171033" y="147010"/>
                </a:cubicBezTo>
                <a:cubicBezTo>
                  <a:pt x="172047" y="149112"/>
                  <a:pt x="173842" y="150864"/>
                  <a:pt x="176416" y="152266"/>
                </a:cubicBezTo>
                <a:cubicBezTo>
                  <a:pt x="178991" y="153665"/>
                  <a:pt x="182697" y="154365"/>
                  <a:pt x="187534" y="154365"/>
                </a:cubicBezTo>
                <a:lnTo>
                  <a:pt x="187534" y="158695"/>
                </a:lnTo>
                <a:lnTo>
                  <a:pt x="132647" y="158695"/>
                </a:lnTo>
                <a:lnTo>
                  <a:pt x="132647" y="154365"/>
                </a:lnTo>
                <a:cubicBezTo>
                  <a:pt x="138108" y="154365"/>
                  <a:pt x="142165" y="153509"/>
                  <a:pt x="144818" y="151798"/>
                </a:cubicBezTo>
                <a:cubicBezTo>
                  <a:pt x="146768" y="150552"/>
                  <a:pt x="148134" y="148566"/>
                  <a:pt x="148914" y="145840"/>
                </a:cubicBezTo>
                <a:cubicBezTo>
                  <a:pt x="149304" y="144516"/>
                  <a:pt x="149499" y="140741"/>
                  <a:pt x="149499" y="134514"/>
                </a:cubicBezTo>
                <a:lnTo>
                  <a:pt x="149499" y="93059"/>
                </a:lnTo>
                <a:cubicBezTo>
                  <a:pt x="149499" y="80602"/>
                  <a:pt x="149246" y="73188"/>
                  <a:pt x="148738" y="70815"/>
                </a:cubicBezTo>
                <a:cubicBezTo>
                  <a:pt x="148231" y="68441"/>
                  <a:pt x="147295" y="66708"/>
                  <a:pt x="145930" y="65618"/>
                </a:cubicBezTo>
                <a:cubicBezTo>
                  <a:pt x="144564" y="64528"/>
                  <a:pt x="142867" y="63984"/>
                  <a:pt x="140839" y="63984"/>
                </a:cubicBezTo>
                <a:cubicBezTo>
                  <a:pt x="138420" y="63984"/>
                  <a:pt x="135689" y="64567"/>
                  <a:pt x="132647" y="65735"/>
                </a:cubicBezTo>
                <a:lnTo>
                  <a:pt x="131476" y="61530"/>
                </a:lnTo>
                <a:lnTo>
                  <a:pt x="163894" y="48451"/>
                </a:lnTo>
                <a:lnTo>
                  <a:pt x="168809" y="48451"/>
                </a:lnTo>
                <a:close/>
                <a:moveTo>
                  <a:pt x="269186" y="48451"/>
                </a:moveTo>
                <a:cubicBezTo>
                  <a:pt x="285414" y="48451"/>
                  <a:pt x="298444" y="54609"/>
                  <a:pt x="308275" y="66924"/>
                </a:cubicBezTo>
                <a:cubicBezTo>
                  <a:pt x="316623" y="77445"/>
                  <a:pt x="320797" y="89526"/>
                  <a:pt x="320797" y="103167"/>
                </a:cubicBezTo>
                <a:cubicBezTo>
                  <a:pt x="320797" y="112754"/>
                  <a:pt x="318495" y="122458"/>
                  <a:pt x="313892" y="132279"/>
                </a:cubicBezTo>
                <a:cubicBezTo>
                  <a:pt x="309289" y="142097"/>
                  <a:pt x="302950" y="149501"/>
                  <a:pt x="294874" y="154489"/>
                </a:cubicBezTo>
                <a:cubicBezTo>
                  <a:pt x="286799" y="159478"/>
                  <a:pt x="277807" y="161972"/>
                  <a:pt x="267899" y="161972"/>
                </a:cubicBezTo>
                <a:cubicBezTo>
                  <a:pt x="251748" y="161972"/>
                  <a:pt x="238914" y="155542"/>
                  <a:pt x="229395" y="142680"/>
                </a:cubicBezTo>
                <a:cubicBezTo>
                  <a:pt x="221359" y="131847"/>
                  <a:pt x="217341" y="119690"/>
                  <a:pt x="217341" y="106206"/>
                </a:cubicBezTo>
                <a:cubicBezTo>
                  <a:pt x="217341" y="96386"/>
                  <a:pt x="219779" y="86623"/>
                  <a:pt x="224655" y="76919"/>
                </a:cubicBezTo>
                <a:cubicBezTo>
                  <a:pt x="229532" y="67215"/>
                  <a:pt x="235949" y="60045"/>
                  <a:pt x="243907" y="55407"/>
                </a:cubicBezTo>
                <a:cubicBezTo>
                  <a:pt x="251865" y="50770"/>
                  <a:pt x="260291" y="48451"/>
                  <a:pt x="269186" y="48451"/>
                </a:cubicBezTo>
                <a:moveTo>
                  <a:pt x="265558" y="56175"/>
                </a:moveTo>
                <a:cubicBezTo>
                  <a:pt x="261423" y="56175"/>
                  <a:pt x="257268" y="57403"/>
                  <a:pt x="253094" y="59858"/>
                </a:cubicBezTo>
                <a:cubicBezTo>
                  <a:pt x="248920" y="62313"/>
                  <a:pt x="245545" y="66619"/>
                  <a:pt x="242971" y="72776"/>
                </a:cubicBezTo>
                <a:cubicBezTo>
                  <a:pt x="240396" y="78932"/>
                  <a:pt x="239109" y="86841"/>
                  <a:pt x="239109" y="96504"/>
                </a:cubicBezTo>
                <a:cubicBezTo>
                  <a:pt x="239109" y="112089"/>
                  <a:pt x="242210" y="125531"/>
                  <a:pt x="248413" y="136832"/>
                </a:cubicBezTo>
                <a:cubicBezTo>
                  <a:pt x="254615" y="148131"/>
                  <a:pt x="262788" y="153780"/>
                  <a:pt x="272931" y="153780"/>
                </a:cubicBezTo>
                <a:cubicBezTo>
                  <a:pt x="280499" y="153780"/>
                  <a:pt x="286741" y="150663"/>
                  <a:pt x="291656" y="144428"/>
                </a:cubicBezTo>
                <a:cubicBezTo>
                  <a:pt x="296571" y="138194"/>
                  <a:pt x="299029" y="127479"/>
                  <a:pt x="299029" y="112285"/>
                </a:cubicBezTo>
                <a:cubicBezTo>
                  <a:pt x="299029" y="93270"/>
                  <a:pt x="294933" y="78307"/>
                  <a:pt x="286741" y="67396"/>
                </a:cubicBezTo>
                <a:cubicBezTo>
                  <a:pt x="281201" y="59915"/>
                  <a:pt x="274140" y="56175"/>
                  <a:pt x="265558" y="56175"/>
                </a:cubicBezTo>
                <a:close/>
                <a:moveTo>
                  <a:pt x="328872" y="62038"/>
                </a:moveTo>
                <a:lnTo>
                  <a:pt x="361875" y="48685"/>
                </a:lnTo>
                <a:lnTo>
                  <a:pt x="366322" y="48685"/>
                </a:lnTo>
                <a:lnTo>
                  <a:pt x="366322" y="73730"/>
                </a:lnTo>
                <a:cubicBezTo>
                  <a:pt x="371862" y="64290"/>
                  <a:pt x="377421" y="57716"/>
                  <a:pt x="382999" y="54010"/>
                </a:cubicBezTo>
                <a:cubicBezTo>
                  <a:pt x="388578" y="50304"/>
                  <a:pt x="394449" y="48451"/>
                  <a:pt x="400612" y="48451"/>
                </a:cubicBezTo>
                <a:cubicBezTo>
                  <a:pt x="411379" y="48451"/>
                  <a:pt x="420352" y="52659"/>
                  <a:pt x="427530" y="61076"/>
                </a:cubicBezTo>
                <a:cubicBezTo>
                  <a:pt x="436346" y="71365"/>
                  <a:pt x="440754" y="84771"/>
                  <a:pt x="440754" y="101295"/>
                </a:cubicBezTo>
                <a:cubicBezTo>
                  <a:pt x="440754" y="119766"/>
                  <a:pt x="435449" y="135043"/>
                  <a:pt x="424838" y="147124"/>
                </a:cubicBezTo>
                <a:cubicBezTo>
                  <a:pt x="416100" y="157023"/>
                  <a:pt x="405099" y="161972"/>
                  <a:pt x="391835" y="161972"/>
                </a:cubicBezTo>
                <a:cubicBezTo>
                  <a:pt x="386062" y="161972"/>
                  <a:pt x="381068" y="161153"/>
                  <a:pt x="376855" y="159515"/>
                </a:cubicBezTo>
                <a:cubicBezTo>
                  <a:pt x="373734" y="158344"/>
                  <a:pt x="370223" y="156004"/>
                  <a:pt x="366322" y="152493"/>
                </a:cubicBezTo>
                <a:lnTo>
                  <a:pt x="366322" y="185144"/>
                </a:lnTo>
                <a:cubicBezTo>
                  <a:pt x="366322" y="192478"/>
                  <a:pt x="366771" y="197140"/>
                  <a:pt x="367668" y="199130"/>
                </a:cubicBezTo>
                <a:cubicBezTo>
                  <a:pt x="368565" y="201119"/>
                  <a:pt x="370126" y="202699"/>
                  <a:pt x="372349" y="203870"/>
                </a:cubicBezTo>
                <a:cubicBezTo>
                  <a:pt x="374573" y="205040"/>
                  <a:pt x="378610" y="205625"/>
                  <a:pt x="384462" y="205625"/>
                </a:cubicBezTo>
                <a:lnTo>
                  <a:pt x="384462" y="209955"/>
                </a:lnTo>
                <a:lnTo>
                  <a:pt x="328287" y="209955"/>
                </a:lnTo>
                <a:lnTo>
                  <a:pt x="328287" y="205625"/>
                </a:lnTo>
                <a:lnTo>
                  <a:pt x="331213" y="205625"/>
                </a:lnTo>
                <a:cubicBezTo>
                  <a:pt x="335504" y="205703"/>
                  <a:pt x="339171" y="204883"/>
                  <a:pt x="342214" y="203164"/>
                </a:cubicBezTo>
                <a:cubicBezTo>
                  <a:pt x="343696" y="202306"/>
                  <a:pt x="344847" y="200919"/>
                  <a:pt x="345666" y="199005"/>
                </a:cubicBezTo>
                <a:cubicBezTo>
                  <a:pt x="346485" y="197094"/>
                  <a:pt x="346895" y="192235"/>
                  <a:pt x="346895" y="184428"/>
                </a:cubicBezTo>
                <a:lnTo>
                  <a:pt x="346895" y="83001"/>
                </a:lnTo>
                <a:cubicBezTo>
                  <a:pt x="346895" y="76052"/>
                  <a:pt x="346583" y="71642"/>
                  <a:pt x="345959" y="69769"/>
                </a:cubicBezTo>
                <a:cubicBezTo>
                  <a:pt x="345334" y="67894"/>
                  <a:pt x="344340" y="66489"/>
                  <a:pt x="342974" y="65553"/>
                </a:cubicBezTo>
                <a:cubicBezTo>
                  <a:pt x="341609" y="64614"/>
                  <a:pt x="339756" y="64144"/>
                  <a:pt x="337415" y="64144"/>
                </a:cubicBezTo>
                <a:cubicBezTo>
                  <a:pt x="335543" y="64144"/>
                  <a:pt x="333163" y="64691"/>
                  <a:pt x="330276" y="65783"/>
                </a:cubicBezTo>
                <a:lnTo>
                  <a:pt x="328872" y="62038"/>
                </a:lnTo>
                <a:moveTo>
                  <a:pt x="366322" y="80847"/>
                </a:moveTo>
                <a:lnTo>
                  <a:pt x="366322" y="120821"/>
                </a:lnTo>
                <a:cubicBezTo>
                  <a:pt x="366322" y="129471"/>
                  <a:pt x="366673" y="135160"/>
                  <a:pt x="367375" y="137886"/>
                </a:cubicBezTo>
                <a:cubicBezTo>
                  <a:pt x="368468" y="142406"/>
                  <a:pt x="371140" y="146380"/>
                  <a:pt x="375392" y="149808"/>
                </a:cubicBezTo>
                <a:cubicBezTo>
                  <a:pt x="379644" y="153236"/>
                  <a:pt x="385008" y="154950"/>
                  <a:pt x="391484" y="154950"/>
                </a:cubicBezTo>
                <a:cubicBezTo>
                  <a:pt x="399286" y="154950"/>
                  <a:pt x="405606" y="151911"/>
                  <a:pt x="410443" y="145833"/>
                </a:cubicBezTo>
                <a:cubicBezTo>
                  <a:pt x="416763" y="137887"/>
                  <a:pt x="419923" y="126705"/>
                  <a:pt x="419923" y="112288"/>
                </a:cubicBezTo>
                <a:cubicBezTo>
                  <a:pt x="419923" y="95926"/>
                  <a:pt x="416334" y="83343"/>
                  <a:pt x="409156" y="74538"/>
                </a:cubicBezTo>
                <a:cubicBezTo>
                  <a:pt x="404162" y="68460"/>
                  <a:pt x="398233" y="65421"/>
                  <a:pt x="391367" y="65421"/>
                </a:cubicBezTo>
                <a:cubicBezTo>
                  <a:pt x="387622" y="65421"/>
                  <a:pt x="383916" y="66356"/>
                  <a:pt x="380249" y="68226"/>
                </a:cubicBezTo>
                <a:cubicBezTo>
                  <a:pt x="377440" y="69628"/>
                  <a:pt x="372798" y="73835"/>
                  <a:pt x="366322" y="80847"/>
                </a:cubicBezTo>
                <a:close/>
                <a:moveTo>
                  <a:pt x="474459" y="91987"/>
                </a:moveTo>
                <a:cubicBezTo>
                  <a:pt x="474381" y="107867"/>
                  <a:pt x="478243" y="120322"/>
                  <a:pt x="486045" y="129353"/>
                </a:cubicBezTo>
                <a:cubicBezTo>
                  <a:pt x="493848" y="138382"/>
                  <a:pt x="503015" y="142896"/>
                  <a:pt x="513548" y="142896"/>
                </a:cubicBezTo>
                <a:cubicBezTo>
                  <a:pt x="520570" y="142896"/>
                  <a:pt x="526675" y="140965"/>
                  <a:pt x="531863" y="137103"/>
                </a:cubicBezTo>
                <a:cubicBezTo>
                  <a:pt x="537052" y="133241"/>
                  <a:pt x="541402" y="126629"/>
                  <a:pt x="544913" y="117266"/>
                </a:cubicBezTo>
                <a:lnTo>
                  <a:pt x="548541" y="119607"/>
                </a:lnTo>
                <a:cubicBezTo>
                  <a:pt x="546902" y="130296"/>
                  <a:pt x="542143" y="140029"/>
                  <a:pt x="534263" y="148806"/>
                </a:cubicBezTo>
                <a:cubicBezTo>
                  <a:pt x="526383" y="157583"/>
                  <a:pt x="516513" y="161972"/>
                  <a:pt x="504654" y="161972"/>
                </a:cubicBezTo>
                <a:cubicBezTo>
                  <a:pt x="491780" y="161972"/>
                  <a:pt x="480760" y="156970"/>
                  <a:pt x="471592" y="146966"/>
                </a:cubicBezTo>
                <a:cubicBezTo>
                  <a:pt x="462425" y="136960"/>
                  <a:pt x="457841" y="123509"/>
                  <a:pt x="457841" y="106612"/>
                </a:cubicBezTo>
                <a:cubicBezTo>
                  <a:pt x="457841" y="88316"/>
                  <a:pt x="462542" y="74050"/>
                  <a:pt x="471943" y="63812"/>
                </a:cubicBezTo>
                <a:cubicBezTo>
                  <a:pt x="481345" y="53571"/>
                  <a:pt x="493145" y="48451"/>
                  <a:pt x="507345" y="48451"/>
                </a:cubicBezTo>
                <a:cubicBezTo>
                  <a:pt x="519361" y="48451"/>
                  <a:pt x="529230" y="52401"/>
                  <a:pt x="536954" y="60301"/>
                </a:cubicBezTo>
                <a:cubicBezTo>
                  <a:pt x="544678" y="68198"/>
                  <a:pt x="548541" y="78760"/>
                  <a:pt x="548541" y="91987"/>
                </a:cubicBezTo>
                <a:lnTo>
                  <a:pt x="474459" y="91987"/>
                </a:lnTo>
                <a:moveTo>
                  <a:pt x="474459" y="85199"/>
                </a:moveTo>
                <a:lnTo>
                  <a:pt x="524081" y="85199"/>
                </a:lnTo>
                <a:cubicBezTo>
                  <a:pt x="523691" y="78333"/>
                  <a:pt x="522872" y="73496"/>
                  <a:pt x="521623" y="70687"/>
                </a:cubicBezTo>
                <a:cubicBezTo>
                  <a:pt x="519673" y="66318"/>
                  <a:pt x="516766" y="62885"/>
                  <a:pt x="512904" y="60388"/>
                </a:cubicBezTo>
                <a:cubicBezTo>
                  <a:pt x="509042" y="57892"/>
                  <a:pt x="505005" y="56643"/>
                  <a:pt x="500792" y="56643"/>
                </a:cubicBezTo>
                <a:cubicBezTo>
                  <a:pt x="494316" y="56643"/>
                  <a:pt x="488523" y="59160"/>
                  <a:pt x="483412" y="64192"/>
                </a:cubicBezTo>
                <a:cubicBezTo>
                  <a:pt x="478302" y="69224"/>
                  <a:pt x="475318" y="76227"/>
                  <a:pt x="474459" y="85199"/>
                </a:cubicBezTo>
                <a:close/>
                <a:moveTo>
                  <a:pt x="593548" y="48451"/>
                </a:moveTo>
                <a:lnTo>
                  <a:pt x="593548" y="72560"/>
                </a:lnTo>
                <a:cubicBezTo>
                  <a:pt x="602521" y="56487"/>
                  <a:pt x="611727" y="48451"/>
                  <a:pt x="621168" y="48451"/>
                </a:cubicBezTo>
                <a:cubicBezTo>
                  <a:pt x="625459" y="48451"/>
                  <a:pt x="629009" y="49758"/>
                  <a:pt x="631818" y="52372"/>
                </a:cubicBezTo>
                <a:cubicBezTo>
                  <a:pt x="634627" y="54985"/>
                  <a:pt x="636031" y="58009"/>
                  <a:pt x="636031" y="61442"/>
                </a:cubicBezTo>
                <a:cubicBezTo>
                  <a:pt x="636031" y="64485"/>
                  <a:pt x="635017" y="67059"/>
                  <a:pt x="632988" y="69166"/>
                </a:cubicBezTo>
                <a:cubicBezTo>
                  <a:pt x="630960" y="71272"/>
                  <a:pt x="628541" y="72326"/>
                  <a:pt x="625732" y="72326"/>
                </a:cubicBezTo>
                <a:cubicBezTo>
                  <a:pt x="623002" y="72326"/>
                  <a:pt x="619939" y="70980"/>
                  <a:pt x="616545" y="68288"/>
                </a:cubicBezTo>
                <a:cubicBezTo>
                  <a:pt x="613151" y="65596"/>
                  <a:pt x="610635" y="64251"/>
                  <a:pt x="608997" y="64251"/>
                </a:cubicBezTo>
                <a:cubicBezTo>
                  <a:pt x="607592" y="64251"/>
                  <a:pt x="606071" y="65028"/>
                  <a:pt x="604432" y="66584"/>
                </a:cubicBezTo>
                <a:cubicBezTo>
                  <a:pt x="600921" y="69775"/>
                  <a:pt x="597294" y="75028"/>
                  <a:pt x="593548" y="82343"/>
                </a:cubicBezTo>
                <a:lnTo>
                  <a:pt x="593548" y="133588"/>
                </a:lnTo>
                <a:cubicBezTo>
                  <a:pt x="593548" y="139501"/>
                  <a:pt x="594290" y="143975"/>
                  <a:pt x="595772" y="147010"/>
                </a:cubicBezTo>
                <a:cubicBezTo>
                  <a:pt x="596786" y="149112"/>
                  <a:pt x="598581" y="150864"/>
                  <a:pt x="601156" y="152266"/>
                </a:cubicBezTo>
                <a:cubicBezTo>
                  <a:pt x="603730" y="153665"/>
                  <a:pt x="607436" y="154365"/>
                  <a:pt x="612274" y="154365"/>
                </a:cubicBezTo>
                <a:lnTo>
                  <a:pt x="612274" y="158695"/>
                </a:lnTo>
                <a:lnTo>
                  <a:pt x="557386" y="158695"/>
                </a:lnTo>
                <a:lnTo>
                  <a:pt x="557386" y="154365"/>
                </a:lnTo>
                <a:cubicBezTo>
                  <a:pt x="562847" y="154365"/>
                  <a:pt x="566904" y="153509"/>
                  <a:pt x="569557" y="151798"/>
                </a:cubicBezTo>
                <a:cubicBezTo>
                  <a:pt x="571507" y="150552"/>
                  <a:pt x="572873" y="148566"/>
                  <a:pt x="573653" y="145840"/>
                </a:cubicBezTo>
                <a:cubicBezTo>
                  <a:pt x="574043" y="144516"/>
                  <a:pt x="574238" y="140741"/>
                  <a:pt x="574238" y="134514"/>
                </a:cubicBezTo>
                <a:lnTo>
                  <a:pt x="574238" y="93059"/>
                </a:lnTo>
                <a:cubicBezTo>
                  <a:pt x="574238" y="80602"/>
                  <a:pt x="573985" y="73188"/>
                  <a:pt x="573478" y="70815"/>
                </a:cubicBezTo>
                <a:cubicBezTo>
                  <a:pt x="572970" y="68441"/>
                  <a:pt x="572034" y="66708"/>
                  <a:pt x="570669" y="65618"/>
                </a:cubicBezTo>
                <a:cubicBezTo>
                  <a:pt x="569303" y="64528"/>
                  <a:pt x="567606" y="63984"/>
                  <a:pt x="565578" y="63984"/>
                </a:cubicBezTo>
                <a:cubicBezTo>
                  <a:pt x="563159" y="63984"/>
                  <a:pt x="560428" y="64567"/>
                  <a:pt x="557386" y="65735"/>
                </a:cubicBezTo>
                <a:lnTo>
                  <a:pt x="556215" y="61530"/>
                </a:lnTo>
                <a:lnTo>
                  <a:pt x="588633" y="48451"/>
                </a:lnTo>
                <a:lnTo>
                  <a:pt x="593548" y="48451"/>
                </a:lnTo>
                <a:close/>
                <a:moveTo>
                  <a:pt x="672625" y="16150"/>
                </a:moveTo>
                <a:lnTo>
                  <a:pt x="672625" y="51494"/>
                </a:lnTo>
                <a:lnTo>
                  <a:pt x="697670" y="51494"/>
                </a:lnTo>
                <a:lnTo>
                  <a:pt x="697670" y="59686"/>
                </a:lnTo>
                <a:lnTo>
                  <a:pt x="672625" y="59686"/>
                </a:lnTo>
                <a:lnTo>
                  <a:pt x="672625" y="129108"/>
                </a:lnTo>
                <a:cubicBezTo>
                  <a:pt x="672625" y="136045"/>
                  <a:pt x="673620" y="140721"/>
                  <a:pt x="675609" y="143137"/>
                </a:cubicBezTo>
                <a:cubicBezTo>
                  <a:pt x="677599" y="145551"/>
                  <a:pt x="680154" y="146758"/>
                  <a:pt x="683275" y="146758"/>
                </a:cubicBezTo>
                <a:cubicBezTo>
                  <a:pt x="685850" y="146758"/>
                  <a:pt x="688346" y="145958"/>
                  <a:pt x="690765" y="144359"/>
                </a:cubicBezTo>
                <a:cubicBezTo>
                  <a:pt x="693184" y="142759"/>
                  <a:pt x="695056" y="140399"/>
                  <a:pt x="696383" y="137278"/>
                </a:cubicBezTo>
                <a:lnTo>
                  <a:pt x="700947" y="137278"/>
                </a:lnTo>
                <a:cubicBezTo>
                  <a:pt x="698216" y="144946"/>
                  <a:pt x="694354" y="150746"/>
                  <a:pt x="689361" y="154676"/>
                </a:cubicBezTo>
                <a:cubicBezTo>
                  <a:pt x="684367" y="158604"/>
                  <a:pt x="679218" y="160568"/>
                  <a:pt x="673913" y="160568"/>
                </a:cubicBezTo>
                <a:cubicBezTo>
                  <a:pt x="670324" y="160568"/>
                  <a:pt x="666813" y="159572"/>
                  <a:pt x="663380" y="157580"/>
                </a:cubicBezTo>
                <a:cubicBezTo>
                  <a:pt x="659947" y="155588"/>
                  <a:pt x="657411" y="152738"/>
                  <a:pt x="655773" y="149029"/>
                </a:cubicBezTo>
                <a:cubicBezTo>
                  <a:pt x="654134" y="145318"/>
                  <a:pt x="653315" y="139596"/>
                  <a:pt x="653315" y="131862"/>
                </a:cubicBezTo>
                <a:lnTo>
                  <a:pt x="653315" y="59686"/>
                </a:lnTo>
                <a:lnTo>
                  <a:pt x="636345" y="59686"/>
                </a:lnTo>
                <a:lnTo>
                  <a:pt x="636345" y="55824"/>
                </a:lnTo>
                <a:cubicBezTo>
                  <a:pt x="640636" y="54103"/>
                  <a:pt x="645025" y="51188"/>
                  <a:pt x="649511" y="47080"/>
                </a:cubicBezTo>
                <a:cubicBezTo>
                  <a:pt x="653998" y="42971"/>
                  <a:pt x="657996" y="38100"/>
                  <a:pt x="661507" y="32465"/>
                </a:cubicBezTo>
                <a:cubicBezTo>
                  <a:pt x="663302" y="29493"/>
                  <a:pt x="665798" y="24055"/>
                  <a:pt x="668997" y="16150"/>
                </a:cubicBezTo>
                <a:lnTo>
                  <a:pt x="672625" y="16150"/>
                </a:lnTo>
                <a:close/>
                <a:moveTo>
                  <a:pt x="702376" y="51494"/>
                </a:moveTo>
                <a:lnTo>
                  <a:pt x="752349" y="51494"/>
                </a:lnTo>
                <a:lnTo>
                  <a:pt x="752349" y="55824"/>
                </a:lnTo>
                <a:lnTo>
                  <a:pt x="749891" y="55824"/>
                </a:lnTo>
                <a:cubicBezTo>
                  <a:pt x="746380" y="55824"/>
                  <a:pt x="743747" y="56585"/>
                  <a:pt x="741991" y="58106"/>
                </a:cubicBezTo>
                <a:cubicBezTo>
                  <a:pt x="740236" y="59628"/>
                  <a:pt x="739358" y="61520"/>
                  <a:pt x="739358" y="63782"/>
                </a:cubicBezTo>
                <a:cubicBezTo>
                  <a:pt x="739358" y="66825"/>
                  <a:pt x="740645" y="71038"/>
                  <a:pt x="743220" y="76422"/>
                </a:cubicBezTo>
                <a:lnTo>
                  <a:pt x="769318" y="130491"/>
                </a:lnTo>
                <a:lnTo>
                  <a:pt x="793310" y="71272"/>
                </a:lnTo>
                <a:cubicBezTo>
                  <a:pt x="794636" y="68074"/>
                  <a:pt x="795299" y="64914"/>
                  <a:pt x="795299" y="61793"/>
                </a:cubicBezTo>
                <a:cubicBezTo>
                  <a:pt x="795299" y="60388"/>
                  <a:pt x="795026" y="59335"/>
                  <a:pt x="794480" y="58633"/>
                </a:cubicBezTo>
                <a:cubicBezTo>
                  <a:pt x="793856" y="57775"/>
                  <a:pt x="792881" y="57092"/>
                  <a:pt x="791554" y="56585"/>
                </a:cubicBezTo>
                <a:cubicBezTo>
                  <a:pt x="790228" y="56078"/>
                  <a:pt x="787887" y="55824"/>
                  <a:pt x="784532" y="55824"/>
                </a:cubicBezTo>
                <a:lnTo>
                  <a:pt x="784532" y="51494"/>
                </a:lnTo>
                <a:lnTo>
                  <a:pt x="819408" y="51494"/>
                </a:lnTo>
                <a:lnTo>
                  <a:pt x="819408" y="55824"/>
                </a:lnTo>
                <a:cubicBezTo>
                  <a:pt x="816521" y="56136"/>
                  <a:pt x="814297" y="56760"/>
                  <a:pt x="812737" y="57697"/>
                </a:cubicBezTo>
                <a:cubicBezTo>
                  <a:pt x="811177" y="58633"/>
                  <a:pt x="809460" y="60388"/>
                  <a:pt x="807588" y="62963"/>
                </a:cubicBezTo>
                <a:cubicBezTo>
                  <a:pt x="806885" y="64055"/>
                  <a:pt x="805559" y="67059"/>
                  <a:pt x="803609" y="71975"/>
                </a:cubicBezTo>
                <a:lnTo>
                  <a:pt x="759956" y="178942"/>
                </a:lnTo>
                <a:cubicBezTo>
                  <a:pt x="755743" y="189319"/>
                  <a:pt x="750223" y="197160"/>
                  <a:pt x="743396" y="202465"/>
                </a:cubicBezTo>
                <a:cubicBezTo>
                  <a:pt x="736569" y="207771"/>
                  <a:pt x="729996" y="210423"/>
                  <a:pt x="723676" y="210423"/>
                </a:cubicBezTo>
                <a:cubicBezTo>
                  <a:pt x="719073" y="210423"/>
                  <a:pt x="715288" y="209113"/>
                  <a:pt x="712324" y="206492"/>
                </a:cubicBezTo>
                <a:cubicBezTo>
                  <a:pt x="709359" y="203871"/>
                  <a:pt x="707876" y="200865"/>
                  <a:pt x="707876" y="197473"/>
                </a:cubicBezTo>
                <a:cubicBezTo>
                  <a:pt x="707876" y="194235"/>
                  <a:pt x="708949" y="191624"/>
                  <a:pt x="711095" y="189639"/>
                </a:cubicBezTo>
                <a:cubicBezTo>
                  <a:pt x="713240" y="187657"/>
                  <a:pt x="716186" y="186666"/>
                  <a:pt x="719931" y="186666"/>
                </a:cubicBezTo>
                <a:cubicBezTo>
                  <a:pt x="722505" y="186666"/>
                  <a:pt x="726016" y="187524"/>
                  <a:pt x="730464" y="189241"/>
                </a:cubicBezTo>
                <a:cubicBezTo>
                  <a:pt x="733584" y="190411"/>
                  <a:pt x="735535" y="190996"/>
                  <a:pt x="736315" y="190996"/>
                </a:cubicBezTo>
                <a:cubicBezTo>
                  <a:pt x="738656" y="190996"/>
                  <a:pt x="741211" y="189778"/>
                  <a:pt x="743981" y="187342"/>
                </a:cubicBezTo>
                <a:cubicBezTo>
                  <a:pt x="746751" y="184909"/>
                  <a:pt x="749540" y="180199"/>
                  <a:pt x="752349" y="173211"/>
                </a:cubicBezTo>
                <a:lnTo>
                  <a:pt x="759956" y="154482"/>
                </a:lnTo>
                <a:lnTo>
                  <a:pt x="721452" y="73613"/>
                </a:lnTo>
                <a:cubicBezTo>
                  <a:pt x="720282" y="71194"/>
                  <a:pt x="718409" y="68191"/>
                  <a:pt x="715835" y="64602"/>
                </a:cubicBezTo>
                <a:cubicBezTo>
                  <a:pt x="713884" y="61871"/>
                  <a:pt x="712285" y="60037"/>
                  <a:pt x="711036" y="59101"/>
                </a:cubicBezTo>
                <a:cubicBezTo>
                  <a:pt x="709242" y="57853"/>
                  <a:pt x="706355" y="56760"/>
                  <a:pt x="702376" y="55824"/>
                </a:cubicBezTo>
                <a:lnTo>
                  <a:pt x="702376" y="514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D2D410-406F-480A-A807-23A190A9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550" y="1216091"/>
            <a:ext cx="2167142" cy="2854724"/>
          </a:xfrm>
          <a:custGeom xmlns:a="http://schemas.openxmlformats.org/drawingml/2006/main">
            <a:pathLst>
              <a:path w="2167142" h="2854724" fill="none">
                <a:moveTo>
                  <a:pt x="0" y="0"/>
                </a:moveTo>
                <a:lnTo>
                  <a:pt x="2167142" y="0"/>
                </a:lnTo>
                <a:lnTo>
                  <a:pt x="2167142" y="2854724"/>
                </a:lnTo>
                <a:lnTo>
                  <a:pt x="0" y="285472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099" cap="flat">
            <a:solidFill>
              <a:srgbClr val="000000"/>
            </a:solidFill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4865FB-5FA5-4292-BCF9-4FA33AFB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893" y="3187111"/>
            <a:ext cx="1935718" cy="738071"/>
          </a:xfrm>
          <a:custGeom xmlns:a="http://schemas.openxmlformats.org/drawingml/2006/main">
            <a:pathLst>
              <a:path w="1935718" h="738071">
                <a:moveTo>
                  <a:pt x="0" y="123014"/>
                </a:moveTo>
                <a:cubicBezTo>
                  <a:pt x="0" y="55076"/>
                  <a:pt x="55076" y="0"/>
                  <a:pt x="123014" y="0"/>
                </a:cubicBezTo>
                <a:lnTo>
                  <a:pt x="1812703" y="0"/>
                </a:lnTo>
                <a:cubicBezTo>
                  <a:pt x="1880642" y="0"/>
                  <a:pt x="1935718" y="55076"/>
                  <a:pt x="1935718" y="123014"/>
                </a:cubicBezTo>
                <a:lnTo>
                  <a:pt x="1935718" y="615056"/>
                </a:lnTo>
                <a:cubicBezTo>
                  <a:pt x="1935718" y="682996"/>
                  <a:pt x="1880642" y="738071"/>
                  <a:pt x="1812703" y="738071"/>
                </a:cubicBezTo>
                <a:lnTo>
                  <a:pt x="123014" y="738071"/>
                </a:lnTo>
                <a:cubicBezTo>
                  <a:pt x="55076" y="738071"/>
                  <a:pt x="0" y="682996"/>
                  <a:pt x="0" y="615056"/>
                </a:cubicBezTo>
                <a:lnTo>
                  <a:pt x="0" y="123014"/>
                </a:lnTo>
                <a:close/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E1A0B4-F61F-48CF-8D9D-2072B5C4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893" y="3187111"/>
            <a:ext cx="1935718" cy="738071"/>
          </a:xfrm>
          <a:custGeom xmlns:a="http://schemas.openxmlformats.org/drawingml/2006/main">
            <a:pathLst>
              <a:path w="1935718" h="738071" fill="none">
                <a:moveTo>
                  <a:pt x="0" y="123015"/>
                </a:moveTo>
                <a:cubicBezTo>
                  <a:pt x="0" y="55076"/>
                  <a:pt x="55076" y="0"/>
                  <a:pt x="123015" y="0"/>
                </a:cubicBezTo>
                <a:lnTo>
                  <a:pt x="1812703" y="0"/>
                </a:lnTo>
                <a:cubicBezTo>
                  <a:pt x="1880642" y="0"/>
                  <a:pt x="1935718" y="55076"/>
                  <a:pt x="1935718" y="123015"/>
                </a:cubicBezTo>
                <a:lnTo>
                  <a:pt x="1935718" y="615056"/>
                </a:lnTo>
                <a:cubicBezTo>
                  <a:pt x="1935718" y="682995"/>
                  <a:pt x="1880642" y="738071"/>
                  <a:pt x="1812703" y="738071"/>
                </a:cubicBezTo>
                <a:lnTo>
                  <a:pt x="123015" y="738071"/>
                </a:lnTo>
                <a:cubicBezTo>
                  <a:pt x="55076" y="738071"/>
                  <a:pt x="0" y="682995"/>
                  <a:pt x="0" y="615056"/>
                </a:cubicBezTo>
                <a:lnTo>
                  <a:pt x="0" y="12301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099" cap="flat">
            <a:solidFill>
              <a:srgbClr val="000000"/>
            </a:solidFill>
            <a:miter/>
          </a:ln>
        </p:spPr>
      </p:sp>
      <p:sp>
        <p:nvSpPr>
          <p:cNvPr id="48" name="Text Sub">
            <a:extLst xmlns:a="http://schemas.openxmlformats.org/drawingml/2006/main">
              <a:ext uri="{FF2B5EF4-FFF2-40B4-BE49-F238E27FC236}">
                <a16:creationId xmlns:a16="http://schemas.microsoft.com/office/drawing/2014/main" id="{3328958F-F7E1-4CCA-AB07-C0510665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6351" y="3328919"/>
            <a:ext cx="350326" cy="169930"/>
          </a:xfrm>
          <a:custGeom xmlns:a="http://schemas.openxmlformats.org/drawingml/2006/main">
            <a:pathLst>
              <a:path w="350326" h="169930">
                <a:moveTo>
                  <a:pt x="94913" y="4213"/>
                </a:moveTo>
                <a:lnTo>
                  <a:pt x="94913" y="58984"/>
                </a:lnTo>
                <a:lnTo>
                  <a:pt x="90583" y="58984"/>
                </a:lnTo>
                <a:cubicBezTo>
                  <a:pt x="89178" y="48451"/>
                  <a:pt x="86662" y="40064"/>
                  <a:pt x="83034" y="33822"/>
                </a:cubicBezTo>
                <a:cubicBezTo>
                  <a:pt x="79406" y="27581"/>
                  <a:pt x="74237" y="22626"/>
                  <a:pt x="67527" y="18959"/>
                </a:cubicBezTo>
                <a:cubicBezTo>
                  <a:pt x="60818" y="15292"/>
                  <a:pt x="53874" y="13459"/>
                  <a:pt x="46696" y="13459"/>
                </a:cubicBezTo>
                <a:cubicBezTo>
                  <a:pt x="38582" y="13459"/>
                  <a:pt x="31872" y="15935"/>
                  <a:pt x="26566" y="20887"/>
                </a:cubicBezTo>
                <a:cubicBezTo>
                  <a:pt x="21261" y="25836"/>
                  <a:pt x="18608" y="31468"/>
                  <a:pt x="18608" y="37783"/>
                </a:cubicBezTo>
                <a:cubicBezTo>
                  <a:pt x="18608" y="42618"/>
                  <a:pt x="20286" y="47022"/>
                  <a:pt x="23640" y="50997"/>
                </a:cubicBezTo>
                <a:cubicBezTo>
                  <a:pt x="28478" y="56846"/>
                  <a:pt x="39986" y="64643"/>
                  <a:pt x="58165" y="74388"/>
                </a:cubicBezTo>
                <a:cubicBezTo>
                  <a:pt x="72989" y="82339"/>
                  <a:pt x="83112" y="88440"/>
                  <a:pt x="88535" y="92689"/>
                </a:cubicBezTo>
                <a:cubicBezTo>
                  <a:pt x="93957" y="96937"/>
                  <a:pt x="98131" y="101946"/>
                  <a:pt x="101057" y="107717"/>
                </a:cubicBezTo>
                <a:cubicBezTo>
                  <a:pt x="103983" y="113486"/>
                  <a:pt x="105446" y="119527"/>
                  <a:pt x="105446" y="125842"/>
                </a:cubicBezTo>
                <a:cubicBezTo>
                  <a:pt x="105446" y="137848"/>
                  <a:pt x="100784" y="148198"/>
                  <a:pt x="91460" y="156892"/>
                </a:cubicBezTo>
                <a:cubicBezTo>
                  <a:pt x="82137" y="165584"/>
                  <a:pt x="70141" y="169930"/>
                  <a:pt x="55473" y="169930"/>
                </a:cubicBezTo>
                <a:cubicBezTo>
                  <a:pt x="50870" y="169930"/>
                  <a:pt x="46540" y="169584"/>
                  <a:pt x="42483" y="168892"/>
                </a:cubicBezTo>
                <a:cubicBezTo>
                  <a:pt x="40064" y="168506"/>
                  <a:pt x="35051" y="167101"/>
                  <a:pt x="27444" y="164675"/>
                </a:cubicBezTo>
                <a:cubicBezTo>
                  <a:pt x="19837" y="162249"/>
                  <a:pt x="15019" y="161036"/>
                  <a:pt x="12991" y="161036"/>
                </a:cubicBezTo>
                <a:cubicBezTo>
                  <a:pt x="11040" y="161036"/>
                  <a:pt x="9499" y="161614"/>
                  <a:pt x="8368" y="162769"/>
                </a:cubicBezTo>
                <a:cubicBezTo>
                  <a:pt x="7236" y="163925"/>
                  <a:pt x="6398" y="166312"/>
                  <a:pt x="5852" y="169930"/>
                </a:cubicBezTo>
                <a:lnTo>
                  <a:pt x="1521" y="169930"/>
                </a:lnTo>
                <a:lnTo>
                  <a:pt x="1521" y="115628"/>
                </a:lnTo>
                <a:lnTo>
                  <a:pt x="5852" y="115628"/>
                </a:lnTo>
                <a:cubicBezTo>
                  <a:pt x="7880" y="127019"/>
                  <a:pt x="10611" y="135542"/>
                  <a:pt x="14044" y="141199"/>
                </a:cubicBezTo>
                <a:cubicBezTo>
                  <a:pt x="17477" y="146856"/>
                  <a:pt x="22724" y="151556"/>
                  <a:pt x="29785" y="155301"/>
                </a:cubicBezTo>
                <a:cubicBezTo>
                  <a:pt x="36846" y="159046"/>
                  <a:pt x="44589" y="160919"/>
                  <a:pt x="53015" y="160919"/>
                </a:cubicBezTo>
                <a:cubicBezTo>
                  <a:pt x="62768" y="160919"/>
                  <a:pt x="70473" y="158347"/>
                  <a:pt x="76129" y="153202"/>
                </a:cubicBezTo>
                <a:cubicBezTo>
                  <a:pt x="81786" y="148055"/>
                  <a:pt x="84614" y="141973"/>
                  <a:pt x="84614" y="134956"/>
                </a:cubicBezTo>
                <a:cubicBezTo>
                  <a:pt x="84614" y="131057"/>
                  <a:pt x="83541" y="127121"/>
                  <a:pt x="81396" y="123147"/>
                </a:cubicBezTo>
                <a:cubicBezTo>
                  <a:pt x="79250" y="119170"/>
                  <a:pt x="75915" y="115467"/>
                  <a:pt x="71389" y="112036"/>
                </a:cubicBezTo>
                <a:cubicBezTo>
                  <a:pt x="68347" y="109698"/>
                  <a:pt x="60037" y="104728"/>
                  <a:pt x="46462" y="97126"/>
                </a:cubicBezTo>
                <a:cubicBezTo>
                  <a:pt x="32886" y="89523"/>
                  <a:pt x="23231" y="83462"/>
                  <a:pt x="17496" y="78942"/>
                </a:cubicBezTo>
                <a:cubicBezTo>
                  <a:pt x="11762" y="74419"/>
                  <a:pt x="7412" y="69429"/>
                  <a:pt x="4447" y="63973"/>
                </a:cubicBezTo>
                <a:cubicBezTo>
                  <a:pt x="1482" y="58514"/>
                  <a:pt x="0" y="52510"/>
                  <a:pt x="0" y="45961"/>
                </a:cubicBezTo>
                <a:cubicBezTo>
                  <a:pt x="0" y="34579"/>
                  <a:pt x="4369" y="24777"/>
                  <a:pt x="13108" y="16553"/>
                </a:cubicBezTo>
                <a:cubicBezTo>
                  <a:pt x="21846" y="8326"/>
                  <a:pt x="32964" y="4213"/>
                  <a:pt x="46462" y="4213"/>
                </a:cubicBezTo>
                <a:cubicBezTo>
                  <a:pt x="54888" y="4213"/>
                  <a:pt x="63821" y="6281"/>
                  <a:pt x="73262" y="10416"/>
                </a:cubicBezTo>
                <a:cubicBezTo>
                  <a:pt x="77631" y="12366"/>
                  <a:pt x="80713" y="13342"/>
                  <a:pt x="82508" y="13342"/>
                </a:cubicBezTo>
                <a:cubicBezTo>
                  <a:pt x="84536" y="13342"/>
                  <a:pt x="86194" y="12737"/>
                  <a:pt x="87481" y="11528"/>
                </a:cubicBezTo>
                <a:cubicBezTo>
                  <a:pt x="88769" y="10318"/>
                  <a:pt x="89802" y="7880"/>
                  <a:pt x="90583" y="4213"/>
                </a:cubicBezTo>
                <a:lnTo>
                  <a:pt x="94913" y="4213"/>
                </a:lnTo>
                <a:close/>
                <a:moveTo>
                  <a:pt x="220421" y="59218"/>
                </a:moveTo>
                <a:lnTo>
                  <a:pt x="220421" y="124171"/>
                </a:lnTo>
                <a:cubicBezTo>
                  <a:pt x="220421" y="136576"/>
                  <a:pt x="220713" y="144164"/>
                  <a:pt x="221298" y="146934"/>
                </a:cubicBezTo>
                <a:cubicBezTo>
                  <a:pt x="221884" y="149703"/>
                  <a:pt x="222820" y="151634"/>
                  <a:pt x="224107" y="152727"/>
                </a:cubicBezTo>
                <a:cubicBezTo>
                  <a:pt x="225395" y="153819"/>
                  <a:pt x="226897" y="154365"/>
                  <a:pt x="228613" y="154365"/>
                </a:cubicBezTo>
                <a:cubicBezTo>
                  <a:pt x="231032" y="154365"/>
                  <a:pt x="233762" y="153702"/>
                  <a:pt x="236805" y="152376"/>
                </a:cubicBezTo>
                <a:lnTo>
                  <a:pt x="238444" y="156472"/>
                </a:lnTo>
                <a:lnTo>
                  <a:pt x="206377" y="169696"/>
                </a:lnTo>
                <a:lnTo>
                  <a:pt x="201110" y="169696"/>
                </a:lnTo>
                <a:lnTo>
                  <a:pt x="201110" y="146992"/>
                </a:lnTo>
                <a:cubicBezTo>
                  <a:pt x="191904" y="156979"/>
                  <a:pt x="184882" y="163260"/>
                  <a:pt x="180045" y="165834"/>
                </a:cubicBezTo>
                <a:cubicBezTo>
                  <a:pt x="175207" y="168409"/>
                  <a:pt x="170097" y="169696"/>
                  <a:pt x="164714" y="169696"/>
                </a:cubicBezTo>
                <a:cubicBezTo>
                  <a:pt x="158706" y="169696"/>
                  <a:pt x="153498" y="167960"/>
                  <a:pt x="149090" y="164488"/>
                </a:cubicBezTo>
                <a:cubicBezTo>
                  <a:pt x="144682" y="161016"/>
                  <a:pt x="141619" y="156550"/>
                  <a:pt x="139903" y="151088"/>
                </a:cubicBezTo>
                <a:cubicBezTo>
                  <a:pt x="138186" y="145627"/>
                  <a:pt x="137328" y="137903"/>
                  <a:pt x="137328" y="127916"/>
                </a:cubicBezTo>
                <a:lnTo>
                  <a:pt x="137328" y="80050"/>
                </a:lnTo>
                <a:cubicBezTo>
                  <a:pt x="137328" y="74978"/>
                  <a:pt x="136782" y="71467"/>
                  <a:pt x="135690" y="69517"/>
                </a:cubicBezTo>
                <a:cubicBezTo>
                  <a:pt x="134597" y="67566"/>
                  <a:pt x="132978" y="66065"/>
                  <a:pt x="130833" y="65011"/>
                </a:cubicBezTo>
                <a:cubicBezTo>
                  <a:pt x="128687" y="63958"/>
                  <a:pt x="124806" y="63470"/>
                  <a:pt x="119188" y="63548"/>
                </a:cubicBezTo>
                <a:lnTo>
                  <a:pt x="119188" y="59218"/>
                </a:lnTo>
                <a:lnTo>
                  <a:pt x="156755" y="59218"/>
                </a:lnTo>
                <a:lnTo>
                  <a:pt x="156755" y="130783"/>
                </a:lnTo>
                <a:cubicBezTo>
                  <a:pt x="156755" y="140746"/>
                  <a:pt x="158491" y="147283"/>
                  <a:pt x="161963" y="150397"/>
                </a:cubicBezTo>
                <a:cubicBezTo>
                  <a:pt x="165435" y="153511"/>
                  <a:pt x="169629" y="155067"/>
                  <a:pt x="174544" y="155067"/>
                </a:cubicBezTo>
                <a:cubicBezTo>
                  <a:pt x="177899" y="155067"/>
                  <a:pt x="181703" y="154016"/>
                  <a:pt x="185955" y="151915"/>
                </a:cubicBezTo>
                <a:cubicBezTo>
                  <a:pt x="190207" y="149813"/>
                  <a:pt x="195259" y="145806"/>
                  <a:pt x="201110" y="139893"/>
                </a:cubicBezTo>
                <a:lnTo>
                  <a:pt x="201110" y="79307"/>
                </a:lnTo>
                <a:cubicBezTo>
                  <a:pt x="201110" y="73236"/>
                  <a:pt x="199999" y="69132"/>
                  <a:pt x="197775" y="66993"/>
                </a:cubicBezTo>
                <a:cubicBezTo>
                  <a:pt x="195551" y="64853"/>
                  <a:pt x="190929" y="63704"/>
                  <a:pt x="183907" y="63548"/>
                </a:cubicBezTo>
                <a:lnTo>
                  <a:pt x="183907" y="59218"/>
                </a:lnTo>
                <a:lnTo>
                  <a:pt x="220421" y="59218"/>
                </a:lnTo>
                <a:close/>
                <a:moveTo>
                  <a:pt x="275660" y="77826"/>
                </a:moveTo>
                <a:cubicBezTo>
                  <a:pt x="286036" y="63392"/>
                  <a:pt x="297232" y="56175"/>
                  <a:pt x="309248" y="56175"/>
                </a:cubicBezTo>
                <a:cubicBezTo>
                  <a:pt x="320249" y="56175"/>
                  <a:pt x="329845" y="60871"/>
                  <a:pt x="338038" y="70263"/>
                </a:cubicBezTo>
                <a:cubicBezTo>
                  <a:pt x="346230" y="79655"/>
                  <a:pt x="350326" y="92495"/>
                  <a:pt x="350326" y="108785"/>
                </a:cubicBezTo>
                <a:cubicBezTo>
                  <a:pt x="350326" y="127803"/>
                  <a:pt x="344006" y="143118"/>
                  <a:pt x="331367" y="154731"/>
                </a:cubicBezTo>
                <a:cubicBezTo>
                  <a:pt x="320522" y="164708"/>
                  <a:pt x="308428" y="169696"/>
                  <a:pt x="295087" y="169696"/>
                </a:cubicBezTo>
                <a:cubicBezTo>
                  <a:pt x="288845" y="169696"/>
                  <a:pt x="282506" y="168565"/>
                  <a:pt x="276069" y="166302"/>
                </a:cubicBezTo>
                <a:cubicBezTo>
                  <a:pt x="269632" y="164040"/>
                  <a:pt x="263059" y="160646"/>
                  <a:pt x="256349" y="156121"/>
                </a:cubicBezTo>
                <a:lnTo>
                  <a:pt x="256349" y="45057"/>
                </a:lnTo>
                <a:cubicBezTo>
                  <a:pt x="256349" y="32886"/>
                  <a:pt x="256057" y="25396"/>
                  <a:pt x="255472" y="22587"/>
                </a:cubicBezTo>
                <a:cubicBezTo>
                  <a:pt x="254886" y="19778"/>
                  <a:pt x="253970" y="17867"/>
                  <a:pt x="252721" y="16853"/>
                </a:cubicBezTo>
                <a:cubicBezTo>
                  <a:pt x="251473" y="15838"/>
                  <a:pt x="249913" y="15331"/>
                  <a:pt x="248040" y="15331"/>
                </a:cubicBezTo>
                <a:cubicBezTo>
                  <a:pt x="245855" y="15331"/>
                  <a:pt x="243125" y="15955"/>
                  <a:pt x="239848" y="17204"/>
                </a:cubicBezTo>
                <a:lnTo>
                  <a:pt x="238209" y="13108"/>
                </a:lnTo>
                <a:lnTo>
                  <a:pt x="270393" y="0"/>
                </a:lnTo>
                <a:lnTo>
                  <a:pt x="275660" y="0"/>
                </a:lnTo>
                <a:lnTo>
                  <a:pt x="275660" y="77826"/>
                </a:lnTo>
                <a:moveTo>
                  <a:pt x="275660" y="85283"/>
                </a:moveTo>
                <a:lnTo>
                  <a:pt x="275660" y="149249"/>
                </a:lnTo>
                <a:cubicBezTo>
                  <a:pt x="279639" y="153137"/>
                  <a:pt x="283754" y="156074"/>
                  <a:pt x="288006" y="158059"/>
                </a:cubicBezTo>
                <a:cubicBezTo>
                  <a:pt x="292259" y="160044"/>
                  <a:pt x="296608" y="161036"/>
                  <a:pt x="301055" y="161036"/>
                </a:cubicBezTo>
                <a:cubicBezTo>
                  <a:pt x="308155" y="161036"/>
                  <a:pt x="314768" y="157146"/>
                  <a:pt x="320892" y="149366"/>
                </a:cubicBezTo>
                <a:cubicBezTo>
                  <a:pt x="327017" y="141583"/>
                  <a:pt x="330079" y="130260"/>
                  <a:pt x="330079" y="115397"/>
                </a:cubicBezTo>
                <a:cubicBezTo>
                  <a:pt x="330079" y="101702"/>
                  <a:pt x="327017" y="91178"/>
                  <a:pt x="320892" y="83824"/>
                </a:cubicBezTo>
                <a:cubicBezTo>
                  <a:pt x="314768" y="76471"/>
                  <a:pt x="307804" y="72794"/>
                  <a:pt x="300002" y="72794"/>
                </a:cubicBezTo>
                <a:cubicBezTo>
                  <a:pt x="295867" y="72794"/>
                  <a:pt x="291732" y="73845"/>
                  <a:pt x="287597" y="75946"/>
                </a:cubicBezTo>
                <a:cubicBezTo>
                  <a:pt x="284476" y="77502"/>
                  <a:pt x="280497" y="80614"/>
                  <a:pt x="275660" y="852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jectCode">
            <a:extLst xmlns:a="http://schemas.openxmlformats.org/drawingml/2006/main">
              <a:ext uri="{FF2B5EF4-FFF2-40B4-BE49-F238E27FC236}">
                <a16:creationId xmlns:a16="http://schemas.microsoft.com/office/drawing/2014/main" id="{1A719F01-E2C6-4032-9AED-1A95F39F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6612" y="3328919"/>
            <a:ext cx="923369" cy="218147"/>
          </a:xfrm>
          <a:custGeom xmlns:a="http://schemas.openxmlformats.org/drawingml/2006/main">
            <a:pathLst>
              <a:path w="923369" h="218147">
                <a:moveTo>
                  <a:pt x="53015" y="0"/>
                </a:moveTo>
                <a:cubicBezTo>
                  <a:pt x="56370" y="0"/>
                  <a:pt x="59218" y="1165"/>
                  <a:pt x="61559" y="3496"/>
                </a:cubicBezTo>
                <a:cubicBezTo>
                  <a:pt x="63899" y="5825"/>
                  <a:pt x="65070" y="8658"/>
                  <a:pt x="65070" y="11996"/>
                </a:cubicBezTo>
                <a:cubicBezTo>
                  <a:pt x="65070" y="15256"/>
                  <a:pt x="63899" y="18051"/>
                  <a:pt x="61559" y="20382"/>
                </a:cubicBezTo>
                <a:cubicBezTo>
                  <a:pt x="59218" y="22710"/>
                  <a:pt x="56370" y="23875"/>
                  <a:pt x="53015" y="23875"/>
                </a:cubicBezTo>
                <a:cubicBezTo>
                  <a:pt x="49739" y="23875"/>
                  <a:pt x="46930" y="22710"/>
                  <a:pt x="44589" y="20382"/>
                </a:cubicBezTo>
                <a:cubicBezTo>
                  <a:pt x="42249" y="18051"/>
                  <a:pt x="41078" y="15256"/>
                  <a:pt x="41078" y="11996"/>
                </a:cubicBezTo>
                <a:cubicBezTo>
                  <a:pt x="41078" y="8658"/>
                  <a:pt x="42249" y="5825"/>
                  <a:pt x="44589" y="3496"/>
                </a:cubicBezTo>
                <a:cubicBezTo>
                  <a:pt x="46930" y="1165"/>
                  <a:pt x="49739" y="0"/>
                  <a:pt x="53015" y="0"/>
                </a:cubicBezTo>
                <a:moveTo>
                  <a:pt x="63080" y="56175"/>
                </a:moveTo>
                <a:lnTo>
                  <a:pt x="63080" y="164002"/>
                </a:lnTo>
                <a:cubicBezTo>
                  <a:pt x="63080" y="182322"/>
                  <a:pt x="59179" y="195926"/>
                  <a:pt x="51377" y="204813"/>
                </a:cubicBezTo>
                <a:cubicBezTo>
                  <a:pt x="43575" y="213703"/>
                  <a:pt x="33432" y="218147"/>
                  <a:pt x="20949" y="218147"/>
                </a:cubicBezTo>
                <a:cubicBezTo>
                  <a:pt x="13849" y="218147"/>
                  <a:pt x="8582" y="216860"/>
                  <a:pt x="5149" y="214285"/>
                </a:cubicBezTo>
                <a:cubicBezTo>
                  <a:pt x="1716" y="211711"/>
                  <a:pt x="0" y="209058"/>
                  <a:pt x="0" y="206327"/>
                </a:cubicBezTo>
                <a:cubicBezTo>
                  <a:pt x="0" y="203597"/>
                  <a:pt x="956" y="201256"/>
                  <a:pt x="2867" y="199305"/>
                </a:cubicBezTo>
                <a:cubicBezTo>
                  <a:pt x="4779" y="197355"/>
                  <a:pt x="7022" y="196380"/>
                  <a:pt x="9597" y="196380"/>
                </a:cubicBezTo>
                <a:cubicBezTo>
                  <a:pt x="11625" y="196380"/>
                  <a:pt x="13693" y="196887"/>
                  <a:pt x="15799" y="197901"/>
                </a:cubicBezTo>
                <a:cubicBezTo>
                  <a:pt x="17126" y="198447"/>
                  <a:pt x="19681" y="200417"/>
                  <a:pt x="23465" y="203811"/>
                </a:cubicBezTo>
                <a:cubicBezTo>
                  <a:pt x="27249" y="207205"/>
                  <a:pt x="30428" y="208902"/>
                  <a:pt x="33003" y="208902"/>
                </a:cubicBezTo>
                <a:cubicBezTo>
                  <a:pt x="34876" y="208902"/>
                  <a:pt x="36709" y="208180"/>
                  <a:pt x="38504" y="206737"/>
                </a:cubicBezTo>
                <a:cubicBezTo>
                  <a:pt x="40298" y="205296"/>
                  <a:pt x="41624" y="202880"/>
                  <a:pt x="42483" y="199488"/>
                </a:cubicBezTo>
                <a:cubicBezTo>
                  <a:pt x="43341" y="196097"/>
                  <a:pt x="43770" y="188749"/>
                  <a:pt x="43770" y="177446"/>
                </a:cubicBezTo>
                <a:lnTo>
                  <a:pt x="43770" y="101200"/>
                </a:lnTo>
                <a:cubicBezTo>
                  <a:pt x="43770" y="89426"/>
                  <a:pt x="43419" y="81863"/>
                  <a:pt x="42717" y="78510"/>
                </a:cubicBezTo>
                <a:cubicBezTo>
                  <a:pt x="42170" y="75938"/>
                  <a:pt x="41312" y="74165"/>
                  <a:pt x="40142" y="73192"/>
                </a:cubicBezTo>
                <a:cubicBezTo>
                  <a:pt x="38972" y="72217"/>
                  <a:pt x="37372" y="71730"/>
                  <a:pt x="35344" y="71730"/>
                </a:cubicBezTo>
                <a:cubicBezTo>
                  <a:pt x="33159" y="71730"/>
                  <a:pt x="30506" y="72314"/>
                  <a:pt x="27385" y="73481"/>
                </a:cubicBezTo>
                <a:lnTo>
                  <a:pt x="25747" y="69272"/>
                </a:lnTo>
                <a:lnTo>
                  <a:pt x="58048" y="56175"/>
                </a:lnTo>
                <a:lnTo>
                  <a:pt x="63080" y="56175"/>
                </a:lnTo>
                <a:close/>
                <a:moveTo>
                  <a:pt x="110854" y="99711"/>
                </a:moveTo>
                <a:cubicBezTo>
                  <a:pt x="110776" y="115591"/>
                  <a:pt x="114638" y="128046"/>
                  <a:pt x="122440" y="137077"/>
                </a:cubicBezTo>
                <a:cubicBezTo>
                  <a:pt x="130242" y="146106"/>
                  <a:pt x="139410" y="150620"/>
                  <a:pt x="149943" y="150620"/>
                </a:cubicBezTo>
                <a:cubicBezTo>
                  <a:pt x="156964" y="150620"/>
                  <a:pt x="163070" y="148689"/>
                  <a:pt x="168258" y="144827"/>
                </a:cubicBezTo>
                <a:cubicBezTo>
                  <a:pt x="173446" y="140965"/>
                  <a:pt x="177796" y="134353"/>
                  <a:pt x="181307" y="124990"/>
                </a:cubicBezTo>
                <a:lnTo>
                  <a:pt x="184935" y="127331"/>
                </a:lnTo>
                <a:cubicBezTo>
                  <a:pt x="183297" y="138020"/>
                  <a:pt x="178537" y="147753"/>
                  <a:pt x="170657" y="156530"/>
                </a:cubicBezTo>
                <a:cubicBezTo>
                  <a:pt x="162777" y="165308"/>
                  <a:pt x="152907" y="169696"/>
                  <a:pt x="141048" y="169696"/>
                </a:cubicBezTo>
                <a:cubicBezTo>
                  <a:pt x="128175" y="169696"/>
                  <a:pt x="117154" y="164694"/>
                  <a:pt x="107987" y="154691"/>
                </a:cubicBezTo>
                <a:cubicBezTo>
                  <a:pt x="98819" y="144684"/>
                  <a:pt x="94235" y="131233"/>
                  <a:pt x="94235" y="114337"/>
                </a:cubicBezTo>
                <a:cubicBezTo>
                  <a:pt x="94235" y="96041"/>
                  <a:pt x="98936" y="81774"/>
                  <a:pt x="108338" y="71536"/>
                </a:cubicBezTo>
                <a:cubicBezTo>
                  <a:pt x="117739" y="61295"/>
                  <a:pt x="129540" y="56175"/>
                  <a:pt x="143740" y="56175"/>
                </a:cubicBezTo>
                <a:cubicBezTo>
                  <a:pt x="155755" y="56175"/>
                  <a:pt x="165625" y="60125"/>
                  <a:pt x="173349" y="68025"/>
                </a:cubicBezTo>
                <a:cubicBezTo>
                  <a:pt x="181073" y="75922"/>
                  <a:pt x="184935" y="86484"/>
                  <a:pt x="184935" y="99711"/>
                </a:cubicBezTo>
                <a:lnTo>
                  <a:pt x="110854" y="99711"/>
                </a:lnTo>
                <a:moveTo>
                  <a:pt x="110854" y="92923"/>
                </a:moveTo>
                <a:lnTo>
                  <a:pt x="160475" y="92923"/>
                </a:lnTo>
                <a:cubicBezTo>
                  <a:pt x="160085" y="86057"/>
                  <a:pt x="159266" y="81220"/>
                  <a:pt x="158018" y="78411"/>
                </a:cubicBezTo>
                <a:cubicBezTo>
                  <a:pt x="156067" y="74042"/>
                  <a:pt x="153161" y="70609"/>
                  <a:pt x="149299" y="68113"/>
                </a:cubicBezTo>
                <a:cubicBezTo>
                  <a:pt x="145437" y="65616"/>
                  <a:pt x="141399" y="64368"/>
                  <a:pt x="137186" y="64368"/>
                </a:cubicBezTo>
                <a:cubicBezTo>
                  <a:pt x="130710" y="64368"/>
                  <a:pt x="124917" y="66884"/>
                  <a:pt x="119807" y="71916"/>
                </a:cubicBezTo>
                <a:cubicBezTo>
                  <a:pt x="114696" y="76948"/>
                  <a:pt x="111712" y="83951"/>
                  <a:pt x="110854" y="92923"/>
                </a:cubicBezTo>
                <a:close/>
                <a:moveTo>
                  <a:pt x="289629" y="125692"/>
                </a:moveTo>
                <a:cubicBezTo>
                  <a:pt x="286743" y="139814"/>
                  <a:pt x="281086" y="150679"/>
                  <a:pt x="272660" y="158286"/>
                </a:cubicBezTo>
                <a:cubicBezTo>
                  <a:pt x="264233" y="165893"/>
                  <a:pt x="254910" y="169696"/>
                  <a:pt x="244689" y="169696"/>
                </a:cubicBezTo>
                <a:cubicBezTo>
                  <a:pt x="232518" y="169696"/>
                  <a:pt x="221907" y="164592"/>
                  <a:pt x="212856" y="154383"/>
                </a:cubicBezTo>
                <a:cubicBezTo>
                  <a:pt x="203806" y="144172"/>
                  <a:pt x="199281" y="130376"/>
                  <a:pt x="199281" y="112994"/>
                </a:cubicBezTo>
                <a:cubicBezTo>
                  <a:pt x="199281" y="96159"/>
                  <a:pt x="204294" y="82481"/>
                  <a:pt x="214319" y="71960"/>
                </a:cubicBezTo>
                <a:cubicBezTo>
                  <a:pt x="224345" y="61437"/>
                  <a:pt x="236380" y="56175"/>
                  <a:pt x="250424" y="56175"/>
                </a:cubicBezTo>
                <a:cubicBezTo>
                  <a:pt x="260957" y="56175"/>
                  <a:pt x="269617" y="58956"/>
                  <a:pt x="276405" y="64518"/>
                </a:cubicBezTo>
                <a:cubicBezTo>
                  <a:pt x="283193" y="70077"/>
                  <a:pt x="286586" y="75850"/>
                  <a:pt x="286586" y="81838"/>
                </a:cubicBezTo>
                <a:cubicBezTo>
                  <a:pt x="286586" y="84793"/>
                  <a:pt x="285631" y="87185"/>
                  <a:pt x="283719" y="89014"/>
                </a:cubicBezTo>
                <a:cubicBezTo>
                  <a:pt x="281808" y="90840"/>
                  <a:pt x="279135" y="91753"/>
                  <a:pt x="275703" y="91753"/>
                </a:cubicBezTo>
                <a:cubicBezTo>
                  <a:pt x="271099" y="91753"/>
                  <a:pt x="267627" y="90271"/>
                  <a:pt x="265287" y="87306"/>
                </a:cubicBezTo>
                <a:cubicBezTo>
                  <a:pt x="263960" y="85667"/>
                  <a:pt x="263083" y="82547"/>
                  <a:pt x="262653" y="77943"/>
                </a:cubicBezTo>
                <a:cubicBezTo>
                  <a:pt x="262224" y="73340"/>
                  <a:pt x="260644" y="69829"/>
                  <a:pt x="257914" y="67410"/>
                </a:cubicBezTo>
                <a:cubicBezTo>
                  <a:pt x="255183" y="65070"/>
                  <a:pt x="251399" y="63899"/>
                  <a:pt x="246562" y="63899"/>
                </a:cubicBezTo>
                <a:cubicBezTo>
                  <a:pt x="238759" y="63899"/>
                  <a:pt x="232479" y="66786"/>
                  <a:pt x="227719" y="72560"/>
                </a:cubicBezTo>
                <a:cubicBezTo>
                  <a:pt x="221400" y="80206"/>
                  <a:pt x="218240" y="90310"/>
                  <a:pt x="218240" y="102871"/>
                </a:cubicBezTo>
                <a:cubicBezTo>
                  <a:pt x="218240" y="115667"/>
                  <a:pt x="221380" y="126960"/>
                  <a:pt x="227661" y="136752"/>
                </a:cubicBezTo>
                <a:cubicBezTo>
                  <a:pt x="233942" y="146543"/>
                  <a:pt x="242426" y="151439"/>
                  <a:pt x="253115" y="151439"/>
                </a:cubicBezTo>
                <a:cubicBezTo>
                  <a:pt x="260761" y="151439"/>
                  <a:pt x="267627" y="148826"/>
                  <a:pt x="273713" y="143598"/>
                </a:cubicBezTo>
                <a:cubicBezTo>
                  <a:pt x="278004" y="140009"/>
                  <a:pt x="282178" y="133494"/>
                  <a:pt x="286235" y="124054"/>
                </a:cubicBezTo>
                <a:lnTo>
                  <a:pt x="289629" y="125692"/>
                </a:lnTo>
                <a:close/>
                <a:moveTo>
                  <a:pt x="335456" y="23875"/>
                </a:moveTo>
                <a:lnTo>
                  <a:pt x="335456" y="59218"/>
                </a:lnTo>
                <a:lnTo>
                  <a:pt x="360501" y="59218"/>
                </a:lnTo>
                <a:lnTo>
                  <a:pt x="360501" y="67410"/>
                </a:lnTo>
                <a:lnTo>
                  <a:pt x="335456" y="67410"/>
                </a:lnTo>
                <a:lnTo>
                  <a:pt x="335456" y="136832"/>
                </a:lnTo>
                <a:cubicBezTo>
                  <a:pt x="335456" y="143769"/>
                  <a:pt x="336451" y="148445"/>
                  <a:pt x="338441" y="150861"/>
                </a:cubicBezTo>
                <a:cubicBezTo>
                  <a:pt x="340430" y="153275"/>
                  <a:pt x="342986" y="154482"/>
                  <a:pt x="346106" y="154482"/>
                </a:cubicBezTo>
                <a:cubicBezTo>
                  <a:pt x="348681" y="154482"/>
                  <a:pt x="351178" y="153682"/>
                  <a:pt x="353596" y="152083"/>
                </a:cubicBezTo>
                <a:cubicBezTo>
                  <a:pt x="356015" y="150484"/>
                  <a:pt x="357888" y="148123"/>
                  <a:pt x="359214" y="145003"/>
                </a:cubicBezTo>
                <a:lnTo>
                  <a:pt x="363778" y="145003"/>
                </a:lnTo>
                <a:cubicBezTo>
                  <a:pt x="361047" y="152671"/>
                  <a:pt x="357185" y="158470"/>
                  <a:pt x="352192" y="162400"/>
                </a:cubicBezTo>
                <a:cubicBezTo>
                  <a:pt x="347199" y="166328"/>
                  <a:pt x="342049" y="168292"/>
                  <a:pt x="336744" y="168292"/>
                </a:cubicBezTo>
                <a:cubicBezTo>
                  <a:pt x="333155" y="168292"/>
                  <a:pt x="329644" y="167296"/>
                  <a:pt x="326211" y="165304"/>
                </a:cubicBezTo>
                <a:cubicBezTo>
                  <a:pt x="322778" y="163312"/>
                  <a:pt x="320242" y="160462"/>
                  <a:pt x="318604" y="156753"/>
                </a:cubicBezTo>
                <a:cubicBezTo>
                  <a:pt x="316965" y="153042"/>
                  <a:pt x="316146" y="147320"/>
                  <a:pt x="316146" y="139586"/>
                </a:cubicBezTo>
                <a:lnTo>
                  <a:pt x="316146" y="67410"/>
                </a:lnTo>
                <a:lnTo>
                  <a:pt x="299177" y="67410"/>
                </a:lnTo>
                <a:lnTo>
                  <a:pt x="299177" y="63548"/>
                </a:lnTo>
                <a:cubicBezTo>
                  <a:pt x="303468" y="61827"/>
                  <a:pt x="307856" y="58912"/>
                  <a:pt x="312343" y="54804"/>
                </a:cubicBezTo>
                <a:cubicBezTo>
                  <a:pt x="316829" y="50696"/>
                  <a:pt x="320827" y="45824"/>
                  <a:pt x="324338" y="40189"/>
                </a:cubicBezTo>
                <a:cubicBezTo>
                  <a:pt x="326133" y="37217"/>
                  <a:pt x="328630" y="31779"/>
                  <a:pt x="331829" y="23875"/>
                </a:cubicBezTo>
                <a:lnTo>
                  <a:pt x="335456" y="23875"/>
                </a:lnTo>
                <a:close/>
                <a:moveTo>
                  <a:pt x="568023" y="4213"/>
                </a:moveTo>
                <a:lnTo>
                  <a:pt x="571651" y="58048"/>
                </a:lnTo>
                <a:lnTo>
                  <a:pt x="568023" y="58048"/>
                </a:lnTo>
                <a:cubicBezTo>
                  <a:pt x="563186" y="41856"/>
                  <a:pt x="556281" y="30202"/>
                  <a:pt x="547309" y="23085"/>
                </a:cubicBezTo>
                <a:cubicBezTo>
                  <a:pt x="538336" y="15965"/>
                  <a:pt x="527569" y="12405"/>
                  <a:pt x="515008" y="12405"/>
                </a:cubicBezTo>
                <a:cubicBezTo>
                  <a:pt x="504475" y="12405"/>
                  <a:pt x="494956" y="15080"/>
                  <a:pt x="486452" y="20429"/>
                </a:cubicBezTo>
                <a:cubicBezTo>
                  <a:pt x="477948" y="25776"/>
                  <a:pt x="471257" y="34306"/>
                  <a:pt x="466381" y="46019"/>
                </a:cubicBezTo>
                <a:cubicBezTo>
                  <a:pt x="461505" y="57732"/>
                  <a:pt x="459067" y="72295"/>
                  <a:pt x="459067" y="89709"/>
                </a:cubicBezTo>
                <a:cubicBezTo>
                  <a:pt x="459067" y="104074"/>
                  <a:pt x="461368" y="116528"/>
                  <a:pt x="465971" y="127071"/>
                </a:cubicBezTo>
                <a:cubicBezTo>
                  <a:pt x="470575" y="137611"/>
                  <a:pt x="477499" y="145693"/>
                  <a:pt x="486745" y="151315"/>
                </a:cubicBezTo>
                <a:cubicBezTo>
                  <a:pt x="495990" y="156937"/>
                  <a:pt x="506543" y="159749"/>
                  <a:pt x="518402" y="159749"/>
                </a:cubicBezTo>
                <a:cubicBezTo>
                  <a:pt x="528701" y="159749"/>
                  <a:pt x="537790" y="157544"/>
                  <a:pt x="545670" y="153136"/>
                </a:cubicBezTo>
                <a:cubicBezTo>
                  <a:pt x="553550" y="148728"/>
                  <a:pt x="562211" y="139970"/>
                  <a:pt x="571651" y="126863"/>
                </a:cubicBezTo>
                <a:lnTo>
                  <a:pt x="575279" y="129196"/>
                </a:lnTo>
                <a:cubicBezTo>
                  <a:pt x="567321" y="143281"/>
                  <a:pt x="558037" y="153592"/>
                  <a:pt x="547426" y="160129"/>
                </a:cubicBezTo>
                <a:cubicBezTo>
                  <a:pt x="536815" y="166663"/>
                  <a:pt x="524214" y="169930"/>
                  <a:pt x="509624" y="169930"/>
                </a:cubicBezTo>
                <a:cubicBezTo>
                  <a:pt x="483331" y="169930"/>
                  <a:pt x="462968" y="160191"/>
                  <a:pt x="448534" y="140713"/>
                </a:cubicBezTo>
                <a:cubicBezTo>
                  <a:pt x="437767" y="126223"/>
                  <a:pt x="432383" y="109160"/>
                  <a:pt x="432383" y="89526"/>
                </a:cubicBezTo>
                <a:cubicBezTo>
                  <a:pt x="432383" y="73709"/>
                  <a:pt x="435933" y="59179"/>
                  <a:pt x="443033" y="45935"/>
                </a:cubicBezTo>
                <a:cubicBezTo>
                  <a:pt x="450133" y="32691"/>
                  <a:pt x="459905" y="22426"/>
                  <a:pt x="472350" y="15141"/>
                </a:cubicBezTo>
                <a:cubicBezTo>
                  <a:pt x="484794" y="7856"/>
                  <a:pt x="498389" y="4213"/>
                  <a:pt x="513135" y="4213"/>
                </a:cubicBezTo>
                <a:cubicBezTo>
                  <a:pt x="524604" y="4213"/>
                  <a:pt x="535918" y="7022"/>
                  <a:pt x="547075" y="12639"/>
                </a:cubicBezTo>
                <a:cubicBezTo>
                  <a:pt x="550351" y="14356"/>
                  <a:pt x="552692" y="15214"/>
                  <a:pt x="554097" y="15214"/>
                </a:cubicBezTo>
                <a:cubicBezTo>
                  <a:pt x="556203" y="15214"/>
                  <a:pt x="558037" y="14473"/>
                  <a:pt x="559597" y="12991"/>
                </a:cubicBezTo>
                <a:cubicBezTo>
                  <a:pt x="561626" y="10884"/>
                  <a:pt x="563069" y="7958"/>
                  <a:pt x="563927" y="4213"/>
                </a:cubicBezTo>
                <a:lnTo>
                  <a:pt x="568023" y="4213"/>
                </a:lnTo>
                <a:close/>
                <a:moveTo>
                  <a:pt x="644014" y="56175"/>
                </a:moveTo>
                <a:cubicBezTo>
                  <a:pt x="660242" y="56175"/>
                  <a:pt x="673272" y="62333"/>
                  <a:pt x="683103" y="74648"/>
                </a:cubicBezTo>
                <a:cubicBezTo>
                  <a:pt x="691451" y="85169"/>
                  <a:pt x="695625" y="97250"/>
                  <a:pt x="695625" y="110891"/>
                </a:cubicBezTo>
                <a:cubicBezTo>
                  <a:pt x="695625" y="120478"/>
                  <a:pt x="693323" y="130182"/>
                  <a:pt x="688720" y="140003"/>
                </a:cubicBezTo>
                <a:cubicBezTo>
                  <a:pt x="684117" y="149822"/>
                  <a:pt x="677778" y="157225"/>
                  <a:pt x="669702" y="162214"/>
                </a:cubicBezTo>
                <a:cubicBezTo>
                  <a:pt x="661627" y="167202"/>
                  <a:pt x="652635" y="169696"/>
                  <a:pt x="642727" y="169696"/>
                </a:cubicBezTo>
                <a:cubicBezTo>
                  <a:pt x="626576" y="169696"/>
                  <a:pt x="613742" y="163266"/>
                  <a:pt x="604223" y="150404"/>
                </a:cubicBezTo>
                <a:cubicBezTo>
                  <a:pt x="596187" y="139572"/>
                  <a:pt x="592169" y="127414"/>
                  <a:pt x="592169" y="113931"/>
                </a:cubicBezTo>
                <a:cubicBezTo>
                  <a:pt x="592169" y="104110"/>
                  <a:pt x="594607" y="94347"/>
                  <a:pt x="599483" y="84643"/>
                </a:cubicBezTo>
                <a:cubicBezTo>
                  <a:pt x="604360" y="74939"/>
                  <a:pt x="610777" y="67769"/>
                  <a:pt x="618735" y="63131"/>
                </a:cubicBezTo>
                <a:cubicBezTo>
                  <a:pt x="626693" y="58494"/>
                  <a:pt x="635119" y="56175"/>
                  <a:pt x="644014" y="56175"/>
                </a:cubicBezTo>
                <a:moveTo>
                  <a:pt x="640386" y="63899"/>
                </a:moveTo>
                <a:cubicBezTo>
                  <a:pt x="636251" y="63899"/>
                  <a:pt x="632096" y="65127"/>
                  <a:pt x="627922" y="67582"/>
                </a:cubicBezTo>
                <a:cubicBezTo>
                  <a:pt x="623748" y="70038"/>
                  <a:pt x="620373" y="74343"/>
                  <a:pt x="617799" y="80500"/>
                </a:cubicBezTo>
                <a:cubicBezTo>
                  <a:pt x="615224" y="86656"/>
                  <a:pt x="613937" y="94565"/>
                  <a:pt x="613937" y="104228"/>
                </a:cubicBezTo>
                <a:cubicBezTo>
                  <a:pt x="613937" y="119813"/>
                  <a:pt x="617038" y="133255"/>
                  <a:pt x="623241" y="144556"/>
                </a:cubicBezTo>
                <a:cubicBezTo>
                  <a:pt x="629443" y="155855"/>
                  <a:pt x="637616" y="161504"/>
                  <a:pt x="647759" y="161504"/>
                </a:cubicBezTo>
                <a:cubicBezTo>
                  <a:pt x="655327" y="161504"/>
                  <a:pt x="661569" y="158387"/>
                  <a:pt x="666484" y="152152"/>
                </a:cubicBezTo>
                <a:cubicBezTo>
                  <a:pt x="671399" y="145918"/>
                  <a:pt x="673857" y="135204"/>
                  <a:pt x="673857" y="120009"/>
                </a:cubicBezTo>
                <a:cubicBezTo>
                  <a:pt x="673857" y="100994"/>
                  <a:pt x="669761" y="86031"/>
                  <a:pt x="661569" y="75120"/>
                </a:cubicBezTo>
                <a:cubicBezTo>
                  <a:pt x="656029" y="67640"/>
                  <a:pt x="648968" y="63899"/>
                  <a:pt x="640386" y="63899"/>
                </a:cubicBezTo>
                <a:close/>
                <a:moveTo>
                  <a:pt x="787144" y="154365"/>
                </a:moveTo>
                <a:cubicBezTo>
                  <a:pt x="781917" y="159827"/>
                  <a:pt x="776806" y="163747"/>
                  <a:pt x="771813" y="166127"/>
                </a:cubicBezTo>
                <a:cubicBezTo>
                  <a:pt x="766820" y="168506"/>
                  <a:pt x="761436" y="169696"/>
                  <a:pt x="755663" y="169696"/>
                </a:cubicBezTo>
                <a:cubicBezTo>
                  <a:pt x="743959" y="169696"/>
                  <a:pt x="733739" y="164811"/>
                  <a:pt x="725000" y="155042"/>
                </a:cubicBezTo>
                <a:cubicBezTo>
                  <a:pt x="716262" y="145270"/>
                  <a:pt x="711893" y="132713"/>
                  <a:pt x="711893" y="117372"/>
                </a:cubicBezTo>
                <a:cubicBezTo>
                  <a:pt x="711893" y="102034"/>
                  <a:pt x="716730" y="87999"/>
                  <a:pt x="726405" y="75270"/>
                </a:cubicBezTo>
                <a:cubicBezTo>
                  <a:pt x="736079" y="62540"/>
                  <a:pt x="748524" y="56175"/>
                  <a:pt x="763738" y="56175"/>
                </a:cubicBezTo>
                <a:cubicBezTo>
                  <a:pt x="773178" y="56175"/>
                  <a:pt x="780981" y="59179"/>
                  <a:pt x="787144" y="65187"/>
                </a:cubicBezTo>
                <a:lnTo>
                  <a:pt x="787144" y="45365"/>
                </a:lnTo>
                <a:cubicBezTo>
                  <a:pt x="787144" y="33064"/>
                  <a:pt x="786852" y="25503"/>
                  <a:pt x="786267" y="22682"/>
                </a:cubicBezTo>
                <a:cubicBezTo>
                  <a:pt x="785681" y="19861"/>
                  <a:pt x="784765" y="17942"/>
                  <a:pt x="783516" y="16926"/>
                </a:cubicBezTo>
                <a:cubicBezTo>
                  <a:pt x="782268" y="15907"/>
                  <a:pt x="780707" y="15397"/>
                  <a:pt x="778835" y="15397"/>
                </a:cubicBezTo>
                <a:cubicBezTo>
                  <a:pt x="776806" y="15397"/>
                  <a:pt x="774115" y="16024"/>
                  <a:pt x="770760" y="17277"/>
                </a:cubicBezTo>
                <a:lnTo>
                  <a:pt x="769238" y="13162"/>
                </a:lnTo>
                <a:lnTo>
                  <a:pt x="801188" y="0"/>
                </a:lnTo>
                <a:lnTo>
                  <a:pt x="806455" y="0"/>
                </a:lnTo>
                <a:lnTo>
                  <a:pt x="806455" y="123937"/>
                </a:lnTo>
                <a:cubicBezTo>
                  <a:pt x="806455" y="136498"/>
                  <a:pt x="806747" y="144164"/>
                  <a:pt x="807332" y="146934"/>
                </a:cubicBezTo>
                <a:cubicBezTo>
                  <a:pt x="807917" y="149703"/>
                  <a:pt x="808854" y="151634"/>
                  <a:pt x="810141" y="152727"/>
                </a:cubicBezTo>
                <a:cubicBezTo>
                  <a:pt x="811428" y="153819"/>
                  <a:pt x="812930" y="154365"/>
                  <a:pt x="814647" y="154365"/>
                </a:cubicBezTo>
                <a:cubicBezTo>
                  <a:pt x="816753" y="154365"/>
                  <a:pt x="819562" y="153702"/>
                  <a:pt x="823073" y="152376"/>
                </a:cubicBezTo>
                <a:lnTo>
                  <a:pt x="824360" y="156472"/>
                </a:lnTo>
                <a:lnTo>
                  <a:pt x="792528" y="169696"/>
                </a:lnTo>
                <a:lnTo>
                  <a:pt x="787144" y="169696"/>
                </a:lnTo>
                <a:lnTo>
                  <a:pt x="787144" y="154365"/>
                </a:lnTo>
                <a:moveTo>
                  <a:pt x="787144" y="146198"/>
                </a:moveTo>
                <a:lnTo>
                  <a:pt x="787144" y="91098"/>
                </a:lnTo>
                <a:cubicBezTo>
                  <a:pt x="786676" y="85805"/>
                  <a:pt x="785272" y="80980"/>
                  <a:pt x="782931" y="76623"/>
                </a:cubicBezTo>
                <a:cubicBezTo>
                  <a:pt x="780590" y="72264"/>
                  <a:pt x="777489" y="68976"/>
                  <a:pt x="773627" y="66759"/>
                </a:cubicBezTo>
                <a:cubicBezTo>
                  <a:pt x="769765" y="64541"/>
                  <a:pt x="766000" y="63431"/>
                  <a:pt x="762333" y="63431"/>
                </a:cubicBezTo>
                <a:cubicBezTo>
                  <a:pt x="755468" y="63431"/>
                  <a:pt x="749343" y="66506"/>
                  <a:pt x="743959" y="72655"/>
                </a:cubicBezTo>
                <a:cubicBezTo>
                  <a:pt x="736860" y="80747"/>
                  <a:pt x="733310" y="92576"/>
                  <a:pt x="733310" y="108141"/>
                </a:cubicBezTo>
                <a:cubicBezTo>
                  <a:pt x="733310" y="123862"/>
                  <a:pt x="736743" y="135907"/>
                  <a:pt x="743608" y="144275"/>
                </a:cubicBezTo>
                <a:cubicBezTo>
                  <a:pt x="750474" y="152640"/>
                  <a:pt x="758120" y="156823"/>
                  <a:pt x="766547" y="156823"/>
                </a:cubicBezTo>
                <a:cubicBezTo>
                  <a:pt x="773647" y="156823"/>
                  <a:pt x="780512" y="153281"/>
                  <a:pt x="787144" y="146198"/>
                </a:cubicBezTo>
                <a:close/>
                <a:moveTo>
                  <a:pt x="849288" y="99711"/>
                </a:moveTo>
                <a:cubicBezTo>
                  <a:pt x="849210" y="115591"/>
                  <a:pt x="853072" y="128046"/>
                  <a:pt x="860874" y="137077"/>
                </a:cubicBezTo>
                <a:cubicBezTo>
                  <a:pt x="868676" y="146106"/>
                  <a:pt x="877844" y="150620"/>
                  <a:pt x="888377" y="150620"/>
                </a:cubicBezTo>
                <a:cubicBezTo>
                  <a:pt x="895399" y="150620"/>
                  <a:pt x="901504" y="148689"/>
                  <a:pt x="906692" y="144827"/>
                </a:cubicBezTo>
                <a:cubicBezTo>
                  <a:pt x="911881" y="140965"/>
                  <a:pt x="916230" y="134353"/>
                  <a:pt x="919741" y="124990"/>
                </a:cubicBezTo>
                <a:lnTo>
                  <a:pt x="923369" y="127331"/>
                </a:lnTo>
                <a:cubicBezTo>
                  <a:pt x="921731" y="138020"/>
                  <a:pt x="916972" y="147753"/>
                  <a:pt x="909092" y="156530"/>
                </a:cubicBezTo>
                <a:cubicBezTo>
                  <a:pt x="901211" y="165308"/>
                  <a:pt x="891342" y="169696"/>
                  <a:pt x="879482" y="169696"/>
                </a:cubicBezTo>
                <a:cubicBezTo>
                  <a:pt x="866609" y="169696"/>
                  <a:pt x="855588" y="164694"/>
                  <a:pt x="846421" y="154691"/>
                </a:cubicBezTo>
                <a:cubicBezTo>
                  <a:pt x="837253" y="144684"/>
                  <a:pt x="832670" y="131233"/>
                  <a:pt x="832670" y="114337"/>
                </a:cubicBezTo>
                <a:cubicBezTo>
                  <a:pt x="832670" y="96041"/>
                  <a:pt x="837370" y="81774"/>
                  <a:pt x="846772" y="71536"/>
                </a:cubicBezTo>
                <a:cubicBezTo>
                  <a:pt x="856174" y="61295"/>
                  <a:pt x="867974" y="56175"/>
                  <a:pt x="882174" y="56175"/>
                </a:cubicBezTo>
                <a:cubicBezTo>
                  <a:pt x="894189" y="56175"/>
                  <a:pt x="904059" y="60125"/>
                  <a:pt x="911783" y="68025"/>
                </a:cubicBezTo>
                <a:cubicBezTo>
                  <a:pt x="919507" y="75922"/>
                  <a:pt x="923369" y="86484"/>
                  <a:pt x="923369" y="99711"/>
                </a:cubicBezTo>
                <a:lnTo>
                  <a:pt x="849288" y="99711"/>
                </a:lnTo>
                <a:moveTo>
                  <a:pt x="849288" y="92923"/>
                </a:moveTo>
                <a:lnTo>
                  <a:pt x="898910" y="92923"/>
                </a:lnTo>
                <a:cubicBezTo>
                  <a:pt x="898520" y="86057"/>
                  <a:pt x="897700" y="81220"/>
                  <a:pt x="896452" y="78411"/>
                </a:cubicBezTo>
                <a:cubicBezTo>
                  <a:pt x="894502" y="74042"/>
                  <a:pt x="891595" y="70609"/>
                  <a:pt x="887733" y="68113"/>
                </a:cubicBezTo>
                <a:cubicBezTo>
                  <a:pt x="883871" y="65616"/>
                  <a:pt x="879834" y="64368"/>
                  <a:pt x="875620" y="64368"/>
                </a:cubicBezTo>
                <a:cubicBezTo>
                  <a:pt x="869145" y="64368"/>
                  <a:pt x="863352" y="66884"/>
                  <a:pt x="858241" y="71916"/>
                </a:cubicBezTo>
                <a:cubicBezTo>
                  <a:pt x="853131" y="76948"/>
                  <a:pt x="850146" y="83951"/>
                  <a:pt x="849288" y="929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undertesting">
            <a:extLst xmlns:a="http://schemas.openxmlformats.org/drawingml/2006/main">
              <a:ext uri="{FF2B5EF4-FFF2-40B4-BE49-F238E27FC236}">
                <a16:creationId xmlns:a16="http://schemas.microsoft.com/office/drawing/2014/main" id="{4D7F363C-EBF9-48F6-AAC5-A0355BB2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1837" y="3623304"/>
            <a:ext cx="1239670" cy="218147"/>
          </a:xfrm>
          <a:custGeom xmlns:a="http://schemas.openxmlformats.org/drawingml/2006/main">
            <a:pathLst>
              <a:path w="1239670" h="218147">
                <a:moveTo>
                  <a:pt x="101233" y="59218"/>
                </a:moveTo>
                <a:lnTo>
                  <a:pt x="101233" y="124171"/>
                </a:lnTo>
                <a:cubicBezTo>
                  <a:pt x="101233" y="136576"/>
                  <a:pt x="101525" y="144164"/>
                  <a:pt x="102110" y="146934"/>
                </a:cubicBezTo>
                <a:cubicBezTo>
                  <a:pt x="102696" y="149703"/>
                  <a:pt x="103632" y="151634"/>
                  <a:pt x="104919" y="152727"/>
                </a:cubicBezTo>
                <a:cubicBezTo>
                  <a:pt x="106206" y="153819"/>
                  <a:pt x="107708" y="154365"/>
                  <a:pt x="109425" y="154365"/>
                </a:cubicBezTo>
                <a:cubicBezTo>
                  <a:pt x="111844" y="154365"/>
                  <a:pt x="114574" y="153702"/>
                  <a:pt x="117617" y="152376"/>
                </a:cubicBezTo>
                <a:lnTo>
                  <a:pt x="119256" y="156472"/>
                </a:lnTo>
                <a:lnTo>
                  <a:pt x="87189" y="169696"/>
                </a:lnTo>
                <a:lnTo>
                  <a:pt x="81922" y="169696"/>
                </a:lnTo>
                <a:lnTo>
                  <a:pt x="81922" y="146992"/>
                </a:lnTo>
                <a:cubicBezTo>
                  <a:pt x="72716" y="156979"/>
                  <a:pt x="65694" y="163260"/>
                  <a:pt x="60857" y="165834"/>
                </a:cubicBezTo>
                <a:cubicBezTo>
                  <a:pt x="56019" y="168409"/>
                  <a:pt x="50909" y="169696"/>
                  <a:pt x="45525" y="169696"/>
                </a:cubicBezTo>
                <a:cubicBezTo>
                  <a:pt x="39518" y="169696"/>
                  <a:pt x="34310" y="167960"/>
                  <a:pt x="29902" y="164488"/>
                </a:cubicBezTo>
                <a:cubicBezTo>
                  <a:pt x="25493" y="161016"/>
                  <a:pt x="22431" y="156550"/>
                  <a:pt x="20715" y="151088"/>
                </a:cubicBezTo>
                <a:cubicBezTo>
                  <a:pt x="18998" y="145627"/>
                  <a:pt x="18140" y="137903"/>
                  <a:pt x="18140" y="127916"/>
                </a:cubicBezTo>
                <a:lnTo>
                  <a:pt x="18140" y="80050"/>
                </a:lnTo>
                <a:cubicBezTo>
                  <a:pt x="18140" y="74978"/>
                  <a:pt x="17594" y="71467"/>
                  <a:pt x="16501" y="69517"/>
                </a:cubicBezTo>
                <a:cubicBezTo>
                  <a:pt x="15409" y="67566"/>
                  <a:pt x="13790" y="66065"/>
                  <a:pt x="11645" y="65011"/>
                </a:cubicBezTo>
                <a:cubicBezTo>
                  <a:pt x="9499" y="63958"/>
                  <a:pt x="5618" y="63470"/>
                  <a:pt x="0" y="63548"/>
                </a:cubicBezTo>
                <a:lnTo>
                  <a:pt x="0" y="59218"/>
                </a:lnTo>
                <a:lnTo>
                  <a:pt x="37567" y="59218"/>
                </a:lnTo>
                <a:lnTo>
                  <a:pt x="37567" y="130783"/>
                </a:lnTo>
                <a:cubicBezTo>
                  <a:pt x="37567" y="140746"/>
                  <a:pt x="39303" y="147283"/>
                  <a:pt x="42775" y="150397"/>
                </a:cubicBezTo>
                <a:cubicBezTo>
                  <a:pt x="46247" y="153511"/>
                  <a:pt x="50441" y="155067"/>
                  <a:pt x="55356" y="155067"/>
                </a:cubicBezTo>
                <a:cubicBezTo>
                  <a:pt x="58711" y="155067"/>
                  <a:pt x="62515" y="154016"/>
                  <a:pt x="66767" y="151915"/>
                </a:cubicBezTo>
                <a:cubicBezTo>
                  <a:pt x="71019" y="149813"/>
                  <a:pt x="76071" y="145806"/>
                  <a:pt x="81922" y="139893"/>
                </a:cubicBezTo>
                <a:lnTo>
                  <a:pt x="81922" y="79307"/>
                </a:lnTo>
                <a:cubicBezTo>
                  <a:pt x="81922" y="73236"/>
                  <a:pt x="80811" y="69132"/>
                  <a:pt x="78587" y="66993"/>
                </a:cubicBezTo>
                <a:cubicBezTo>
                  <a:pt x="76363" y="64853"/>
                  <a:pt x="71741" y="63704"/>
                  <a:pt x="64719" y="63548"/>
                </a:cubicBezTo>
                <a:lnTo>
                  <a:pt x="64719" y="59218"/>
                </a:lnTo>
                <a:lnTo>
                  <a:pt x="101233" y="59218"/>
                </a:lnTo>
                <a:close/>
                <a:moveTo>
                  <a:pt x="158344" y="78880"/>
                </a:moveTo>
                <a:cubicBezTo>
                  <a:pt x="170906" y="63743"/>
                  <a:pt x="182882" y="56175"/>
                  <a:pt x="194273" y="56175"/>
                </a:cubicBezTo>
                <a:cubicBezTo>
                  <a:pt x="200125" y="56175"/>
                  <a:pt x="205157" y="57636"/>
                  <a:pt x="209370" y="60557"/>
                </a:cubicBezTo>
                <a:cubicBezTo>
                  <a:pt x="213583" y="63475"/>
                  <a:pt x="216938" y="68282"/>
                  <a:pt x="219435" y="74977"/>
                </a:cubicBezTo>
                <a:cubicBezTo>
                  <a:pt x="221151" y="79646"/>
                  <a:pt x="222010" y="86808"/>
                  <a:pt x="222010" y="96464"/>
                </a:cubicBezTo>
                <a:lnTo>
                  <a:pt x="222010" y="142121"/>
                </a:lnTo>
                <a:cubicBezTo>
                  <a:pt x="222010" y="148894"/>
                  <a:pt x="222556" y="153487"/>
                  <a:pt x="223648" y="155901"/>
                </a:cubicBezTo>
                <a:cubicBezTo>
                  <a:pt x="224506" y="157847"/>
                  <a:pt x="225891" y="159365"/>
                  <a:pt x="227803" y="160454"/>
                </a:cubicBezTo>
                <a:cubicBezTo>
                  <a:pt x="229714" y="161544"/>
                  <a:pt x="233245" y="162089"/>
                  <a:pt x="238394" y="162089"/>
                </a:cubicBezTo>
                <a:lnTo>
                  <a:pt x="238394" y="166419"/>
                </a:lnTo>
                <a:lnTo>
                  <a:pt x="185379" y="166419"/>
                </a:lnTo>
                <a:lnTo>
                  <a:pt x="185379" y="162089"/>
                </a:lnTo>
                <a:lnTo>
                  <a:pt x="187602" y="162089"/>
                </a:lnTo>
                <a:cubicBezTo>
                  <a:pt x="192596" y="162089"/>
                  <a:pt x="196087" y="161332"/>
                  <a:pt x="198077" y="159818"/>
                </a:cubicBezTo>
                <a:cubicBezTo>
                  <a:pt x="200066" y="158304"/>
                  <a:pt x="201451" y="156073"/>
                  <a:pt x="202231" y="153125"/>
                </a:cubicBezTo>
                <a:cubicBezTo>
                  <a:pt x="202543" y="151960"/>
                  <a:pt x="202699" y="148311"/>
                  <a:pt x="202699" y="142179"/>
                </a:cubicBezTo>
                <a:lnTo>
                  <a:pt x="202699" y="98515"/>
                </a:lnTo>
                <a:cubicBezTo>
                  <a:pt x="202699" y="88814"/>
                  <a:pt x="201431" y="81770"/>
                  <a:pt x="198896" y="77384"/>
                </a:cubicBezTo>
                <a:cubicBezTo>
                  <a:pt x="196360" y="72997"/>
                  <a:pt x="192088" y="70804"/>
                  <a:pt x="186081" y="70804"/>
                </a:cubicBezTo>
                <a:cubicBezTo>
                  <a:pt x="176796" y="70804"/>
                  <a:pt x="167551" y="75850"/>
                  <a:pt x="158344" y="85942"/>
                </a:cubicBezTo>
                <a:lnTo>
                  <a:pt x="158344" y="142179"/>
                </a:lnTo>
                <a:cubicBezTo>
                  <a:pt x="158344" y="149399"/>
                  <a:pt x="158773" y="153862"/>
                  <a:pt x="159632" y="155568"/>
                </a:cubicBezTo>
                <a:cubicBezTo>
                  <a:pt x="160724" y="157819"/>
                  <a:pt x="162226" y="159468"/>
                  <a:pt x="164137" y="160517"/>
                </a:cubicBezTo>
                <a:cubicBezTo>
                  <a:pt x="166049" y="161565"/>
                  <a:pt x="169930" y="162089"/>
                  <a:pt x="175782" y="162089"/>
                </a:cubicBezTo>
                <a:lnTo>
                  <a:pt x="175782" y="166419"/>
                </a:lnTo>
                <a:lnTo>
                  <a:pt x="122766" y="166419"/>
                </a:lnTo>
                <a:lnTo>
                  <a:pt x="122766" y="162089"/>
                </a:lnTo>
                <a:lnTo>
                  <a:pt x="125107" y="162089"/>
                </a:lnTo>
                <a:cubicBezTo>
                  <a:pt x="130569" y="162089"/>
                  <a:pt x="134255" y="160708"/>
                  <a:pt x="136167" y="157946"/>
                </a:cubicBezTo>
                <a:cubicBezTo>
                  <a:pt x="138078" y="155181"/>
                  <a:pt x="139034" y="149906"/>
                  <a:pt x="139034" y="142121"/>
                </a:cubicBezTo>
                <a:lnTo>
                  <a:pt x="139034" y="102418"/>
                </a:lnTo>
                <a:cubicBezTo>
                  <a:pt x="139034" y="89573"/>
                  <a:pt x="138741" y="81750"/>
                  <a:pt x="138156" y="78949"/>
                </a:cubicBezTo>
                <a:cubicBezTo>
                  <a:pt x="137571" y="76145"/>
                  <a:pt x="136674" y="74237"/>
                  <a:pt x="135464" y="73225"/>
                </a:cubicBezTo>
                <a:cubicBezTo>
                  <a:pt x="134255" y="72214"/>
                  <a:pt x="132636" y="71708"/>
                  <a:pt x="130608" y="71708"/>
                </a:cubicBezTo>
                <a:cubicBezTo>
                  <a:pt x="128423" y="71708"/>
                  <a:pt x="125809" y="72292"/>
                  <a:pt x="122766" y="73459"/>
                </a:cubicBezTo>
                <a:lnTo>
                  <a:pt x="121011" y="69254"/>
                </a:lnTo>
                <a:lnTo>
                  <a:pt x="153312" y="56175"/>
                </a:lnTo>
                <a:lnTo>
                  <a:pt x="158344" y="56175"/>
                </a:lnTo>
                <a:lnTo>
                  <a:pt x="158344" y="78880"/>
                </a:lnTo>
                <a:close/>
                <a:moveTo>
                  <a:pt x="322657" y="154365"/>
                </a:moveTo>
                <a:cubicBezTo>
                  <a:pt x="317430" y="159827"/>
                  <a:pt x="312319" y="163747"/>
                  <a:pt x="307326" y="166127"/>
                </a:cubicBezTo>
                <a:cubicBezTo>
                  <a:pt x="302332" y="168506"/>
                  <a:pt x="296949" y="169696"/>
                  <a:pt x="291175" y="169696"/>
                </a:cubicBezTo>
                <a:cubicBezTo>
                  <a:pt x="279472" y="169696"/>
                  <a:pt x="269251" y="164811"/>
                  <a:pt x="260513" y="155042"/>
                </a:cubicBezTo>
                <a:cubicBezTo>
                  <a:pt x="251775" y="145270"/>
                  <a:pt x="247405" y="132713"/>
                  <a:pt x="247405" y="117372"/>
                </a:cubicBezTo>
                <a:cubicBezTo>
                  <a:pt x="247405" y="102034"/>
                  <a:pt x="252243" y="87999"/>
                  <a:pt x="261917" y="75270"/>
                </a:cubicBezTo>
                <a:cubicBezTo>
                  <a:pt x="271592" y="62540"/>
                  <a:pt x="284036" y="56175"/>
                  <a:pt x="299251" y="56175"/>
                </a:cubicBezTo>
                <a:cubicBezTo>
                  <a:pt x="308691" y="56175"/>
                  <a:pt x="316493" y="59179"/>
                  <a:pt x="322657" y="65187"/>
                </a:cubicBezTo>
                <a:lnTo>
                  <a:pt x="322657" y="45365"/>
                </a:lnTo>
                <a:cubicBezTo>
                  <a:pt x="322657" y="33064"/>
                  <a:pt x="322364" y="25503"/>
                  <a:pt x="321779" y="22682"/>
                </a:cubicBezTo>
                <a:cubicBezTo>
                  <a:pt x="321194" y="19861"/>
                  <a:pt x="320277" y="17942"/>
                  <a:pt x="319029" y="16926"/>
                </a:cubicBezTo>
                <a:cubicBezTo>
                  <a:pt x="317781" y="15907"/>
                  <a:pt x="316220" y="15397"/>
                  <a:pt x="314348" y="15397"/>
                </a:cubicBezTo>
                <a:cubicBezTo>
                  <a:pt x="312319" y="15397"/>
                  <a:pt x="309627" y="16024"/>
                  <a:pt x="306273" y="17277"/>
                </a:cubicBezTo>
                <a:lnTo>
                  <a:pt x="304751" y="13162"/>
                </a:lnTo>
                <a:lnTo>
                  <a:pt x="336701" y="0"/>
                </a:lnTo>
                <a:lnTo>
                  <a:pt x="341967" y="0"/>
                </a:lnTo>
                <a:lnTo>
                  <a:pt x="341967" y="123937"/>
                </a:lnTo>
                <a:cubicBezTo>
                  <a:pt x="341967" y="136498"/>
                  <a:pt x="342260" y="144164"/>
                  <a:pt x="342845" y="146934"/>
                </a:cubicBezTo>
                <a:cubicBezTo>
                  <a:pt x="343430" y="149703"/>
                  <a:pt x="344366" y="151634"/>
                  <a:pt x="345654" y="152727"/>
                </a:cubicBezTo>
                <a:cubicBezTo>
                  <a:pt x="346941" y="153819"/>
                  <a:pt x="348443" y="154365"/>
                  <a:pt x="350160" y="154365"/>
                </a:cubicBezTo>
                <a:cubicBezTo>
                  <a:pt x="352266" y="154365"/>
                  <a:pt x="355075" y="153702"/>
                  <a:pt x="358586" y="152376"/>
                </a:cubicBezTo>
                <a:lnTo>
                  <a:pt x="359873" y="156472"/>
                </a:lnTo>
                <a:lnTo>
                  <a:pt x="328040" y="169696"/>
                </a:lnTo>
                <a:lnTo>
                  <a:pt x="322657" y="169696"/>
                </a:lnTo>
                <a:lnTo>
                  <a:pt x="322657" y="154365"/>
                </a:lnTo>
                <a:moveTo>
                  <a:pt x="322657" y="146198"/>
                </a:moveTo>
                <a:lnTo>
                  <a:pt x="322657" y="91098"/>
                </a:lnTo>
                <a:cubicBezTo>
                  <a:pt x="322189" y="85805"/>
                  <a:pt x="320785" y="80980"/>
                  <a:pt x="318444" y="76623"/>
                </a:cubicBezTo>
                <a:cubicBezTo>
                  <a:pt x="316103" y="72264"/>
                  <a:pt x="313002" y="68976"/>
                  <a:pt x="309140" y="66759"/>
                </a:cubicBezTo>
                <a:cubicBezTo>
                  <a:pt x="305278" y="64541"/>
                  <a:pt x="301513" y="63431"/>
                  <a:pt x="297846" y="63431"/>
                </a:cubicBezTo>
                <a:cubicBezTo>
                  <a:pt x="290980" y="63431"/>
                  <a:pt x="284856" y="66506"/>
                  <a:pt x="279472" y="72655"/>
                </a:cubicBezTo>
                <a:cubicBezTo>
                  <a:pt x="272372" y="80747"/>
                  <a:pt x="268822" y="92576"/>
                  <a:pt x="268822" y="108141"/>
                </a:cubicBezTo>
                <a:cubicBezTo>
                  <a:pt x="268822" y="123862"/>
                  <a:pt x="272255" y="135907"/>
                  <a:pt x="279121" y="144275"/>
                </a:cubicBezTo>
                <a:cubicBezTo>
                  <a:pt x="285987" y="152640"/>
                  <a:pt x="293633" y="156823"/>
                  <a:pt x="302059" y="156823"/>
                </a:cubicBezTo>
                <a:cubicBezTo>
                  <a:pt x="309159" y="156823"/>
                  <a:pt x="316025" y="153281"/>
                  <a:pt x="322657" y="146198"/>
                </a:cubicBezTo>
                <a:close/>
                <a:moveTo>
                  <a:pt x="384801" y="99711"/>
                </a:moveTo>
                <a:cubicBezTo>
                  <a:pt x="384723" y="115591"/>
                  <a:pt x="388585" y="128046"/>
                  <a:pt x="396387" y="137077"/>
                </a:cubicBezTo>
                <a:cubicBezTo>
                  <a:pt x="404189" y="146106"/>
                  <a:pt x="413357" y="150620"/>
                  <a:pt x="423890" y="150620"/>
                </a:cubicBezTo>
                <a:cubicBezTo>
                  <a:pt x="430912" y="150620"/>
                  <a:pt x="437017" y="148689"/>
                  <a:pt x="442205" y="144827"/>
                </a:cubicBezTo>
                <a:cubicBezTo>
                  <a:pt x="447394" y="140965"/>
                  <a:pt x="451743" y="134353"/>
                  <a:pt x="455254" y="124990"/>
                </a:cubicBezTo>
                <a:lnTo>
                  <a:pt x="458882" y="127331"/>
                </a:lnTo>
                <a:cubicBezTo>
                  <a:pt x="457244" y="138020"/>
                  <a:pt x="452484" y="147753"/>
                  <a:pt x="444604" y="156530"/>
                </a:cubicBezTo>
                <a:cubicBezTo>
                  <a:pt x="436724" y="165308"/>
                  <a:pt x="426854" y="169696"/>
                  <a:pt x="414995" y="169696"/>
                </a:cubicBezTo>
                <a:cubicBezTo>
                  <a:pt x="402122" y="169696"/>
                  <a:pt x="391101" y="164694"/>
                  <a:pt x="381934" y="154691"/>
                </a:cubicBezTo>
                <a:cubicBezTo>
                  <a:pt x="372766" y="144684"/>
                  <a:pt x="368182" y="131233"/>
                  <a:pt x="368182" y="114337"/>
                </a:cubicBezTo>
                <a:cubicBezTo>
                  <a:pt x="368182" y="96041"/>
                  <a:pt x="372883" y="81774"/>
                  <a:pt x="382285" y="71536"/>
                </a:cubicBezTo>
                <a:cubicBezTo>
                  <a:pt x="391686" y="61295"/>
                  <a:pt x="403487" y="56175"/>
                  <a:pt x="417687" y="56175"/>
                </a:cubicBezTo>
                <a:cubicBezTo>
                  <a:pt x="429702" y="56175"/>
                  <a:pt x="439572" y="60125"/>
                  <a:pt x="447296" y="68025"/>
                </a:cubicBezTo>
                <a:cubicBezTo>
                  <a:pt x="455020" y="75922"/>
                  <a:pt x="458882" y="86484"/>
                  <a:pt x="458882" y="99711"/>
                </a:cubicBezTo>
                <a:lnTo>
                  <a:pt x="384801" y="99711"/>
                </a:lnTo>
                <a:moveTo>
                  <a:pt x="384801" y="92923"/>
                </a:moveTo>
                <a:lnTo>
                  <a:pt x="434423" y="92923"/>
                </a:lnTo>
                <a:cubicBezTo>
                  <a:pt x="434032" y="86057"/>
                  <a:pt x="433213" y="81220"/>
                  <a:pt x="431965" y="78411"/>
                </a:cubicBezTo>
                <a:cubicBezTo>
                  <a:pt x="430014" y="74042"/>
                  <a:pt x="427108" y="70609"/>
                  <a:pt x="423246" y="68113"/>
                </a:cubicBezTo>
                <a:cubicBezTo>
                  <a:pt x="419384" y="65616"/>
                  <a:pt x="415346" y="64368"/>
                  <a:pt x="411133" y="64368"/>
                </a:cubicBezTo>
                <a:cubicBezTo>
                  <a:pt x="404657" y="64368"/>
                  <a:pt x="398864" y="66884"/>
                  <a:pt x="393754" y="71916"/>
                </a:cubicBezTo>
                <a:cubicBezTo>
                  <a:pt x="388644" y="76948"/>
                  <a:pt x="385659" y="83951"/>
                  <a:pt x="384801" y="92923"/>
                </a:cubicBezTo>
                <a:close/>
                <a:moveTo>
                  <a:pt x="503890" y="56175"/>
                </a:moveTo>
                <a:lnTo>
                  <a:pt x="503890" y="80284"/>
                </a:lnTo>
                <a:cubicBezTo>
                  <a:pt x="512863" y="64212"/>
                  <a:pt x="522069" y="56175"/>
                  <a:pt x="531510" y="56175"/>
                </a:cubicBezTo>
                <a:cubicBezTo>
                  <a:pt x="535801" y="56175"/>
                  <a:pt x="539351" y="57482"/>
                  <a:pt x="542160" y="60096"/>
                </a:cubicBezTo>
                <a:cubicBezTo>
                  <a:pt x="544968" y="62710"/>
                  <a:pt x="546373" y="65733"/>
                  <a:pt x="546373" y="69166"/>
                </a:cubicBezTo>
                <a:cubicBezTo>
                  <a:pt x="546373" y="72209"/>
                  <a:pt x="545358" y="74783"/>
                  <a:pt x="543330" y="76890"/>
                </a:cubicBezTo>
                <a:cubicBezTo>
                  <a:pt x="541301" y="78997"/>
                  <a:pt x="538883" y="80050"/>
                  <a:pt x="536074" y="80050"/>
                </a:cubicBezTo>
                <a:cubicBezTo>
                  <a:pt x="533343" y="80050"/>
                  <a:pt x="530281" y="78704"/>
                  <a:pt x="526887" y="76012"/>
                </a:cubicBezTo>
                <a:cubicBezTo>
                  <a:pt x="523493" y="73320"/>
                  <a:pt x="520977" y="71975"/>
                  <a:pt x="519338" y="71975"/>
                </a:cubicBezTo>
                <a:cubicBezTo>
                  <a:pt x="517934" y="71975"/>
                  <a:pt x="516413" y="72752"/>
                  <a:pt x="514774" y="74308"/>
                </a:cubicBezTo>
                <a:cubicBezTo>
                  <a:pt x="511263" y="77500"/>
                  <a:pt x="507635" y="82753"/>
                  <a:pt x="503890" y="90067"/>
                </a:cubicBezTo>
                <a:lnTo>
                  <a:pt x="503890" y="141312"/>
                </a:lnTo>
                <a:cubicBezTo>
                  <a:pt x="503890" y="147225"/>
                  <a:pt x="504631" y="151699"/>
                  <a:pt x="506114" y="154734"/>
                </a:cubicBezTo>
                <a:cubicBezTo>
                  <a:pt x="507128" y="156836"/>
                  <a:pt x="508922" y="158588"/>
                  <a:pt x="511497" y="159990"/>
                </a:cubicBezTo>
                <a:cubicBezTo>
                  <a:pt x="514072" y="161389"/>
                  <a:pt x="517778" y="162089"/>
                  <a:pt x="522615" y="162089"/>
                </a:cubicBezTo>
                <a:lnTo>
                  <a:pt x="522615" y="166419"/>
                </a:lnTo>
                <a:lnTo>
                  <a:pt x="467727" y="166419"/>
                </a:lnTo>
                <a:lnTo>
                  <a:pt x="467727" y="162089"/>
                </a:lnTo>
                <a:cubicBezTo>
                  <a:pt x="473189" y="162089"/>
                  <a:pt x="477246" y="161233"/>
                  <a:pt x="479899" y="159522"/>
                </a:cubicBezTo>
                <a:cubicBezTo>
                  <a:pt x="481849" y="158276"/>
                  <a:pt x="483214" y="156290"/>
                  <a:pt x="483995" y="153564"/>
                </a:cubicBezTo>
                <a:cubicBezTo>
                  <a:pt x="484385" y="152240"/>
                  <a:pt x="484580" y="148465"/>
                  <a:pt x="484580" y="142238"/>
                </a:cubicBezTo>
                <a:lnTo>
                  <a:pt x="484580" y="100783"/>
                </a:lnTo>
                <a:cubicBezTo>
                  <a:pt x="484580" y="88326"/>
                  <a:pt x="484326" y="80912"/>
                  <a:pt x="483819" y="78539"/>
                </a:cubicBezTo>
                <a:cubicBezTo>
                  <a:pt x="483312" y="76165"/>
                  <a:pt x="482376" y="74432"/>
                  <a:pt x="481010" y="73342"/>
                </a:cubicBezTo>
                <a:cubicBezTo>
                  <a:pt x="479645" y="72253"/>
                  <a:pt x="477948" y="71708"/>
                  <a:pt x="475919" y="71708"/>
                </a:cubicBezTo>
                <a:cubicBezTo>
                  <a:pt x="473501" y="71708"/>
                  <a:pt x="470770" y="72292"/>
                  <a:pt x="467727" y="73459"/>
                </a:cubicBezTo>
                <a:lnTo>
                  <a:pt x="466557" y="69254"/>
                </a:lnTo>
                <a:lnTo>
                  <a:pt x="498975" y="56175"/>
                </a:lnTo>
                <a:lnTo>
                  <a:pt x="503890" y="56175"/>
                </a:lnTo>
                <a:close/>
                <a:moveTo>
                  <a:pt x="642887" y="23875"/>
                </a:moveTo>
                <a:lnTo>
                  <a:pt x="642887" y="59218"/>
                </a:lnTo>
                <a:lnTo>
                  <a:pt x="667931" y="59218"/>
                </a:lnTo>
                <a:lnTo>
                  <a:pt x="667931" y="67410"/>
                </a:lnTo>
                <a:lnTo>
                  <a:pt x="642887" y="67410"/>
                </a:lnTo>
                <a:lnTo>
                  <a:pt x="642887" y="136832"/>
                </a:lnTo>
                <a:cubicBezTo>
                  <a:pt x="642887" y="143769"/>
                  <a:pt x="643881" y="148445"/>
                  <a:pt x="645871" y="150861"/>
                </a:cubicBezTo>
                <a:cubicBezTo>
                  <a:pt x="647860" y="153275"/>
                  <a:pt x="650416" y="154482"/>
                  <a:pt x="653536" y="154482"/>
                </a:cubicBezTo>
                <a:cubicBezTo>
                  <a:pt x="656111" y="154482"/>
                  <a:pt x="658608" y="153682"/>
                  <a:pt x="661027" y="152083"/>
                </a:cubicBezTo>
                <a:cubicBezTo>
                  <a:pt x="663445" y="150484"/>
                  <a:pt x="665318" y="148123"/>
                  <a:pt x="666644" y="145003"/>
                </a:cubicBezTo>
                <a:lnTo>
                  <a:pt x="671208" y="145003"/>
                </a:lnTo>
                <a:cubicBezTo>
                  <a:pt x="668478" y="152671"/>
                  <a:pt x="664616" y="158470"/>
                  <a:pt x="659622" y="162400"/>
                </a:cubicBezTo>
                <a:cubicBezTo>
                  <a:pt x="654629" y="166328"/>
                  <a:pt x="649479" y="168292"/>
                  <a:pt x="644174" y="168292"/>
                </a:cubicBezTo>
                <a:cubicBezTo>
                  <a:pt x="640585" y="168292"/>
                  <a:pt x="637074" y="167296"/>
                  <a:pt x="633641" y="165304"/>
                </a:cubicBezTo>
                <a:cubicBezTo>
                  <a:pt x="630208" y="163312"/>
                  <a:pt x="627672" y="160462"/>
                  <a:pt x="626034" y="156753"/>
                </a:cubicBezTo>
                <a:cubicBezTo>
                  <a:pt x="624396" y="153042"/>
                  <a:pt x="623576" y="147320"/>
                  <a:pt x="623576" y="139586"/>
                </a:cubicBezTo>
                <a:lnTo>
                  <a:pt x="623576" y="67410"/>
                </a:lnTo>
                <a:lnTo>
                  <a:pt x="606607" y="67410"/>
                </a:lnTo>
                <a:lnTo>
                  <a:pt x="606607" y="63548"/>
                </a:lnTo>
                <a:cubicBezTo>
                  <a:pt x="610898" y="61827"/>
                  <a:pt x="615287" y="58912"/>
                  <a:pt x="619773" y="54804"/>
                </a:cubicBezTo>
                <a:cubicBezTo>
                  <a:pt x="624259" y="50696"/>
                  <a:pt x="628258" y="45824"/>
                  <a:pt x="631769" y="40189"/>
                </a:cubicBezTo>
                <a:cubicBezTo>
                  <a:pt x="633563" y="37217"/>
                  <a:pt x="636060" y="31779"/>
                  <a:pt x="639259" y="23875"/>
                </a:cubicBezTo>
                <a:lnTo>
                  <a:pt x="642887" y="23875"/>
                </a:lnTo>
                <a:close/>
                <a:moveTo>
                  <a:pt x="696747" y="99711"/>
                </a:moveTo>
                <a:cubicBezTo>
                  <a:pt x="696669" y="115591"/>
                  <a:pt x="700531" y="128046"/>
                  <a:pt x="708333" y="137077"/>
                </a:cubicBezTo>
                <a:cubicBezTo>
                  <a:pt x="716135" y="146106"/>
                  <a:pt x="725302" y="150620"/>
                  <a:pt x="735835" y="150620"/>
                </a:cubicBezTo>
                <a:cubicBezTo>
                  <a:pt x="742857" y="150620"/>
                  <a:pt x="748962" y="148689"/>
                  <a:pt x="754151" y="144827"/>
                </a:cubicBezTo>
                <a:cubicBezTo>
                  <a:pt x="759339" y="140965"/>
                  <a:pt x="763689" y="134353"/>
                  <a:pt x="767200" y="124990"/>
                </a:cubicBezTo>
                <a:lnTo>
                  <a:pt x="770828" y="127331"/>
                </a:lnTo>
                <a:cubicBezTo>
                  <a:pt x="769189" y="138020"/>
                  <a:pt x="764430" y="147753"/>
                  <a:pt x="756550" y="156530"/>
                </a:cubicBezTo>
                <a:cubicBezTo>
                  <a:pt x="748670" y="165308"/>
                  <a:pt x="738800" y="169696"/>
                  <a:pt x="726941" y="169696"/>
                </a:cubicBezTo>
                <a:cubicBezTo>
                  <a:pt x="714067" y="169696"/>
                  <a:pt x="703047" y="164694"/>
                  <a:pt x="693879" y="154691"/>
                </a:cubicBezTo>
                <a:cubicBezTo>
                  <a:pt x="684712" y="144684"/>
                  <a:pt x="680128" y="131233"/>
                  <a:pt x="680128" y="114337"/>
                </a:cubicBezTo>
                <a:cubicBezTo>
                  <a:pt x="680128" y="96041"/>
                  <a:pt x="684829" y="81774"/>
                  <a:pt x="694230" y="71536"/>
                </a:cubicBezTo>
                <a:cubicBezTo>
                  <a:pt x="703632" y="61295"/>
                  <a:pt x="715433" y="56175"/>
                  <a:pt x="729632" y="56175"/>
                </a:cubicBezTo>
                <a:cubicBezTo>
                  <a:pt x="741648" y="56175"/>
                  <a:pt x="751517" y="60125"/>
                  <a:pt x="759242" y="68025"/>
                </a:cubicBezTo>
                <a:cubicBezTo>
                  <a:pt x="766966" y="75922"/>
                  <a:pt x="770828" y="86484"/>
                  <a:pt x="770828" y="99711"/>
                </a:cubicBezTo>
                <a:lnTo>
                  <a:pt x="696747" y="99711"/>
                </a:lnTo>
                <a:moveTo>
                  <a:pt x="696747" y="92923"/>
                </a:moveTo>
                <a:lnTo>
                  <a:pt x="746368" y="92923"/>
                </a:lnTo>
                <a:cubicBezTo>
                  <a:pt x="745978" y="86057"/>
                  <a:pt x="745159" y="81220"/>
                  <a:pt x="743910" y="78411"/>
                </a:cubicBezTo>
                <a:cubicBezTo>
                  <a:pt x="741960" y="74042"/>
                  <a:pt x="739054" y="70609"/>
                  <a:pt x="735192" y="68113"/>
                </a:cubicBezTo>
                <a:cubicBezTo>
                  <a:pt x="731329" y="65616"/>
                  <a:pt x="727292" y="64368"/>
                  <a:pt x="723079" y="64368"/>
                </a:cubicBezTo>
                <a:cubicBezTo>
                  <a:pt x="716603" y="64368"/>
                  <a:pt x="710810" y="66884"/>
                  <a:pt x="705699" y="71916"/>
                </a:cubicBezTo>
                <a:cubicBezTo>
                  <a:pt x="700589" y="76948"/>
                  <a:pt x="697605" y="83951"/>
                  <a:pt x="696747" y="92923"/>
                </a:cubicBezTo>
                <a:close/>
                <a:moveTo>
                  <a:pt x="853753" y="56175"/>
                </a:moveTo>
                <a:lnTo>
                  <a:pt x="853753" y="92455"/>
                </a:lnTo>
                <a:lnTo>
                  <a:pt x="849891" y="92455"/>
                </a:lnTo>
                <a:cubicBezTo>
                  <a:pt x="846927" y="81076"/>
                  <a:pt x="843123" y="73336"/>
                  <a:pt x="838481" y="69235"/>
                </a:cubicBezTo>
                <a:cubicBezTo>
                  <a:pt x="833839" y="65132"/>
                  <a:pt x="827928" y="63080"/>
                  <a:pt x="820750" y="63080"/>
                </a:cubicBezTo>
                <a:cubicBezTo>
                  <a:pt x="815289" y="63080"/>
                  <a:pt x="810881" y="64522"/>
                  <a:pt x="807526" y="67407"/>
                </a:cubicBezTo>
                <a:cubicBezTo>
                  <a:pt x="804171" y="70289"/>
                  <a:pt x="802493" y="73484"/>
                  <a:pt x="802493" y="76992"/>
                </a:cubicBezTo>
                <a:cubicBezTo>
                  <a:pt x="802493" y="81357"/>
                  <a:pt x="803742" y="85097"/>
                  <a:pt x="806238" y="88213"/>
                </a:cubicBezTo>
                <a:cubicBezTo>
                  <a:pt x="808657" y="91409"/>
                  <a:pt x="813572" y="94800"/>
                  <a:pt x="820985" y="98384"/>
                </a:cubicBezTo>
                <a:lnTo>
                  <a:pt x="838071" y="106686"/>
                </a:lnTo>
                <a:cubicBezTo>
                  <a:pt x="853909" y="114400"/>
                  <a:pt x="861829" y="124571"/>
                  <a:pt x="861829" y="137198"/>
                </a:cubicBezTo>
                <a:cubicBezTo>
                  <a:pt x="861829" y="146938"/>
                  <a:pt x="858142" y="154791"/>
                  <a:pt x="850769" y="160754"/>
                </a:cubicBezTo>
                <a:cubicBezTo>
                  <a:pt x="843396" y="166716"/>
                  <a:pt x="835145" y="169696"/>
                  <a:pt x="826017" y="169696"/>
                </a:cubicBezTo>
                <a:cubicBezTo>
                  <a:pt x="819463" y="169696"/>
                  <a:pt x="811973" y="168526"/>
                  <a:pt x="803547" y="166185"/>
                </a:cubicBezTo>
                <a:cubicBezTo>
                  <a:pt x="800972" y="165405"/>
                  <a:pt x="798865" y="165015"/>
                  <a:pt x="797227" y="165015"/>
                </a:cubicBezTo>
                <a:cubicBezTo>
                  <a:pt x="795433" y="165015"/>
                  <a:pt x="794028" y="166029"/>
                  <a:pt x="793014" y="168058"/>
                </a:cubicBezTo>
                <a:lnTo>
                  <a:pt x="789152" y="168058"/>
                </a:lnTo>
                <a:lnTo>
                  <a:pt x="789152" y="129671"/>
                </a:lnTo>
                <a:lnTo>
                  <a:pt x="793014" y="129671"/>
                </a:lnTo>
                <a:cubicBezTo>
                  <a:pt x="795198" y="140633"/>
                  <a:pt x="799373" y="148894"/>
                  <a:pt x="805536" y="154453"/>
                </a:cubicBezTo>
                <a:cubicBezTo>
                  <a:pt x="811700" y="160012"/>
                  <a:pt x="818605" y="162791"/>
                  <a:pt x="826251" y="162791"/>
                </a:cubicBezTo>
                <a:cubicBezTo>
                  <a:pt x="831634" y="162791"/>
                  <a:pt x="836023" y="161214"/>
                  <a:pt x="839417" y="158059"/>
                </a:cubicBezTo>
                <a:cubicBezTo>
                  <a:pt x="842811" y="154901"/>
                  <a:pt x="844508" y="151102"/>
                  <a:pt x="844508" y="146659"/>
                </a:cubicBezTo>
                <a:cubicBezTo>
                  <a:pt x="844508" y="141281"/>
                  <a:pt x="842616" y="136760"/>
                  <a:pt x="838832" y="133098"/>
                </a:cubicBezTo>
                <a:cubicBezTo>
                  <a:pt x="835048" y="129436"/>
                  <a:pt x="827499" y="124800"/>
                  <a:pt x="816186" y="119190"/>
                </a:cubicBezTo>
                <a:cubicBezTo>
                  <a:pt x="804873" y="113577"/>
                  <a:pt x="797461" y="108511"/>
                  <a:pt x="793950" y="103990"/>
                </a:cubicBezTo>
                <a:cubicBezTo>
                  <a:pt x="790439" y="99548"/>
                  <a:pt x="788684" y="93936"/>
                  <a:pt x="788684" y="87156"/>
                </a:cubicBezTo>
                <a:cubicBezTo>
                  <a:pt x="788684" y="78349"/>
                  <a:pt x="791707" y="70985"/>
                  <a:pt x="797754" y="65062"/>
                </a:cubicBezTo>
                <a:cubicBezTo>
                  <a:pt x="803800" y="59138"/>
                  <a:pt x="811622" y="56175"/>
                  <a:pt x="821219" y="56175"/>
                </a:cubicBezTo>
                <a:cubicBezTo>
                  <a:pt x="825432" y="56175"/>
                  <a:pt x="830542" y="57073"/>
                  <a:pt x="836550" y="58867"/>
                </a:cubicBezTo>
                <a:cubicBezTo>
                  <a:pt x="840529" y="60037"/>
                  <a:pt x="843182" y="60623"/>
                  <a:pt x="844508" y="60623"/>
                </a:cubicBezTo>
                <a:cubicBezTo>
                  <a:pt x="845756" y="60623"/>
                  <a:pt x="846732" y="60349"/>
                  <a:pt x="847434" y="59803"/>
                </a:cubicBezTo>
                <a:cubicBezTo>
                  <a:pt x="848136" y="59257"/>
                  <a:pt x="848955" y="58048"/>
                  <a:pt x="849891" y="56175"/>
                </a:cubicBezTo>
                <a:lnTo>
                  <a:pt x="853753" y="56175"/>
                </a:lnTo>
                <a:close/>
                <a:moveTo>
                  <a:pt x="909005" y="23875"/>
                </a:moveTo>
                <a:lnTo>
                  <a:pt x="909005" y="59218"/>
                </a:lnTo>
                <a:lnTo>
                  <a:pt x="934050" y="59218"/>
                </a:lnTo>
                <a:lnTo>
                  <a:pt x="934050" y="67410"/>
                </a:lnTo>
                <a:lnTo>
                  <a:pt x="909005" y="67410"/>
                </a:lnTo>
                <a:lnTo>
                  <a:pt x="909005" y="136832"/>
                </a:lnTo>
                <a:cubicBezTo>
                  <a:pt x="909005" y="143769"/>
                  <a:pt x="910000" y="148445"/>
                  <a:pt x="911990" y="150861"/>
                </a:cubicBezTo>
                <a:cubicBezTo>
                  <a:pt x="913979" y="153275"/>
                  <a:pt x="916534" y="154482"/>
                  <a:pt x="919655" y="154482"/>
                </a:cubicBezTo>
                <a:cubicBezTo>
                  <a:pt x="922230" y="154482"/>
                  <a:pt x="924727" y="153682"/>
                  <a:pt x="927145" y="152083"/>
                </a:cubicBezTo>
                <a:cubicBezTo>
                  <a:pt x="929564" y="150484"/>
                  <a:pt x="931436" y="148123"/>
                  <a:pt x="932763" y="145003"/>
                </a:cubicBezTo>
                <a:lnTo>
                  <a:pt x="937327" y="145003"/>
                </a:lnTo>
                <a:cubicBezTo>
                  <a:pt x="934596" y="152671"/>
                  <a:pt x="930734" y="158470"/>
                  <a:pt x="925741" y="162400"/>
                </a:cubicBezTo>
                <a:cubicBezTo>
                  <a:pt x="920747" y="166328"/>
                  <a:pt x="915598" y="168292"/>
                  <a:pt x="910293" y="168292"/>
                </a:cubicBezTo>
                <a:cubicBezTo>
                  <a:pt x="906704" y="168292"/>
                  <a:pt x="903193" y="167296"/>
                  <a:pt x="899760" y="165304"/>
                </a:cubicBezTo>
                <a:cubicBezTo>
                  <a:pt x="896327" y="163312"/>
                  <a:pt x="893791" y="160462"/>
                  <a:pt x="892153" y="156753"/>
                </a:cubicBezTo>
                <a:cubicBezTo>
                  <a:pt x="890514" y="153042"/>
                  <a:pt x="889695" y="147320"/>
                  <a:pt x="889695" y="139586"/>
                </a:cubicBezTo>
                <a:lnTo>
                  <a:pt x="889695" y="67410"/>
                </a:lnTo>
                <a:lnTo>
                  <a:pt x="872725" y="67410"/>
                </a:lnTo>
                <a:lnTo>
                  <a:pt x="872725" y="63548"/>
                </a:lnTo>
                <a:cubicBezTo>
                  <a:pt x="877017" y="61827"/>
                  <a:pt x="881405" y="58912"/>
                  <a:pt x="885891" y="54804"/>
                </a:cubicBezTo>
                <a:cubicBezTo>
                  <a:pt x="890378" y="50696"/>
                  <a:pt x="894376" y="45824"/>
                  <a:pt x="897887" y="40189"/>
                </a:cubicBezTo>
                <a:cubicBezTo>
                  <a:pt x="899682" y="37217"/>
                  <a:pt x="902178" y="31779"/>
                  <a:pt x="905377" y="23875"/>
                </a:cubicBezTo>
                <a:lnTo>
                  <a:pt x="909005" y="23875"/>
                </a:lnTo>
                <a:close/>
                <a:moveTo>
                  <a:pt x="972110" y="0"/>
                </a:moveTo>
                <a:cubicBezTo>
                  <a:pt x="975387" y="0"/>
                  <a:pt x="978176" y="1157"/>
                  <a:pt x="980478" y="3471"/>
                </a:cubicBezTo>
                <a:cubicBezTo>
                  <a:pt x="982779" y="5782"/>
                  <a:pt x="983930" y="8585"/>
                  <a:pt x="983930" y="11879"/>
                </a:cubicBezTo>
                <a:cubicBezTo>
                  <a:pt x="983930" y="15173"/>
                  <a:pt x="982779" y="17996"/>
                  <a:pt x="980478" y="20349"/>
                </a:cubicBezTo>
                <a:cubicBezTo>
                  <a:pt x="978176" y="22699"/>
                  <a:pt x="975387" y="23875"/>
                  <a:pt x="972110" y="23875"/>
                </a:cubicBezTo>
                <a:cubicBezTo>
                  <a:pt x="968833" y="23875"/>
                  <a:pt x="966024" y="22699"/>
                  <a:pt x="963684" y="20349"/>
                </a:cubicBezTo>
                <a:cubicBezTo>
                  <a:pt x="961343" y="17996"/>
                  <a:pt x="960173" y="15173"/>
                  <a:pt x="960173" y="11879"/>
                </a:cubicBezTo>
                <a:cubicBezTo>
                  <a:pt x="960173" y="8585"/>
                  <a:pt x="961323" y="5782"/>
                  <a:pt x="963625" y="3471"/>
                </a:cubicBezTo>
                <a:cubicBezTo>
                  <a:pt x="965927" y="1157"/>
                  <a:pt x="968755" y="0"/>
                  <a:pt x="972110" y="0"/>
                </a:cubicBezTo>
                <a:moveTo>
                  <a:pt x="981824" y="56175"/>
                </a:moveTo>
                <a:lnTo>
                  <a:pt x="981824" y="142121"/>
                </a:lnTo>
                <a:cubicBezTo>
                  <a:pt x="981824" y="148816"/>
                  <a:pt x="982311" y="153273"/>
                  <a:pt x="983286" y="155492"/>
                </a:cubicBezTo>
                <a:cubicBezTo>
                  <a:pt x="984262" y="157710"/>
                  <a:pt x="985705" y="159365"/>
                  <a:pt x="987617" y="160454"/>
                </a:cubicBezTo>
                <a:cubicBezTo>
                  <a:pt x="989528" y="161544"/>
                  <a:pt x="993020" y="162089"/>
                  <a:pt x="998091" y="162089"/>
                </a:cubicBezTo>
                <a:lnTo>
                  <a:pt x="998091" y="166419"/>
                </a:lnTo>
                <a:lnTo>
                  <a:pt x="946012" y="166419"/>
                </a:lnTo>
                <a:lnTo>
                  <a:pt x="946012" y="162089"/>
                </a:lnTo>
                <a:cubicBezTo>
                  <a:pt x="951239" y="162089"/>
                  <a:pt x="954750" y="161583"/>
                  <a:pt x="956545" y="160571"/>
                </a:cubicBezTo>
                <a:cubicBezTo>
                  <a:pt x="958339" y="159560"/>
                  <a:pt x="959763" y="157886"/>
                  <a:pt x="960816" y="155550"/>
                </a:cubicBezTo>
                <a:cubicBezTo>
                  <a:pt x="961870" y="153214"/>
                  <a:pt x="962396" y="148738"/>
                  <a:pt x="962396" y="142121"/>
                </a:cubicBezTo>
                <a:lnTo>
                  <a:pt x="962396" y="100900"/>
                </a:lnTo>
                <a:cubicBezTo>
                  <a:pt x="962396" y="89299"/>
                  <a:pt x="962045" y="81787"/>
                  <a:pt x="961343" y="78364"/>
                </a:cubicBezTo>
                <a:cubicBezTo>
                  <a:pt x="960797" y="75872"/>
                  <a:pt x="959939" y="74140"/>
                  <a:pt x="958768" y="73167"/>
                </a:cubicBezTo>
                <a:cubicBezTo>
                  <a:pt x="957598" y="72194"/>
                  <a:pt x="955998" y="71708"/>
                  <a:pt x="953970" y="71708"/>
                </a:cubicBezTo>
                <a:cubicBezTo>
                  <a:pt x="951785" y="71708"/>
                  <a:pt x="949133" y="72292"/>
                  <a:pt x="946012" y="73459"/>
                </a:cubicBezTo>
                <a:lnTo>
                  <a:pt x="944373" y="69254"/>
                </a:lnTo>
                <a:lnTo>
                  <a:pt x="976674" y="56175"/>
                </a:lnTo>
                <a:lnTo>
                  <a:pt x="981824" y="56175"/>
                </a:lnTo>
                <a:close/>
                <a:moveTo>
                  <a:pt x="1043056" y="78880"/>
                </a:moveTo>
                <a:cubicBezTo>
                  <a:pt x="1055618" y="63743"/>
                  <a:pt x="1067594" y="56175"/>
                  <a:pt x="1078985" y="56175"/>
                </a:cubicBezTo>
                <a:cubicBezTo>
                  <a:pt x="1084837" y="56175"/>
                  <a:pt x="1089869" y="57636"/>
                  <a:pt x="1094082" y="60557"/>
                </a:cubicBezTo>
                <a:cubicBezTo>
                  <a:pt x="1098296" y="63475"/>
                  <a:pt x="1101650" y="68282"/>
                  <a:pt x="1104147" y="74977"/>
                </a:cubicBezTo>
                <a:cubicBezTo>
                  <a:pt x="1105864" y="79646"/>
                  <a:pt x="1106722" y="86808"/>
                  <a:pt x="1106722" y="96464"/>
                </a:cubicBezTo>
                <a:lnTo>
                  <a:pt x="1106722" y="142121"/>
                </a:lnTo>
                <a:cubicBezTo>
                  <a:pt x="1106722" y="148894"/>
                  <a:pt x="1107268" y="153487"/>
                  <a:pt x="1108360" y="155901"/>
                </a:cubicBezTo>
                <a:cubicBezTo>
                  <a:pt x="1109219" y="157847"/>
                  <a:pt x="1110603" y="159365"/>
                  <a:pt x="1112515" y="160454"/>
                </a:cubicBezTo>
                <a:cubicBezTo>
                  <a:pt x="1114426" y="161544"/>
                  <a:pt x="1117957" y="162089"/>
                  <a:pt x="1123106" y="162089"/>
                </a:cubicBezTo>
                <a:lnTo>
                  <a:pt x="1123106" y="166419"/>
                </a:lnTo>
                <a:lnTo>
                  <a:pt x="1070091" y="166419"/>
                </a:lnTo>
                <a:lnTo>
                  <a:pt x="1070091" y="162089"/>
                </a:lnTo>
                <a:lnTo>
                  <a:pt x="1072314" y="162089"/>
                </a:lnTo>
                <a:cubicBezTo>
                  <a:pt x="1077308" y="162089"/>
                  <a:pt x="1080799" y="161332"/>
                  <a:pt x="1082789" y="159818"/>
                </a:cubicBezTo>
                <a:cubicBezTo>
                  <a:pt x="1084778" y="158304"/>
                  <a:pt x="1086163" y="156073"/>
                  <a:pt x="1086943" y="153125"/>
                </a:cubicBezTo>
                <a:cubicBezTo>
                  <a:pt x="1087256" y="151960"/>
                  <a:pt x="1087412" y="148311"/>
                  <a:pt x="1087412" y="142179"/>
                </a:cubicBezTo>
                <a:lnTo>
                  <a:pt x="1087412" y="98515"/>
                </a:lnTo>
                <a:cubicBezTo>
                  <a:pt x="1087412" y="88814"/>
                  <a:pt x="1086144" y="81770"/>
                  <a:pt x="1083608" y="77384"/>
                </a:cubicBezTo>
                <a:cubicBezTo>
                  <a:pt x="1081072" y="72997"/>
                  <a:pt x="1076801" y="70804"/>
                  <a:pt x="1070793" y="70804"/>
                </a:cubicBezTo>
                <a:cubicBezTo>
                  <a:pt x="1061509" y="70804"/>
                  <a:pt x="1052263" y="75850"/>
                  <a:pt x="1043056" y="85942"/>
                </a:cubicBezTo>
                <a:lnTo>
                  <a:pt x="1043056" y="142179"/>
                </a:lnTo>
                <a:cubicBezTo>
                  <a:pt x="1043056" y="149399"/>
                  <a:pt x="1043486" y="153862"/>
                  <a:pt x="1044344" y="155568"/>
                </a:cubicBezTo>
                <a:cubicBezTo>
                  <a:pt x="1045436" y="157819"/>
                  <a:pt x="1046938" y="159468"/>
                  <a:pt x="1048850" y="160517"/>
                </a:cubicBezTo>
                <a:cubicBezTo>
                  <a:pt x="1050761" y="161565"/>
                  <a:pt x="1054643" y="162089"/>
                  <a:pt x="1060494" y="162089"/>
                </a:cubicBezTo>
                <a:lnTo>
                  <a:pt x="1060494" y="166419"/>
                </a:lnTo>
                <a:lnTo>
                  <a:pt x="1007479" y="166419"/>
                </a:lnTo>
                <a:lnTo>
                  <a:pt x="1007479" y="162089"/>
                </a:lnTo>
                <a:lnTo>
                  <a:pt x="1009819" y="162089"/>
                </a:lnTo>
                <a:cubicBezTo>
                  <a:pt x="1015281" y="162089"/>
                  <a:pt x="1018967" y="160708"/>
                  <a:pt x="1020879" y="157946"/>
                </a:cubicBezTo>
                <a:cubicBezTo>
                  <a:pt x="1022790" y="155181"/>
                  <a:pt x="1023746" y="149906"/>
                  <a:pt x="1023746" y="142121"/>
                </a:cubicBezTo>
                <a:lnTo>
                  <a:pt x="1023746" y="102418"/>
                </a:lnTo>
                <a:cubicBezTo>
                  <a:pt x="1023746" y="89573"/>
                  <a:pt x="1023454" y="81750"/>
                  <a:pt x="1022868" y="78949"/>
                </a:cubicBezTo>
                <a:cubicBezTo>
                  <a:pt x="1022283" y="76145"/>
                  <a:pt x="1021386" y="74237"/>
                  <a:pt x="1020177" y="73225"/>
                </a:cubicBezTo>
                <a:cubicBezTo>
                  <a:pt x="1018967" y="72214"/>
                  <a:pt x="1017348" y="71708"/>
                  <a:pt x="1015320" y="71708"/>
                </a:cubicBezTo>
                <a:cubicBezTo>
                  <a:pt x="1013135" y="71708"/>
                  <a:pt x="1010522" y="72292"/>
                  <a:pt x="1007479" y="73459"/>
                </a:cubicBezTo>
                <a:lnTo>
                  <a:pt x="1005723" y="69254"/>
                </a:lnTo>
                <a:lnTo>
                  <a:pt x="1038024" y="56175"/>
                </a:lnTo>
                <a:lnTo>
                  <a:pt x="1043056" y="56175"/>
                </a:lnTo>
                <a:lnTo>
                  <a:pt x="1043056" y="78880"/>
                </a:lnTo>
                <a:close/>
                <a:moveTo>
                  <a:pt x="1160322" y="127356"/>
                </a:moveTo>
                <a:cubicBezTo>
                  <a:pt x="1153768" y="124162"/>
                  <a:pt x="1148736" y="119702"/>
                  <a:pt x="1145225" y="113974"/>
                </a:cubicBezTo>
                <a:cubicBezTo>
                  <a:pt x="1141714" y="108247"/>
                  <a:pt x="1139958" y="101915"/>
                  <a:pt x="1139958" y="94979"/>
                </a:cubicBezTo>
                <a:cubicBezTo>
                  <a:pt x="1139958" y="84382"/>
                  <a:pt x="1143957" y="75266"/>
                  <a:pt x="1151954" y="67630"/>
                </a:cubicBezTo>
                <a:cubicBezTo>
                  <a:pt x="1159951" y="59993"/>
                  <a:pt x="1170192" y="56175"/>
                  <a:pt x="1182675" y="56175"/>
                </a:cubicBezTo>
                <a:cubicBezTo>
                  <a:pt x="1192896" y="56175"/>
                  <a:pt x="1201751" y="58672"/>
                  <a:pt x="1209241" y="63665"/>
                </a:cubicBezTo>
                <a:lnTo>
                  <a:pt x="1231945" y="63665"/>
                </a:lnTo>
                <a:cubicBezTo>
                  <a:pt x="1235300" y="63665"/>
                  <a:pt x="1237251" y="63762"/>
                  <a:pt x="1237797" y="63954"/>
                </a:cubicBezTo>
                <a:cubicBezTo>
                  <a:pt x="1238343" y="64147"/>
                  <a:pt x="1238733" y="64475"/>
                  <a:pt x="1238967" y="64938"/>
                </a:cubicBezTo>
                <a:cubicBezTo>
                  <a:pt x="1239435" y="65633"/>
                  <a:pt x="1239670" y="66868"/>
                  <a:pt x="1239670" y="68643"/>
                </a:cubicBezTo>
                <a:cubicBezTo>
                  <a:pt x="1239670" y="70647"/>
                  <a:pt x="1239474" y="72036"/>
                  <a:pt x="1239084" y="72808"/>
                </a:cubicBezTo>
                <a:cubicBezTo>
                  <a:pt x="1238850" y="73194"/>
                  <a:pt x="1238441" y="73502"/>
                  <a:pt x="1237856" y="73734"/>
                </a:cubicBezTo>
                <a:cubicBezTo>
                  <a:pt x="1237270" y="73965"/>
                  <a:pt x="1235300" y="74081"/>
                  <a:pt x="1231945" y="74081"/>
                </a:cubicBezTo>
                <a:lnTo>
                  <a:pt x="1218019" y="74081"/>
                </a:lnTo>
                <a:cubicBezTo>
                  <a:pt x="1222388" y="79711"/>
                  <a:pt x="1224572" y="86904"/>
                  <a:pt x="1224572" y="95659"/>
                </a:cubicBezTo>
                <a:cubicBezTo>
                  <a:pt x="1224572" y="105665"/>
                  <a:pt x="1220749" y="114226"/>
                  <a:pt x="1213103" y="121340"/>
                </a:cubicBezTo>
                <a:cubicBezTo>
                  <a:pt x="1205457" y="128455"/>
                  <a:pt x="1195197" y="132012"/>
                  <a:pt x="1182324" y="132012"/>
                </a:cubicBezTo>
                <a:cubicBezTo>
                  <a:pt x="1177018" y="132012"/>
                  <a:pt x="1171596" y="131216"/>
                  <a:pt x="1166056" y="129624"/>
                </a:cubicBezTo>
                <a:cubicBezTo>
                  <a:pt x="1162624" y="132586"/>
                  <a:pt x="1160302" y="135179"/>
                  <a:pt x="1159093" y="137403"/>
                </a:cubicBezTo>
                <a:cubicBezTo>
                  <a:pt x="1157884" y="139624"/>
                  <a:pt x="1157279" y="141514"/>
                  <a:pt x="1157279" y="143072"/>
                </a:cubicBezTo>
                <a:cubicBezTo>
                  <a:pt x="1157279" y="144398"/>
                  <a:pt x="1157923" y="145685"/>
                  <a:pt x="1159210" y="146934"/>
                </a:cubicBezTo>
                <a:cubicBezTo>
                  <a:pt x="1160497" y="148179"/>
                  <a:pt x="1163014" y="149075"/>
                  <a:pt x="1166759" y="149622"/>
                </a:cubicBezTo>
                <a:cubicBezTo>
                  <a:pt x="1168943" y="149934"/>
                  <a:pt x="1174405" y="150207"/>
                  <a:pt x="1183143" y="150441"/>
                </a:cubicBezTo>
                <a:cubicBezTo>
                  <a:pt x="1199216" y="150829"/>
                  <a:pt x="1209631" y="151373"/>
                  <a:pt x="1214391" y="152076"/>
                </a:cubicBezTo>
                <a:cubicBezTo>
                  <a:pt x="1221647" y="153090"/>
                  <a:pt x="1227440" y="155780"/>
                  <a:pt x="1231770" y="160147"/>
                </a:cubicBezTo>
                <a:cubicBezTo>
                  <a:pt x="1236100" y="164512"/>
                  <a:pt x="1238265" y="169890"/>
                  <a:pt x="1238265" y="176283"/>
                </a:cubicBezTo>
                <a:cubicBezTo>
                  <a:pt x="1238265" y="185092"/>
                  <a:pt x="1234130" y="193356"/>
                  <a:pt x="1225860" y="201075"/>
                </a:cubicBezTo>
                <a:cubicBezTo>
                  <a:pt x="1213688" y="212457"/>
                  <a:pt x="1197811" y="218147"/>
                  <a:pt x="1178228" y="218147"/>
                </a:cubicBezTo>
                <a:cubicBezTo>
                  <a:pt x="1163170" y="218147"/>
                  <a:pt x="1150452" y="214758"/>
                  <a:pt x="1140075" y="207980"/>
                </a:cubicBezTo>
                <a:cubicBezTo>
                  <a:pt x="1134224" y="204084"/>
                  <a:pt x="1131298" y="200032"/>
                  <a:pt x="1131298" y="195824"/>
                </a:cubicBezTo>
                <a:cubicBezTo>
                  <a:pt x="1131298" y="193956"/>
                  <a:pt x="1131727" y="192087"/>
                  <a:pt x="1132585" y="190217"/>
                </a:cubicBezTo>
                <a:cubicBezTo>
                  <a:pt x="1133912" y="187333"/>
                  <a:pt x="1136642" y="183320"/>
                  <a:pt x="1140778" y="178177"/>
                </a:cubicBezTo>
                <a:cubicBezTo>
                  <a:pt x="1141324" y="177478"/>
                  <a:pt x="1145303" y="173271"/>
                  <a:pt x="1152715" y="165556"/>
                </a:cubicBezTo>
                <a:cubicBezTo>
                  <a:pt x="1148658" y="163135"/>
                  <a:pt x="1145790" y="160968"/>
                  <a:pt x="1144113" y="159054"/>
                </a:cubicBezTo>
                <a:cubicBezTo>
                  <a:pt x="1142436" y="157140"/>
                  <a:pt x="1141597" y="154972"/>
                  <a:pt x="1141597" y="152551"/>
                </a:cubicBezTo>
                <a:cubicBezTo>
                  <a:pt x="1141597" y="149815"/>
                  <a:pt x="1142709" y="146612"/>
                  <a:pt x="1144932" y="142940"/>
                </a:cubicBezTo>
                <a:cubicBezTo>
                  <a:pt x="1147156" y="139268"/>
                  <a:pt x="1152286" y="134073"/>
                  <a:pt x="1160322" y="127356"/>
                </a:cubicBezTo>
                <a:moveTo>
                  <a:pt x="1180685" y="62027"/>
                </a:moveTo>
                <a:cubicBezTo>
                  <a:pt x="1174912" y="62027"/>
                  <a:pt x="1170075" y="64316"/>
                  <a:pt x="1166173" y="68895"/>
                </a:cubicBezTo>
                <a:cubicBezTo>
                  <a:pt x="1162272" y="73472"/>
                  <a:pt x="1160322" y="80494"/>
                  <a:pt x="1160322" y="89961"/>
                </a:cubicBezTo>
                <a:cubicBezTo>
                  <a:pt x="1160322" y="102222"/>
                  <a:pt x="1162975" y="111728"/>
                  <a:pt x="1168280" y="118477"/>
                </a:cubicBezTo>
                <a:cubicBezTo>
                  <a:pt x="1172337" y="123599"/>
                  <a:pt x="1177487" y="126160"/>
                  <a:pt x="1183728" y="126160"/>
                </a:cubicBezTo>
                <a:cubicBezTo>
                  <a:pt x="1189658" y="126160"/>
                  <a:pt x="1194534" y="123949"/>
                  <a:pt x="1198357" y="119526"/>
                </a:cubicBezTo>
                <a:cubicBezTo>
                  <a:pt x="1202180" y="115103"/>
                  <a:pt x="1204092" y="108158"/>
                  <a:pt x="1204092" y="98691"/>
                </a:cubicBezTo>
                <a:cubicBezTo>
                  <a:pt x="1204092" y="86354"/>
                  <a:pt x="1201400" y="76692"/>
                  <a:pt x="1196017" y="69707"/>
                </a:cubicBezTo>
                <a:cubicBezTo>
                  <a:pt x="1192038" y="64587"/>
                  <a:pt x="1186927" y="62027"/>
                  <a:pt x="1180685" y="62027"/>
                </a:cubicBezTo>
                <a:moveTo>
                  <a:pt x="1159152" y="166489"/>
                </a:moveTo>
                <a:cubicBezTo>
                  <a:pt x="1155485" y="170461"/>
                  <a:pt x="1152715" y="174159"/>
                  <a:pt x="1150842" y="177585"/>
                </a:cubicBezTo>
                <a:cubicBezTo>
                  <a:pt x="1148970" y="181013"/>
                  <a:pt x="1148034" y="184168"/>
                  <a:pt x="1148034" y="187050"/>
                </a:cubicBezTo>
                <a:cubicBezTo>
                  <a:pt x="1148034" y="190788"/>
                  <a:pt x="1150296" y="194058"/>
                  <a:pt x="1154821" y="196862"/>
                </a:cubicBezTo>
                <a:cubicBezTo>
                  <a:pt x="1162624" y="201690"/>
                  <a:pt x="1173898" y="204104"/>
                  <a:pt x="1188644" y="204104"/>
                </a:cubicBezTo>
                <a:cubicBezTo>
                  <a:pt x="1202687" y="204104"/>
                  <a:pt x="1213045" y="201630"/>
                  <a:pt x="1219716" y="196683"/>
                </a:cubicBezTo>
                <a:cubicBezTo>
                  <a:pt x="1226386" y="191739"/>
                  <a:pt x="1229722" y="186464"/>
                  <a:pt x="1229722" y="180858"/>
                </a:cubicBezTo>
                <a:cubicBezTo>
                  <a:pt x="1229722" y="176808"/>
                  <a:pt x="1227732" y="173926"/>
                  <a:pt x="1223753" y="172212"/>
                </a:cubicBezTo>
                <a:cubicBezTo>
                  <a:pt x="1219696" y="170498"/>
                  <a:pt x="1211660" y="169487"/>
                  <a:pt x="1199645" y="169177"/>
                </a:cubicBezTo>
                <a:cubicBezTo>
                  <a:pt x="1182090" y="168709"/>
                  <a:pt x="1168592" y="167813"/>
                  <a:pt x="1159152" y="1664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5201E8-4DBF-4A77-8EDB-F28C098A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3987" y="1363970"/>
            <a:ext cx="1935716" cy="738071"/>
          </a:xfrm>
          <a:custGeom xmlns:a="http://schemas.openxmlformats.org/drawingml/2006/main">
            <a:pathLst>
              <a:path w="1935716" h="738071">
                <a:moveTo>
                  <a:pt x="0" y="123014"/>
                </a:moveTo>
                <a:cubicBezTo>
                  <a:pt x="0" y="55076"/>
                  <a:pt x="55075" y="0"/>
                  <a:pt x="123014" y="0"/>
                </a:cubicBezTo>
                <a:lnTo>
                  <a:pt x="1812702" y="0"/>
                </a:lnTo>
                <a:cubicBezTo>
                  <a:pt x="1880642" y="0"/>
                  <a:pt x="1935716" y="55076"/>
                  <a:pt x="1935716" y="123014"/>
                </a:cubicBezTo>
                <a:lnTo>
                  <a:pt x="1935716" y="615056"/>
                </a:lnTo>
                <a:cubicBezTo>
                  <a:pt x="1935716" y="682996"/>
                  <a:pt x="1880642" y="738071"/>
                  <a:pt x="1812702" y="738071"/>
                </a:cubicBezTo>
                <a:lnTo>
                  <a:pt x="123014" y="738071"/>
                </a:lnTo>
                <a:cubicBezTo>
                  <a:pt x="55075" y="738071"/>
                  <a:pt x="0" y="682996"/>
                  <a:pt x="0" y="615056"/>
                </a:cubicBezTo>
                <a:lnTo>
                  <a:pt x="0" y="123014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16A9D2-430A-4E2C-AAFF-06FD88D1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3987" y="1363970"/>
            <a:ext cx="1935718" cy="738071"/>
          </a:xfrm>
          <a:custGeom xmlns:a="http://schemas.openxmlformats.org/drawingml/2006/main">
            <a:pathLst>
              <a:path w="1935718" h="738071" fill="none">
                <a:moveTo>
                  <a:pt x="0" y="123015"/>
                </a:moveTo>
                <a:cubicBezTo>
                  <a:pt x="0" y="55076"/>
                  <a:pt x="55076" y="0"/>
                  <a:pt x="123015" y="0"/>
                </a:cubicBezTo>
                <a:lnTo>
                  <a:pt x="1812703" y="0"/>
                </a:lnTo>
                <a:cubicBezTo>
                  <a:pt x="1880642" y="0"/>
                  <a:pt x="1935718" y="55076"/>
                  <a:pt x="1935718" y="123015"/>
                </a:cubicBezTo>
                <a:lnTo>
                  <a:pt x="1935718" y="615056"/>
                </a:lnTo>
                <a:cubicBezTo>
                  <a:pt x="1935718" y="682995"/>
                  <a:pt x="1880642" y="738071"/>
                  <a:pt x="1812703" y="738071"/>
                </a:cubicBezTo>
                <a:lnTo>
                  <a:pt x="123015" y="738071"/>
                </a:lnTo>
                <a:cubicBezTo>
                  <a:pt x="55076" y="738071"/>
                  <a:pt x="0" y="682995"/>
                  <a:pt x="0" y="615056"/>
                </a:cubicBezTo>
                <a:lnTo>
                  <a:pt x="0" y="12301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099" cap="flat">
            <a:solidFill>
              <a:srgbClr val="000000"/>
            </a:solidFill>
            <a:miter/>
          </a:ln>
        </p:spPr>
      </p:sp>
      <p:sp>
        <p:nvSpPr>
          <p:cNvPr id="53" name="Text PropertyGPT">
            <a:extLst xmlns:a="http://schemas.openxmlformats.org/drawingml/2006/main">
              <a:ext uri="{FF2B5EF4-FFF2-40B4-BE49-F238E27FC236}">
                <a16:creationId xmlns:a16="http://schemas.microsoft.com/office/drawing/2014/main" id="{CE2D684C-73B6-45BF-92CC-686EF987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117" y="1509298"/>
            <a:ext cx="1267899" cy="213934"/>
          </a:xfrm>
          <a:custGeom xmlns:a="http://schemas.openxmlformats.org/drawingml/2006/main">
            <a:pathLst>
              <a:path w="1267899" h="213934">
                <a:moveTo>
                  <a:pt x="45174" y="87774"/>
                </a:moveTo>
                <a:lnTo>
                  <a:pt x="45174" y="134078"/>
                </a:lnTo>
                <a:cubicBezTo>
                  <a:pt x="45174" y="144082"/>
                  <a:pt x="46267" y="150296"/>
                  <a:pt x="48451" y="152719"/>
                </a:cubicBezTo>
                <a:cubicBezTo>
                  <a:pt x="51416" y="156157"/>
                  <a:pt x="55902" y="157876"/>
                  <a:pt x="61910" y="157876"/>
                </a:cubicBezTo>
                <a:lnTo>
                  <a:pt x="67996" y="157876"/>
                </a:lnTo>
                <a:lnTo>
                  <a:pt x="67996" y="162206"/>
                </a:lnTo>
                <a:lnTo>
                  <a:pt x="0" y="162206"/>
                </a:lnTo>
                <a:lnTo>
                  <a:pt x="0" y="157876"/>
                </a:lnTo>
                <a:lnTo>
                  <a:pt x="5969" y="157876"/>
                </a:lnTo>
                <a:cubicBezTo>
                  <a:pt x="12678" y="157876"/>
                  <a:pt x="17477" y="155691"/>
                  <a:pt x="20364" y="151322"/>
                </a:cubicBezTo>
                <a:cubicBezTo>
                  <a:pt x="21924" y="148904"/>
                  <a:pt x="22704" y="143169"/>
                  <a:pt x="22704" y="134119"/>
                </a:cubicBezTo>
                <a:lnTo>
                  <a:pt x="22704" y="31599"/>
                </a:lnTo>
                <a:cubicBezTo>
                  <a:pt x="22704" y="21612"/>
                  <a:pt x="21651" y="15409"/>
                  <a:pt x="19544" y="12991"/>
                </a:cubicBezTo>
                <a:cubicBezTo>
                  <a:pt x="16501" y="9558"/>
                  <a:pt x="11976" y="7841"/>
                  <a:pt x="5969" y="7841"/>
                </a:cubicBezTo>
                <a:lnTo>
                  <a:pt x="0" y="7841"/>
                </a:lnTo>
                <a:lnTo>
                  <a:pt x="0" y="3511"/>
                </a:lnTo>
                <a:lnTo>
                  <a:pt x="58165" y="3511"/>
                </a:lnTo>
                <a:cubicBezTo>
                  <a:pt x="72365" y="3511"/>
                  <a:pt x="83561" y="4973"/>
                  <a:pt x="91753" y="7896"/>
                </a:cubicBezTo>
                <a:cubicBezTo>
                  <a:pt x="99945" y="10817"/>
                  <a:pt x="106850" y="15744"/>
                  <a:pt x="112468" y="22679"/>
                </a:cubicBezTo>
                <a:cubicBezTo>
                  <a:pt x="118085" y="29613"/>
                  <a:pt x="120894" y="37833"/>
                  <a:pt x="120894" y="47339"/>
                </a:cubicBezTo>
                <a:cubicBezTo>
                  <a:pt x="120894" y="60274"/>
                  <a:pt x="116622" y="70793"/>
                  <a:pt x="108079" y="78898"/>
                </a:cubicBezTo>
                <a:cubicBezTo>
                  <a:pt x="99536" y="87000"/>
                  <a:pt x="87462" y="91051"/>
                  <a:pt x="71858" y="91051"/>
                </a:cubicBezTo>
                <a:cubicBezTo>
                  <a:pt x="68035" y="91051"/>
                  <a:pt x="63899" y="90778"/>
                  <a:pt x="59452" y="90232"/>
                </a:cubicBezTo>
                <a:cubicBezTo>
                  <a:pt x="55005" y="89685"/>
                  <a:pt x="50246" y="88866"/>
                  <a:pt x="45174" y="87774"/>
                </a:cubicBezTo>
                <a:moveTo>
                  <a:pt x="45174" y="80986"/>
                </a:moveTo>
                <a:cubicBezTo>
                  <a:pt x="49309" y="81766"/>
                  <a:pt x="52976" y="82351"/>
                  <a:pt x="56175" y="82742"/>
                </a:cubicBezTo>
                <a:cubicBezTo>
                  <a:pt x="59374" y="83132"/>
                  <a:pt x="62105" y="83327"/>
                  <a:pt x="64368" y="83327"/>
                </a:cubicBezTo>
                <a:cubicBezTo>
                  <a:pt x="72482" y="83327"/>
                  <a:pt x="79484" y="80186"/>
                  <a:pt x="85375" y="73906"/>
                </a:cubicBezTo>
                <a:cubicBezTo>
                  <a:pt x="91265" y="67625"/>
                  <a:pt x="94211" y="59491"/>
                  <a:pt x="94211" y="49504"/>
                </a:cubicBezTo>
                <a:cubicBezTo>
                  <a:pt x="94211" y="42639"/>
                  <a:pt x="92806" y="36260"/>
                  <a:pt x="89998" y="30370"/>
                </a:cubicBezTo>
                <a:cubicBezTo>
                  <a:pt x="87189" y="24479"/>
                  <a:pt x="83210" y="20071"/>
                  <a:pt x="78060" y="17145"/>
                </a:cubicBezTo>
                <a:cubicBezTo>
                  <a:pt x="72911" y="14219"/>
                  <a:pt x="67059" y="12756"/>
                  <a:pt x="60506" y="12756"/>
                </a:cubicBezTo>
                <a:cubicBezTo>
                  <a:pt x="56526" y="12756"/>
                  <a:pt x="51416" y="13498"/>
                  <a:pt x="45174" y="14980"/>
                </a:cubicBezTo>
                <a:lnTo>
                  <a:pt x="45174" y="80986"/>
                </a:lnTo>
                <a:close/>
                <a:moveTo>
                  <a:pt x="168810" y="51962"/>
                </a:moveTo>
                <a:lnTo>
                  <a:pt x="168810" y="76071"/>
                </a:lnTo>
                <a:cubicBezTo>
                  <a:pt x="177782" y="59998"/>
                  <a:pt x="186989" y="51962"/>
                  <a:pt x="196429" y="51962"/>
                </a:cubicBezTo>
                <a:cubicBezTo>
                  <a:pt x="200720" y="51962"/>
                  <a:pt x="204270" y="53269"/>
                  <a:pt x="207079" y="55883"/>
                </a:cubicBezTo>
                <a:cubicBezTo>
                  <a:pt x="209888" y="58496"/>
                  <a:pt x="211292" y="61520"/>
                  <a:pt x="211292" y="64953"/>
                </a:cubicBezTo>
                <a:cubicBezTo>
                  <a:pt x="211292" y="67996"/>
                  <a:pt x="210278" y="70570"/>
                  <a:pt x="208249" y="72677"/>
                </a:cubicBezTo>
                <a:cubicBezTo>
                  <a:pt x="206221" y="74783"/>
                  <a:pt x="203802" y="75837"/>
                  <a:pt x="200993" y="75837"/>
                </a:cubicBezTo>
                <a:cubicBezTo>
                  <a:pt x="198263" y="75837"/>
                  <a:pt x="195200" y="74491"/>
                  <a:pt x="191806" y="71799"/>
                </a:cubicBezTo>
                <a:cubicBezTo>
                  <a:pt x="188413" y="69107"/>
                  <a:pt x="185896" y="67761"/>
                  <a:pt x="184258" y="67761"/>
                </a:cubicBezTo>
                <a:cubicBezTo>
                  <a:pt x="182854" y="67761"/>
                  <a:pt x="181332" y="68539"/>
                  <a:pt x="179694" y="70095"/>
                </a:cubicBezTo>
                <a:cubicBezTo>
                  <a:pt x="176183" y="73286"/>
                  <a:pt x="172555" y="78539"/>
                  <a:pt x="168810" y="85854"/>
                </a:cubicBezTo>
                <a:lnTo>
                  <a:pt x="168810" y="137099"/>
                </a:lnTo>
                <a:cubicBezTo>
                  <a:pt x="168810" y="143012"/>
                  <a:pt x="169551" y="147486"/>
                  <a:pt x="171033" y="150521"/>
                </a:cubicBezTo>
                <a:cubicBezTo>
                  <a:pt x="172048" y="152623"/>
                  <a:pt x="173842" y="154375"/>
                  <a:pt x="176417" y="155777"/>
                </a:cubicBezTo>
                <a:cubicBezTo>
                  <a:pt x="178991" y="157176"/>
                  <a:pt x="182697" y="157876"/>
                  <a:pt x="187535" y="157876"/>
                </a:cubicBezTo>
                <a:lnTo>
                  <a:pt x="187535" y="162206"/>
                </a:lnTo>
                <a:lnTo>
                  <a:pt x="132647" y="162206"/>
                </a:lnTo>
                <a:lnTo>
                  <a:pt x="132647" y="157876"/>
                </a:lnTo>
                <a:cubicBezTo>
                  <a:pt x="138108" y="157876"/>
                  <a:pt x="142165" y="157020"/>
                  <a:pt x="144818" y="155309"/>
                </a:cubicBezTo>
                <a:cubicBezTo>
                  <a:pt x="146769" y="154063"/>
                  <a:pt x="148134" y="152077"/>
                  <a:pt x="148914" y="149351"/>
                </a:cubicBezTo>
                <a:cubicBezTo>
                  <a:pt x="149304" y="148027"/>
                  <a:pt x="149499" y="144252"/>
                  <a:pt x="149499" y="138025"/>
                </a:cubicBezTo>
                <a:lnTo>
                  <a:pt x="149499" y="96570"/>
                </a:lnTo>
                <a:cubicBezTo>
                  <a:pt x="149499" y="84113"/>
                  <a:pt x="149246" y="76699"/>
                  <a:pt x="148739" y="74326"/>
                </a:cubicBezTo>
                <a:cubicBezTo>
                  <a:pt x="148232" y="71951"/>
                  <a:pt x="147295" y="70219"/>
                  <a:pt x="145930" y="69129"/>
                </a:cubicBezTo>
                <a:cubicBezTo>
                  <a:pt x="144565" y="68039"/>
                  <a:pt x="142868" y="67494"/>
                  <a:pt x="140839" y="67494"/>
                </a:cubicBezTo>
                <a:cubicBezTo>
                  <a:pt x="138420" y="67494"/>
                  <a:pt x="135690" y="68078"/>
                  <a:pt x="132647" y="69246"/>
                </a:cubicBezTo>
                <a:lnTo>
                  <a:pt x="131476" y="65040"/>
                </a:lnTo>
                <a:lnTo>
                  <a:pt x="163894" y="51962"/>
                </a:lnTo>
                <a:lnTo>
                  <a:pt x="168810" y="51962"/>
                </a:lnTo>
                <a:close/>
                <a:moveTo>
                  <a:pt x="269186" y="51962"/>
                </a:moveTo>
                <a:cubicBezTo>
                  <a:pt x="285415" y="51962"/>
                  <a:pt x="298444" y="58120"/>
                  <a:pt x="308275" y="70435"/>
                </a:cubicBezTo>
                <a:cubicBezTo>
                  <a:pt x="316623" y="80956"/>
                  <a:pt x="320797" y="93037"/>
                  <a:pt x="320797" y="106678"/>
                </a:cubicBezTo>
                <a:cubicBezTo>
                  <a:pt x="320797" y="116265"/>
                  <a:pt x="318496" y="125969"/>
                  <a:pt x="313892" y="135790"/>
                </a:cubicBezTo>
                <a:cubicBezTo>
                  <a:pt x="309289" y="145608"/>
                  <a:pt x="302950" y="153012"/>
                  <a:pt x="294875" y="158000"/>
                </a:cubicBezTo>
                <a:cubicBezTo>
                  <a:pt x="286799" y="162989"/>
                  <a:pt x="277808" y="165483"/>
                  <a:pt x="267899" y="165483"/>
                </a:cubicBezTo>
                <a:cubicBezTo>
                  <a:pt x="251748" y="165483"/>
                  <a:pt x="238914" y="159052"/>
                  <a:pt x="229395" y="146191"/>
                </a:cubicBezTo>
                <a:cubicBezTo>
                  <a:pt x="221359" y="135358"/>
                  <a:pt x="217341" y="123200"/>
                  <a:pt x="217341" y="109717"/>
                </a:cubicBezTo>
                <a:cubicBezTo>
                  <a:pt x="217341" y="99896"/>
                  <a:pt x="219779" y="90134"/>
                  <a:pt x="224656" y="80430"/>
                </a:cubicBezTo>
                <a:cubicBezTo>
                  <a:pt x="229532" y="70726"/>
                  <a:pt x="235949" y="63556"/>
                  <a:pt x="243907" y="58918"/>
                </a:cubicBezTo>
                <a:cubicBezTo>
                  <a:pt x="251865" y="54281"/>
                  <a:pt x="260292" y="51962"/>
                  <a:pt x="269186" y="51962"/>
                </a:cubicBezTo>
                <a:moveTo>
                  <a:pt x="265558" y="59686"/>
                </a:moveTo>
                <a:cubicBezTo>
                  <a:pt x="261423" y="59686"/>
                  <a:pt x="257268" y="60914"/>
                  <a:pt x="253094" y="63369"/>
                </a:cubicBezTo>
                <a:cubicBezTo>
                  <a:pt x="248920" y="65824"/>
                  <a:pt x="245546" y="70130"/>
                  <a:pt x="242971" y="76287"/>
                </a:cubicBezTo>
                <a:cubicBezTo>
                  <a:pt x="240396" y="82443"/>
                  <a:pt x="239109" y="90352"/>
                  <a:pt x="239109" y="100015"/>
                </a:cubicBezTo>
                <a:cubicBezTo>
                  <a:pt x="239109" y="115599"/>
                  <a:pt x="242210" y="129042"/>
                  <a:pt x="248413" y="140343"/>
                </a:cubicBezTo>
                <a:cubicBezTo>
                  <a:pt x="254616" y="151642"/>
                  <a:pt x="262788" y="157291"/>
                  <a:pt x="272931" y="157291"/>
                </a:cubicBezTo>
                <a:cubicBezTo>
                  <a:pt x="280499" y="157291"/>
                  <a:pt x="286741" y="154174"/>
                  <a:pt x="291656" y="147939"/>
                </a:cubicBezTo>
                <a:cubicBezTo>
                  <a:pt x="296572" y="141705"/>
                  <a:pt x="299029" y="130990"/>
                  <a:pt x="299029" y="115796"/>
                </a:cubicBezTo>
                <a:cubicBezTo>
                  <a:pt x="299029" y="96781"/>
                  <a:pt x="294933" y="81817"/>
                  <a:pt x="286741" y="70907"/>
                </a:cubicBezTo>
                <a:cubicBezTo>
                  <a:pt x="281201" y="63426"/>
                  <a:pt x="274141" y="59686"/>
                  <a:pt x="265558" y="59686"/>
                </a:cubicBezTo>
                <a:close/>
                <a:moveTo>
                  <a:pt x="328872" y="65549"/>
                </a:moveTo>
                <a:lnTo>
                  <a:pt x="361875" y="52196"/>
                </a:lnTo>
                <a:lnTo>
                  <a:pt x="366322" y="52196"/>
                </a:lnTo>
                <a:lnTo>
                  <a:pt x="366322" y="77241"/>
                </a:lnTo>
                <a:cubicBezTo>
                  <a:pt x="371862" y="67800"/>
                  <a:pt x="377421" y="61227"/>
                  <a:pt x="382999" y="57521"/>
                </a:cubicBezTo>
                <a:cubicBezTo>
                  <a:pt x="388578" y="53815"/>
                  <a:pt x="394449" y="51962"/>
                  <a:pt x="400612" y="51962"/>
                </a:cubicBezTo>
                <a:cubicBezTo>
                  <a:pt x="411379" y="51962"/>
                  <a:pt x="420352" y="56170"/>
                  <a:pt x="427530" y="64587"/>
                </a:cubicBezTo>
                <a:cubicBezTo>
                  <a:pt x="436346" y="74876"/>
                  <a:pt x="440754" y="88282"/>
                  <a:pt x="440754" y="104806"/>
                </a:cubicBezTo>
                <a:cubicBezTo>
                  <a:pt x="440754" y="123277"/>
                  <a:pt x="435449" y="138554"/>
                  <a:pt x="424838" y="150635"/>
                </a:cubicBezTo>
                <a:cubicBezTo>
                  <a:pt x="416100" y="160534"/>
                  <a:pt x="405099" y="165483"/>
                  <a:pt x="391835" y="165483"/>
                </a:cubicBezTo>
                <a:cubicBezTo>
                  <a:pt x="386062" y="165483"/>
                  <a:pt x="381068" y="164664"/>
                  <a:pt x="376855" y="163025"/>
                </a:cubicBezTo>
                <a:cubicBezTo>
                  <a:pt x="373734" y="161855"/>
                  <a:pt x="370223" y="159514"/>
                  <a:pt x="366322" y="156004"/>
                </a:cubicBezTo>
                <a:lnTo>
                  <a:pt x="366322" y="188655"/>
                </a:lnTo>
                <a:cubicBezTo>
                  <a:pt x="366322" y="195989"/>
                  <a:pt x="366771" y="200651"/>
                  <a:pt x="367668" y="202641"/>
                </a:cubicBezTo>
                <a:cubicBezTo>
                  <a:pt x="368565" y="204630"/>
                  <a:pt x="370126" y="206210"/>
                  <a:pt x="372349" y="207381"/>
                </a:cubicBezTo>
                <a:cubicBezTo>
                  <a:pt x="374573" y="208551"/>
                  <a:pt x="378610" y="209136"/>
                  <a:pt x="384462" y="209136"/>
                </a:cubicBezTo>
                <a:lnTo>
                  <a:pt x="384462" y="213466"/>
                </a:lnTo>
                <a:lnTo>
                  <a:pt x="328287" y="213466"/>
                </a:lnTo>
                <a:lnTo>
                  <a:pt x="328287" y="209136"/>
                </a:lnTo>
                <a:lnTo>
                  <a:pt x="331213" y="209136"/>
                </a:lnTo>
                <a:cubicBezTo>
                  <a:pt x="335504" y="209214"/>
                  <a:pt x="339171" y="208394"/>
                  <a:pt x="342214" y="206675"/>
                </a:cubicBezTo>
                <a:cubicBezTo>
                  <a:pt x="343696" y="205816"/>
                  <a:pt x="344847" y="204430"/>
                  <a:pt x="345666" y="202516"/>
                </a:cubicBezTo>
                <a:cubicBezTo>
                  <a:pt x="346485" y="200605"/>
                  <a:pt x="346895" y="195746"/>
                  <a:pt x="346895" y="187939"/>
                </a:cubicBezTo>
                <a:lnTo>
                  <a:pt x="346895" y="86512"/>
                </a:lnTo>
                <a:cubicBezTo>
                  <a:pt x="346895" y="79563"/>
                  <a:pt x="346583" y="75153"/>
                  <a:pt x="345959" y="73280"/>
                </a:cubicBezTo>
                <a:cubicBezTo>
                  <a:pt x="345334" y="71405"/>
                  <a:pt x="344340" y="70000"/>
                  <a:pt x="342974" y="69063"/>
                </a:cubicBezTo>
                <a:cubicBezTo>
                  <a:pt x="341609" y="68125"/>
                  <a:pt x="339756" y="67655"/>
                  <a:pt x="337415" y="67655"/>
                </a:cubicBezTo>
                <a:cubicBezTo>
                  <a:pt x="335543" y="67655"/>
                  <a:pt x="333163" y="68202"/>
                  <a:pt x="330276" y="69294"/>
                </a:cubicBezTo>
                <a:lnTo>
                  <a:pt x="328872" y="65549"/>
                </a:lnTo>
                <a:moveTo>
                  <a:pt x="366322" y="84358"/>
                </a:moveTo>
                <a:lnTo>
                  <a:pt x="366322" y="124332"/>
                </a:lnTo>
                <a:cubicBezTo>
                  <a:pt x="366322" y="132982"/>
                  <a:pt x="366673" y="138671"/>
                  <a:pt x="367375" y="141396"/>
                </a:cubicBezTo>
                <a:cubicBezTo>
                  <a:pt x="368468" y="145917"/>
                  <a:pt x="371140" y="149891"/>
                  <a:pt x="375392" y="153319"/>
                </a:cubicBezTo>
                <a:cubicBezTo>
                  <a:pt x="379644" y="156747"/>
                  <a:pt x="385008" y="158461"/>
                  <a:pt x="391484" y="158461"/>
                </a:cubicBezTo>
                <a:cubicBezTo>
                  <a:pt x="399286" y="158461"/>
                  <a:pt x="405606" y="155422"/>
                  <a:pt x="410443" y="149344"/>
                </a:cubicBezTo>
                <a:cubicBezTo>
                  <a:pt x="416763" y="141398"/>
                  <a:pt x="419923" y="130216"/>
                  <a:pt x="419923" y="115799"/>
                </a:cubicBezTo>
                <a:cubicBezTo>
                  <a:pt x="419923" y="99437"/>
                  <a:pt x="416334" y="86854"/>
                  <a:pt x="409156" y="78049"/>
                </a:cubicBezTo>
                <a:cubicBezTo>
                  <a:pt x="404162" y="71971"/>
                  <a:pt x="398233" y="68932"/>
                  <a:pt x="391367" y="68932"/>
                </a:cubicBezTo>
                <a:cubicBezTo>
                  <a:pt x="387622" y="68932"/>
                  <a:pt x="383916" y="69867"/>
                  <a:pt x="380249" y="71737"/>
                </a:cubicBezTo>
                <a:cubicBezTo>
                  <a:pt x="377440" y="73139"/>
                  <a:pt x="372798" y="77346"/>
                  <a:pt x="366322" y="84358"/>
                </a:cubicBezTo>
                <a:close/>
                <a:moveTo>
                  <a:pt x="474460" y="95498"/>
                </a:moveTo>
                <a:cubicBezTo>
                  <a:pt x="474382" y="111378"/>
                  <a:pt x="478244" y="123833"/>
                  <a:pt x="486046" y="132864"/>
                </a:cubicBezTo>
                <a:cubicBezTo>
                  <a:pt x="493848" y="141893"/>
                  <a:pt x="503015" y="146407"/>
                  <a:pt x="513548" y="146407"/>
                </a:cubicBezTo>
                <a:cubicBezTo>
                  <a:pt x="520570" y="146407"/>
                  <a:pt x="526675" y="144476"/>
                  <a:pt x="531864" y="140614"/>
                </a:cubicBezTo>
                <a:cubicBezTo>
                  <a:pt x="537052" y="136752"/>
                  <a:pt x="541402" y="130139"/>
                  <a:pt x="544913" y="120777"/>
                </a:cubicBezTo>
                <a:lnTo>
                  <a:pt x="548541" y="123118"/>
                </a:lnTo>
                <a:cubicBezTo>
                  <a:pt x="546902" y="133806"/>
                  <a:pt x="542143" y="143540"/>
                  <a:pt x="534263" y="152317"/>
                </a:cubicBezTo>
                <a:cubicBezTo>
                  <a:pt x="526383" y="161094"/>
                  <a:pt x="516513" y="165483"/>
                  <a:pt x="504654" y="165483"/>
                </a:cubicBezTo>
                <a:cubicBezTo>
                  <a:pt x="491780" y="165483"/>
                  <a:pt x="480760" y="160481"/>
                  <a:pt x="471592" y="150477"/>
                </a:cubicBezTo>
                <a:cubicBezTo>
                  <a:pt x="462425" y="140471"/>
                  <a:pt x="457841" y="127020"/>
                  <a:pt x="457841" y="110123"/>
                </a:cubicBezTo>
                <a:cubicBezTo>
                  <a:pt x="457841" y="91827"/>
                  <a:pt x="462542" y="77560"/>
                  <a:pt x="471943" y="67323"/>
                </a:cubicBezTo>
                <a:cubicBezTo>
                  <a:pt x="481345" y="57082"/>
                  <a:pt x="493146" y="51962"/>
                  <a:pt x="507346" y="51962"/>
                </a:cubicBezTo>
                <a:cubicBezTo>
                  <a:pt x="519361" y="51962"/>
                  <a:pt x="529231" y="55912"/>
                  <a:pt x="536955" y="63812"/>
                </a:cubicBezTo>
                <a:cubicBezTo>
                  <a:pt x="544679" y="71709"/>
                  <a:pt x="548541" y="82271"/>
                  <a:pt x="548541" y="95498"/>
                </a:cubicBezTo>
                <a:lnTo>
                  <a:pt x="474460" y="95498"/>
                </a:lnTo>
                <a:moveTo>
                  <a:pt x="474460" y="88710"/>
                </a:moveTo>
                <a:lnTo>
                  <a:pt x="524081" y="88710"/>
                </a:lnTo>
                <a:cubicBezTo>
                  <a:pt x="523691" y="81844"/>
                  <a:pt x="522872" y="77007"/>
                  <a:pt x="521623" y="74198"/>
                </a:cubicBezTo>
                <a:cubicBezTo>
                  <a:pt x="519673" y="69829"/>
                  <a:pt x="516767" y="66396"/>
                  <a:pt x="512905" y="63899"/>
                </a:cubicBezTo>
                <a:cubicBezTo>
                  <a:pt x="509043" y="61403"/>
                  <a:pt x="505005" y="60154"/>
                  <a:pt x="500792" y="60154"/>
                </a:cubicBezTo>
                <a:cubicBezTo>
                  <a:pt x="494316" y="60154"/>
                  <a:pt x="488523" y="62671"/>
                  <a:pt x="483413" y="67703"/>
                </a:cubicBezTo>
                <a:cubicBezTo>
                  <a:pt x="478302" y="72735"/>
                  <a:pt x="475318" y="79738"/>
                  <a:pt x="474460" y="88710"/>
                </a:cubicBezTo>
                <a:close/>
                <a:moveTo>
                  <a:pt x="593549" y="51962"/>
                </a:moveTo>
                <a:lnTo>
                  <a:pt x="593549" y="76071"/>
                </a:lnTo>
                <a:cubicBezTo>
                  <a:pt x="602521" y="59998"/>
                  <a:pt x="611728" y="51962"/>
                  <a:pt x="621168" y="51962"/>
                </a:cubicBezTo>
                <a:cubicBezTo>
                  <a:pt x="625459" y="51962"/>
                  <a:pt x="629009" y="53269"/>
                  <a:pt x="631818" y="55883"/>
                </a:cubicBezTo>
                <a:cubicBezTo>
                  <a:pt x="634627" y="58496"/>
                  <a:pt x="636031" y="61520"/>
                  <a:pt x="636031" y="64953"/>
                </a:cubicBezTo>
                <a:cubicBezTo>
                  <a:pt x="636031" y="67996"/>
                  <a:pt x="635017" y="70570"/>
                  <a:pt x="632989" y="72677"/>
                </a:cubicBezTo>
                <a:cubicBezTo>
                  <a:pt x="630960" y="74783"/>
                  <a:pt x="628541" y="75837"/>
                  <a:pt x="625733" y="75837"/>
                </a:cubicBezTo>
                <a:cubicBezTo>
                  <a:pt x="623002" y="75837"/>
                  <a:pt x="619939" y="74491"/>
                  <a:pt x="616546" y="71799"/>
                </a:cubicBezTo>
                <a:cubicBezTo>
                  <a:pt x="613152" y="69107"/>
                  <a:pt x="610635" y="67761"/>
                  <a:pt x="608997" y="67761"/>
                </a:cubicBezTo>
                <a:cubicBezTo>
                  <a:pt x="607593" y="67761"/>
                  <a:pt x="606071" y="68539"/>
                  <a:pt x="604433" y="70095"/>
                </a:cubicBezTo>
                <a:cubicBezTo>
                  <a:pt x="600922" y="73286"/>
                  <a:pt x="597294" y="78539"/>
                  <a:pt x="593549" y="85854"/>
                </a:cubicBezTo>
                <a:lnTo>
                  <a:pt x="593549" y="137099"/>
                </a:lnTo>
                <a:cubicBezTo>
                  <a:pt x="593549" y="143012"/>
                  <a:pt x="594290" y="147486"/>
                  <a:pt x="595772" y="150521"/>
                </a:cubicBezTo>
                <a:cubicBezTo>
                  <a:pt x="596787" y="152623"/>
                  <a:pt x="598581" y="154375"/>
                  <a:pt x="601156" y="155777"/>
                </a:cubicBezTo>
                <a:cubicBezTo>
                  <a:pt x="603731" y="157176"/>
                  <a:pt x="607437" y="157876"/>
                  <a:pt x="612274" y="157876"/>
                </a:cubicBezTo>
                <a:lnTo>
                  <a:pt x="612274" y="162206"/>
                </a:lnTo>
                <a:lnTo>
                  <a:pt x="557386" y="162206"/>
                </a:lnTo>
                <a:lnTo>
                  <a:pt x="557386" y="157876"/>
                </a:lnTo>
                <a:cubicBezTo>
                  <a:pt x="562847" y="157876"/>
                  <a:pt x="566904" y="157020"/>
                  <a:pt x="569557" y="155309"/>
                </a:cubicBezTo>
                <a:cubicBezTo>
                  <a:pt x="571508" y="154063"/>
                  <a:pt x="572873" y="152077"/>
                  <a:pt x="573653" y="149351"/>
                </a:cubicBezTo>
                <a:cubicBezTo>
                  <a:pt x="574043" y="148027"/>
                  <a:pt x="574238" y="144252"/>
                  <a:pt x="574238" y="138025"/>
                </a:cubicBezTo>
                <a:lnTo>
                  <a:pt x="574238" y="96570"/>
                </a:lnTo>
                <a:cubicBezTo>
                  <a:pt x="574238" y="84113"/>
                  <a:pt x="573985" y="76699"/>
                  <a:pt x="573478" y="74326"/>
                </a:cubicBezTo>
                <a:cubicBezTo>
                  <a:pt x="572971" y="71951"/>
                  <a:pt x="572034" y="70219"/>
                  <a:pt x="570669" y="69129"/>
                </a:cubicBezTo>
                <a:cubicBezTo>
                  <a:pt x="569304" y="68039"/>
                  <a:pt x="567607" y="67494"/>
                  <a:pt x="565578" y="67494"/>
                </a:cubicBezTo>
                <a:cubicBezTo>
                  <a:pt x="563159" y="67494"/>
                  <a:pt x="560429" y="68078"/>
                  <a:pt x="557386" y="69246"/>
                </a:cubicBezTo>
                <a:lnTo>
                  <a:pt x="556216" y="65040"/>
                </a:lnTo>
                <a:lnTo>
                  <a:pt x="588633" y="51962"/>
                </a:lnTo>
                <a:lnTo>
                  <a:pt x="593549" y="51962"/>
                </a:lnTo>
                <a:close/>
                <a:moveTo>
                  <a:pt x="672625" y="19661"/>
                </a:moveTo>
                <a:lnTo>
                  <a:pt x="672625" y="55005"/>
                </a:lnTo>
                <a:lnTo>
                  <a:pt x="697670" y="55005"/>
                </a:lnTo>
                <a:lnTo>
                  <a:pt x="697670" y="63197"/>
                </a:lnTo>
                <a:lnTo>
                  <a:pt x="672625" y="63197"/>
                </a:lnTo>
                <a:lnTo>
                  <a:pt x="672625" y="132619"/>
                </a:lnTo>
                <a:cubicBezTo>
                  <a:pt x="672625" y="139556"/>
                  <a:pt x="673620" y="144232"/>
                  <a:pt x="675610" y="146648"/>
                </a:cubicBezTo>
                <a:cubicBezTo>
                  <a:pt x="677599" y="149062"/>
                  <a:pt x="680155" y="150269"/>
                  <a:pt x="683275" y="150269"/>
                </a:cubicBezTo>
                <a:cubicBezTo>
                  <a:pt x="685850" y="150269"/>
                  <a:pt x="688347" y="149469"/>
                  <a:pt x="690765" y="147870"/>
                </a:cubicBezTo>
                <a:cubicBezTo>
                  <a:pt x="693184" y="146270"/>
                  <a:pt x="695057" y="143910"/>
                  <a:pt x="696383" y="140789"/>
                </a:cubicBezTo>
                <a:lnTo>
                  <a:pt x="700947" y="140789"/>
                </a:lnTo>
                <a:cubicBezTo>
                  <a:pt x="698216" y="148457"/>
                  <a:pt x="694354" y="154257"/>
                  <a:pt x="689361" y="158187"/>
                </a:cubicBezTo>
                <a:cubicBezTo>
                  <a:pt x="684368" y="162115"/>
                  <a:pt x="679218" y="164079"/>
                  <a:pt x="673913" y="164079"/>
                </a:cubicBezTo>
                <a:cubicBezTo>
                  <a:pt x="670324" y="164079"/>
                  <a:pt x="666813" y="163083"/>
                  <a:pt x="663380" y="161091"/>
                </a:cubicBezTo>
                <a:cubicBezTo>
                  <a:pt x="659947" y="159099"/>
                  <a:pt x="657411" y="156249"/>
                  <a:pt x="655773" y="152540"/>
                </a:cubicBezTo>
                <a:cubicBezTo>
                  <a:pt x="654134" y="148829"/>
                  <a:pt x="653315" y="143107"/>
                  <a:pt x="653315" y="135373"/>
                </a:cubicBezTo>
                <a:lnTo>
                  <a:pt x="653315" y="63197"/>
                </a:lnTo>
                <a:lnTo>
                  <a:pt x="636346" y="63197"/>
                </a:lnTo>
                <a:lnTo>
                  <a:pt x="636346" y="59335"/>
                </a:lnTo>
                <a:cubicBezTo>
                  <a:pt x="640637" y="57614"/>
                  <a:pt x="645025" y="54699"/>
                  <a:pt x="649512" y="50591"/>
                </a:cubicBezTo>
                <a:cubicBezTo>
                  <a:pt x="653998" y="46482"/>
                  <a:pt x="657996" y="41611"/>
                  <a:pt x="661507" y="35976"/>
                </a:cubicBezTo>
                <a:cubicBezTo>
                  <a:pt x="663302" y="33004"/>
                  <a:pt x="665799" y="27566"/>
                  <a:pt x="668997" y="19661"/>
                </a:cubicBezTo>
                <a:lnTo>
                  <a:pt x="672625" y="19661"/>
                </a:lnTo>
                <a:close/>
                <a:moveTo>
                  <a:pt x="702376" y="55005"/>
                </a:moveTo>
                <a:lnTo>
                  <a:pt x="752349" y="55005"/>
                </a:lnTo>
                <a:lnTo>
                  <a:pt x="752349" y="59335"/>
                </a:lnTo>
                <a:lnTo>
                  <a:pt x="749891" y="59335"/>
                </a:lnTo>
                <a:cubicBezTo>
                  <a:pt x="746380" y="59335"/>
                  <a:pt x="743747" y="60096"/>
                  <a:pt x="741992" y="61617"/>
                </a:cubicBezTo>
                <a:cubicBezTo>
                  <a:pt x="740236" y="63139"/>
                  <a:pt x="739358" y="65031"/>
                  <a:pt x="739358" y="67293"/>
                </a:cubicBezTo>
                <a:cubicBezTo>
                  <a:pt x="739358" y="70336"/>
                  <a:pt x="740646" y="74549"/>
                  <a:pt x="743220" y="79933"/>
                </a:cubicBezTo>
                <a:lnTo>
                  <a:pt x="769319" y="134002"/>
                </a:lnTo>
                <a:lnTo>
                  <a:pt x="793310" y="74783"/>
                </a:lnTo>
                <a:cubicBezTo>
                  <a:pt x="794636" y="71585"/>
                  <a:pt x="795300" y="68425"/>
                  <a:pt x="795300" y="65304"/>
                </a:cubicBezTo>
                <a:cubicBezTo>
                  <a:pt x="795300" y="63899"/>
                  <a:pt x="795027" y="62846"/>
                  <a:pt x="794480" y="62144"/>
                </a:cubicBezTo>
                <a:cubicBezTo>
                  <a:pt x="793856" y="61286"/>
                  <a:pt x="792881" y="60603"/>
                  <a:pt x="791555" y="60096"/>
                </a:cubicBezTo>
                <a:cubicBezTo>
                  <a:pt x="790228" y="59589"/>
                  <a:pt x="787888" y="59335"/>
                  <a:pt x="784533" y="59335"/>
                </a:cubicBezTo>
                <a:lnTo>
                  <a:pt x="784533" y="55005"/>
                </a:lnTo>
                <a:lnTo>
                  <a:pt x="819408" y="55005"/>
                </a:lnTo>
                <a:lnTo>
                  <a:pt x="819408" y="59335"/>
                </a:lnTo>
                <a:cubicBezTo>
                  <a:pt x="816521" y="59647"/>
                  <a:pt x="814298" y="60271"/>
                  <a:pt x="812737" y="61208"/>
                </a:cubicBezTo>
                <a:cubicBezTo>
                  <a:pt x="811177" y="62144"/>
                  <a:pt x="809460" y="63899"/>
                  <a:pt x="807588" y="66474"/>
                </a:cubicBezTo>
                <a:cubicBezTo>
                  <a:pt x="806886" y="67566"/>
                  <a:pt x="805559" y="70570"/>
                  <a:pt x="803609" y="75486"/>
                </a:cubicBezTo>
                <a:lnTo>
                  <a:pt x="759956" y="182453"/>
                </a:lnTo>
                <a:cubicBezTo>
                  <a:pt x="755743" y="192830"/>
                  <a:pt x="750223" y="200671"/>
                  <a:pt x="743396" y="205976"/>
                </a:cubicBezTo>
                <a:cubicBezTo>
                  <a:pt x="736569" y="211282"/>
                  <a:pt x="729996" y="213934"/>
                  <a:pt x="723676" y="213934"/>
                </a:cubicBezTo>
                <a:cubicBezTo>
                  <a:pt x="719073" y="213934"/>
                  <a:pt x="715289" y="212624"/>
                  <a:pt x="712324" y="210003"/>
                </a:cubicBezTo>
                <a:cubicBezTo>
                  <a:pt x="709359" y="207382"/>
                  <a:pt x="707877" y="204376"/>
                  <a:pt x="707877" y="200984"/>
                </a:cubicBezTo>
                <a:cubicBezTo>
                  <a:pt x="707877" y="197746"/>
                  <a:pt x="708950" y="195135"/>
                  <a:pt x="711095" y="193150"/>
                </a:cubicBezTo>
                <a:cubicBezTo>
                  <a:pt x="713241" y="191168"/>
                  <a:pt x="716186" y="190177"/>
                  <a:pt x="719931" y="190177"/>
                </a:cubicBezTo>
                <a:cubicBezTo>
                  <a:pt x="722506" y="190177"/>
                  <a:pt x="726017" y="191035"/>
                  <a:pt x="730464" y="192752"/>
                </a:cubicBezTo>
                <a:cubicBezTo>
                  <a:pt x="733585" y="193922"/>
                  <a:pt x="735535" y="194507"/>
                  <a:pt x="736316" y="194507"/>
                </a:cubicBezTo>
                <a:cubicBezTo>
                  <a:pt x="738656" y="194507"/>
                  <a:pt x="741211" y="193289"/>
                  <a:pt x="743981" y="190853"/>
                </a:cubicBezTo>
                <a:cubicBezTo>
                  <a:pt x="746751" y="188420"/>
                  <a:pt x="749540" y="183710"/>
                  <a:pt x="752349" y="176722"/>
                </a:cubicBezTo>
                <a:lnTo>
                  <a:pt x="759956" y="157993"/>
                </a:lnTo>
                <a:lnTo>
                  <a:pt x="721452" y="77124"/>
                </a:lnTo>
                <a:cubicBezTo>
                  <a:pt x="720282" y="74705"/>
                  <a:pt x="718410" y="71702"/>
                  <a:pt x="715835" y="68113"/>
                </a:cubicBezTo>
                <a:cubicBezTo>
                  <a:pt x="713884" y="65382"/>
                  <a:pt x="712285" y="63548"/>
                  <a:pt x="711037" y="62612"/>
                </a:cubicBezTo>
                <a:cubicBezTo>
                  <a:pt x="709242" y="61364"/>
                  <a:pt x="706355" y="60271"/>
                  <a:pt x="702376" y="59335"/>
                </a:cubicBezTo>
                <a:lnTo>
                  <a:pt x="702376" y="55005"/>
                </a:lnTo>
                <a:close/>
                <a:moveTo>
                  <a:pt x="967921" y="0"/>
                </a:moveTo>
                <a:lnTo>
                  <a:pt x="972018" y="50090"/>
                </a:lnTo>
                <a:lnTo>
                  <a:pt x="967921" y="50090"/>
                </a:lnTo>
                <a:cubicBezTo>
                  <a:pt x="963786" y="37606"/>
                  <a:pt x="958442" y="28205"/>
                  <a:pt x="951888" y="21885"/>
                </a:cubicBezTo>
                <a:cubicBezTo>
                  <a:pt x="942447" y="12756"/>
                  <a:pt x="930315" y="8192"/>
                  <a:pt x="915491" y="8192"/>
                </a:cubicBezTo>
                <a:cubicBezTo>
                  <a:pt x="895284" y="8192"/>
                  <a:pt x="879913" y="16189"/>
                  <a:pt x="869381" y="32184"/>
                </a:cubicBezTo>
                <a:cubicBezTo>
                  <a:pt x="860564" y="45681"/>
                  <a:pt x="856156" y="61754"/>
                  <a:pt x="856156" y="80401"/>
                </a:cubicBezTo>
                <a:cubicBezTo>
                  <a:pt x="856156" y="95537"/>
                  <a:pt x="859082" y="109347"/>
                  <a:pt x="864933" y="121830"/>
                </a:cubicBezTo>
                <a:cubicBezTo>
                  <a:pt x="870785" y="134314"/>
                  <a:pt x="878451" y="143462"/>
                  <a:pt x="887930" y="149274"/>
                </a:cubicBezTo>
                <a:cubicBezTo>
                  <a:pt x="897410" y="155087"/>
                  <a:pt x="907143" y="157993"/>
                  <a:pt x="917130" y="157993"/>
                </a:cubicBezTo>
                <a:cubicBezTo>
                  <a:pt x="922981" y="157993"/>
                  <a:pt x="928638" y="157249"/>
                  <a:pt x="934099" y="155762"/>
                </a:cubicBezTo>
                <a:cubicBezTo>
                  <a:pt x="939561" y="154275"/>
                  <a:pt x="944827" y="152084"/>
                  <a:pt x="949898" y="149190"/>
                </a:cubicBezTo>
                <a:lnTo>
                  <a:pt x="949898" y="103175"/>
                </a:lnTo>
                <a:cubicBezTo>
                  <a:pt x="949898" y="95192"/>
                  <a:pt x="949294" y="89968"/>
                  <a:pt x="948084" y="87503"/>
                </a:cubicBezTo>
                <a:cubicBezTo>
                  <a:pt x="946875" y="85038"/>
                  <a:pt x="945003" y="83161"/>
                  <a:pt x="942467" y="81871"/>
                </a:cubicBezTo>
                <a:cubicBezTo>
                  <a:pt x="939931" y="80579"/>
                  <a:pt x="935465" y="79933"/>
                  <a:pt x="929067" y="79933"/>
                </a:cubicBezTo>
                <a:lnTo>
                  <a:pt x="929067" y="75603"/>
                </a:lnTo>
                <a:lnTo>
                  <a:pt x="990509" y="75603"/>
                </a:lnTo>
                <a:lnTo>
                  <a:pt x="990509" y="79933"/>
                </a:lnTo>
                <a:lnTo>
                  <a:pt x="987583" y="79933"/>
                </a:lnTo>
                <a:cubicBezTo>
                  <a:pt x="981497" y="79933"/>
                  <a:pt x="977323" y="81961"/>
                  <a:pt x="975060" y="86018"/>
                </a:cubicBezTo>
                <a:cubicBezTo>
                  <a:pt x="973500" y="88905"/>
                  <a:pt x="972720" y="94601"/>
                  <a:pt x="972720" y="103105"/>
                </a:cubicBezTo>
                <a:lnTo>
                  <a:pt x="972720" y="151673"/>
                </a:lnTo>
                <a:cubicBezTo>
                  <a:pt x="963747" y="156511"/>
                  <a:pt x="954892" y="160061"/>
                  <a:pt x="946153" y="162323"/>
                </a:cubicBezTo>
                <a:cubicBezTo>
                  <a:pt x="937415" y="164586"/>
                  <a:pt x="927701" y="165717"/>
                  <a:pt x="917013" y="165717"/>
                </a:cubicBezTo>
                <a:cubicBezTo>
                  <a:pt x="886350" y="165717"/>
                  <a:pt x="863061" y="155900"/>
                  <a:pt x="847144" y="136265"/>
                </a:cubicBezTo>
                <a:cubicBezTo>
                  <a:pt x="835207" y="121541"/>
                  <a:pt x="829239" y="104557"/>
                  <a:pt x="829239" y="85313"/>
                </a:cubicBezTo>
                <a:cubicBezTo>
                  <a:pt x="829239" y="71366"/>
                  <a:pt x="832593" y="58005"/>
                  <a:pt x="839303" y="45229"/>
                </a:cubicBezTo>
                <a:cubicBezTo>
                  <a:pt x="847261" y="30035"/>
                  <a:pt x="858184" y="18347"/>
                  <a:pt x="872072" y="10167"/>
                </a:cubicBezTo>
                <a:cubicBezTo>
                  <a:pt x="883697" y="3389"/>
                  <a:pt x="897429" y="0"/>
                  <a:pt x="913268" y="0"/>
                </a:cubicBezTo>
                <a:cubicBezTo>
                  <a:pt x="919041" y="0"/>
                  <a:pt x="924288" y="468"/>
                  <a:pt x="929008" y="1404"/>
                </a:cubicBezTo>
                <a:cubicBezTo>
                  <a:pt x="933729" y="2341"/>
                  <a:pt x="940419" y="4408"/>
                  <a:pt x="949079" y="7607"/>
                </a:cubicBezTo>
                <a:cubicBezTo>
                  <a:pt x="953448" y="9246"/>
                  <a:pt x="956374" y="10065"/>
                  <a:pt x="957857" y="10065"/>
                </a:cubicBezTo>
                <a:cubicBezTo>
                  <a:pt x="959339" y="10065"/>
                  <a:pt x="960607" y="9382"/>
                  <a:pt x="961660" y="8017"/>
                </a:cubicBezTo>
                <a:cubicBezTo>
                  <a:pt x="962713" y="6651"/>
                  <a:pt x="963357" y="3979"/>
                  <a:pt x="963591" y="0"/>
                </a:cubicBezTo>
                <a:lnTo>
                  <a:pt x="967921" y="0"/>
                </a:lnTo>
                <a:close/>
                <a:moveTo>
                  <a:pt x="1042680" y="87774"/>
                </a:moveTo>
                <a:lnTo>
                  <a:pt x="1042680" y="134078"/>
                </a:lnTo>
                <a:cubicBezTo>
                  <a:pt x="1042680" y="144082"/>
                  <a:pt x="1043772" y="150296"/>
                  <a:pt x="1045957" y="152719"/>
                </a:cubicBezTo>
                <a:cubicBezTo>
                  <a:pt x="1048922" y="156157"/>
                  <a:pt x="1053408" y="157876"/>
                  <a:pt x="1059416" y="157876"/>
                </a:cubicBezTo>
                <a:lnTo>
                  <a:pt x="1065501" y="157876"/>
                </a:lnTo>
                <a:lnTo>
                  <a:pt x="1065501" y="162206"/>
                </a:lnTo>
                <a:lnTo>
                  <a:pt x="997506" y="162206"/>
                </a:lnTo>
                <a:lnTo>
                  <a:pt x="997506" y="157876"/>
                </a:lnTo>
                <a:lnTo>
                  <a:pt x="1003474" y="157876"/>
                </a:lnTo>
                <a:cubicBezTo>
                  <a:pt x="1010184" y="157876"/>
                  <a:pt x="1014983" y="155691"/>
                  <a:pt x="1017869" y="151322"/>
                </a:cubicBezTo>
                <a:cubicBezTo>
                  <a:pt x="1019430" y="148904"/>
                  <a:pt x="1020210" y="143169"/>
                  <a:pt x="1020210" y="134119"/>
                </a:cubicBezTo>
                <a:lnTo>
                  <a:pt x="1020210" y="31599"/>
                </a:lnTo>
                <a:cubicBezTo>
                  <a:pt x="1020210" y="21612"/>
                  <a:pt x="1019157" y="15409"/>
                  <a:pt x="1017050" y="12991"/>
                </a:cubicBezTo>
                <a:cubicBezTo>
                  <a:pt x="1014007" y="9558"/>
                  <a:pt x="1009482" y="7841"/>
                  <a:pt x="1003474" y="7841"/>
                </a:cubicBezTo>
                <a:lnTo>
                  <a:pt x="997506" y="7841"/>
                </a:lnTo>
                <a:lnTo>
                  <a:pt x="997506" y="3511"/>
                </a:lnTo>
                <a:lnTo>
                  <a:pt x="1055671" y="3511"/>
                </a:lnTo>
                <a:cubicBezTo>
                  <a:pt x="1069871" y="3511"/>
                  <a:pt x="1081067" y="4973"/>
                  <a:pt x="1089259" y="7896"/>
                </a:cubicBezTo>
                <a:cubicBezTo>
                  <a:pt x="1097451" y="10817"/>
                  <a:pt x="1104356" y="15744"/>
                  <a:pt x="1109973" y="22679"/>
                </a:cubicBezTo>
                <a:cubicBezTo>
                  <a:pt x="1115591" y="29613"/>
                  <a:pt x="1118400" y="37833"/>
                  <a:pt x="1118400" y="47339"/>
                </a:cubicBezTo>
                <a:cubicBezTo>
                  <a:pt x="1118400" y="60274"/>
                  <a:pt x="1114128" y="70793"/>
                  <a:pt x="1105585" y="78898"/>
                </a:cubicBezTo>
                <a:cubicBezTo>
                  <a:pt x="1097041" y="87000"/>
                  <a:pt x="1084968" y="91051"/>
                  <a:pt x="1069363" y="91051"/>
                </a:cubicBezTo>
                <a:cubicBezTo>
                  <a:pt x="1065540" y="91051"/>
                  <a:pt x="1061405" y="90778"/>
                  <a:pt x="1056958" y="90232"/>
                </a:cubicBezTo>
                <a:cubicBezTo>
                  <a:pt x="1052511" y="89685"/>
                  <a:pt x="1047752" y="88866"/>
                  <a:pt x="1042680" y="87774"/>
                </a:cubicBezTo>
                <a:moveTo>
                  <a:pt x="1042680" y="80986"/>
                </a:moveTo>
                <a:cubicBezTo>
                  <a:pt x="1046815" y="81766"/>
                  <a:pt x="1050482" y="82351"/>
                  <a:pt x="1053681" y="82742"/>
                </a:cubicBezTo>
                <a:cubicBezTo>
                  <a:pt x="1056880" y="83132"/>
                  <a:pt x="1059611" y="83327"/>
                  <a:pt x="1061873" y="83327"/>
                </a:cubicBezTo>
                <a:cubicBezTo>
                  <a:pt x="1069988" y="83327"/>
                  <a:pt x="1076990" y="80186"/>
                  <a:pt x="1082881" y="73906"/>
                </a:cubicBezTo>
                <a:cubicBezTo>
                  <a:pt x="1088771" y="67625"/>
                  <a:pt x="1091717" y="59491"/>
                  <a:pt x="1091717" y="49504"/>
                </a:cubicBezTo>
                <a:cubicBezTo>
                  <a:pt x="1091717" y="42639"/>
                  <a:pt x="1090312" y="36260"/>
                  <a:pt x="1087503" y="30370"/>
                </a:cubicBezTo>
                <a:cubicBezTo>
                  <a:pt x="1084695" y="24479"/>
                  <a:pt x="1080716" y="20071"/>
                  <a:pt x="1075566" y="17145"/>
                </a:cubicBezTo>
                <a:cubicBezTo>
                  <a:pt x="1070417" y="14219"/>
                  <a:pt x="1064565" y="12756"/>
                  <a:pt x="1058011" y="12756"/>
                </a:cubicBezTo>
                <a:cubicBezTo>
                  <a:pt x="1054032" y="12756"/>
                  <a:pt x="1048922" y="13498"/>
                  <a:pt x="1042680" y="14980"/>
                </a:cubicBezTo>
                <a:lnTo>
                  <a:pt x="1042680" y="80986"/>
                </a:lnTo>
                <a:close/>
                <a:moveTo>
                  <a:pt x="1266144" y="3511"/>
                </a:moveTo>
                <a:lnTo>
                  <a:pt x="1267899" y="40727"/>
                </a:lnTo>
                <a:lnTo>
                  <a:pt x="1263452" y="40727"/>
                </a:lnTo>
                <a:cubicBezTo>
                  <a:pt x="1262594" y="34173"/>
                  <a:pt x="1261423" y="29492"/>
                  <a:pt x="1259941" y="26683"/>
                </a:cubicBezTo>
                <a:cubicBezTo>
                  <a:pt x="1257522" y="22158"/>
                  <a:pt x="1254304" y="18823"/>
                  <a:pt x="1250286" y="16677"/>
                </a:cubicBezTo>
                <a:cubicBezTo>
                  <a:pt x="1246268" y="14531"/>
                  <a:pt x="1240982" y="13459"/>
                  <a:pt x="1234428" y="13459"/>
                </a:cubicBezTo>
                <a:lnTo>
                  <a:pt x="1212075" y="13459"/>
                </a:lnTo>
                <a:lnTo>
                  <a:pt x="1212075" y="134704"/>
                </a:lnTo>
                <a:cubicBezTo>
                  <a:pt x="1212075" y="144456"/>
                  <a:pt x="1213128" y="150542"/>
                  <a:pt x="1215235" y="152961"/>
                </a:cubicBezTo>
                <a:cubicBezTo>
                  <a:pt x="1218200" y="156238"/>
                  <a:pt x="1222764" y="157876"/>
                  <a:pt x="1228928" y="157876"/>
                </a:cubicBezTo>
                <a:lnTo>
                  <a:pt x="1234428" y="157876"/>
                </a:lnTo>
                <a:lnTo>
                  <a:pt x="1234428" y="162206"/>
                </a:lnTo>
                <a:lnTo>
                  <a:pt x="1167135" y="162206"/>
                </a:lnTo>
                <a:lnTo>
                  <a:pt x="1167135" y="157876"/>
                </a:lnTo>
                <a:lnTo>
                  <a:pt x="1172752" y="157876"/>
                </a:lnTo>
                <a:cubicBezTo>
                  <a:pt x="1179462" y="157876"/>
                  <a:pt x="1184221" y="155847"/>
                  <a:pt x="1187030" y="151790"/>
                </a:cubicBezTo>
                <a:cubicBezTo>
                  <a:pt x="1188747" y="149294"/>
                  <a:pt x="1189605" y="143598"/>
                  <a:pt x="1189605" y="134704"/>
                </a:cubicBezTo>
                <a:lnTo>
                  <a:pt x="1189605" y="13459"/>
                </a:lnTo>
                <a:lnTo>
                  <a:pt x="1170529" y="13459"/>
                </a:lnTo>
                <a:cubicBezTo>
                  <a:pt x="1163117" y="13459"/>
                  <a:pt x="1157850" y="14005"/>
                  <a:pt x="1154729" y="15097"/>
                </a:cubicBezTo>
                <a:cubicBezTo>
                  <a:pt x="1150672" y="16580"/>
                  <a:pt x="1147200" y="19427"/>
                  <a:pt x="1144313" y="23640"/>
                </a:cubicBezTo>
                <a:cubicBezTo>
                  <a:pt x="1141427" y="27854"/>
                  <a:pt x="1139710" y="33549"/>
                  <a:pt x="1139164" y="40727"/>
                </a:cubicBezTo>
                <a:lnTo>
                  <a:pt x="1134717" y="40727"/>
                </a:lnTo>
                <a:lnTo>
                  <a:pt x="1136589" y="3511"/>
                </a:lnTo>
                <a:lnTo>
                  <a:pt x="1266144" y="35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GenerationPrompt">
            <a:extLst xmlns:a="http://schemas.openxmlformats.org/drawingml/2006/main">
              <a:ext uri="{FF2B5EF4-FFF2-40B4-BE49-F238E27FC236}">
                <a16:creationId xmlns:a16="http://schemas.microsoft.com/office/drawing/2014/main" id="{6BBC8F97-1BB7-4E36-AE11-CB297CB2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5604" y="1799470"/>
            <a:ext cx="1820893" cy="217679"/>
          </a:xfrm>
          <a:custGeom xmlns:a="http://schemas.openxmlformats.org/drawingml/2006/main">
            <a:pathLst>
              <a:path w="1820893" h="217679">
                <a:moveTo>
                  <a:pt x="138683" y="4213"/>
                </a:moveTo>
                <a:lnTo>
                  <a:pt x="142779" y="54303"/>
                </a:lnTo>
                <a:lnTo>
                  <a:pt x="138683" y="54303"/>
                </a:lnTo>
                <a:cubicBezTo>
                  <a:pt x="134548" y="41819"/>
                  <a:pt x="129203" y="32418"/>
                  <a:pt x="122649" y="26098"/>
                </a:cubicBezTo>
                <a:cubicBezTo>
                  <a:pt x="113209" y="16970"/>
                  <a:pt x="101077" y="12405"/>
                  <a:pt x="86253" y="12405"/>
                </a:cubicBezTo>
                <a:cubicBezTo>
                  <a:pt x="66045" y="12405"/>
                  <a:pt x="50675" y="20403"/>
                  <a:pt x="40142" y="36397"/>
                </a:cubicBezTo>
                <a:cubicBezTo>
                  <a:pt x="31326" y="49895"/>
                  <a:pt x="26917" y="65967"/>
                  <a:pt x="26917" y="84614"/>
                </a:cubicBezTo>
                <a:cubicBezTo>
                  <a:pt x="26917" y="99750"/>
                  <a:pt x="29843" y="113560"/>
                  <a:pt x="35695" y="126043"/>
                </a:cubicBezTo>
                <a:cubicBezTo>
                  <a:pt x="41546" y="138527"/>
                  <a:pt x="49212" y="147675"/>
                  <a:pt x="58692" y="153487"/>
                </a:cubicBezTo>
                <a:cubicBezTo>
                  <a:pt x="68171" y="159300"/>
                  <a:pt x="77904" y="162206"/>
                  <a:pt x="87891" y="162206"/>
                </a:cubicBezTo>
                <a:cubicBezTo>
                  <a:pt x="93743" y="162206"/>
                  <a:pt x="99399" y="161463"/>
                  <a:pt x="104861" y="159975"/>
                </a:cubicBezTo>
                <a:cubicBezTo>
                  <a:pt x="110322" y="158488"/>
                  <a:pt x="115589" y="156297"/>
                  <a:pt x="120660" y="153403"/>
                </a:cubicBezTo>
                <a:lnTo>
                  <a:pt x="120660" y="107388"/>
                </a:lnTo>
                <a:cubicBezTo>
                  <a:pt x="120660" y="99405"/>
                  <a:pt x="120055" y="94181"/>
                  <a:pt x="118846" y="91716"/>
                </a:cubicBezTo>
                <a:cubicBezTo>
                  <a:pt x="117637" y="89251"/>
                  <a:pt x="115764" y="87374"/>
                  <a:pt x="113228" y="86084"/>
                </a:cubicBezTo>
                <a:cubicBezTo>
                  <a:pt x="110693" y="84792"/>
                  <a:pt x="106226" y="84146"/>
                  <a:pt x="99828" y="84146"/>
                </a:cubicBezTo>
                <a:lnTo>
                  <a:pt x="99828" y="79816"/>
                </a:lnTo>
                <a:lnTo>
                  <a:pt x="161270" y="79816"/>
                </a:lnTo>
                <a:lnTo>
                  <a:pt x="161270" y="84146"/>
                </a:lnTo>
                <a:lnTo>
                  <a:pt x="158344" y="84146"/>
                </a:lnTo>
                <a:cubicBezTo>
                  <a:pt x="152259" y="84146"/>
                  <a:pt x="148084" y="86174"/>
                  <a:pt x="145822" y="90232"/>
                </a:cubicBezTo>
                <a:cubicBezTo>
                  <a:pt x="144261" y="93118"/>
                  <a:pt x="143481" y="98814"/>
                  <a:pt x="143481" y="107318"/>
                </a:cubicBezTo>
                <a:lnTo>
                  <a:pt x="143481" y="155887"/>
                </a:lnTo>
                <a:cubicBezTo>
                  <a:pt x="134509" y="160724"/>
                  <a:pt x="125653" y="164274"/>
                  <a:pt x="116915" y="166536"/>
                </a:cubicBezTo>
                <a:cubicBezTo>
                  <a:pt x="108176" y="168799"/>
                  <a:pt x="98463" y="169930"/>
                  <a:pt x="87774" y="169930"/>
                </a:cubicBezTo>
                <a:cubicBezTo>
                  <a:pt x="57112" y="169930"/>
                  <a:pt x="33822" y="160113"/>
                  <a:pt x="17906" y="140479"/>
                </a:cubicBezTo>
                <a:cubicBezTo>
                  <a:pt x="5969" y="125754"/>
                  <a:pt x="0" y="108770"/>
                  <a:pt x="0" y="89526"/>
                </a:cubicBezTo>
                <a:cubicBezTo>
                  <a:pt x="0" y="75579"/>
                  <a:pt x="3355" y="62218"/>
                  <a:pt x="10065" y="49442"/>
                </a:cubicBezTo>
                <a:cubicBezTo>
                  <a:pt x="18023" y="34248"/>
                  <a:pt x="28946" y="22560"/>
                  <a:pt x="42834" y="14380"/>
                </a:cubicBezTo>
                <a:cubicBezTo>
                  <a:pt x="54459" y="7602"/>
                  <a:pt x="68191" y="4213"/>
                  <a:pt x="84029" y="4213"/>
                </a:cubicBezTo>
                <a:cubicBezTo>
                  <a:pt x="89802" y="4213"/>
                  <a:pt x="95049" y="4681"/>
                  <a:pt x="99770" y="5618"/>
                </a:cubicBezTo>
                <a:cubicBezTo>
                  <a:pt x="104490" y="6554"/>
                  <a:pt x="111180" y="8621"/>
                  <a:pt x="119841" y="11820"/>
                </a:cubicBezTo>
                <a:cubicBezTo>
                  <a:pt x="124210" y="13459"/>
                  <a:pt x="127136" y="14278"/>
                  <a:pt x="128618" y="14278"/>
                </a:cubicBezTo>
                <a:cubicBezTo>
                  <a:pt x="130100" y="14278"/>
                  <a:pt x="131368" y="13595"/>
                  <a:pt x="132422" y="12230"/>
                </a:cubicBezTo>
                <a:cubicBezTo>
                  <a:pt x="133475" y="10864"/>
                  <a:pt x="134119" y="8192"/>
                  <a:pt x="134353" y="4213"/>
                </a:cubicBezTo>
                <a:lnTo>
                  <a:pt x="138683" y="4213"/>
                </a:lnTo>
                <a:close/>
                <a:moveTo>
                  <a:pt x="189801" y="99711"/>
                </a:moveTo>
                <a:cubicBezTo>
                  <a:pt x="189723" y="115591"/>
                  <a:pt x="193585" y="128046"/>
                  <a:pt x="201387" y="137077"/>
                </a:cubicBezTo>
                <a:cubicBezTo>
                  <a:pt x="209189" y="146106"/>
                  <a:pt x="218357" y="150620"/>
                  <a:pt x="228890" y="150620"/>
                </a:cubicBezTo>
                <a:cubicBezTo>
                  <a:pt x="235912" y="150620"/>
                  <a:pt x="242017" y="148689"/>
                  <a:pt x="247205" y="144827"/>
                </a:cubicBezTo>
                <a:cubicBezTo>
                  <a:pt x="252394" y="140965"/>
                  <a:pt x="256743" y="134353"/>
                  <a:pt x="260254" y="124990"/>
                </a:cubicBezTo>
                <a:lnTo>
                  <a:pt x="263882" y="127331"/>
                </a:lnTo>
                <a:cubicBezTo>
                  <a:pt x="262244" y="138020"/>
                  <a:pt x="257485" y="147753"/>
                  <a:pt x="249604" y="156530"/>
                </a:cubicBezTo>
                <a:cubicBezTo>
                  <a:pt x="241724" y="165308"/>
                  <a:pt x="231855" y="169696"/>
                  <a:pt x="219995" y="169696"/>
                </a:cubicBezTo>
                <a:cubicBezTo>
                  <a:pt x="207122" y="169696"/>
                  <a:pt x="196101" y="164694"/>
                  <a:pt x="186934" y="154691"/>
                </a:cubicBezTo>
                <a:cubicBezTo>
                  <a:pt x="177766" y="144684"/>
                  <a:pt x="173183" y="131233"/>
                  <a:pt x="173183" y="114337"/>
                </a:cubicBezTo>
                <a:cubicBezTo>
                  <a:pt x="173183" y="96041"/>
                  <a:pt x="177883" y="81774"/>
                  <a:pt x="187285" y="71536"/>
                </a:cubicBezTo>
                <a:cubicBezTo>
                  <a:pt x="196686" y="61295"/>
                  <a:pt x="208487" y="56175"/>
                  <a:pt x="222687" y="56175"/>
                </a:cubicBezTo>
                <a:cubicBezTo>
                  <a:pt x="234702" y="56175"/>
                  <a:pt x="244572" y="60125"/>
                  <a:pt x="252296" y="68025"/>
                </a:cubicBezTo>
                <a:cubicBezTo>
                  <a:pt x="260020" y="75922"/>
                  <a:pt x="263882" y="86484"/>
                  <a:pt x="263882" y="99711"/>
                </a:cubicBezTo>
                <a:lnTo>
                  <a:pt x="189801" y="99711"/>
                </a:lnTo>
                <a:moveTo>
                  <a:pt x="189801" y="92923"/>
                </a:moveTo>
                <a:lnTo>
                  <a:pt x="239423" y="92923"/>
                </a:lnTo>
                <a:cubicBezTo>
                  <a:pt x="239033" y="86057"/>
                  <a:pt x="238213" y="81220"/>
                  <a:pt x="236965" y="78411"/>
                </a:cubicBezTo>
                <a:cubicBezTo>
                  <a:pt x="235014" y="74042"/>
                  <a:pt x="232108" y="70609"/>
                  <a:pt x="228246" y="68113"/>
                </a:cubicBezTo>
                <a:cubicBezTo>
                  <a:pt x="224384" y="65616"/>
                  <a:pt x="220346" y="64368"/>
                  <a:pt x="216133" y="64368"/>
                </a:cubicBezTo>
                <a:cubicBezTo>
                  <a:pt x="209658" y="64368"/>
                  <a:pt x="203864" y="66884"/>
                  <a:pt x="198754" y="71916"/>
                </a:cubicBezTo>
                <a:cubicBezTo>
                  <a:pt x="193644" y="76948"/>
                  <a:pt x="190659" y="83951"/>
                  <a:pt x="189801" y="92923"/>
                </a:cubicBezTo>
                <a:close/>
                <a:moveTo>
                  <a:pt x="308773" y="78880"/>
                </a:moveTo>
                <a:cubicBezTo>
                  <a:pt x="321335" y="63743"/>
                  <a:pt x="333311" y="56175"/>
                  <a:pt x="344702" y="56175"/>
                </a:cubicBezTo>
                <a:cubicBezTo>
                  <a:pt x="350554" y="56175"/>
                  <a:pt x="355586" y="57636"/>
                  <a:pt x="359799" y="60557"/>
                </a:cubicBezTo>
                <a:cubicBezTo>
                  <a:pt x="364012" y="63475"/>
                  <a:pt x="367367" y="68282"/>
                  <a:pt x="369864" y="74977"/>
                </a:cubicBezTo>
                <a:cubicBezTo>
                  <a:pt x="371580" y="79646"/>
                  <a:pt x="372439" y="86808"/>
                  <a:pt x="372439" y="96464"/>
                </a:cubicBezTo>
                <a:lnTo>
                  <a:pt x="372439" y="142121"/>
                </a:lnTo>
                <a:cubicBezTo>
                  <a:pt x="372439" y="148894"/>
                  <a:pt x="372985" y="153487"/>
                  <a:pt x="374077" y="155901"/>
                </a:cubicBezTo>
                <a:cubicBezTo>
                  <a:pt x="374935" y="157847"/>
                  <a:pt x="376320" y="159365"/>
                  <a:pt x="378232" y="160454"/>
                </a:cubicBezTo>
                <a:cubicBezTo>
                  <a:pt x="380143" y="161544"/>
                  <a:pt x="383674" y="162089"/>
                  <a:pt x="388823" y="162089"/>
                </a:cubicBezTo>
                <a:lnTo>
                  <a:pt x="388823" y="166419"/>
                </a:lnTo>
                <a:lnTo>
                  <a:pt x="335808" y="166419"/>
                </a:lnTo>
                <a:lnTo>
                  <a:pt x="335808" y="162089"/>
                </a:lnTo>
                <a:lnTo>
                  <a:pt x="338031" y="162089"/>
                </a:lnTo>
                <a:cubicBezTo>
                  <a:pt x="343025" y="162089"/>
                  <a:pt x="346516" y="161332"/>
                  <a:pt x="348506" y="159818"/>
                </a:cubicBezTo>
                <a:cubicBezTo>
                  <a:pt x="350495" y="158304"/>
                  <a:pt x="351880" y="156073"/>
                  <a:pt x="352660" y="153125"/>
                </a:cubicBezTo>
                <a:cubicBezTo>
                  <a:pt x="352972" y="151960"/>
                  <a:pt x="353128" y="148311"/>
                  <a:pt x="353128" y="142179"/>
                </a:cubicBezTo>
                <a:lnTo>
                  <a:pt x="353128" y="98515"/>
                </a:lnTo>
                <a:cubicBezTo>
                  <a:pt x="353128" y="88814"/>
                  <a:pt x="351860" y="81770"/>
                  <a:pt x="349325" y="77384"/>
                </a:cubicBezTo>
                <a:cubicBezTo>
                  <a:pt x="346789" y="72997"/>
                  <a:pt x="342517" y="70804"/>
                  <a:pt x="336510" y="70804"/>
                </a:cubicBezTo>
                <a:cubicBezTo>
                  <a:pt x="327225" y="70804"/>
                  <a:pt x="317980" y="75850"/>
                  <a:pt x="308773" y="85942"/>
                </a:cubicBezTo>
                <a:lnTo>
                  <a:pt x="308773" y="142179"/>
                </a:lnTo>
                <a:cubicBezTo>
                  <a:pt x="308773" y="149399"/>
                  <a:pt x="309202" y="153862"/>
                  <a:pt x="310061" y="155568"/>
                </a:cubicBezTo>
                <a:cubicBezTo>
                  <a:pt x="311153" y="157819"/>
                  <a:pt x="312655" y="159468"/>
                  <a:pt x="314566" y="160517"/>
                </a:cubicBezTo>
                <a:cubicBezTo>
                  <a:pt x="316478" y="161565"/>
                  <a:pt x="320359" y="162089"/>
                  <a:pt x="326211" y="162089"/>
                </a:cubicBezTo>
                <a:lnTo>
                  <a:pt x="326211" y="166419"/>
                </a:lnTo>
                <a:lnTo>
                  <a:pt x="273196" y="166419"/>
                </a:lnTo>
                <a:lnTo>
                  <a:pt x="273196" y="162089"/>
                </a:lnTo>
                <a:lnTo>
                  <a:pt x="275536" y="162089"/>
                </a:lnTo>
                <a:cubicBezTo>
                  <a:pt x="280998" y="162089"/>
                  <a:pt x="284684" y="160708"/>
                  <a:pt x="286596" y="157946"/>
                </a:cubicBezTo>
                <a:cubicBezTo>
                  <a:pt x="288507" y="155181"/>
                  <a:pt x="289463" y="149906"/>
                  <a:pt x="289463" y="142121"/>
                </a:cubicBezTo>
                <a:lnTo>
                  <a:pt x="289463" y="102418"/>
                </a:lnTo>
                <a:cubicBezTo>
                  <a:pt x="289463" y="89573"/>
                  <a:pt x="289170" y="81750"/>
                  <a:pt x="288585" y="78949"/>
                </a:cubicBezTo>
                <a:cubicBezTo>
                  <a:pt x="288000" y="76145"/>
                  <a:pt x="287103" y="74237"/>
                  <a:pt x="285893" y="73225"/>
                </a:cubicBezTo>
                <a:cubicBezTo>
                  <a:pt x="284684" y="72214"/>
                  <a:pt x="283065" y="71708"/>
                  <a:pt x="281037" y="71708"/>
                </a:cubicBezTo>
                <a:cubicBezTo>
                  <a:pt x="278852" y="71708"/>
                  <a:pt x="276238" y="72292"/>
                  <a:pt x="273196" y="73459"/>
                </a:cubicBezTo>
                <a:lnTo>
                  <a:pt x="271440" y="69254"/>
                </a:lnTo>
                <a:lnTo>
                  <a:pt x="303741" y="56175"/>
                </a:lnTo>
                <a:lnTo>
                  <a:pt x="308773" y="56175"/>
                </a:lnTo>
                <a:lnTo>
                  <a:pt x="308773" y="78880"/>
                </a:lnTo>
                <a:close/>
                <a:moveTo>
                  <a:pt x="415389" y="99711"/>
                </a:moveTo>
                <a:cubicBezTo>
                  <a:pt x="415311" y="115591"/>
                  <a:pt x="419173" y="128046"/>
                  <a:pt x="426975" y="137077"/>
                </a:cubicBezTo>
                <a:cubicBezTo>
                  <a:pt x="434778" y="146106"/>
                  <a:pt x="443945" y="150620"/>
                  <a:pt x="454478" y="150620"/>
                </a:cubicBezTo>
                <a:cubicBezTo>
                  <a:pt x="461500" y="150620"/>
                  <a:pt x="467605" y="148689"/>
                  <a:pt x="472793" y="144827"/>
                </a:cubicBezTo>
                <a:cubicBezTo>
                  <a:pt x="477982" y="140965"/>
                  <a:pt x="482332" y="134353"/>
                  <a:pt x="485843" y="124990"/>
                </a:cubicBezTo>
                <a:lnTo>
                  <a:pt x="489470" y="127331"/>
                </a:lnTo>
                <a:cubicBezTo>
                  <a:pt x="487832" y="138020"/>
                  <a:pt x="483073" y="147753"/>
                  <a:pt x="475193" y="156530"/>
                </a:cubicBezTo>
                <a:cubicBezTo>
                  <a:pt x="467312" y="165308"/>
                  <a:pt x="457443" y="169696"/>
                  <a:pt x="445584" y="169696"/>
                </a:cubicBezTo>
                <a:cubicBezTo>
                  <a:pt x="432710" y="169696"/>
                  <a:pt x="421690" y="164694"/>
                  <a:pt x="412522" y="154691"/>
                </a:cubicBezTo>
                <a:cubicBezTo>
                  <a:pt x="403355" y="144684"/>
                  <a:pt x="398771" y="131233"/>
                  <a:pt x="398771" y="114337"/>
                </a:cubicBezTo>
                <a:cubicBezTo>
                  <a:pt x="398771" y="96041"/>
                  <a:pt x="403472" y="81774"/>
                  <a:pt x="412873" y="71536"/>
                </a:cubicBezTo>
                <a:cubicBezTo>
                  <a:pt x="422275" y="61295"/>
                  <a:pt x="434075" y="56175"/>
                  <a:pt x="448275" y="56175"/>
                </a:cubicBezTo>
                <a:cubicBezTo>
                  <a:pt x="460291" y="56175"/>
                  <a:pt x="470160" y="60125"/>
                  <a:pt x="477884" y="68025"/>
                </a:cubicBezTo>
                <a:cubicBezTo>
                  <a:pt x="485608" y="75922"/>
                  <a:pt x="489470" y="86484"/>
                  <a:pt x="489470" y="99711"/>
                </a:cubicBezTo>
                <a:lnTo>
                  <a:pt x="415389" y="99711"/>
                </a:lnTo>
                <a:moveTo>
                  <a:pt x="415389" y="92923"/>
                </a:moveTo>
                <a:lnTo>
                  <a:pt x="465011" y="92923"/>
                </a:lnTo>
                <a:cubicBezTo>
                  <a:pt x="464621" y="86057"/>
                  <a:pt x="463802" y="81220"/>
                  <a:pt x="462553" y="78411"/>
                </a:cubicBezTo>
                <a:cubicBezTo>
                  <a:pt x="460603" y="74042"/>
                  <a:pt x="457696" y="70609"/>
                  <a:pt x="453834" y="68113"/>
                </a:cubicBezTo>
                <a:cubicBezTo>
                  <a:pt x="449972" y="65616"/>
                  <a:pt x="445935" y="64368"/>
                  <a:pt x="441721" y="64368"/>
                </a:cubicBezTo>
                <a:cubicBezTo>
                  <a:pt x="435246" y="64368"/>
                  <a:pt x="429453" y="66884"/>
                  <a:pt x="424342" y="71916"/>
                </a:cubicBezTo>
                <a:cubicBezTo>
                  <a:pt x="419232" y="76948"/>
                  <a:pt x="416248" y="83951"/>
                  <a:pt x="415389" y="92923"/>
                </a:cubicBezTo>
                <a:close/>
                <a:moveTo>
                  <a:pt x="534478" y="56175"/>
                </a:moveTo>
                <a:lnTo>
                  <a:pt x="534478" y="80284"/>
                </a:lnTo>
                <a:cubicBezTo>
                  <a:pt x="543451" y="64212"/>
                  <a:pt x="552657" y="56175"/>
                  <a:pt x="562098" y="56175"/>
                </a:cubicBezTo>
                <a:cubicBezTo>
                  <a:pt x="566389" y="56175"/>
                  <a:pt x="569939" y="57482"/>
                  <a:pt x="572748" y="60096"/>
                </a:cubicBezTo>
                <a:cubicBezTo>
                  <a:pt x="575556" y="62710"/>
                  <a:pt x="576961" y="65733"/>
                  <a:pt x="576961" y="69166"/>
                </a:cubicBezTo>
                <a:cubicBezTo>
                  <a:pt x="576961" y="72209"/>
                  <a:pt x="575946" y="74783"/>
                  <a:pt x="573918" y="76890"/>
                </a:cubicBezTo>
                <a:cubicBezTo>
                  <a:pt x="571889" y="78997"/>
                  <a:pt x="569471" y="80050"/>
                  <a:pt x="566662" y="80050"/>
                </a:cubicBezTo>
                <a:cubicBezTo>
                  <a:pt x="563931" y="80050"/>
                  <a:pt x="560869" y="78704"/>
                  <a:pt x="557475" y="76012"/>
                </a:cubicBezTo>
                <a:cubicBezTo>
                  <a:pt x="554081" y="73320"/>
                  <a:pt x="551565" y="71975"/>
                  <a:pt x="549926" y="71975"/>
                </a:cubicBezTo>
                <a:cubicBezTo>
                  <a:pt x="548522" y="71975"/>
                  <a:pt x="547001" y="72752"/>
                  <a:pt x="545362" y="74308"/>
                </a:cubicBezTo>
                <a:cubicBezTo>
                  <a:pt x="541851" y="77500"/>
                  <a:pt x="538223" y="82753"/>
                  <a:pt x="534478" y="90067"/>
                </a:cubicBezTo>
                <a:lnTo>
                  <a:pt x="534478" y="141312"/>
                </a:lnTo>
                <a:cubicBezTo>
                  <a:pt x="534478" y="147225"/>
                  <a:pt x="535219" y="151699"/>
                  <a:pt x="536702" y="154734"/>
                </a:cubicBezTo>
                <a:cubicBezTo>
                  <a:pt x="537716" y="156836"/>
                  <a:pt x="539511" y="158588"/>
                  <a:pt x="542085" y="159990"/>
                </a:cubicBezTo>
                <a:cubicBezTo>
                  <a:pt x="544660" y="161389"/>
                  <a:pt x="548366" y="162089"/>
                  <a:pt x="553203" y="162089"/>
                </a:cubicBezTo>
                <a:lnTo>
                  <a:pt x="553203" y="166419"/>
                </a:lnTo>
                <a:lnTo>
                  <a:pt x="498315" y="166419"/>
                </a:lnTo>
                <a:lnTo>
                  <a:pt x="498315" y="162089"/>
                </a:lnTo>
                <a:cubicBezTo>
                  <a:pt x="503777" y="162089"/>
                  <a:pt x="507834" y="161233"/>
                  <a:pt x="510487" y="159522"/>
                </a:cubicBezTo>
                <a:cubicBezTo>
                  <a:pt x="512437" y="158276"/>
                  <a:pt x="513803" y="156290"/>
                  <a:pt x="514583" y="153564"/>
                </a:cubicBezTo>
                <a:cubicBezTo>
                  <a:pt x="514973" y="152240"/>
                  <a:pt x="515168" y="148465"/>
                  <a:pt x="515168" y="142238"/>
                </a:cubicBezTo>
                <a:lnTo>
                  <a:pt x="515168" y="100783"/>
                </a:lnTo>
                <a:cubicBezTo>
                  <a:pt x="515168" y="88326"/>
                  <a:pt x="514914" y="80912"/>
                  <a:pt x="514407" y="78539"/>
                </a:cubicBezTo>
                <a:cubicBezTo>
                  <a:pt x="513900" y="76165"/>
                  <a:pt x="512964" y="74432"/>
                  <a:pt x="511598" y="73342"/>
                </a:cubicBezTo>
                <a:cubicBezTo>
                  <a:pt x="510233" y="72253"/>
                  <a:pt x="508536" y="71708"/>
                  <a:pt x="506508" y="71708"/>
                </a:cubicBezTo>
                <a:cubicBezTo>
                  <a:pt x="504089" y="71708"/>
                  <a:pt x="501358" y="72292"/>
                  <a:pt x="498315" y="73459"/>
                </a:cubicBezTo>
                <a:lnTo>
                  <a:pt x="497145" y="69254"/>
                </a:lnTo>
                <a:lnTo>
                  <a:pt x="529563" y="56175"/>
                </a:lnTo>
                <a:lnTo>
                  <a:pt x="534478" y="56175"/>
                </a:lnTo>
                <a:close/>
                <a:moveTo>
                  <a:pt x="643164" y="150971"/>
                </a:moveTo>
                <a:cubicBezTo>
                  <a:pt x="632163" y="159475"/>
                  <a:pt x="625258" y="164391"/>
                  <a:pt x="622449" y="165717"/>
                </a:cubicBezTo>
                <a:cubicBezTo>
                  <a:pt x="618236" y="167746"/>
                  <a:pt x="613750" y="168760"/>
                  <a:pt x="608991" y="168760"/>
                </a:cubicBezTo>
                <a:cubicBezTo>
                  <a:pt x="601579" y="168760"/>
                  <a:pt x="595473" y="166224"/>
                  <a:pt x="590675" y="161153"/>
                </a:cubicBezTo>
                <a:cubicBezTo>
                  <a:pt x="585877" y="156082"/>
                  <a:pt x="583478" y="149411"/>
                  <a:pt x="583478" y="141140"/>
                </a:cubicBezTo>
                <a:cubicBezTo>
                  <a:pt x="583478" y="135913"/>
                  <a:pt x="584648" y="131388"/>
                  <a:pt x="586989" y="127565"/>
                </a:cubicBezTo>
                <a:cubicBezTo>
                  <a:pt x="590187" y="122259"/>
                  <a:pt x="595747" y="117266"/>
                  <a:pt x="603666" y="112585"/>
                </a:cubicBezTo>
                <a:cubicBezTo>
                  <a:pt x="611585" y="107903"/>
                  <a:pt x="624751" y="102208"/>
                  <a:pt x="643164" y="95498"/>
                </a:cubicBezTo>
                <a:lnTo>
                  <a:pt x="643164" y="91285"/>
                </a:lnTo>
                <a:cubicBezTo>
                  <a:pt x="643164" y="80596"/>
                  <a:pt x="641467" y="73262"/>
                  <a:pt x="638073" y="69283"/>
                </a:cubicBezTo>
                <a:cubicBezTo>
                  <a:pt x="634679" y="65304"/>
                  <a:pt x="629744" y="63314"/>
                  <a:pt x="623269" y="63314"/>
                </a:cubicBezTo>
                <a:cubicBezTo>
                  <a:pt x="618353" y="63314"/>
                  <a:pt x="614452" y="64636"/>
                  <a:pt x="611565" y="67279"/>
                </a:cubicBezTo>
                <a:cubicBezTo>
                  <a:pt x="608601" y="69922"/>
                  <a:pt x="607118" y="72954"/>
                  <a:pt x="607118" y="76374"/>
                </a:cubicBezTo>
                <a:lnTo>
                  <a:pt x="607352" y="83137"/>
                </a:lnTo>
                <a:cubicBezTo>
                  <a:pt x="607352" y="86711"/>
                  <a:pt x="606435" y="89470"/>
                  <a:pt x="604602" y="91413"/>
                </a:cubicBezTo>
                <a:cubicBezTo>
                  <a:pt x="602768" y="93356"/>
                  <a:pt x="600369" y="94328"/>
                  <a:pt x="597404" y="94328"/>
                </a:cubicBezTo>
                <a:cubicBezTo>
                  <a:pt x="594518" y="94328"/>
                  <a:pt x="592158" y="93317"/>
                  <a:pt x="590324" y="91296"/>
                </a:cubicBezTo>
                <a:cubicBezTo>
                  <a:pt x="588491" y="89272"/>
                  <a:pt x="587574" y="86510"/>
                  <a:pt x="587574" y="83009"/>
                </a:cubicBezTo>
                <a:cubicBezTo>
                  <a:pt x="587574" y="76321"/>
                  <a:pt x="591007" y="70176"/>
                  <a:pt x="597873" y="64576"/>
                </a:cubicBezTo>
                <a:cubicBezTo>
                  <a:pt x="604738" y="58976"/>
                  <a:pt x="614374" y="56175"/>
                  <a:pt x="626779" y="56175"/>
                </a:cubicBezTo>
                <a:cubicBezTo>
                  <a:pt x="636298" y="56175"/>
                  <a:pt x="644100" y="57772"/>
                  <a:pt x="650186" y="60966"/>
                </a:cubicBezTo>
                <a:cubicBezTo>
                  <a:pt x="654789" y="63383"/>
                  <a:pt x="658183" y="67163"/>
                  <a:pt x="660368" y="72307"/>
                </a:cubicBezTo>
                <a:cubicBezTo>
                  <a:pt x="661772" y="75657"/>
                  <a:pt x="662474" y="82515"/>
                  <a:pt x="662474" y="92879"/>
                </a:cubicBezTo>
                <a:lnTo>
                  <a:pt x="662474" y="129232"/>
                </a:lnTo>
                <a:cubicBezTo>
                  <a:pt x="662474" y="139441"/>
                  <a:pt x="662669" y="145695"/>
                  <a:pt x="663059" y="147994"/>
                </a:cubicBezTo>
                <a:cubicBezTo>
                  <a:pt x="663449" y="150293"/>
                  <a:pt x="664093" y="151833"/>
                  <a:pt x="664990" y="152613"/>
                </a:cubicBezTo>
                <a:cubicBezTo>
                  <a:pt x="665888" y="153391"/>
                  <a:pt x="666921" y="153780"/>
                  <a:pt x="668092" y="153780"/>
                </a:cubicBezTo>
                <a:cubicBezTo>
                  <a:pt x="669340" y="153780"/>
                  <a:pt x="670432" y="153507"/>
                  <a:pt x="671369" y="152961"/>
                </a:cubicBezTo>
                <a:cubicBezTo>
                  <a:pt x="673007" y="151946"/>
                  <a:pt x="676167" y="149099"/>
                  <a:pt x="680848" y="144417"/>
                </a:cubicBezTo>
                <a:lnTo>
                  <a:pt x="680848" y="150971"/>
                </a:lnTo>
                <a:cubicBezTo>
                  <a:pt x="672110" y="162674"/>
                  <a:pt x="663762" y="168526"/>
                  <a:pt x="655803" y="168526"/>
                </a:cubicBezTo>
                <a:cubicBezTo>
                  <a:pt x="651980" y="168526"/>
                  <a:pt x="648938" y="167200"/>
                  <a:pt x="646675" y="164547"/>
                </a:cubicBezTo>
                <a:cubicBezTo>
                  <a:pt x="644412" y="161894"/>
                  <a:pt x="643242" y="157369"/>
                  <a:pt x="643164" y="150971"/>
                </a:cubicBezTo>
                <a:moveTo>
                  <a:pt x="643164" y="143298"/>
                </a:moveTo>
                <a:lnTo>
                  <a:pt x="643164" y="102637"/>
                </a:lnTo>
                <a:cubicBezTo>
                  <a:pt x="631383" y="107296"/>
                  <a:pt x="623776" y="110598"/>
                  <a:pt x="620343" y="112541"/>
                </a:cubicBezTo>
                <a:cubicBezTo>
                  <a:pt x="614179" y="115959"/>
                  <a:pt x="609771" y="119532"/>
                  <a:pt x="607118" y="123260"/>
                </a:cubicBezTo>
                <a:cubicBezTo>
                  <a:pt x="604465" y="126988"/>
                  <a:pt x="603139" y="131066"/>
                  <a:pt x="603139" y="135494"/>
                </a:cubicBezTo>
                <a:cubicBezTo>
                  <a:pt x="603139" y="141087"/>
                  <a:pt x="604816" y="145728"/>
                  <a:pt x="608171" y="149417"/>
                </a:cubicBezTo>
                <a:cubicBezTo>
                  <a:pt x="611526" y="153106"/>
                  <a:pt x="615388" y="154950"/>
                  <a:pt x="619758" y="154950"/>
                </a:cubicBezTo>
                <a:cubicBezTo>
                  <a:pt x="625687" y="154950"/>
                  <a:pt x="633489" y="151066"/>
                  <a:pt x="643164" y="143298"/>
                </a:cubicBezTo>
                <a:close/>
                <a:moveTo>
                  <a:pt x="719302" y="23875"/>
                </a:moveTo>
                <a:lnTo>
                  <a:pt x="719302" y="59218"/>
                </a:lnTo>
                <a:lnTo>
                  <a:pt x="744347" y="59218"/>
                </a:lnTo>
                <a:lnTo>
                  <a:pt x="744347" y="67410"/>
                </a:lnTo>
                <a:lnTo>
                  <a:pt x="719302" y="67410"/>
                </a:lnTo>
                <a:lnTo>
                  <a:pt x="719302" y="136832"/>
                </a:lnTo>
                <a:cubicBezTo>
                  <a:pt x="719302" y="143769"/>
                  <a:pt x="720297" y="148445"/>
                  <a:pt x="722287" y="150861"/>
                </a:cubicBezTo>
                <a:cubicBezTo>
                  <a:pt x="724276" y="153275"/>
                  <a:pt x="726831" y="154482"/>
                  <a:pt x="729952" y="154482"/>
                </a:cubicBezTo>
                <a:cubicBezTo>
                  <a:pt x="732527" y="154482"/>
                  <a:pt x="735024" y="153682"/>
                  <a:pt x="737442" y="152083"/>
                </a:cubicBezTo>
                <a:cubicBezTo>
                  <a:pt x="739861" y="150484"/>
                  <a:pt x="741733" y="148123"/>
                  <a:pt x="743060" y="145003"/>
                </a:cubicBezTo>
                <a:lnTo>
                  <a:pt x="747624" y="145003"/>
                </a:lnTo>
                <a:cubicBezTo>
                  <a:pt x="744893" y="152671"/>
                  <a:pt x="741031" y="158470"/>
                  <a:pt x="736038" y="162400"/>
                </a:cubicBezTo>
                <a:cubicBezTo>
                  <a:pt x="731045" y="166328"/>
                  <a:pt x="725895" y="168292"/>
                  <a:pt x="720590" y="168292"/>
                </a:cubicBezTo>
                <a:cubicBezTo>
                  <a:pt x="717001" y="168292"/>
                  <a:pt x="713490" y="167296"/>
                  <a:pt x="710057" y="165304"/>
                </a:cubicBezTo>
                <a:cubicBezTo>
                  <a:pt x="706624" y="163312"/>
                  <a:pt x="704088" y="160462"/>
                  <a:pt x="702450" y="156753"/>
                </a:cubicBezTo>
                <a:cubicBezTo>
                  <a:pt x="700811" y="153042"/>
                  <a:pt x="699992" y="147320"/>
                  <a:pt x="699992" y="139586"/>
                </a:cubicBezTo>
                <a:lnTo>
                  <a:pt x="699992" y="67410"/>
                </a:lnTo>
                <a:lnTo>
                  <a:pt x="683022" y="67410"/>
                </a:lnTo>
                <a:lnTo>
                  <a:pt x="683022" y="63548"/>
                </a:lnTo>
                <a:cubicBezTo>
                  <a:pt x="687314" y="61827"/>
                  <a:pt x="691702" y="58912"/>
                  <a:pt x="696189" y="54804"/>
                </a:cubicBezTo>
                <a:cubicBezTo>
                  <a:pt x="700675" y="50696"/>
                  <a:pt x="704673" y="45824"/>
                  <a:pt x="708184" y="40189"/>
                </a:cubicBezTo>
                <a:cubicBezTo>
                  <a:pt x="709979" y="37217"/>
                  <a:pt x="712475" y="31779"/>
                  <a:pt x="715674" y="23875"/>
                </a:cubicBezTo>
                <a:lnTo>
                  <a:pt x="719302" y="23875"/>
                </a:lnTo>
                <a:close/>
                <a:moveTo>
                  <a:pt x="782407" y="0"/>
                </a:moveTo>
                <a:cubicBezTo>
                  <a:pt x="785684" y="0"/>
                  <a:pt x="788473" y="1157"/>
                  <a:pt x="790775" y="3471"/>
                </a:cubicBezTo>
                <a:cubicBezTo>
                  <a:pt x="793077" y="5782"/>
                  <a:pt x="794227" y="8585"/>
                  <a:pt x="794227" y="11879"/>
                </a:cubicBezTo>
                <a:cubicBezTo>
                  <a:pt x="794227" y="15173"/>
                  <a:pt x="793077" y="17996"/>
                  <a:pt x="790775" y="20349"/>
                </a:cubicBezTo>
                <a:cubicBezTo>
                  <a:pt x="788473" y="22699"/>
                  <a:pt x="785684" y="23875"/>
                  <a:pt x="782407" y="23875"/>
                </a:cubicBezTo>
                <a:cubicBezTo>
                  <a:pt x="779130" y="23875"/>
                  <a:pt x="776322" y="22699"/>
                  <a:pt x="773981" y="20349"/>
                </a:cubicBezTo>
                <a:cubicBezTo>
                  <a:pt x="771640" y="17996"/>
                  <a:pt x="770470" y="15173"/>
                  <a:pt x="770470" y="11879"/>
                </a:cubicBezTo>
                <a:cubicBezTo>
                  <a:pt x="770470" y="8585"/>
                  <a:pt x="771621" y="5782"/>
                  <a:pt x="773922" y="3471"/>
                </a:cubicBezTo>
                <a:cubicBezTo>
                  <a:pt x="776224" y="1157"/>
                  <a:pt x="779052" y="0"/>
                  <a:pt x="782407" y="0"/>
                </a:cubicBezTo>
                <a:moveTo>
                  <a:pt x="792121" y="56175"/>
                </a:moveTo>
                <a:lnTo>
                  <a:pt x="792121" y="142121"/>
                </a:lnTo>
                <a:cubicBezTo>
                  <a:pt x="792121" y="148816"/>
                  <a:pt x="792609" y="153273"/>
                  <a:pt x="793584" y="155492"/>
                </a:cubicBezTo>
                <a:cubicBezTo>
                  <a:pt x="794559" y="157710"/>
                  <a:pt x="796002" y="159365"/>
                  <a:pt x="797914" y="160454"/>
                </a:cubicBezTo>
                <a:cubicBezTo>
                  <a:pt x="799825" y="161544"/>
                  <a:pt x="803317" y="162089"/>
                  <a:pt x="808388" y="162089"/>
                </a:cubicBezTo>
                <a:lnTo>
                  <a:pt x="808388" y="166419"/>
                </a:lnTo>
                <a:lnTo>
                  <a:pt x="756309" y="166419"/>
                </a:lnTo>
                <a:lnTo>
                  <a:pt x="756309" y="162089"/>
                </a:lnTo>
                <a:cubicBezTo>
                  <a:pt x="761537" y="162089"/>
                  <a:pt x="765048" y="161583"/>
                  <a:pt x="766842" y="160571"/>
                </a:cubicBezTo>
                <a:cubicBezTo>
                  <a:pt x="768636" y="159560"/>
                  <a:pt x="770060" y="157886"/>
                  <a:pt x="771114" y="155550"/>
                </a:cubicBezTo>
                <a:cubicBezTo>
                  <a:pt x="772167" y="153214"/>
                  <a:pt x="772694" y="148738"/>
                  <a:pt x="772694" y="142121"/>
                </a:cubicBezTo>
                <a:lnTo>
                  <a:pt x="772694" y="100900"/>
                </a:lnTo>
                <a:cubicBezTo>
                  <a:pt x="772694" y="89299"/>
                  <a:pt x="772343" y="81787"/>
                  <a:pt x="771640" y="78364"/>
                </a:cubicBezTo>
                <a:cubicBezTo>
                  <a:pt x="771094" y="75872"/>
                  <a:pt x="770236" y="74140"/>
                  <a:pt x="769066" y="73167"/>
                </a:cubicBezTo>
                <a:cubicBezTo>
                  <a:pt x="767895" y="72194"/>
                  <a:pt x="766296" y="71708"/>
                  <a:pt x="764267" y="71708"/>
                </a:cubicBezTo>
                <a:cubicBezTo>
                  <a:pt x="762083" y="71708"/>
                  <a:pt x="759430" y="72292"/>
                  <a:pt x="756309" y="73459"/>
                </a:cubicBezTo>
                <a:lnTo>
                  <a:pt x="754671" y="69254"/>
                </a:lnTo>
                <a:lnTo>
                  <a:pt x="786971" y="56175"/>
                </a:lnTo>
                <a:lnTo>
                  <a:pt x="792121" y="56175"/>
                </a:lnTo>
                <a:close/>
                <a:moveTo>
                  <a:pt x="874536" y="56175"/>
                </a:moveTo>
                <a:cubicBezTo>
                  <a:pt x="890764" y="56175"/>
                  <a:pt x="903794" y="62333"/>
                  <a:pt x="913624" y="74648"/>
                </a:cubicBezTo>
                <a:cubicBezTo>
                  <a:pt x="921973" y="85169"/>
                  <a:pt x="926147" y="97250"/>
                  <a:pt x="926147" y="110891"/>
                </a:cubicBezTo>
                <a:cubicBezTo>
                  <a:pt x="926147" y="120478"/>
                  <a:pt x="923845" y="130182"/>
                  <a:pt x="919242" y="140003"/>
                </a:cubicBezTo>
                <a:cubicBezTo>
                  <a:pt x="914639" y="149822"/>
                  <a:pt x="908299" y="157225"/>
                  <a:pt x="900224" y="162214"/>
                </a:cubicBezTo>
                <a:cubicBezTo>
                  <a:pt x="892149" y="167202"/>
                  <a:pt x="883157" y="169696"/>
                  <a:pt x="873248" y="169696"/>
                </a:cubicBezTo>
                <a:cubicBezTo>
                  <a:pt x="857098" y="169696"/>
                  <a:pt x="844264" y="163266"/>
                  <a:pt x="834745" y="150404"/>
                </a:cubicBezTo>
                <a:cubicBezTo>
                  <a:pt x="826709" y="139572"/>
                  <a:pt x="822691" y="127414"/>
                  <a:pt x="822691" y="113931"/>
                </a:cubicBezTo>
                <a:cubicBezTo>
                  <a:pt x="822691" y="104110"/>
                  <a:pt x="825129" y="94347"/>
                  <a:pt x="830005" y="84643"/>
                </a:cubicBezTo>
                <a:cubicBezTo>
                  <a:pt x="834881" y="74939"/>
                  <a:pt x="841299" y="67769"/>
                  <a:pt x="849257" y="63131"/>
                </a:cubicBezTo>
                <a:cubicBezTo>
                  <a:pt x="857215" y="58494"/>
                  <a:pt x="865641" y="56175"/>
                  <a:pt x="874536" y="56175"/>
                </a:cubicBezTo>
                <a:moveTo>
                  <a:pt x="870908" y="63899"/>
                </a:moveTo>
                <a:cubicBezTo>
                  <a:pt x="866773" y="63899"/>
                  <a:pt x="862618" y="65127"/>
                  <a:pt x="858444" y="67582"/>
                </a:cubicBezTo>
                <a:cubicBezTo>
                  <a:pt x="854270" y="70038"/>
                  <a:pt x="850895" y="74343"/>
                  <a:pt x="848321" y="80500"/>
                </a:cubicBezTo>
                <a:cubicBezTo>
                  <a:pt x="845746" y="86656"/>
                  <a:pt x="844459" y="94565"/>
                  <a:pt x="844459" y="104228"/>
                </a:cubicBezTo>
                <a:cubicBezTo>
                  <a:pt x="844459" y="119813"/>
                  <a:pt x="847560" y="133255"/>
                  <a:pt x="853763" y="144556"/>
                </a:cubicBezTo>
                <a:cubicBezTo>
                  <a:pt x="859965" y="155855"/>
                  <a:pt x="868138" y="161504"/>
                  <a:pt x="878281" y="161504"/>
                </a:cubicBezTo>
                <a:cubicBezTo>
                  <a:pt x="885849" y="161504"/>
                  <a:pt x="892091" y="158387"/>
                  <a:pt x="897006" y="152152"/>
                </a:cubicBezTo>
                <a:cubicBezTo>
                  <a:pt x="901921" y="145918"/>
                  <a:pt x="904379" y="135204"/>
                  <a:pt x="904379" y="120009"/>
                </a:cubicBezTo>
                <a:cubicBezTo>
                  <a:pt x="904379" y="100994"/>
                  <a:pt x="900283" y="86031"/>
                  <a:pt x="892091" y="75120"/>
                </a:cubicBezTo>
                <a:cubicBezTo>
                  <a:pt x="886551" y="67640"/>
                  <a:pt x="879490" y="63899"/>
                  <a:pt x="870908" y="63899"/>
                </a:cubicBezTo>
                <a:close/>
                <a:moveTo>
                  <a:pt x="973194" y="78880"/>
                </a:moveTo>
                <a:cubicBezTo>
                  <a:pt x="985755" y="63743"/>
                  <a:pt x="997732" y="56175"/>
                  <a:pt x="1009123" y="56175"/>
                </a:cubicBezTo>
                <a:cubicBezTo>
                  <a:pt x="1014974" y="56175"/>
                  <a:pt x="1020007" y="57636"/>
                  <a:pt x="1024220" y="60557"/>
                </a:cubicBezTo>
                <a:cubicBezTo>
                  <a:pt x="1028433" y="63475"/>
                  <a:pt x="1031788" y="68282"/>
                  <a:pt x="1034285" y="74977"/>
                </a:cubicBezTo>
                <a:cubicBezTo>
                  <a:pt x="1036001" y="79646"/>
                  <a:pt x="1036859" y="86808"/>
                  <a:pt x="1036859" y="96464"/>
                </a:cubicBezTo>
                <a:lnTo>
                  <a:pt x="1036859" y="142121"/>
                </a:lnTo>
                <a:cubicBezTo>
                  <a:pt x="1036859" y="148894"/>
                  <a:pt x="1037405" y="153487"/>
                  <a:pt x="1038498" y="155901"/>
                </a:cubicBezTo>
                <a:cubicBezTo>
                  <a:pt x="1039356" y="157847"/>
                  <a:pt x="1040741" y="159365"/>
                  <a:pt x="1042652" y="160454"/>
                </a:cubicBezTo>
                <a:cubicBezTo>
                  <a:pt x="1044564" y="161544"/>
                  <a:pt x="1048094" y="162089"/>
                  <a:pt x="1053244" y="162089"/>
                </a:cubicBezTo>
                <a:lnTo>
                  <a:pt x="1053244" y="166419"/>
                </a:lnTo>
                <a:lnTo>
                  <a:pt x="1000228" y="166419"/>
                </a:lnTo>
                <a:lnTo>
                  <a:pt x="1000228" y="162089"/>
                </a:lnTo>
                <a:lnTo>
                  <a:pt x="1002452" y="162089"/>
                </a:lnTo>
                <a:cubicBezTo>
                  <a:pt x="1007445" y="162089"/>
                  <a:pt x="1010937" y="161332"/>
                  <a:pt x="1012926" y="159818"/>
                </a:cubicBezTo>
                <a:cubicBezTo>
                  <a:pt x="1014916" y="158304"/>
                  <a:pt x="1016301" y="156073"/>
                  <a:pt x="1017081" y="153125"/>
                </a:cubicBezTo>
                <a:cubicBezTo>
                  <a:pt x="1017393" y="151960"/>
                  <a:pt x="1017549" y="148311"/>
                  <a:pt x="1017549" y="142179"/>
                </a:cubicBezTo>
                <a:lnTo>
                  <a:pt x="1017549" y="98515"/>
                </a:lnTo>
                <a:cubicBezTo>
                  <a:pt x="1017549" y="88814"/>
                  <a:pt x="1016281" y="81770"/>
                  <a:pt x="1013746" y="77384"/>
                </a:cubicBezTo>
                <a:cubicBezTo>
                  <a:pt x="1011210" y="72997"/>
                  <a:pt x="1006938" y="70804"/>
                  <a:pt x="1000931" y="70804"/>
                </a:cubicBezTo>
                <a:cubicBezTo>
                  <a:pt x="991646" y="70804"/>
                  <a:pt x="982400" y="75850"/>
                  <a:pt x="973194" y="85942"/>
                </a:cubicBezTo>
                <a:lnTo>
                  <a:pt x="973194" y="142179"/>
                </a:lnTo>
                <a:cubicBezTo>
                  <a:pt x="973194" y="149399"/>
                  <a:pt x="973623" y="153862"/>
                  <a:pt x="974481" y="155568"/>
                </a:cubicBezTo>
                <a:cubicBezTo>
                  <a:pt x="975574" y="157819"/>
                  <a:pt x="977076" y="159468"/>
                  <a:pt x="978987" y="160517"/>
                </a:cubicBezTo>
                <a:cubicBezTo>
                  <a:pt x="980899" y="161565"/>
                  <a:pt x="984780" y="162089"/>
                  <a:pt x="990632" y="162089"/>
                </a:cubicBezTo>
                <a:lnTo>
                  <a:pt x="990632" y="166419"/>
                </a:lnTo>
                <a:lnTo>
                  <a:pt x="937616" y="166419"/>
                </a:lnTo>
                <a:lnTo>
                  <a:pt x="937616" y="162089"/>
                </a:lnTo>
                <a:lnTo>
                  <a:pt x="939957" y="162089"/>
                </a:lnTo>
                <a:cubicBezTo>
                  <a:pt x="945418" y="162089"/>
                  <a:pt x="949105" y="160708"/>
                  <a:pt x="951016" y="157946"/>
                </a:cubicBezTo>
                <a:cubicBezTo>
                  <a:pt x="952928" y="155181"/>
                  <a:pt x="953884" y="149906"/>
                  <a:pt x="953884" y="142121"/>
                </a:cubicBezTo>
                <a:lnTo>
                  <a:pt x="953884" y="102418"/>
                </a:lnTo>
                <a:cubicBezTo>
                  <a:pt x="953884" y="89573"/>
                  <a:pt x="953591" y="81750"/>
                  <a:pt x="953006" y="78949"/>
                </a:cubicBezTo>
                <a:cubicBezTo>
                  <a:pt x="952421" y="76145"/>
                  <a:pt x="951524" y="74237"/>
                  <a:pt x="950314" y="73225"/>
                </a:cubicBezTo>
                <a:cubicBezTo>
                  <a:pt x="949105" y="72214"/>
                  <a:pt x="947486" y="71708"/>
                  <a:pt x="945457" y="71708"/>
                </a:cubicBezTo>
                <a:cubicBezTo>
                  <a:pt x="943273" y="71708"/>
                  <a:pt x="940659" y="72292"/>
                  <a:pt x="937616" y="73459"/>
                </a:cubicBezTo>
                <a:lnTo>
                  <a:pt x="935861" y="69254"/>
                </a:lnTo>
                <a:lnTo>
                  <a:pt x="968162" y="56175"/>
                </a:lnTo>
                <a:lnTo>
                  <a:pt x="973194" y="56175"/>
                </a:lnTo>
                <a:lnTo>
                  <a:pt x="973194" y="78880"/>
                </a:lnTo>
                <a:close/>
                <a:moveTo>
                  <a:pt x="1163371" y="91987"/>
                </a:moveTo>
                <a:lnTo>
                  <a:pt x="1163371" y="138291"/>
                </a:lnTo>
                <a:cubicBezTo>
                  <a:pt x="1163371" y="148295"/>
                  <a:pt x="1164463" y="154509"/>
                  <a:pt x="1166648" y="156932"/>
                </a:cubicBezTo>
                <a:cubicBezTo>
                  <a:pt x="1169613" y="160370"/>
                  <a:pt x="1174099" y="162089"/>
                  <a:pt x="1180106" y="162089"/>
                </a:cubicBezTo>
                <a:lnTo>
                  <a:pt x="1186192" y="162089"/>
                </a:lnTo>
                <a:lnTo>
                  <a:pt x="1186192" y="166419"/>
                </a:lnTo>
                <a:lnTo>
                  <a:pt x="1118197" y="166419"/>
                </a:lnTo>
                <a:lnTo>
                  <a:pt x="1118197" y="162089"/>
                </a:lnTo>
                <a:lnTo>
                  <a:pt x="1124165" y="162089"/>
                </a:lnTo>
                <a:cubicBezTo>
                  <a:pt x="1130875" y="162089"/>
                  <a:pt x="1135673" y="159905"/>
                  <a:pt x="1138560" y="155535"/>
                </a:cubicBezTo>
                <a:cubicBezTo>
                  <a:pt x="1140121" y="153117"/>
                  <a:pt x="1140901" y="147382"/>
                  <a:pt x="1140901" y="138332"/>
                </a:cubicBezTo>
                <a:lnTo>
                  <a:pt x="1140901" y="35812"/>
                </a:lnTo>
                <a:cubicBezTo>
                  <a:pt x="1140901" y="25825"/>
                  <a:pt x="1139847" y="19622"/>
                  <a:pt x="1137741" y="17204"/>
                </a:cubicBezTo>
                <a:cubicBezTo>
                  <a:pt x="1134698" y="13771"/>
                  <a:pt x="1130173" y="12054"/>
                  <a:pt x="1124165" y="12054"/>
                </a:cubicBezTo>
                <a:lnTo>
                  <a:pt x="1118197" y="12054"/>
                </a:lnTo>
                <a:lnTo>
                  <a:pt x="1118197" y="7724"/>
                </a:lnTo>
                <a:lnTo>
                  <a:pt x="1176361" y="7724"/>
                </a:lnTo>
                <a:cubicBezTo>
                  <a:pt x="1190561" y="7724"/>
                  <a:pt x="1201757" y="9186"/>
                  <a:pt x="1209950" y="12109"/>
                </a:cubicBezTo>
                <a:cubicBezTo>
                  <a:pt x="1218142" y="15030"/>
                  <a:pt x="1225047" y="19958"/>
                  <a:pt x="1230664" y="26892"/>
                </a:cubicBezTo>
                <a:cubicBezTo>
                  <a:pt x="1236282" y="33826"/>
                  <a:pt x="1239090" y="42046"/>
                  <a:pt x="1239090" y="51553"/>
                </a:cubicBezTo>
                <a:cubicBezTo>
                  <a:pt x="1239090" y="64487"/>
                  <a:pt x="1234819" y="75006"/>
                  <a:pt x="1226276" y="83111"/>
                </a:cubicBezTo>
                <a:cubicBezTo>
                  <a:pt x="1217732" y="91213"/>
                  <a:pt x="1205658" y="95264"/>
                  <a:pt x="1190054" y="95264"/>
                </a:cubicBezTo>
                <a:cubicBezTo>
                  <a:pt x="1186231" y="95264"/>
                  <a:pt x="1182096" y="94991"/>
                  <a:pt x="1177649" y="94445"/>
                </a:cubicBezTo>
                <a:cubicBezTo>
                  <a:pt x="1173202" y="93899"/>
                  <a:pt x="1168442" y="93079"/>
                  <a:pt x="1163371" y="91987"/>
                </a:cubicBezTo>
                <a:moveTo>
                  <a:pt x="1163371" y="85199"/>
                </a:moveTo>
                <a:cubicBezTo>
                  <a:pt x="1167506" y="85979"/>
                  <a:pt x="1171173" y="86565"/>
                  <a:pt x="1174372" y="86955"/>
                </a:cubicBezTo>
                <a:cubicBezTo>
                  <a:pt x="1177571" y="87345"/>
                  <a:pt x="1180301" y="87540"/>
                  <a:pt x="1182564" y="87540"/>
                </a:cubicBezTo>
                <a:cubicBezTo>
                  <a:pt x="1190678" y="87540"/>
                  <a:pt x="1197681" y="84400"/>
                  <a:pt x="1203571" y="78119"/>
                </a:cubicBezTo>
                <a:cubicBezTo>
                  <a:pt x="1209462" y="71838"/>
                  <a:pt x="1212407" y="63704"/>
                  <a:pt x="1212407" y="53718"/>
                </a:cubicBezTo>
                <a:cubicBezTo>
                  <a:pt x="1212407" y="46852"/>
                  <a:pt x="1211003" y="40474"/>
                  <a:pt x="1208194" y="34583"/>
                </a:cubicBezTo>
                <a:cubicBezTo>
                  <a:pt x="1205385" y="28692"/>
                  <a:pt x="1201406" y="24284"/>
                  <a:pt x="1196257" y="21358"/>
                </a:cubicBezTo>
                <a:cubicBezTo>
                  <a:pt x="1191107" y="18433"/>
                  <a:pt x="1185256" y="16970"/>
                  <a:pt x="1178702" y="16970"/>
                </a:cubicBezTo>
                <a:cubicBezTo>
                  <a:pt x="1174723" y="16970"/>
                  <a:pt x="1169613" y="17711"/>
                  <a:pt x="1163371" y="19193"/>
                </a:cubicBezTo>
                <a:lnTo>
                  <a:pt x="1163371" y="85199"/>
                </a:lnTo>
                <a:close/>
                <a:moveTo>
                  <a:pt x="1287006" y="56175"/>
                </a:moveTo>
                <a:lnTo>
                  <a:pt x="1287006" y="80284"/>
                </a:lnTo>
                <a:cubicBezTo>
                  <a:pt x="1295978" y="64212"/>
                  <a:pt x="1305185" y="56175"/>
                  <a:pt x="1314625" y="56175"/>
                </a:cubicBezTo>
                <a:cubicBezTo>
                  <a:pt x="1318917" y="56175"/>
                  <a:pt x="1322467" y="57482"/>
                  <a:pt x="1325275" y="60096"/>
                </a:cubicBezTo>
                <a:cubicBezTo>
                  <a:pt x="1328084" y="62710"/>
                  <a:pt x="1329489" y="65733"/>
                  <a:pt x="1329489" y="69166"/>
                </a:cubicBezTo>
                <a:cubicBezTo>
                  <a:pt x="1329489" y="72209"/>
                  <a:pt x="1328474" y="74783"/>
                  <a:pt x="1326446" y="76890"/>
                </a:cubicBezTo>
                <a:cubicBezTo>
                  <a:pt x="1324417" y="78997"/>
                  <a:pt x="1321998" y="80050"/>
                  <a:pt x="1319190" y="80050"/>
                </a:cubicBezTo>
                <a:cubicBezTo>
                  <a:pt x="1316459" y="80050"/>
                  <a:pt x="1313397" y="78704"/>
                  <a:pt x="1310003" y="76012"/>
                </a:cubicBezTo>
                <a:cubicBezTo>
                  <a:pt x="1306609" y="73320"/>
                  <a:pt x="1304093" y="71975"/>
                  <a:pt x="1302454" y="71975"/>
                </a:cubicBezTo>
                <a:cubicBezTo>
                  <a:pt x="1301050" y="71975"/>
                  <a:pt x="1299528" y="72752"/>
                  <a:pt x="1297890" y="74308"/>
                </a:cubicBezTo>
                <a:cubicBezTo>
                  <a:pt x="1294379" y="77500"/>
                  <a:pt x="1290751" y="82753"/>
                  <a:pt x="1287006" y="90067"/>
                </a:cubicBezTo>
                <a:lnTo>
                  <a:pt x="1287006" y="141312"/>
                </a:lnTo>
                <a:cubicBezTo>
                  <a:pt x="1287006" y="147225"/>
                  <a:pt x="1287747" y="151699"/>
                  <a:pt x="1289230" y="154734"/>
                </a:cubicBezTo>
                <a:cubicBezTo>
                  <a:pt x="1290244" y="156836"/>
                  <a:pt x="1292038" y="158588"/>
                  <a:pt x="1294613" y="159990"/>
                </a:cubicBezTo>
                <a:cubicBezTo>
                  <a:pt x="1297188" y="161389"/>
                  <a:pt x="1300894" y="162089"/>
                  <a:pt x="1305731" y="162089"/>
                </a:cubicBezTo>
                <a:lnTo>
                  <a:pt x="1305731" y="166419"/>
                </a:lnTo>
                <a:lnTo>
                  <a:pt x="1250843" y="166419"/>
                </a:lnTo>
                <a:lnTo>
                  <a:pt x="1250843" y="162089"/>
                </a:lnTo>
                <a:cubicBezTo>
                  <a:pt x="1256305" y="162089"/>
                  <a:pt x="1260362" y="161233"/>
                  <a:pt x="1263014" y="159522"/>
                </a:cubicBezTo>
                <a:cubicBezTo>
                  <a:pt x="1264965" y="158276"/>
                  <a:pt x="1266330" y="156290"/>
                  <a:pt x="1267110" y="153564"/>
                </a:cubicBezTo>
                <a:cubicBezTo>
                  <a:pt x="1267501" y="152240"/>
                  <a:pt x="1267696" y="148465"/>
                  <a:pt x="1267696" y="142238"/>
                </a:cubicBezTo>
                <a:lnTo>
                  <a:pt x="1267696" y="100783"/>
                </a:lnTo>
                <a:cubicBezTo>
                  <a:pt x="1267696" y="88326"/>
                  <a:pt x="1267442" y="80912"/>
                  <a:pt x="1266935" y="78539"/>
                </a:cubicBezTo>
                <a:cubicBezTo>
                  <a:pt x="1266428" y="76165"/>
                  <a:pt x="1265492" y="74432"/>
                  <a:pt x="1264126" y="73342"/>
                </a:cubicBezTo>
                <a:cubicBezTo>
                  <a:pt x="1262761" y="72253"/>
                  <a:pt x="1261064" y="71708"/>
                  <a:pt x="1259035" y="71708"/>
                </a:cubicBezTo>
                <a:cubicBezTo>
                  <a:pt x="1256617" y="71708"/>
                  <a:pt x="1253886" y="72292"/>
                  <a:pt x="1250843" y="73459"/>
                </a:cubicBezTo>
                <a:lnTo>
                  <a:pt x="1249673" y="69254"/>
                </a:lnTo>
                <a:lnTo>
                  <a:pt x="1282091" y="56175"/>
                </a:lnTo>
                <a:lnTo>
                  <a:pt x="1287006" y="56175"/>
                </a:lnTo>
                <a:close/>
                <a:moveTo>
                  <a:pt x="1387382" y="56175"/>
                </a:moveTo>
                <a:cubicBezTo>
                  <a:pt x="1403611" y="56175"/>
                  <a:pt x="1416640" y="62333"/>
                  <a:pt x="1426471" y="74648"/>
                </a:cubicBezTo>
                <a:cubicBezTo>
                  <a:pt x="1434819" y="85169"/>
                  <a:pt x="1438994" y="97250"/>
                  <a:pt x="1438994" y="110891"/>
                </a:cubicBezTo>
                <a:cubicBezTo>
                  <a:pt x="1438994" y="120478"/>
                  <a:pt x="1436692" y="130182"/>
                  <a:pt x="1432089" y="140003"/>
                </a:cubicBezTo>
                <a:cubicBezTo>
                  <a:pt x="1427485" y="149822"/>
                  <a:pt x="1421146" y="157225"/>
                  <a:pt x="1413071" y="162214"/>
                </a:cubicBezTo>
                <a:cubicBezTo>
                  <a:pt x="1404996" y="167202"/>
                  <a:pt x="1396004" y="169696"/>
                  <a:pt x="1386095" y="169696"/>
                </a:cubicBezTo>
                <a:cubicBezTo>
                  <a:pt x="1369945" y="169696"/>
                  <a:pt x="1357110" y="163266"/>
                  <a:pt x="1347592" y="150404"/>
                </a:cubicBezTo>
                <a:cubicBezTo>
                  <a:pt x="1339555" y="139572"/>
                  <a:pt x="1335537" y="127414"/>
                  <a:pt x="1335537" y="113931"/>
                </a:cubicBezTo>
                <a:cubicBezTo>
                  <a:pt x="1335537" y="104110"/>
                  <a:pt x="1337975" y="94347"/>
                  <a:pt x="1342852" y="84643"/>
                </a:cubicBezTo>
                <a:cubicBezTo>
                  <a:pt x="1347728" y="74939"/>
                  <a:pt x="1354145" y="67769"/>
                  <a:pt x="1362104" y="63131"/>
                </a:cubicBezTo>
                <a:cubicBezTo>
                  <a:pt x="1370062" y="58494"/>
                  <a:pt x="1378488" y="56175"/>
                  <a:pt x="1387382" y="56175"/>
                </a:cubicBezTo>
                <a:moveTo>
                  <a:pt x="1383754" y="63899"/>
                </a:moveTo>
                <a:cubicBezTo>
                  <a:pt x="1379619" y="63899"/>
                  <a:pt x="1375465" y="65127"/>
                  <a:pt x="1371291" y="67582"/>
                </a:cubicBezTo>
                <a:cubicBezTo>
                  <a:pt x="1367116" y="70038"/>
                  <a:pt x="1363742" y="74343"/>
                  <a:pt x="1361167" y="80500"/>
                </a:cubicBezTo>
                <a:cubicBezTo>
                  <a:pt x="1358593" y="86656"/>
                  <a:pt x="1357305" y="94565"/>
                  <a:pt x="1357305" y="104228"/>
                </a:cubicBezTo>
                <a:cubicBezTo>
                  <a:pt x="1357305" y="119813"/>
                  <a:pt x="1360407" y="133255"/>
                  <a:pt x="1366609" y="144556"/>
                </a:cubicBezTo>
                <a:cubicBezTo>
                  <a:pt x="1372812" y="155855"/>
                  <a:pt x="1380985" y="161504"/>
                  <a:pt x="1391127" y="161504"/>
                </a:cubicBezTo>
                <a:cubicBezTo>
                  <a:pt x="1398696" y="161504"/>
                  <a:pt x="1404937" y="158387"/>
                  <a:pt x="1409853" y="152152"/>
                </a:cubicBezTo>
                <a:cubicBezTo>
                  <a:pt x="1414768" y="145918"/>
                  <a:pt x="1417226" y="135204"/>
                  <a:pt x="1417226" y="120009"/>
                </a:cubicBezTo>
                <a:cubicBezTo>
                  <a:pt x="1417226" y="100994"/>
                  <a:pt x="1413129" y="86031"/>
                  <a:pt x="1404937" y="75120"/>
                </a:cubicBezTo>
                <a:cubicBezTo>
                  <a:pt x="1399398" y="67640"/>
                  <a:pt x="1392337" y="63899"/>
                  <a:pt x="1383754" y="63899"/>
                </a:cubicBezTo>
                <a:close/>
                <a:moveTo>
                  <a:pt x="1486625" y="78997"/>
                </a:moveTo>
                <a:cubicBezTo>
                  <a:pt x="1494427" y="71194"/>
                  <a:pt x="1499031" y="66708"/>
                  <a:pt x="1500435" y="65538"/>
                </a:cubicBezTo>
                <a:cubicBezTo>
                  <a:pt x="1503946" y="62573"/>
                  <a:pt x="1507730" y="60271"/>
                  <a:pt x="1511787" y="58633"/>
                </a:cubicBezTo>
                <a:cubicBezTo>
                  <a:pt x="1515844" y="56995"/>
                  <a:pt x="1519862" y="56175"/>
                  <a:pt x="1523841" y="56175"/>
                </a:cubicBezTo>
                <a:cubicBezTo>
                  <a:pt x="1530551" y="56175"/>
                  <a:pt x="1536325" y="58126"/>
                  <a:pt x="1541162" y="62027"/>
                </a:cubicBezTo>
                <a:cubicBezTo>
                  <a:pt x="1545999" y="65928"/>
                  <a:pt x="1549237" y="71585"/>
                  <a:pt x="1550876" y="78997"/>
                </a:cubicBezTo>
                <a:cubicBezTo>
                  <a:pt x="1558912" y="69634"/>
                  <a:pt x="1565700" y="63490"/>
                  <a:pt x="1571239" y="60564"/>
                </a:cubicBezTo>
                <a:cubicBezTo>
                  <a:pt x="1576779" y="57638"/>
                  <a:pt x="1582474" y="56175"/>
                  <a:pt x="1588326" y="56175"/>
                </a:cubicBezTo>
                <a:cubicBezTo>
                  <a:pt x="1594022" y="56175"/>
                  <a:pt x="1599073" y="57636"/>
                  <a:pt x="1603482" y="60557"/>
                </a:cubicBezTo>
                <a:cubicBezTo>
                  <a:pt x="1607890" y="63475"/>
                  <a:pt x="1611381" y="68243"/>
                  <a:pt x="1613956" y="74860"/>
                </a:cubicBezTo>
                <a:cubicBezTo>
                  <a:pt x="1615672" y="79376"/>
                  <a:pt x="1616531" y="86460"/>
                  <a:pt x="1616531" y="96112"/>
                </a:cubicBezTo>
                <a:lnTo>
                  <a:pt x="1616531" y="142121"/>
                </a:lnTo>
                <a:cubicBezTo>
                  <a:pt x="1616531" y="148816"/>
                  <a:pt x="1617038" y="153409"/>
                  <a:pt x="1618052" y="155901"/>
                </a:cubicBezTo>
                <a:cubicBezTo>
                  <a:pt x="1618832" y="157613"/>
                  <a:pt x="1620276" y="159072"/>
                  <a:pt x="1622382" y="160279"/>
                </a:cubicBezTo>
                <a:cubicBezTo>
                  <a:pt x="1624489" y="161486"/>
                  <a:pt x="1627922" y="162089"/>
                  <a:pt x="1632681" y="162089"/>
                </a:cubicBezTo>
                <a:lnTo>
                  <a:pt x="1632681" y="166419"/>
                </a:lnTo>
                <a:lnTo>
                  <a:pt x="1579783" y="166419"/>
                </a:lnTo>
                <a:lnTo>
                  <a:pt x="1579783" y="162089"/>
                </a:lnTo>
                <a:lnTo>
                  <a:pt x="1582006" y="162089"/>
                </a:lnTo>
                <a:cubicBezTo>
                  <a:pt x="1586609" y="162089"/>
                  <a:pt x="1590198" y="161197"/>
                  <a:pt x="1592773" y="159412"/>
                </a:cubicBezTo>
                <a:cubicBezTo>
                  <a:pt x="1594568" y="158169"/>
                  <a:pt x="1595855" y="156189"/>
                  <a:pt x="1596635" y="153473"/>
                </a:cubicBezTo>
                <a:cubicBezTo>
                  <a:pt x="1596947" y="152154"/>
                  <a:pt x="1597103" y="148389"/>
                  <a:pt x="1597103" y="142179"/>
                </a:cubicBezTo>
                <a:lnTo>
                  <a:pt x="1597103" y="96303"/>
                </a:lnTo>
                <a:cubicBezTo>
                  <a:pt x="1597103" y="87608"/>
                  <a:pt x="1596050" y="81476"/>
                  <a:pt x="1593943" y="77907"/>
                </a:cubicBezTo>
                <a:cubicBezTo>
                  <a:pt x="1590901" y="72938"/>
                  <a:pt x="1586024" y="70453"/>
                  <a:pt x="1579315" y="70453"/>
                </a:cubicBezTo>
                <a:cubicBezTo>
                  <a:pt x="1575179" y="70453"/>
                  <a:pt x="1571025" y="71482"/>
                  <a:pt x="1566851" y="73540"/>
                </a:cubicBezTo>
                <a:cubicBezTo>
                  <a:pt x="1562676" y="75595"/>
                  <a:pt x="1557625" y="79418"/>
                  <a:pt x="1551695" y="85009"/>
                </a:cubicBezTo>
                <a:lnTo>
                  <a:pt x="1551461" y="86289"/>
                </a:lnTo>
                <a:lnTo>
                  <a:pt x="1551695" y="91296"/>
                </a:lnTo>
                <a:lnTo>
                  <a:pt x="1551695" y="142179"/>
                </a:lnTo>
                <a:cubicBezTo>
                  <a:pt x="1551695" y="149477"/>
                  <a:pt x="1552105" y="154018"/>
                  <a:pt x="1552924" y="155802"/>
                </a:cubicBezTo>
                <a:cubicBezTo>
                  <a:pt x="1553743" y="157587"/>
                  <a:pt x="1555284" y="159082"/>
                  <a:pt x="1557547" y="160286"/>
                </a:cubicBezTo>
                <a:cubicBezTo>
                  <a:pt x="1559809" y="161488"/>
                  <a:pt x="1563671" y="162089"/>
                  <a:pt x="1569133" y="162089"/>
                </a:cubicBezTo>
                <a:lnTo>
                  <a:pt x="1569133" y="166419"/>
                </a:lnTo>
                <a:lnTo>
                  <a:pt x="1514947" y="166419"/>
                </a:lnTo>
                <a:lnTo>
                  <a:pt x="1514947" y="162089"/>
                </a:lnTo>
                <a:cubicBezTo>
                  <a:pt x="1520877" y="162089"/>
                  <a:pt x="1524953" y="161391"/>
                  <a:pt x="1527177" y="159994"/>
                </a:cubicBezTo>
                <a:cubicBezTo>
                  <a:pt x="1529400" y="158597"/>
                  <a:pt x="1530941" y="156501"/>
                  <a:pt x="1531800" y="153707"/>
                </a:cubicBezTo>
                <a:cubicBezTo>
                  <a:pt x="1532190" y="152385"/>
                  <a:pt x="1532385" y="148543"/>
                  <a:pt x="1532385" y="142179"/>
                </a:cubicBezTo>
                <a:lnTo>
                  <a:pt x="1532385" y="96303"/>
                </a:lnTo>
                <a:cubicBezTo>
                  <a:pt x="1532385" y="87608"/>
                  <a:pt x="1531097" y="81359"/>
                  <a:pt x="1528523" y="77556"/>
                </a:cubicBezTo>
                <a:cubicBezTo>
                  <a:pt x="1525090" y="72587"/>
                  <a:pt x="1520291" y="70102"/>
                  <a:pt x="1514128" y="70102"/>
                </a:cubicBezTo>
                <a:cubicBezTo>
                  <a:pt x="1509915" y="70102"/>
                  <a:pt x="1505740" y="71227"/>
                  <a:pt x="1501605" y="73478"/>
                </a:cubicBezTo>
                <a:cubicBezTo>
                  <a:pt x="1495130" y="76894"/>
                  <a:pt x="1490136" y="80736"/>
                  <a:pt x="1486625" y="85005"/>
                </a:cubicBezTo>
                <a:lnTo>
                  <a:pt x="1486625" y="142179"/>
                </a:lnTo>
                <a:cubicBezTo>
                  <a:pt x="1486625" y="149164"/>
                  <a:pt x="1487113" y="153706"/>
                  <a:pt x="1488088" y="155802"/>
                </a:cubicBezTo>
                <a:cubicBezTo>
                  <a:pt x="1489063" y="157897"/>
                  <a:pt x="1490507" y="159468"/>
                  <a:pt x="1492418" y="160517"/>
                </a:cubicBezTo>
                <a:cubicBezTo>
                  <a:pt x="1494330" y="161565"/>
                  <a:pt x="1498211" y="162089"/>
                  <a:pt x="1504063" y="162089"/>
                </a:cubicBezTo>
                <a:lnTo>
                  <a:pt x="1504063" y="166419"/>
                </a:lnTo>
                <a:lnTo>
                  <a:pt x="1451048" y="166419"/>
                </a:lnTo>
                <a:lnTo>
                  <a:pt x="1451048" y="162089"/>
                </a:lnTo>
                <a:cubicBezTo>
                  <a:pt x="1455963" y="162089"/>
                  <a:pt x="1459396" y="161564"/>
                  <a:pt x="1461346" y="160513"/>
                </a:cubicBezTo>
                <a:cubicBezTo>
                  <a:pt x="1463297" y="159462"/>
                  <a:pt x="1464779" y="157788"/>
                  <a:pt x="1465794" y="155492"/>
                </a:cubicBezTo>
                <a:cubicBezTo>
                  <a:pt x="1466808" y="153195"/>
                  <a:pt x="1467315" y="148738"/>
                  <a:pt x="1467315" y="142121"/>
                </a:cubicBezTo>
                <a:lnTo>
                  <a:pt x="1467315" y="101251"/>
                </a:lnTo>
                <a:cubicBezTo>
                  <a:pt x="1467315" y="89494"/>
                  <a:pt x="1466964" y="81904"/>
                  <a:pt x="1466262" y="78481"/>
                </a:cubicBezTo>
                <a:cubicBezTo>
                  <a:pt x="1465716" y="75911"/>
                  <a:pt x="1464857" y="74140"/>
                  <a:pt x="1463687" y="73167"/>
                </a:cubicBezTo>
                <a:cubicBezTo>
                  <a:pt x="1462517" y="72194"/>
                  <a:pt x="1460917" y="71708"/>
                  <a:pt x="1458889" y="71708"/>
                </a:cubicBezTo>
                <a:cubicBezTo>
                  <a:pt x="1456704" y="71708"/>
                  <a:pt x="1454090" y="72292"/>
                  <a:pt x="1451048" y="73459"/>
                </a:cubicBezTo>
                <a:lnTo>
                  <a:pt x="1449292" y="69254"/>
                </a:lnTo>
                <a:lnTo>
                  <a:pt x="1481593" y="56175"/>
                </a:lnTo>
                <a:lnTo>
                  <a:pt x="1486625" y="56175"/>
                </a:lnTo>
                <a:lnTo>
                  <a:pt x="1486625" y="78997"/>
                </a:lnTo>
                <a:close/>
                <a:moveTo>
                  <a:pt x="1633876" y="69762"/>
                </a:moveTo>
                <a:lnTo>
                  <a:pt x="1666879" y="56409"/>
                </a:lnTo>
                <a:lnTo>
                  <a:pt x="1671327" y="56409"/>
                </a:lnTo>
                <a:lnTo>
                  <a:pt x="1671327" y="81454"/>
                </a:lnTo>
                <a:cubicBezTo>
                  <a:pt x="1676866" y="72014"/>
                  <a:pt x="1682425" y="65440"/>
                  <a:pt x="1688004" y="61734"/>
                </a:cubicBezTo>
                <a:cubicBezTo>
                  <a:pt x="1693582" y="58028"/>
                  <a:pt x="1699453" y="56175"/>
                  <a:pt x="1705617" y="56175"/>
                </a:cubicBezTo>
                <a:cubicBezTo>
                  <a:pt x="1716384" y="56175"/>
                  <a:pt x="1725356" y="60384"/>
                  <a:pt x="1732534" y="68800"/>
                </a:cubicBezTo>
                <a:cubicBezTo>
                  <a:pt x="1741351" y="79089"/>
                  <a:pt x="1745759" y="92495"/>
                  <a:pt x="1745759" y="109019"/>
                </a:cubicBezTo>
                <a:cubicBezTo>
                  <a:pt x="1745759" y="127490"/>
                  <a:pt x="1740453" y="142767"/>
                  <a:pt x="1729843" y="154848"/>
                </a:cubicBezTo>
                <a:cubicBezTo>
                  <a:pt x="1721104" y="164747"/>
                  <a:pt x="1710103" y="169696"/>
                  <a:pt x="1696840" y="169696"/>
                </a:cubicBezTo>
                <a:cubicBezTo>
                  <a:pt x="1691066" y="169696"/>
                  <a:pt x="1686073" y="168877"/>
                  <a:pt x="1681859" y="167239"/>
                </a:cubicBezTo>
                <a:cubicBezTo>
                  <a:pt x="1678739" y="166068"/>
                  <a:pt x="1675228" y="163728"/>
                  <a:pt x="1671327" y="160217"/>
                </a:cubicBezTo>
                <a:lnTo>
                  <a:pt x="1671327" y="192869"/>
                </a:lnTo>
                <a:cubicBezTo>
                  <a:pt x="1671327" y="200203"/>
                  <a:pt x="1671775" y="204864"/>
                  <a:pt x="1672672" y="206854"/>
                </a:cubicBezTo>
                <a:cubicBezTo>
                  <a:pt x="1673570" y="208843"/>
                  <a:pt x="1675130" y="210423"/>
                  <a:pt x="1677354" y="211594"/>
                </a:cubicBezTo>
                <a:cubicBezTo>
                  <a:pt x="1679577" y="212764"/>
                  <a:pt x="1683615" y="213349"/>
                  <a:pt x="1689467" y="213349"/>
                </a:cubicBezTo>
                <a:lnTo>
                  <a:pt x="1689467" y="217679"/>
                </a:lnTo>
                <a:lnTo>
                  <a:pt x="1633291" y="217679"/>
                </a:lnTo>
                <a:lnTo>
                  <a:pt x="1633291" y="213349"/>
                </a:lnTo>
                <a:lnTo>
                  <a:pt x="1636217" y="213349"/>
                </a:lnTo>
                <a:cubicBezTo>
                  <a:pt x="1640508" y="213427"/>
                  <a:pt x="1644175" y="212607"/>
                  <a:pt x="1647218" y="210888"/>
                </a:cubicBezTo>
                <a:cubicBezTo>
                  <a:pt x="1648700" y="210030"/>
                  <a:pt x="1649851" y="208644"/>
                  <a:pt x="1650670" y="206730"/>
                </a:cubicBezTo>
                <a:cubicBezTo>
                  <a:pt x="1651490" y="204818"/>
                  <a:pt x="1651899" y="199959"/>
                  <a:pt x="1651899" y="192152"/>
                </a:cubicBezTo>
                <a:lnTo>
                  <a:pt x="1651899" y="90725"/>
                </a:lnTo>
                <a:cubicBezTo>
                  <a:pt x="1651899" y="83777"/>
                  <a:pt x="1651587" y="79366"/>
                  <a:pt x="1650963" y="77493"/>
                </a:cubicBezTo>
                <a:cubicBezTo>
                  <a:pt x="1650339" y="75618"/>
                  <a:pt x="1649344" y="74213"/>
                  <a:pt x="1647979" y="73277"/>
                </a:cubicBezTo>
                <a:cubicBezTo>
                  <a:pt x="1646613" y="72338"/>
                  <a:pt x="1644760" y="71869"/>
                  <a:pt x="1642420" y="71869"/>
                </a:cubicBezTo>
                <a:cubicBezTo>
                  <a:pt x="1640547" y="71869"/>
                  <a:pt x="1638168" y="72415"/>
                  <a:pt x="1635281" y="73507"/>
                </a:cubicBezTo>
                <a:lnTo>
                  <a:pt x="1633876" y="69762"/>
                </a:lnTo>
                <a:moveTo>
                  <a:pt x="1671327" y="88571"/>
                </a:moveTo>
                <a:lnTo>
                  <a:pt x="1671327" y="128545"/>
                </a:lnTo>
                <a:cubicBezTo>
                  <a:pt x="1671327" y="137196"/>
                  <a:pt x="1671678" y="142884"/>
                  <a:pt x="1672380" y="145610"/>
                </a:cubicBezTo>
                <a:cubicBezTo>
                  <a:pt x="1673472" y="150130"/>
                  <a:pt x="1676144" y="154104"/>
                  <a:pt x="1680397" y="157532"/>
                </a:cubicBezTo>
                <a:cubicBezTo>
                  <a:pt x="1684649" y="160960"/>
                  <a:pt x="1690013" y="162674"/>
                  <a:pt x="1696488" y="162674"/>
                </a:cubicBezTo>
                <a:cubicBezTo>
                  <a:pt x="1704291" y="162674"/>
                  <a:pt x="1710610" y="159635"/>
                  <a:pt x="1715448" y="153557"/>
                </a:cubicBezTo>
                <a:cubicBezTo>
                  <a:pt x="1721767" y="145611"/>
                  <a:pt x="1724927" y="134429"/>
                  <a:pt x="1724927" y="120013"/>
                </a:cubicBezTo>
                <a:cubicBezTo>
                  <a:pt x="1724927" y="103650"/>
                  <a:pt x="1721338" y="91067"/>
                  <a:pt x="1714160" y="82262"/>
                </a:cubicBezTo>
                <a:cubicBezTo>
                  <a:pt x="1709167" y="76184"/>
                  <a:pt x="1703237" y="73145"/>
                  <a:pt x="1696371" y="73145"/>
                </a:cubicBezTo>
                <a:cubicBezTo>
                  <a:pt x="1692626" y="73145"/>
                  <a:pt x="1688920" y="74080"/>
                  <a:pt x="1685253" y="75950"/>
                </a:cubicBezTo>
                <a:cubicBezTo>
                  <a:pt x="1682445" y="77352"/>
                  <a:pt x="1677802" y="81559"/>
                  <a:pt x="1671327" y="88571"/>
                </a:cubicBezTo>
                <a:close/>
                <a:moveTo>
                  <a:pt x="1792571" y="23875"/>
                </a:moveTo>
                <a:lnTo>
                  <a:pt x="1792571" y="59218"/>
                </a:lnTo>
                <a:lnTo>
                  <a:pt x="1817616" y="59218"/>
                </a:lnTo>
                <a:lnTo>
                  <a:pt x="1817616" y="67410"/>
                </a:lnTo>
                <a:lnTo>
                  <a:pt x="1792571" y="67410"/>
                </a:lnTo>
                <a:lnTo>
                  <a:pt x="1792571" y="136832"/>
                </a:lnTo>
                <a:cubicBezTo>
                  <a:pt x="1792571" y="143769"/>
                  <a:pt x="1793566" y="148445"/>
                  <a:pt x="1795556" y="150861"/>
                </a:cubicBezTo>
                <a:cubicBezTo>
                  <a:pt x="1797545" y="153275"/>
                  <a:pt x="1800100" y="154482"/>
                  <a:pt x="1803221" y="154482"/>
                </a:cubicBezTo>
                <a:cubicBezTo>
                  <a:pt x="1805796" y="154482"/>
                  <a:pt x="1808293" y="153682"/>
                  <a:pt x="1810711" y="152083"/>
                </a:cubicBezTo>
                <a:cubicBezTo>
                  <a:pt x="1813130" y="150484"/>
                  <a:pt x="1815002" y="148123"/>
                  <a:pt x="1816329" y="145003"/>
                </a:cubicBezTo>
                <a:lnTo>
                  <a:pt x="1820893" y="145003"/>
                </a:lnTo>
                <a:cubicBezTo>
                  <a:pt x="1818162" y="152671"/>
                  <a:pt x="1814300" y="158470"/>
                  <a:pt x="1809307" y="162400"/>
                </a:cubicBezTo>
                <a:cubicBezTo>
                  <a:pt x="1804314" y="166328"/>
                  <a:pt x="1799164" y="168292"/>
                  <a:pt x="1793859" y="168292"/>
                </a:cubicBezTo>
                <a:cubicBezTo>
                  <a:pt x="1790270" y="168292"/>
                  <a:pt x="1786759" y="167296"/>
                  <a:pt x="1783326" y="165304"/>
                </a:cubicBezTo>
                <a:cubicBezTo>
                  <a:pt x="1779893" y="163312"/>
                  <a:pt x="1777357" y="160462"/>
                  <a:pt x="1775719" y="156753"/>
                </a:cubicBezTo>
                <a:cubicBezTo>
                  <a:pt x="1774080" y="153042"/>
                  <a:pt x="1773261" y="147320"/>
                  <a:pt x="1773261" y="139586"/>
                </a:cubicBezTo>
                <a:lnTo>
                  <a:pt x="1773261" y="67410"/>
                </a:lnTo>
                <a:lnTo>
                  <a:pt x="1756291" y="67410"/>
                </a:lnTo>
                <a:lnTo>
                  <a:pt x="1756291" y="63548"/>
                </a:lnTo>
                <a:cubicBezTo>
                  <a:pt x="1760583" y="61827"/>
                  <a:pt x="1764971" y="58912"/>
                  <a:pt x="1769458" y="54804"/>
                </a:cubicBezTo>
                <a:cubicBezTo>
                  <a:pt x="1773944" y="50696"/>
                  <a:pt x="1777942" y="45824"/>
                  <a:pt x="1781453" y="40189"/>
                </a:cubicBezTo>
                <a:cubicBezTo>
                  <a:pt x="1783248" y="37217"/>
                  <a:pt x="1785744" y="31779"/>
                  <a:pt x="1788943" y="23875"/>
                </a:cubicBezTo>
                <a:lnTo>
                  <a:pt x="1792571" y="238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8E4BE1-ECCF-426D-BC46-87E65B75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263" y="2274417"/>
            <a:ext cx="1509399" cy="738071"/>
          </a:xfrm>
          <a:custGeom xmlns:a="http://schemas.openxmlformats.org/drawingml/2006/main">
            <a:pathLst>
              <a:path w="1509399" h="738071">
                <a:moveTo>
                  <a:pt x="0" y="123013"/>
                </a:moveTo>
                <a:cubicBezTo>
                  <a:pt x="0" y="55075"/>
                  <a:pt x="55075" y="0"/>
                  <a:pt x="123013" y="0"/>
                </a:cubicBezTo>
                <a:lnTo>
                  <a:pt x="1386386" y="0"/>
                </a:lnTo>
                <a:cubicBezTo>
                  <a:pt x="1454325" y="0"/>
                  <a:pt x="1509399" y="55075"/>
                  <a:pt x="1509399" y="123013"/>
                </a:cubicBezTo>
                <a:lnTo>
                  <a:pt x="1509399" y="615056"/>
                </a:lnTo>
                <a:cubicBezTo>
                  <a:pt x="1509399" y="682996"/>
                  <a:pt x="1454325" y="738071"/>
                  <a:pt x="1386386" y="738071"/>
                </a:cubicBezTo>
                <a:lnTo>
                  <a:pt x="123013" y="738071"/>
                </a:lnTo>
                <a:cubicBezTo>
                  <a:pt x="55075" y="738071"/>
                  <a:pt x="0" y="682996"/>
                  <a:pt x="0" y="615056"/>
                </a:cubicBezTo>
                <a:lnTo>
                  <a:pt x="0" y="123013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6CE765-20B1-4B5D-AC65-4C906650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265" y="2274417"/>
            <a:ext cx="1509400" cy="738071"/>
          </a:xfrm>
          <a:custGeom xmlns:a="http://schemas.openxmlformats.org/drawingml/2006/main">
            <a:pathLst>
              <a:path w="1509400" h="738071" fill="none">
                <a:moveTo>
                  <a:pt x="0" y="123014"/>
                </a:moveTo>
                <a:cubicBezTo>
                  <a:pt x="0" y="55075"/>
                  <a:pt x="55075" y="0"/>
                  <a:pt x="123014" y="0"/>
                </a:cubicBezTo>
                <a:lnTo>
                  <a:pt x="1386386" y="0"/>
                </a:lnTo>
                <a:cubicBezTo>
                  <a:pt x="1454325" y="0"/>
                  <a:pt x="1509400" y="55075"/>
                  <a:pt x="1509400" y="123014"/>
                </a:cubicBezTo>
                <a:lnTo>
                  <a:pt x="1509400" y="615058"/>
                </a:lnTo>
                <a:cubicBezTo>
                  <a:pt x="1509400" y="682996"/>
                  <a:pt x="1454325" y="738071"/>
                  <a:pt x="1386386" y="738071"/>
                </a:cubicBezTo>
                <a:lnTo>
                  <a:pt x="123014" y="738071"/>
                </a:lnTo>
                <a:cubicBezTo>
                  <a:pt x="55075" y="738071"/>
                  <a:pt x="0" y="682996"/>
                  <a:pt x="0" y="615058"/>
                </a:cubicBezTo>
                <a:lnTo>
                  <a:pt x="0" y="12301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099" cap="flat">
            <a:solidFill>
              <a:srgbClr val="000000"/>
            </a:solidFill>
            <a:miter/>
          </a:ln>
        </p:spPr>
      </p:sp>
      <p:sp>
        <p:nvSpPr>
          <p:cNvPr id="57" name="Text TheGenerated">
            <a:extLst xmlns:a="http://schemas.openxmlformats.org/drawingml/2006/main">
              <a:ext uri="{FF2B5EF4-FFF2-40B4-BE49-F238E27FC236}">
                <a16:creationId xmlns:a16="http://schemas.microsoft.com/office/drawing/2014/main" id="{AC45C967-623F-4380-9C7B-14B99099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3513" y="2415310"/>
            <a:ext cx="1406778" cy="169930"/>
          </a:xfrm>
          <a:custGeom xmlns:a="http://schemas.openxmlformats.org/drawingml/2006/main">
            <a:pathLst>
              <a:path w="1406778" h="169930">
                <a:moveTo>
                  <a:pt x="131427" y="7724"/>
                </a:moveTo>
                <a:lnTo>
                  <a:pt x="133182" y="44940"/>
                </a:lnTo>
                <a:lnTo>
                  <a:pt x="128735" y="44940"/>
                </a:lnTo>
                <a:cubicBezTo>
                  <a:pt x="127877" y="38386"/>
                  <a:pt x="126707" y="33705"/>
                  <a:pt x="125224" y="30896"/>
                </a:cubicBezTo>
                <a:cubicBezTo>
                  <a:pt x="122805" y="26371"/>
                  <a:pt x="119587" y="23036"/>
                  <a:pt x="115569" y="20890"/>
                </a:cubicBezTo>
                <a:cubicBezTo>
                  <a:pt x="111551" y="18745"/>
                  <a:pt x="106265" y="17672"/>
                  <a:pt x="99711" y="17672"/>
                </a:cubicBezTo>
                <a:lnTo>
                  <a:pt x="77358" y="17672"/>
                </a:lnTo>
                <a:lnTo>
                  <a:pt x="77358" y="138917"/>
                </a:lnTo>
                <a:cubicBezTo>
                  <a:pt x="77358" y="148670"/>
                  <a:pt x="78411" y="154755"/>
                  <a:pt x="80518" y="157174"/>
                </a:cubicBezTo>
                <a:cubicBezTo>
                  <a:pt x="83483" y="160451"/>
                  <a:pt x="88047" y="162089"/>
                  <a:pt x="94211" y="162089"/>
                </a:cubicBezTo>
                <a:lnTo>
                  <a:pt x="99711" y="162089"/>
                </a:lnTo>
                <a:lnTo>
                  <a:pt x="99711" y="166419"/>
                </a:lnTo>
                <a:lnTo>
                  <a:pt x="32418" y="166419"/>
                </a:lnTo>
                <a:lnTo>
                  <a:pt x="32418" y="162089"/>
                </a:lnTo>
                <a:lnTo>
                  <a:pt x="38035" y="162089"/>
                </a:lnTo>
                <a:cubicBezTo>
                  <a:pt x="44745" y="162089"/>
                  <a:pt x="49504" y="160061"/>
                  <a:pt x="52313" y="156004"/>
                </a:cubicBezTo>
                <a:cubicBezTo>
                  <a:pt x="54030" y="153507"/>
                  <a:pt x="54888" y="147811"/>
                  <a:pt x="54888" y="138917"/>
                </a:cubicBezTo>
                <a:lnTo>
                  <a:pt x="54888" y="17672"/>
                </a:lnTo>
                <a:lnTo>
                  <a:pt x="35812" y="17672"/>
                </a:lnTo>
                <a:cubicBezTo>
                  <a:pt x="28400" y="17672"/>
                  <a:pt x="23133" y="18218"/>
                  <a:pt x="20012" y="19310"/>
                </a:cubicBezTo>
                <a:cubicBezTo>
                  <a:pt x="15955" y="20793"/>
                  <a:pt x="12483" y="23640"/>
                  <a:pt x="9597" y="27854"/>
                </a:cubicBezTo>
                <a:cubicBezTo>
                  <a:pt x="6710" y="32067"/>
                  <a:pt x="4993" y="37762"/>
                  <a:pt x="4447" y="44940"/>
                </a:cubicBezTo>
                <a:lnTo>
                  <a:pt x="0" y="44940"/>
                </a:lnTo>
                <a:lnTo>
                  <a:pt x="1873" y="7724"/>
                </a:lnTo>
                <a:lnTo>
                  <a:pt x="131427" y="7724"/>
                </a:lnTo>
                <a:close/>
                <a:moveTo>
                  <a:pt x="177993" y="0"/>
                </a:moveTo>
                <a:lnTo>
                  <a:pt x="177993" y="78528"/>
                </a:lnTo>
                <a:cubicBezTo>
                  <a:pt x="186654" y="69010"/>
                  <a:pt x="193520" y="62905"/>
                  <a:pt x="198591" y="60213"/>
                </a:cubicBezTo>
                <a:cubicBezTo>
                  <a:pt x="203662" y="57521"/>
                  <a:pt x="208734" y="56175"/>
                  <a:pt x="213805" y="56175"/>
                </a:cubicBezTo>
                <a:cubicBezTo>
                  <a:pt x="219891" y="56175"/>
                  <a:pt x="225118" y="57849"/>
                  <a:pt x="229487" y="61197"/>
                </a:cubicBezTo>
                <a:cubicBezTo>
                  <a:pt x="233857" y="64544"/>
                  <a:pt x="237094" y="69799"/>
                  <a:pt x="239201" y="76959"/>
                </a:cubicBezTo>
                <a:cubicBezTo>
                  <a:pt x="240683" y="81943"/>
                  <a:pt x="241425" y="91052"/>
                  <a:pt x="241425" y="104286"/>
                </a:cubicBezTo>
                <a:lnTo>
                  <a:pt x="241425" y="142121"/>
                </a:lnTo>
                <a:cubicBezTo>
                  <a:pt x="241425" y="148894"/>
                  <a:pt x="241971" y="153526"/>
                  <a:pt x="243063" y="156018"/>
                </a:cubicBezTo>
                <a:cubicBezTo>
                  <a:pt x="243843" y="157886"/>
                  <a:pt x="245170" y="159365"/>
                  <a:pt x="247042" y="160454"/>
                </a:cubicBezTo>
                <a:cubicBezTo>
                  <a:pt x="248915" y="161544"/>
                  <a:pt x="252348" y="162089"/>
                  <a:pt x="257341" y="162089"/>
                </a:cubicBezTo>
                <a:lnTo>
                  <a:pt x="257341" y="166419"/>
                </a:lnTo>
                <a:lnTo>
                  <a:pt x="204677" y="166419"/>
                </a:lnTo>
                <a:lnTo>
                  <a:pt x="204677" y="162089"/>
                </a:lnTo>
                <a:lnTo>
                  <a:pt x="207134" y="162089"/>
                </a:lnTo>
                <a:cubicBezTo>
                  <a:pt x="212128" y="162089"/>
                  <a:pt x="215600" y="161328"/>
                  <a:pt x="217550" y="159807"/>
                </a:cubicBezTo>
                <a:cubicBezTo>
                  <a:pt x="219501" y="158286"/>
                  <a:pt x="220866" y="156043"/>
                  <a:pt x="221646" y="153078"/>
                </a:cubicBezTo>
                <a:cubicBezTo>
                  <a:pt x="221880" y="151829"/>
                  <a:pt x="221997" y="148162"/>
                  <a:pt x="221997" y="142077"/>
                </a:cubicBezTo>
                <a:lnTo>
                  <a:pt x="221997" y="104158"/>
                </a:lnTo>
                <a:cubicBezTo>
                  <a:pt x="221997" y="92455"/>
                  <a:pt x="221393" y="84770"/>
                  <a:pt x="220183" y="81103"/>
                </a:cubicBezTo>
                <a:cubicBezTo>
                  <a:pt x="218974" y="77436"/>
                  <a:pt x="217043" y="74686"/>
                  <a:pt x="214390" y="72852"/>
                </a:cubicBezTo>
                <a:cubicBezTo>
                  <a:pt x="211738" y="71019"/>
                  <a:pt x="208539" y="70102"/>
                  <a:pt x="204794" y="70102"/>
                </a:cubicBezTo>
                <a:cubicBezTo>
                  <a:pt x="200971" y="70102"/>
                  <a:pt x="196992" y="71116"/>
                  <a:pt x="192856" y="73145"/>
                </a:cubicBezTo>
                <a:cubicBezTo>
                  <a:pt x="188721" y="75174"/>
                  <a:pt x="183767" y="79270"/>
                  <a:pt x="177993" y="85433"/>
                </a:cubicBezTo>
                <a:lnTo>
                  <a:pt x="177993" y="142077"/>
                </a:lnTo>
                <a:cubicBezTo>
                  <a:pt x="177993" y="149411"/>
                  <a:pt x="178403" y="153975"/>
                  <a:pt x="179222" y="155769"/>
                </a:cubicBezTo>
                <a:cubicBezTo>
                  <a:pt x="180041" y="157564"/>
                  <a:pt x="181563" y="159066"/>
                  <a:pt x="183786" y="160275"/>
                </a:cubicBezTo>
                <a:cubicBezTo>
                  <a:pt x="186010" y="161485"/>
                  <a:pt x="189853" y="162089"/>
                  <a:pt x="195314" y="162089"/>
                </a:cubicBezTo>
                <a:lnTo>
                  <a:pt x="195314" y="166419"/>
                </a:lnTo>
                <a:lnTo>
                  <a:pt x="142182" y="166419"/>
                </a:lnTo>
                <a:lnTo>
                  <a:pt x="142182" y="162089"/>
                </a:lnTo>
                <a:cubicBezTo>
                  <a:pt x="146941" y="162089"/>
                  <a:pt x="150686" y="161348"/>
                  <a:pt x="153417" y="159866"/>
                </a:cubicBezTo>
                <a:cubicBezTo>
                  <a:pt x="154977" y="159088"/>
                  <a:pt x="156225" y="157608"/>
                  <a:pt x="157162" y="155426"/>
                </a:cubicBezTo>
                <a:cubicBezTo>
                  <a:pt x="158098" y="153241"/>
                  <a:pt x="158566" y="148796"/>
                  <a:pt x="158566" y="142091"/>
                </a:cubicBezTo>
                <a:lnTo>
                  <a:pt x="158566" y="45141"/>
                </a:lnTo>
                <a:cubicBezTo>
                  <a:pt x="158566" y="32902"/>
                  <a:pt x="158273" y="25379"/>
                  <a:pt x="157688" y="22573"/>
                </a:cubicBezTo>
                <a:cubicBezTo>
                  <a:pt x="157103" y="19764"/>
                  <a:pt x="156206" y="17853"/>
                  <a:pt x="154997" y="16842"/>
                </a:cubicBezTo>
                <a:cubicBezTo>
                  <a:pt x="153787" y="15827"/>
                  <a:pt x="152168" y="15320"/>
                  <a:pt x="150140" y="15320"/>
                </a:cubicBezTo>
                <a:cubicBezTo>
                  <a:pt x="148501" y="15320"/>
                  <a:pt x="145849" y="15944"/>
                  <a:pt x="142182" y="17193"/>
                </a:cubicBezTo>
                <a:lnTo>
                  <a:pt x="140543" y="13097"/>
                </a:lnTo>
                <a:lnTo>
                  <a:pt x="172610" y="0"/>
                </a:lnTo>
                <a:lnTo>
                  <a:pt x="177993" y="0"/>
                </a:lnTo>
                <a:close/>
                <a:moveTo>
                  <a:pt x="284376" y="99711"/>
                </a:moveTo>
                <a:cubicBezTo>
                  <a:pt x="284298" y="115591"/>
                  <a:pt x="288160" y="128046"/>
                  <a:pt x="295962" y="137077"/>
                </a:cubicBezTo>
                <a:cubicBezTo>
                  <a:pt x="303764" y="146106"/>
                  <a:pt x="312931" y="150620"/>
                  <a:pt x="323464" y="150620"/>
                </a:cubicBezTo>
                <a:cubicBezTo>
                  <a:pt x="330486" y="150620"/>
                  <a:pt x="336591" y="148689"/>
                  <a:pt x="341780" y="144827"/>
                </a:cubicBezTo>
                <a:cubicBezTo>
                  <a:pt x="346968" y="140965"/>
                  <a:pt x="351318" y="134353"/>
                  <a:pt x="354829" y="124990"/>
                </a:cubicBezTo>
                <a:lnTo>
                  <a:pt x="358457" y="127331"/>
                </a:lnTo>
                <a:cubicBezTo>
                  <a:pt x="356818" y="138020"/>
                  <a:pt x="352059" y="147753"/>
                  <a:pt x="344179" y="156530"/>
                </a:cubicBezTo>
                <a:cubicBezTo>
                  <a:pt x="336299" y="165308"/>
                  <a:pt x="326429" y="169696"/>
                  <a:pt x="314570" y="169696"/>
                </a:cubicBezTo>
                <a:cubicBezTo>
                  <a:pt x="301696" y="169696"/>
                  <a:pt x="290676" y="164694"/>
                  <a:pt x="281508" y="154691"/>
                </a:cubicBezTo>
                <a:cubicBezTo>
                  <a:pt x="272341" y="144684"/>
                  <a:pt x="267757" y="131233"/>
                  <a:pt x="267757" y="114337"/>
                </a:cubicBezTo>
                <a:cubicBezTo>
                  <a:pt x="267757" y="96041"/>
                  <a:pt x="272458" y="81774"/>
                  <a:pt x="281859" y="71536"/>
                </a:cubicBezTo>
                <a:cubicBezTo>
                  <a:pt x="291261" y="61295"/>
                  <a:pt x="303062" y="56175"/>
                  <a:pt x="317262" y="56175"/>
                </a:cubicBezTo>
                <a:cubicBezTo>
                  <a:pt x="329277" y="56175"/>
                  <a:pt x="339147" y="60125"/>
                  <a:pt x="346871" y="68025"/>
                </a:cubicBezTo>
                <a:cubicBezTo>
                  <a:pt x="354595" y="75922"/>
                  <a:pt x="358457" y="86484"/>
                  <a:pt x="358457" y="99711"/>
                </a:cubicBezTo>
                <a:lnTo>
                  <a:pt x="284376" y="99711"/>
                </a:lnTo>
                <a:moveTo>
                  <a:pt x="284376" y="92923"/>
                </a:moveTo>
                <a:lnTo>
                  <a:pt x="333997" y="92923"/>
                </a:lnTo>
                <a:cubicBezTo>
                  <a:pt x="333607" y="86057"/>
                  <a:pt x="332788" y="81220"/>
                  <a:pt x="331540" y="78411"/>
                </a:cubicBezTo>
                <a:cubicBezTo>
                  <a:pt x="329589" y="74042"/>
                  <a:pt x="326683" y="70609"/>
                  <a:pt x="322821" y="68113"/>
                </a:cubicBezTo>
                <a:cubicBezTo>
                  <a:pt x="318959" y="65616"/>
                  <a:pt x="314921" y="64368"/>
                  <a:pt x="310708" y="64368"/>
                </a:cubicBezTo>
                <a:cubicBezTo>
                  <a:pt x="304232" y="64368"/>
                  <a:pt x="298439" y="66884"/>
                  <a:pt x="293329" y="71916"/>
                </a:cubicBezTo>
                <a:cubicBezTo>
                  <a:pt x="288218" y="76948"/>
                  <a:pt x="285234" y="83951"/>
                  <a:pt x="284376" y="92923"/>
                </a:cubicBezTo>
                <a:close/>
                <a:moveTo>
                  <a:pt x="571639" y="4213"/>
                </a:moveTo>
                <a:lnTo>
                  <a:pt x="575735" y="54303"/>
                </a:lnTo>
                <a:lnTo>
                  <a:pt x="571639" y="54303"/>
                </a:lnTo>
                <a:cubicBezTo>
                  <a:pt x="567503" y="41819"/>
                  <a:pt x="562159" y="32418"/>
                  <a:pt x="555605" y="26098"/>
                </a:cubicBezTo>
                <a:cubicBezTo>
                  <a:pt x="546165" y="16970"/>
                  <a:pt x="534032" y="12405"/>
                  <a:pt x="519208" y="12405"/>
                </a:cubicBezTo>
                <a:cubicBezTo>
                  <a:pt x="499001" y="12405"/>
                  <a:pt x="483631" y="20403"/>
                  <a:pt x="473098" y="36397"/>
                </a:cubicBezTo>
                <a:cubicBezTo>
                  <a:pt x="464281" y="49895"/>
                  <a:pt x="459873" y="65967"/>
                  <a:pt x="459873" y="84614"/>
                </a:cubicBezTo>
                <a:cubicBezTo>
                  <a:pt x="459873" y="99750"/>
                  <a:pt x="462799" y="113560"/>
                  <a:pt x="468650" y="126043"/>
                </a:cubicBezTo>
                <a:cubicBezTo>
                  <a:pt x="474502" y="138527"/>
                  <a:pt x="482168" y="147675"/>
                  <a:pt x="491647" y="153487"/>
                </a:cubicBezTo>
                <a:cubicBezTo>
                  <a:pt x="501127" y="159300"/>
                  <a:pt x="510860" y="162206"/>
                  <a:pt x="520847" y="162206"/>
                </a:cubicBezTo>
                <a:cubicBezTo>
                  <a:pt x="526698" y="162206"/>
                  <a:pt x="532355" y="161463"/>
                  <a:pt x="537816" y="159975"/>
                </a:cubicBezTo>
                <a:cubicBezTo>
                  <a:pt x="543278" y="158488"/>
                  <a:pt x="548544" y="156297"/>
                  <a:pt x="553616" y="153403"/>
                </a:cubicBezTo>
                <a:lnTo>
                  <a:pt x="553616" y="107388"/>
                </a:lnTo>
                <a:cubicBezTo>
                  <a:pt x="553616" y="99405"/>
                  <a:pt x="553011" y="94181"/>
                  <a:pt x="551802" y="91716"/>
                </a:cubicBezTo>
                <a:cubicBezTo>
                  <a:pt x="550592" y="89251"/>
                  <a:pt x="548720" y="87374"/>
                  <a:pt x="546184" y="86084"/>
                </a:cubicBezTo>
                <a:cubicBezTo>
                  <a:pt x="543648" y="84792"/>
                  <a:pt x="539182" y="84146"/>
                  <a:pt x="532784" y="84146"/>
                </a:cubicBezTo>
                <a:lnTo>
                  <a:pt x="532784" y="79816"/>
                </a:lnTo>
                <a:lnTo>
                  <a:pt x="594226" y="79816"/>
                </a:lnTo>
                <a:lnTo>
                  <a:pt x="594226" y="84146"/>
                </a:lnTo>
                <a:lnTo>
                  <a:pt x="591300" y="84146"/>
                </a:lnTo>
                <a:cubicBezTo>
                  <a:pt x="585214" y="84146"/>
                  <a:pt x="581040" y="86174"/>
                  <a:pt x="578777" y="90232"/>
                </a:cubicBezTo>
                <a:cubicBezTo>
                  <a:pt x="577217" y="93118"/>
                  <a:pt x="576437" y="98814"/>
                  <a:pt x="576437" y="107318"/>
                </a:cubicBezTo>
                <a:lnTo>
                  <a:pt x="576437" y="155887"/>
                </a:lnTo>
                <a:cubicBezTo>
                  <a:pt x="567464" y="160724"/>
                  <a:pt x="558609" y="164274"/>
                  <a:pt x="549871" y="166536"/>
                </a:cubicBezTo>
                <a:cubicBezTo>
                  <a:pt x="541132" y="168799"/>
                  <a:pt x="531419" y="169930"/>
                  <a:pt x="520730" y="169930"/>
                </a:cubicBezTo>
                <a:cubicBezTo>
                  <a:pt x="490067" y="169930"/>
                  <a:pt x="466778" y="160113"/>
                  <a:pt x="450862" y="140479"/>
                </a:cubicBezTo>
                <a:cubicBezTo>
                  <a:pt x="438924" y="125754"/>
                  <a:pt x="432956" y="108770"/>
                  <a:pt x="432956" y="89526"/>
                </a:cubicBezTo>
                <a:cubicBezTo>
                  <a:pt x="432956" y="75579"/>
                  <a:pt x="436311" y="62218"/>
                  <a:pt x="443020" y="49442"/>
                </a:cubicBezTo>
                <a:cubicBezTo>
                  <a:pt x="450979" y="34248"/>
                  <a:pt x="461902" y="22560"/>
                  <a:pt x="475789" y="14380"/>
                </a:cubicBezTo>
                <a:cubicBezTo>
                  <a:pt x="487415" y="7602"/>
                  <a:pt x="501146" y="4213"/>
                  <a:pt x="516985" y="4213"/>
                </a:cubicBezTo>
                <a:cubicBezTo>
                  <a:pt x="522758" y="4213"/>
                  <a:pt x="528005" y="4681"/>
                  <a:pt x="532725" y="5618"/>
                </a:cubicBezTo>
                <a:cubicBezTo>
                  <a:pt x="537446" y="6554"/>
                  <a:pt x="544136" y="8621"/>
                  <a:pt x="552796" y="11820"/>
                </a:cubicBezTo>
                <a:cubicBezTo>
                  <a:pt x="557166" y="13459"/>
                  <a:pt x="560091" y="14278"/>
                  <a:pt x="561574" y="14278"/>
                </a:cubicBezTo>
                <a:cubicBezTo>
                  <a:pt x="563056" y="14278"/>
                  <a:pt x="564324" y="13595"/>
                  <a:pt x="565377" y="12230"/>
                </a:cubicBezTo>
                <a:cubicBezTo>
                  <a:pt x="566431" y="10864"/>
                  <a:pt x="567074" y="8192"/>
                  <a:pt x="567308" y="4213"/>
                </a:cubicBezTo>
                <a:lnTo>
                  <a:pt x="571639" y="4213"/>
                </a:lnTo>
                <a:close/>
                <a:moveTo>
                  <a:pt x="622757" y="99711"/>
                </a:moveTo>
                <a:cubicBezTo>
                  <a:pt x="622679" y="115591"/>
                  <a:pt x="626541" y="128046"/>
                  <a:pt x="634344" y="137077"/>
                </a:cubicBezTo>
                <a:cubicBezTo>
                  <a:pt x="642146" y="146106"/>
                  <a:pt x="651313" y="150620"/>
                  <a:pt x="661846" y="150620"/>
                </a:cubicBezTo>
                <a:cubicBezTo>
                  <a:pt x="668868" y="150620"/>
                  <a:pt x="674973" y="148689"/>
                  <a:pt x="680162" y="144827"/>
                </a:cubicBezTo>
                <a:cubicBezTo>
                  <a:pt x="685350" y="140965"/>
                  <a:pt x="689700" y="134353"/>
                  <a:pt x="693211" y="124990"/>
                </a:cubicBezTo>
                <a:lnTo>
                  <a:pt x="696839" y="127331"/>
                </a:lnTo>
                <a:cubicBezTo>
                  <a:pt x="695200" y="138020"/>
                  <a:pt x="690441" y="147753"/>
                  <a:pt x="682561" y="156530"/>
                </a:cubicBezTo>
                <a:cubicBezTo>
                  <a:pt x="674681" y="165308"/>
                  <a:pt x="664811" y="169696"/>
                  <a:pt x="652952" y="169696"/>
                </a:cubicBezTo>
                <a:cubicBezTo>
                  <a:pt x="640078" y="169696"/>
                  <a:pt x="629058" y="164694"/>
                  <a:pt x="619890" y="154691"/>
                </a:cubicBezTo>
                <a:cubicBezTo>
                  <a:pt x="610723" y="144684"/>
                  <a:pt x="606139" y="131233"/>
                  <a:pt x="606139" y="114337"/>
                </a:cubicBezTo>
                <a:cubicBezTo>
                  <a:pt x="606139" y="96041"/>
                  <a:pt x="610840" y="81774"/>
                  <a:pt x="620241" y="71536"/>
                </a:cubicBezTo>
                <a:cubicBezTo>
                  <a:pt x="629643" y="61295"/>
                  <a:pt x="641443" y="56175"/>
                  <a:pt x="655643" y="56175"/>
                </a:cubicBezTo>
                <a:cubicBezTo>
                  <a:pt x="667659" y="56175"/>
                  <a:pt x="677528" y="60125"/>
                  <a:pt x="685252" y="68025"/>
                </a:cubicBezTo>
                <a:cubicBezTo>
                  <a:pt x="692977" y="75922"/>
                  <a:pt x="696839" y="86484"/>
                  <a:pt x="696839" y="99711"/>
                </a:cubicBezTo>
                <a:lnTo>
                  <a:pt x="622757" y="99711"/>
                </a:lnTo>
                <a:moveTo>
                  <a:pt x="622757" y="92923"/>
                </a:moveTo>
                <a:lnTo>
                  <a:pt x="672379" y="92923"/>
                </a:lnTo>
                <a:cubicBezTo>
                  <a:pt x="671989" y="86057"/>
                  <a:pt x="671170" y="81220"/>
                  <a:pt x="669921" y="78411"/>
                </a:cubicBezTo>
                <a:cubicBezTo>
                  <a:pt x="667971" y="74042"/>
                  <a:pt x="665064" y="70609"/>
                  <a:pt x="661202" y="68113"/>
                </a:cubicBezTo>
                <a:cubicBezTo>
                  <a:pt x="657340" y="65616"/>
                  <a:pt x="653303" y="64368"/>
                  <a:pt x="649090" y="64368"/>
                </a:cubicBezTo>
                <a:cubicBezTo>
                  <a:pt x="642614" y="64368"/>
                  <a:pt x="636821" y="66884"/>
                  <a:pt x="631710" y="71916"/>
                </a:cubicBezTo>
                <a:cubicBezTo>
                  <a:pt x="626600" y="76948"/>
                  <a:pt x="623616" y="83951"/>
                  <a:pt x="622757" y="92923"/>
                </a:cubicBezTo>
                <a:close/>
                <a:moveTo>
                  <a:pt x="741729" y="78880"/>
                </a:moveTo>
                <a:cubicBezTo>
                  <a:pt x="754291" y="63743"/>
                  <a:pt x="766267" y="56175"/>
                  <a:pt x="777658" y="56175"/>
                </a:cubicBezTo>
                <a:cubicBezTo>
                  <a:pt x="783510" y="56175"/>
                  <a:pt x="788542" y="57636"/>
                  <a:pt x="792755" y="60557"/>
                </a:cubicBezTo>
                <a:cubicBezTo>
                  <a:pt x="796968" y="63475"/>
                  <a:pt x="800323" y="68282"/>
                  <a:pt x="802820" y="74977"/>
                </a:cubicBezTo>
                <a:cubicBezTo>
                  <a:pt x="804536" y="79646"/>
                  <a:pt x="805395" y="86808"/>
                  <a:pt x="805395" y="96464"/>
                </a:cubicBezTo>
                <a:lnTo>
                  <a:pt x="805395" y="142121"/>
                </a:lnTo>
                <a:cubicBezTo>
                  <a:pt x="805395" y="148894"/>
                  <a:pt x="805941" y="153487"/>
                  <a:pt x="807033" y="155901"/>
                </a:cubicBezTo>
                <a:cubicBezTo>
                  <a:pt x="807891" y="157847"/>
                  <a:pt x="809276" y="159365"/>
                  <a:pt x="811188" y="160454"/>
                </a:cubicBezTo>
                <a:cubicBezTo>
                  <a:pt x="813099" y="161544"/>
                  <a:pt x="816630" y="162089"/>
                  <a:pt x="821779" y="162089"/>
                </a:cubicBezTo>
                <a:lnTo>
                  <a:pt x="821779" y="166419"/>
                </a:lnTo>
                <a:lnTo>
                  <a:pt x="768764" y="166419"/>
                </a:lnTo>
                <a:lnTo>
                  <a:pt x="768764" y="162089"/>
                </a:lnTo>
                <a:lnTo>
                  <a:pt x="770987" y="162089"/>
                </a:lnTo>
                <a:cubicBezTo>
                  <a:pt x="775981" y="162089"/>
                  <a:pt x="779472" y="161332"/>
                  <a:pt x="781462" y="159818"/>
                </a:cubicBezTo>
                <a:cubicBezTo>
                  <a:pt x="783451" y="158304"/>
                  <a:pt x="784836" y="156073"/>
                  <a:pt x="785616" y="153125"/>
                </a:cubicBezTo>
                <a:cubicBezTo>
                  <a:pt x="785928" y="151960"/>
                  <a:pt x="786084" y="148311"/>
                  <a:pt x="786084" y="142179"/>
                </a:cubicBezTo>
                <a:lnTo>
                  <a:pt x="786084" y="98515"/>
                </a:lnTo>
                <a:cubicBezTo>
                  <a:pt x="786084" y="88814"/>
                  <a:pt x="784816" y="81770"/>
                  <a:pt x="782281" y="77384"/>
                </a:cubicBezTo>
                <a:cubicBezTo>
                  <a:pt x="779745" y="72997"/>
                  <a:pt x="775473" y="70804"/>
                  <a:pt x="769466" y="70804"/>
                </a:cubicBezTo>
                <a:cubicBezTo>
                  <a:pt x="760181" y="70804"/>
                  <a:pt x="750936" y="75850"/>
                  <a:pt x="741729" y="85942"/>
                </a:cubicBezTo>
                <a:lnTo>
                  <a:pt x="741729" y="142179"/>
                </a:lnTo>
                <a:cubicBezTo>
                  <a:pt x="741729" y="149399"/>
                  <a:pt x="742158" y="153862"/>
                  <a:pt x="743017" y="155568"/>
                </a:cubicBezTo>
                <a:cubicBezTo>
                  <a:pt x="744109" y="157819"/>
                  <a:pt x="745611" y="159468"/>
                  <a:pt x="747522" y="160517"/>
                </a:cubicBezTo>
                <a:cubicBezTo>
                  <a:pt x="749434" y="161565"/>
                  <a:pt x="753315" y="162089"/>
                  <a:pt x="759167" y="162089"/>
                </a:cubicBezTo>
                <a:lnTo>
                  <a:pt x="759167" y="166419"/>
                </a:lnTo>
                <a:lnTo>
                  <a:pt x="706152" y="166419"/>
                </a:lnTo>
                <a:lnTo>
                  <a:pt x="706152" y="162089"/>
                </a:lnTo>
                <a:lnTo>
                  <a:pt x="708492" y="162089"/>
                </a:lnTo>
                <a:cubicBezTo>
                  <a:pt x="713954" y="162089"/>
                  <a:pt x="717640" y="160708"/>
                  <a:pt x="719552" y="157946"/>
                </a:cubicBezTo>
                <a:cubicBezTo>
                  <a:pt x="721463" y="155181"/>
                  <a:pt x="722419" y="149906"/>
                  <a:pt x="722419" y="142121"/>
                </a:cubicBezTo>
                <a:lnTo>
                  <a:pt x="722419" y="102418"/>
                </a:lnTo>
                <a:cubicBezTo>
                  <a:pt x="722419" y="89573"/>
                  <a:pt x="722126" y="81750"/>
                  <a:pt x="721541" y="78949"/>
                </a:cubicBezTo>
                <a:cubicBezTo>
                  <a:pt x="720956" y="76145"/>
                  <a:pt x="720059" y="74237"/>
                  <a:pt x="718849" y="73225"/>
                </a:cubicBezTo>
                <a:cubicBezTo>
                  <a:pt x="717640" y="72214"/>
                  <a:pt x="716021" y="71708"/>
                  <a:pt x="713993" y="71708"/>
                </a:cubicBezTo>
                <a:cubicBezTo>
                  <a:pt x="711808" y="71708"/>
                  <a:pt x="709194" y="72292"/>
                  <a:pt x="706152" y="73459"/>
                </a:cubicBezTo>
                <a:lnTo>
                  <a:pt x="704396" y="69254"/>
                </a:lnTo>
                <a:lnTo>
                  <a:pt x="736697" y="56175"/>
                </a:lnTo>
                <a:lnTo>
                  <a:pt x="741729" y="56175"/>
                </a:lnTo>
                <a:lnTo>
                  <a:pt x="741729" y="78880"/>
                </a:lnTo>
                <a:close/>
                <a:moveTo>
                  <a:pt x="848346" y="99711"/>
                </a:moveTo>
                <a:cubicBezTo>
                  <a:pt x="848268" y="115591"/>
                  <a:pt x="852130" y="128046"/>
                  <a:pt x="859932" y="137077"/>
                </a:cubicBezTo>
                <a:cubicBezTo>
                  <a:pt x="867734" y="146106"/>
                  <a:pt x="876901" y="150620"/>
                  <a:pt x="887434" y="150620"/>
                </a:cubicBezTo>
                <a:cubicBezTo>
                  <a:pt x="894456" y="150620"/>
                  <a:pt x="900561" y="148689"/>
                  <a:pt x="905750" y="144827"/>
                </a:cubicBezTo>
                <a:cubicBezTo>
                  <a:pt x="910938" y="140965"/>
                  <a:pt x="915288" y="134353"/>
                  <a:pt x="918799" y="124990"/>
                </a:cubicBezTo>
                <a:lnTo>
                  <a:pt x="922427" y="127331"/>
                </a:lnTo>
                <a:cubicBezTo>
                  <a:pt x="920788" y="138020"/>
                  <a:pt x="916029" y="147753"/>
                  <a:pt x="908149" y="156530"/>
                </a:cubicBezTo>
                <a:cubicBezTo>
                  <a:pt x="900269" y="165308"/>
                  <a:pt x="890399" y="169696"/>
                  <a:pt x="878540" y="169696"/>
                </a:cubicBezTo>
                <a:cubicBezTo>
                  <a:pt x="865666" y="169696"/>
                  <a:pt x="854646" y="164694"/>
                  <a:pt x="845478" y="154691"/>
                </a:cubicBezTo>
                <a:cubicBezTo>
                  <a:pt x="836311" y="144684"/>
                  <a:pt x="831727" y="131233"/>
                  <a:pt x="831727" y="114337"/>
                </a:cubicBezTo>
                <a:cubicBezTo>
                  <a:pt x="831727" y="96041"/>
                  <a:pt x="836428" y="81774"/>
                  <a:pt x="845829" y="71536"/>
                </a:cubicBezTo>
                <a:cubicBezTo>
                  <a:pt x="855231" y="61295"/>
                  <a:pt x="867032" y="56175"/>
                  <a:pt x="881232" y="56175"/>
                </a:cubicBezTo>
                <a:cubicBezTo>
                  <a:pt x="893247" y="56175"/>
                  <a:pt x="903117" y="60125"/>
                  <a:pt x="910841" y="68025"/>
                </a:cubicBezTo>
                <a:cubicBezTo>
                  <a:pt x="918565" y="75922"/>
                  <a:pt x="922427" y="86484"/>
                  <a:pt x="922427" y="99711"/>
                </a:cubicBezTo>
                <a:lnTo>
                  <a:pt x="848346" y="99711"/>
                </a:lnTo>
                <a:moveTo>
                  <a:pt x="848346" y="92923"/>
                </a:moveTo>
                <a:lnTo>
                  <a:pt x="897967" y="92923"/>
                </a:lnTo>
                <a:cubicBezTo>
                  <a:pt x="897577" y="86057"/>
                  <a:pt x="896758" y="81220"/>
                  <a:pt x="895509" y="78411"/>
                </a:cubicBezTo>
                <a:cubicBezTo>
                  <a:pt x="893559" y="74042"/>
                  <a:pt x="890653" y="70609"/>
                  <a:pt x="886791" y="68113"/>
                </a:cubicBezTo>
                <a:cubicBezTo>
                  <a:pt x="882929" y="65616"/>
                  <a:pt x="878891" y="64368"/>
                  <a:pt x="874678" y="64368"/>
                </a:cubicBezTo>
                <a:cubicBezTo>
                  <a:pt x="868202" y="64368"/>
                  <a:pt x="862409" y="66884"/>
                  <a:pt x="857299" y="71916"/>
                </a:cubicBezTo>
                <a:cubicBezTo>
                  <a:pt x="852188" y="76948"/>
                  <a:pt x="849204" y="83951"/>
                  <a:pt x="848346" y="92923"/>
                </a:cubicBezTo>
                <a:close/>
                <a:moveTo>
                  <a:pt x="967434" y="56175"/>
                </a:moveTo>
                <a:lnTo>
                  <a:pt x="967434" y="80284"/>
                </a:lnTo>
                <a:cubicBezTo>
                  <a:pt x="976407" y="64212"/>
                  <a:pt x="985613" y="56175"/>
                  <a:pt x="995054" y="56175"/>
                </a:cubicBezTo>
                <a:cubicBezTo>
                  <a:pt x="999345" y="56175"/>
                  <a:pt x="1002895" y="57482"/>
                  <a:pt x="1005704" y="60096"/>
                </a:cubicBezTo>
                <a:cubicBezTo>
                  <a:pt x="1008512" y="62710"/>
                  <a:pt x="1009917" y="65733"/>
                  <a:pt x="1009917" y="69166"/>
                </a:cubicBezTo>
                <a:cubicBezTo>
                  <a:pt x="1009917" y="72209"/>
                  <a:pt x="1008902" y="74783"/>
                  <a:pt x="1006874" y="76890"/>
                </a:cubicBezTo>
                <a:cubicBezTo>
                  <a:pt x="1004845" y="78997"/>
                  <a:pt x="1002427" y="80050"/>
                  <a:pt x="999618" y="80050"/>
                </a:cubicBezTo>
                <a:cubicBezTo>
                  <a:pt x="996887" y="80050"/>
                  <a:pt x="993825" y="78704"/>
                  <a:pt x="990431" y="76012"/>
                </a:cubicBezTo>
                <a:cubicBezTo>
                  <a:pt x="987037" y="73320"/>
                  <a:pt x="984521" y="71975"/>
                  <a:pt x="982882" y="71975"/>
                </a:cubicBezTo>
                <a:cubicBezTo>
                  <a:pt x="981478" y="71975"/>
                  <a:pt x="979957" y="72752"/>
                  <a:pt x="978318" y="74308"/>
                </a:cubicBezTo>
                <a:cubicBezTo>
                  <a:pt x="974807" y="77500"/>
                  <a:pt x="971179" y="82753"/>
                  <a:pt x="967434" y="90067"/>
                </a:cubicBezTo>
                <a:lnTo>
                  <a:pt x="967434" y="141312"/>
                </a:lnTo>
                <a:cubicBezTo>
                  <a:pt x="967434" y="147225"/>
                  <a:pt x="968175" y="151699"/>
                  <a:pt x="969658" y="154734"/>
                </a:cubicBezTo>
                <a:cubicBezTo>
                  <a:pt x="970672" y="156836"/>
                  <a:pt x="972467" y="158588"/>
                  <a:pt x="975041" y="159990"/>
                </a:cubicBezTo>
                <a:cubicBezTo>
                  <a:pt x="977616" y="161389"/>
                  <a:pt x="981322" y="162089"/>
                  <a:pt x="986159" y="162089"/>
                </a:cubicBezTo>
                <a:lnTo>
                  <a:pt x="986159" y="166419"/>
                </a:lnTo>
                <a:lnTo>
                  <a:pt x="931271" y="166419"/>
                </a:lnTo>
                <a:lnTo>
                  <a:pt x="931271" y="162089"/>
                </a:lnTo>
                <a:cubicBezTo>
                  <a:pt x="936733" y="162089"/>
                  <a:pt x="940790" y="161233"/>
                  <a:pt x="943443" y="159522"/>
                </a:cubicBezTo>
                <a:cubicBezTo>
                  <a:pt x="945393" y="158276"/>
                  <a:pt x="946759" y="156290"/>
                  <a:pt x="947539" y="153564"/>
                </a:cubicBezTo>
                <a:cubicBezTo>
                  <a:pt x="947929" y="152240"/>
                  <a:pt x="948124" y="148465"/>
                  <a:pt x="948124" y="142238"/>
                </a:cubicBezTo>
                <a:lnTo>
                  <a:pt x="948124" y="100783"/>
                </a:lnTo>
                <a:cubicBezTo>
                  <a:pt x="948124" y="88326"/>
                  <a:pt x="947870" y="80912"/>
                  <a:pt x="947363" y="78539"/>
                </a:cubicBezTo>
                <a:cubicBezTo>
                  <a:pt x="946856" y="76165"/>
                  <a:pt x="945920" y="74432"/>
                  <a:pt x="944554" y="73342"/>
                </a:cubicBezTo>
                <a:cubicBezTo>
                  <a:pt x="943189" y="72253"/>
                  <a:pt x="941492" y="71708"/>
                  <a:pt x="939464" y="71708"/>
                </a:cubicBezTo>
                <a:cubicBezTo>
                  <a:pt x="937045" y="71708"/>
                  <a:pt x="934314" y="72292"/>
                  <a:pt x="931271" y="73459"/>
                </a:cubicBezTo>
                <a:lnTo>
                  <a:pt x="930101" y="69254"/>
                </a:lnTo>
                <a:lnTo>
                  <a:pt x="962519" y="56175"/>
                </a:lnTo>
                <a:lnTo>
                  <a:pt x="967434" y="56175"/>
                </a:lnTo>
                <a:close/>
                <a:moveTo>
                  <a:pt x="1076120" y="150971"/>
                </a:moveTo>
                <a:cubicBezTo>
                  <a:pt x="1065119" y="159475"/>
                  <a:pt x="1058214" y="164391"/>
                  <a:pt x="1055406" y="165717"/>
                </a:cubicBezTo>
                <a:cubicBezTo>
                  <a:pt x="1051192" y="167746"/>
                  <a:pt x="1046706" y="168760"/>
                  <a:pt x="1041947" y="168760"/>
                </a:cubicBezTo>
                <a:cubicBezTo>
                  <a:pt x="1034535" y="168760"/>
                  <a:pt x="1028430" y="166224"/>
                  <a:pt x="1023631" y="161153"/>
                </a:cubicBezTo>
                <a:cubicBezTo>
                  <a:pt x="1018833" y="156082"/>
                  <a:pt x="1016434" y="149411"/>
                  <a:pt x="1016434" y="141140"/>
                </a:cubicBezTo>
                <a:cubicBezTo>
                  <a:pt x="1016434" y="135913"/>
                  <a:pt x="1017604" y="131388"/>
                  <a:pt x="1019945" y="127565"/>
                </a:cubicBezTo>
                <a:cubicBezTo>
                  <a:pt x="1023144" y="122259"/>
                  <a:pt x="1028703" y="117266"/>
                  <a:pt x="1036622" y="112585"/>
                </a:cubicBezTo>
                <a:cubicBezTo>
                  <a:pt x="1044541" y="107903"/>
                  <a:pt x="1057707" y="102208"/>
                  <a:pt x="1076120" y="95498"/>
                </a:cubicBezTo>
                <a:lnTo>
                  <a:pt x="1076120" y="91285"/>
                </a:lnTo>
                <a:cubicBezTo>
                  <a:pt x="1076120" y="80596"/>
                  <a:pt x="1074423" y="73262"/>
                  <a:pt x="1071029" y="69283"/>
                </a:cubicBezTo>
                <a:cubicBezTo>
                  <a:pt x="1067635" y="65304"/>
                  <a:pt x="1062701" y="63314"/>
                  <a:pt x="1056225" y="63314"/>
                </a:cubicBezTo>
                <a:cubicBezTo>
                  <a:pt x="1051309" y="63314"/>
                  <a:pt x="1047408" y="64636"/>
                  <a:pt x="1044522" y="67279"/>
                </a:cubicBezTo>
                <a:cubicBezTo>
                  <a:pt x="1041557" y="69922"/>
                  <a:pt x="1040074" y="72954"/>
                  <a:pt x="1040074" y="76374"/>
                </a:cubicBezTo>
                <a:lnTo>
                  <a:pt x="1040308" y="83137"/>
                </a:lnTo>
                <a:cubicBezTo>
                  <a:pt x="1040308" y="86711"/>
                  <a:pt x="1039392" y="89470"/>
                  <a:pt x="1037558" y="91413"/>
                </a:cubicBezTo>
                <a:cubicBezTo>
                  <a:pt x="1035725" y="93356"/>
                  <a:pt x="1033326" y="94328"/>
                  <a:pt x="1030361" y="94328"/>
                </a:cubicBezTo>
                <a:cubicBezTo>
                  <a:pt x="1027474" y="94328"/>
                  <a:pt x="1025114" y="93317"/>
                  <a:pt x="1023280" y="91296"/>
                </a:cubicBezTo>
                <a:cubicBezTo>
                  <a:pt x="1021447" y="89272"/>
                  <a:pt x="1020530" y="86510"/>
                  <a:pt x="1020530" y="83009"/>
                </a:cubicBezTo>
                <a:cubicBezTo>
                  <a:pt x="1020530" y="76321"/>
                  <a:pt x="1023963" y="70176"/>
                  <a:pt x="1030829" y="64576"/>
                </a:cubicBezTo>
                <a:cubicBezTo>
                  <a:pt x="1037695" y="58976"/>
                  <a:pt x="1047330" y="56175"/>
                  <a:pt x="1059736" y="56175"/>
                </a:cubicBezTo>
                <a:cubicBezTo>
                  <a:pt x="1069254" y="56175"/>
                  <a:pt x="1077056" y="57772"/>
                  <a:pt x="1083142" y="60966"/>
                </a:cubicBezTo>
                <a:cubicBezTo>
                  <a:pt x="1087745" y="63383"/>
                  <a:pt x="1091139" y="67163"/>
                  <a:pt x="1093324" y="72307"/>
                </a:cubicBezTo>
                <a:cubicBezTo>
                  <a:pt x="1094728" y="75657"/>
                  <a:pt x="1095430" y="82515"/>
                  <a:pt x="1095430" y="92879"/>
                </a:cubicBezTo>
                <a:lnTo>
                  <a:pt x="1095430" y="129232"/>
                </a:lnTo>
                <a:cubicBezTo>
                  <a:pt x="1095430" y="139441"/>
                  <a:pt x="1095626" y="145695"/>
                  <a:pt x="1096016" y="147994"/>
                </a:cubicBezTo>
                <a:cubicBezTo>
                  <a:pt x="1096406" y="150293"/>
                  <a:pt x="1097049" y="151833"/>
                  <a:pt x="1097947" y="152613"/>
                </a:cubicBezTo>
                <a:cubicBezTo>
                  <a:pt x="1098844" y="153391"/>
                  <a:pt x="1099878" y="153780"/>
                  <a:pt x="1101048" y="153780"/>
                </a:cubicBezTo>
                <a:cubicBezTo>
                  <a:pt x="1102296" y="153780"/>
                  <a:pt x="1103389" y="153507"/>
                  <a:pt x="1104325" y="152961"/>
                </a:cubicBezTo>
                <a:cubicBezTo>
                  <a:pt x="1105963" y="151946"/>
                  <a:pt x="1109123" y="149099"/>
                  <a:pt x="1113804" y="144417"/>
                </a:cubicBezTo>
                <a:lnTo>
                  <a:pt x="1113804" y="150971"/>
                </a:lnTo>
                <a:cubicBezTo>
                  <a:pt x="1105066" y="162674"/>
                  <a:pt x="1096718" y="168526"/>
                  <a:pt x="1088760" y="168526"/>
                </a:cubicBezTo>
                <a:cubicBezTo>
                  <a:pt x="1084937" y="168526"/>
                  <a:pt x="1081894" y="167200"/>
                  <a:pt x="1079631" y="164547"/>
                </a:cubicBezTo>
                <a:cubicBezTo>
                  <a:pt x="1077369" y="161894"/>
                  <a:pt x="1076198" y="157369"/>
                  <a:pt x="1076120" y="150971"/>
                </a:cubicBezTo>
                <a:moveTo>
                  <a:pt x="1076120" y="143298"/>
                </a:moveTo>
                <a:lnTo>
                  <a:pt x="1076120" y="102637"/>
                </a:lnTo>
                <a:cubicBezTo>
                  <a:pt x="1064339" y="107296"/>
                  <a:pt x="1056732" y="110598"/>
                  <a:pt x="1053299" y="112541"/>
                </a:cubicBezTo>
                <a:cubicBezTo>
                  <a:pt x="1047135" y="115959"/>
                  <a:pt x="1042727" y="119532"/>
                  <a:pt x="1040074" y="123260"/>
                </a:cubicBezTo>
                <a:cubicBezTo>
                  <a:pt x="1037422" y="126988"/>
                  <a:pt x="1036095" y="131066"/>
                  <a:pt x="1036095" y="135494"/>
                </a:cubicBezTo>
                <a:cubicBezTo>
                  <a:pt x="1036095" y="141087"/>
                  <a:pt x="1037773" y="145728"/>
                  <a:pt x="1041128" y="149417"/>
                </a:cubicBezTo>
                <a:cubicBezTo>
                  <a:pt x="1044483" y="153106"/>
                  <a:pt x="1048345" y="154950"/>
                  <a:pt x="1052714" y="154950"/>
                </a:cubicBezTo>
                <a:cubicBezTo>
                  <a:pt x="1058643" y="154950"/>
                  <a:pt x="1066446" y="151066"/>
                  <a:pt x="1076120" y="143298"/>
                </a:cubicBezTo>
                <a:close/>
                <a:moveTo>
                  <a:pt x="1152258" y="23875"/>
                </a:moveTo>
                <a:lnTo>
                  <a:pt x="1152258" y="59218"/>
                </a:lnTo>
                <a:lnTo>
                  <a:pt x="1177303" y="59218"/>
                </a:lnTo>
                <a:lnTo>
                  <a:pt x="1177303" y="67410"/>
                </a:lnTo>
                <a:lnTo>
                  <a:pt x="1152258" y="67410"/>
                </a:lnTo>
                <a:lnTo>
                  <a:pt x="1152258" y="136832"/>
                </a:lnTo>
                <a:cubicBezTo>
                  <a:pt x="1152258" y="143769"/>
                  <a:pt x="1153253" y="148445"/>
                  <a:pt x="1155243" y="150861"/>
                </a:cubicBezTo>
                <a:cubicBezTo>
                  <a:pt x="1157232" y="153275"/>
                  <a:pt x="1159787" y="154482"/>
                  <a:pt x="1162908" y="154482"/>
                </a:cubicBezTo>
                <a:cubicBezTo>
                  <a:pt x="1165483" y="154482"/>
                  <a:pt x="1167980" y="153682"/>
                  <a:pt x="1170398" y="152083"/>
                </a:cubicBezTo>
                <a:cubicBezTo>
                  <a:pt x="1172817" y="150484"/>
                  <a:pt x="1174689" y="148123"/>
                  <a:pt x="1176016" y="145003"/>
                </a:cubicBezTo>
                <a:lnTo>
                  <a:pt x="1180580" y="145003"/>
                </a:lnTo>
                <a:cubicBezTo>
                  <a:pt x="1177849" y="152671"/>
                  <a:pt x="1173987" y="158470"/>
                  <a:pt x="1168994" y="162400"/>
                </a:cubicBezTo>
                <a:cubicBezTo>
                  <a:pt x="1164001" y="166328"/>
                  <a:pt x="1158851" y="168292"/>
                  <a:pt x="1153546" y="168292"/>
                </a:cubicBezTo>
                <a:cubicBezTo>
                  <a:pt x="1149957" y="168292"/>
                  <a:pt x="1146446" y="167296"/>
                  <a:pt x="1143013" y="165304"/>
                </a:cubicBezTo>
                <a:cubicBezTo>
                  <a:pt x="1139580" y="163312"/>
                  <a:pt x="1137044" y="160462"/>
                  <a:pt x="1135406" y="156753"/>
                </a:cubicBezTo>
                <a:cubicBezTo>
                  <a:pt x="1133767" y="153042"/>
                  <a:pt x="1132948" y="147320"/>
                  <a:pt x="1132948" y="139586"/>
                </a:cubicBezTo>
                <a:lnTo>
                  <a:pt x="1132948" y="67410"/>
                </a:lnTo>
                <a:lnTo>
                  <a:pt x="1115978" y="67410"/>
                </a:lnTo>
                <a:lnTo>
                  <a:pt x="1115978" y="63548"/>
                </a:lnTo>
                <a:cubicBezTo>
                  <a:pt x="1120270" y="61827"/>
                  <a:pt x="1124658" y="58912"/>
                  <a:pt x="1129145" y="54804"/>
                </a:cubicBezTo>
                <a:cubicBezTo>
                  <a:pt x="1133631" y="50696"/>
                  <a:pt x="1137629" y="45824"/>
                  <a:pt x="1141140" y="40189"/>
                </a:cubicBezTo>
                <a:cubicBezTo>
                  <a:pt x="1142935" y="37217"/>
                  <a:pt x="1145431" y="31779"/>
                  <a:pt x="1148630" y="23875"/>
                </a:cubicBezTo>
                <a:lnTo>
                  <a:pt x="1152258" y="23875"/>
                </a:lnTo>
                <a:close/>
                <a:moveTo>
                  <a:pt x="1206118" y="99711"/>
                </a:moveTo>
                <a:cubicBezTo>
                  <a:pt x="1206040" y="115591"/>
                  <a:pt x="1209902" y="128046"/>
                  <a:pt x="1217704" y="137077"/>
                </a:cubicBezTo>
                <a:cubicBezTo>
                  <a:pt x="1225506" y="146106"/>
                  <a:pt x="1234674" y="150620"/>
                  <a:pt x="1245207" y="150620"/>
                </a:cubicBezTo>
                <a:cubicBezTo>
                  <a:pt x="1252229" y="150620"/>
                  <a:pt x="1258334" y="148689"/>
                  <a:pt x="1263522" y="144827"/>
                </a:cubicBezTo>
                <a:cubicBezTo>
                  <a:pt x="1268711" y="140965"/>
                  <a:pt x="1273060" y="134353"/>
                  <a:pt x="1276571" y="124990"/>
                </a:cubicBezTo>
                <a:lnTo>
                  <a:pt x="1280199" y="127331"/>
                </a:lnTo>
                <a:cubicBezTo>
                  <a:pt x="1278561" y="138020"/>
                  <a:pt x="1273801" y="147753"/>
                  <a:pt x="1265921" y="156530"/>
                </a:cubicBezTo>
                <a:cubicBezTo>
                  <a:pt x="1258041" y="165308"/>
                  <a:pt x="1248171" y="169696"/>
                  <a:pt x="1236312" y="169696"/>
                </a:cubicBezTo>
                <a:cubicBezTo>
                  <a:pt x="1223439" y="169696"/>
                  <a:pt x="1212418" y="164694"/>
                  <a:pt x="1203251" y="154691"/>
                </a:cubicBezTo>
                <a:cubicBezTo>
                  <a:pt x="1194083" y="144684"/>
                  <a:pt x="1189499" y="131233"/>
                  <a:pt x="1189499" y="114337"/>
                </a:cubicBezTo>
                <a:cubicBezTo>
                  <a:pt x="1189499" y="96041"/>
                  <a:pt x="1194200" y="81774"/>
                  <a:pt x="1203602" y="71536"/>
                </a:cubicBezTo>
                <a:cubicBezTo>
                  <a:pt x="1213003" y="61295"/>
                  <a:pt x="1224804" y="56175"/>
                  <a:pt x="1239004" y="56175"/>
                </a:cubicBezTo>
                <a:cubicBezTo>
                  <a:pt x="1251019" y="56175"/>
                  <a:pt x="1260889" y="60125"/>
                  <a:pt x="1268613" y="68025"/>
                </a:cubicBezTo>
                <a:cubicBezTo>
                  <a:pt x="1276337" y="75922"/>
                  <a:pt x="1280199" y="86484"/>
                  <a:pt x="1280199" y="99711"/>
                </a:cubicBezTo>
                <a:lnTo>
                  <a:pt x="1206118" y="99711"/>
                </a:lnTo>
                <a:moveTo>
                  <a:pt x="1206118" y="92923"/>
                </a:moveTo>
                <a:lnTo>
                  <a:pt x="1255740" y="92923"/>
                </a:lnTo>
                <a:cubicBezTo>
                  <a:pt x="1255349" y="86057"/>
                  <a:pt x="1254530" y="81220"/>
                  <a:pt x="1253282" y="78411"/>
                </a:cubicBezTo>
                <a:cubicBezTo>
                  <a:pt x="1251331" y="74042"/>
                  <a:pt x="1248425" y="70609"/>
                  <a:pt x="1244563" y="68113"/>
                </a:cubicBezTo>
                <a:cubicBezTo>
                  <a:pt x="1240701" y="65616"/>
                  <a:pt x="1236663" y="64368"/>
                  <a:pt x="1232450" y="64368"/>
                </a:cubicBezTo>
                <a:cubicBezTo>
                  <a:pt x="1225974" y="64368"/>
                  <a:pt x="1220181" y="66884"/>
                  <a:pt x="1215071" y="71916"/>
                </a:cubicBezTo>
                <a:cubicBezTo>
                  <a:pt x="1209961" y="76948"/>
                  <a:pt x="1206976" y="83951"/>
                  <a:pt x="1206118" y="92923"/>
                </a:cubicBezTo>
                <a:close/>
                <a:moveTo>
                  <a:pt x="1369562" y="154365"/>
                </a:moveTo>
                <a:cubicBezTo>
                  <a:pt x="1364335" y="159827"/>
                  <a:pt x="1359224" y="163747"/>
                  <a:pt x="1354231" y="166127"/>
                </a:cubicBezTo>
                <a:cubicBezTo>
                  <a:pt x="1349237" y="168506"/>
                  <a:pt x="1343854" y="169696"/>
                  <a:pt x="1338080" y="169696"/>
                </a:cubicBezTo>
                <a:cubicBezTo>
                  <a:pt x="1326377" y="169696"/>
                  <a:pt x="1316156" y="164811"/>
                  <a:pt x="1307418" y="155042"/>
                </a:cubicBezTo>
                <a:cubicBezTo>
                  <a:pt x="1298680" y="145270"/>
                  <a:pt x="1294310" y="132713"/>
                  <a:pt x="1294310" y="117372"/>
                </a:cubicBezTo>
                <a:cubicBezTo>
                  <a:pt x="1294310" y="102034"/>
                  <a:pt x="1299148" y="87999"/>
                  <a:pt x="1308822" y="75270"/>
                </a:cubicBezTo>
                <a:cubicBezTo>
                  <a:pt x="1318497" y="62540"/>
                  <a:pt x="1330941" y="56175"/>
                  <a:pt x="1346156" y="56175"/>
                </a:cubicBezTo>
                <a:cubicBezTo>
                  <a:pt x="1355596" y="56175"/>
                  <a:pt x="1363398" y="59179"/>
                  <a:pt x="1369562" y="65187"/>
                </a:cubicBezTo>
                <a:lnTo>
                  <a:pt x="1369562" y="45365"/>
                </a:lnTo>
                <a:cubicBezTo>
                  <a:pt x="1369562" y="33064"/>
                  <a:pt x="1369269" y="25503"/>
                  <a:pt x="1368684" y="22682"/>
                </a:cubicBezTo>
                <a:cubicBezTo>
                  <a:pt x="1368099" y="19861"/>
                  <a:pt x="1367182" y="17942"/>
                  <a:pt x="1365934" y="16926"/>
                </a:cubicBezTo>
                <a:cubicBezTo>
                  <a:pt x="1364686" y="15907"/>
                  <a:pt x="1363125" y="15397"/>
                  <a:pt x="1361253" y="15397"/>
                </a:cubicBezTo>
                <a:cubicBezTo>
                  <a:pt x="1359224" y="15397"/>
                  <a:pt x="1356532" y="16024"/>
                  <a:pt x="1353177" y="17277"/>
                </a:cubicBezTo>
                <a:lnTo>
                  <a:pt x="1351656" y="13162"/>
                </a:lnTo>
                <a:lnTo>
                  <a:pt x="1383606" y="0"/>
                </a:lnTo>
                <a:lnTo>
                  <a:pt x="1388872" y="0"/>
                </a:lnTo>
                <a:lnTo>
                  <a:pt x="1388872" y="123937"/>
                </a:lnTo>
                <a:cubicBezTo>
                  <a:pt x="1388872" y="136498"/>
                  <a:pt x="1389165" y="144164"/>
                  <a:pt x="1389750" y="146934"/>
                </a:cubicBezTo>
                <a:cubicBezTo>
                  <a:pt x="1390335" y="149703"/>
                  <a:pt x="1391271" y="151634"/>
                  <a:pt x="1392559" y="152727"/>
                </a:cubicBezTo>
                <a:cubicBezTo>
                  <a:pt x="1393846" y="153819"/>
                  <a:pt x="1395348" y="154365"/>
                  <a:pt x="1397064" y="154365"/>
                </a:cubicBezTo>
                <a:cubicBezTo>
                  <a:pt x="1399171" y="154365"/>
                  <a:pt x="1401980" y="153702"/>
                  <a:pt x="1405491" y="152376"/>
                </a:cubicBezTo>
                <a:lnTo>
                  <a:pt x="1406778" y="156472"/>
                </a:lnTo>
                <a:lnTo>
                  <a:pt x="1374945" y="169696"/>
                </a:lnTo>
                <a:lnTo>
                  <a:pt x="1369562" y="169696"/>
                </a:lnTo>
                <a:lnTo>
                  <a:pt x="1369562" y="154365"/>
                </a:lnTo>
                <a:moveTo>
                  <a:pt x="1369562" y="146198"/>
                </a:moveTo>
                <a:lnTo>
                  <a:pt x="1369562" y="91098"/>
                </a:lnTo>
                <a:cubicBezTo>
                  <a:pt x="1369094" y="85805"/>
                  <a:pt x="1367689" y="80980"/>
                  <a:pt x="1365349" y="76623"/>
                </a:cubicBezTo>
                <a:cubicBezTo>
                  <a:pt x="1363008" y="72264"/>
                  <a:pt x="1359907" y="68976"/>
                  <a:pt x="1356045" y="66759"/>
                </a:cubicBezTo>
                <a:cubicBezTo>
                  <a:pt x="1352183" y="64541"/>
                  <a:pt x="1348418" y="63431"/>
                  <a:pt x="1344751" y="63431"/>
                </a:cubicBezTo>
                <a:cubicBezTo>
                  <a:pt x="1337885" y="63431"/>
                  <a:pt x="1331761" y="66506"/>
                  <a:pt x="1326377" y="72655"/>
                </a:cubicBezTo>
                <a:cubicBezTo>
                  <a:pt x="1319277" y="80747"/>
                  <a:pt x="1315727" y="92576"/>
                  <a:pt x="1315727" y="108141"/>
                </a:cubicBezTo>
                <a:cubicBezTo>
                  <a:pt x="1315727" y="123862"/>
                  <a:pt x="1319160" y="135907"/>
                  <a:pt x="1326026" y="144275"/>
                </a:cubicBezTo>
                <a:cubicBezTo>
                  <a:pt x="1332892" y="152640"/>
                  <a:pt x="1340538" y="156823"/>
                  <a:pt x="1348964" y="156823"/>
                </a:cubicBezTo>
                <a:cubicBezTo>
                  <a:pt x="1356064" y="156823"/>
                  <a:pt x="1362930" y="153281"/>
                  <a:pt x="1369562" y="1461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Property">
            <a:extLst xmlns:a="http://schemas.openxmlformats.org/drawingml/2006/main">
              <a:ext uri="{FF2B5EF4-FFF2-40B4-BE49-F238E27FC236}">
                <a16:creationId xmlns:a16="http://schemas.microsoft.com/office/drawing/2014/main" id="{023563CC-FB90-46A2-907C-31EDFA16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551" y="2717419"/>
            <a:ext cx="819408" cy="210423"/>
          </a:xfrm>
          <a:custGeom xmlns:a="http://schemas.openxmlformats.org/drawingml/2006/main">
            <a:pathLst>
              <a:path w="819408" h="210423">
                <a:moveTo>
                  <a:pt x="45174" y="84263"/>
                </a:moveTo>
                <a:lnTo>
                  <a:pt x="45174" y="130567"/>
                </a:lnTo>
                <a:cubicBezTo>
                  <a:pt x="45174" y="140571"/>
                  <a:pt x="46267" y="146785"/>
                  <a:pt x="48451" y="149208"/>
                </a:cubicBezTo>
                <a:cubicBezTo>
                  <a:pt x="51416" y="152646"/>
                  <a:pt x="55902" y="154365"/>
                  <a:pt x="61910" y="154365"/>
                </a:cubicBezTo>
                <a:lnTo>
                  <a:pt x="67996" y="154365"/>
                </a:lnTo>
                <a:lnTo>
                  <a:pt x="67996" y="158695"/>
                </a:lnTo>
                <a:lnTo>
                  <a:pt x="0" y="158695"/>
                </a:lnTo>
                <a:lnTo>
                  <a:pt x="0" y="154365"/>
                </a:lnTo>
                <a:lnTo>
                  <a:pt x="5969" y="154365"/>
                </a:lnTo>
                <a:cubicBezTo>
                  <a:pt x="12678" y="154365"/>
                  <a:pt x="17477" y="152181"/>
                  <a:pt x="20364" y="147811"/>
                </a:cubicBezTo>
                <a:cubicBezTo>
                  <a:pt x="21924" y="145393"/>
                  <a:pt x="22704" y="139658"/>
                  <a:pt x="22704" y="130608"/>
                </a:cubicBezTo>
                <a:lnTo>
                  <a:pt x="22704" y="28088"/>
                </a:lnTo>
                <a:cubicBezTo>
                  <a:pt x="22704" y="18101"/>
                  <a:pt x="21651" y="11898"/>
                  <a:pt x="19544" y="9480"/>
                </a:cubicBezTo>
                <a:cubicBezTo>
                  <a:pt x="16501" y="6047"/>
                  <a:pt x="11976" y="4330"/>
                  <a:pt x="5969" y="4330"/>
                </a:cubicBezTo>
                <a:lnTo>
                  <a:pt x="0" y="4330"/>
                </a:lnTo>
                <a:lnTo>
                  <a:pt x="0" y="0"/>
                </a:lnTo>
                <a:lnTo>
                  <a:pt x="58165" y="0"/>
                </a:lnTo>
                <a:cubicBezTo>
                  <a:pt x="72365" y="0"/>
                  <a:pt x="83561" y="1462"/>
                  <a:pt x="91753" y="4385"/>
                </a:cubicBezTo>
                <a:cubicBezTo>
                  <a:pt x="99945" y="7306"/>
                  <a:pt x="106850" y="12234"/>
                  <a:pt x="112468" y="19168"/>
                </a:cubicBezTo>
                <a:cubicBezTo>
                  <a:pt x="118085" y="26102"/>
                  <a:pt x="120894" y="34322"/>
                  <a:pt x="120894" y="43828"/>
                </a:cubicBezTo>
                <a:cubicBezTo>
                  <a:pt x="120894" y="56763"/>
                  <a:pt x="116622" y="67282"/>
                  <a:pt x="108079" y="75387"/>
                </a:cubicBezTo>
                <a:cubicBezTo>
                  <a:pt x="99536" y="83489"/>
                  <a:pt x="87462" y="87540"/>
                  <a:pt x="71858" y="87540"/>
                </a:cubicBezTo>
                <a:cubicBezTo>
                  <a:pt x="68035" y="87540"/>
                  <a:pt x="63899" y="87267"/>
                  <a:pt x="59452" y="86721"/>
                </a:cubicBezTo>
                <a:cubicBezTo>
                  <a:pt x="55005" y="86175"/>
                  <a:pt x="50246" y="85355"/>
                  <a:pt x="45174" y="84263"/>
                </a:cubicBezTo>
                <a:moveTo>
                  <a:pt x="45174" y="77475"/>
                </a:moveTo>
                <a:cubicBezTo>
                  <a:pt x="49309" y="78255"/>
                  <a:pt x="52976" y="78841"/>
                  <a:pt x="56175" y="79231"/>
                </a:cubicBezTo>
                <a:cubicBezTo>
                  <a:pt x="59374" y="79621"/>
                  <a:pt x="62105" y="79816"/>
                  <a:pt x="64368" y="79816"/>
                </a:cubicBezTo>
                <a:cubicBezTo>
                  <a:pt x="72482" y="79816"/>
                  <a:pt x="79484" y="76675"/>
                  <a:pt x="85375" y="70395"/>
                </a:cubicBezTo>
                <a:cubicBezTo>
                  <a:pt x="91265" y="64114"/>
                  <a:pt x="94211" y="55980"/>
                  <a:pt x="94211" y="45994"/>
                </a:cubicBezTo>
                <a:cubicBezTo>
                  <a:pt x="94211" y="39128"/>
                  <a:pt x="92806" y="32749"/>
                  <a:pt x="89998" y="26859"/>
                </a:cubicBezTo>
                <a:cubicBezTo>
                  <a:pt x="87189" y="20968"/>
                  <a:pt x="83210" y="16560"/>
                  <a:pt x="78060" y="13634"/>
                </a:cubicBezTo>
                <a:cubicBezTo>
                  <a:pt x="72911" y="10708"/>
                  <a:pt x="67059" y="9246"/>
                  <a:pt x="60506" y="9246"/>
                </a:cubicBezTo>
                <a:cubicBezTo>
                  <a:pt x="56526" y="9246"/>
                  <a:pt x="51416" y="9987"/>
                  <a:pt x="45174" y="11469"/>
                </a:cubicBezTo>
                <a:lnTo>
                  <a:pt x="45174" y="77475"/>
                </a:lnTo>
                <a:close/>
                <a:moveTo>
                  <a:pt x="168809" y="48451"/>
                </a:moveTo>
                <a:lnTo>
                  <a:pt x="168809" y="72560"/>
                </a:lnTo>
                <a:cubicBezTo>
                  <a:pt x="177782" y="56487"/>
                  <a:pt x="186988" y="48451"/>
                  <a:pt x="196429" y="48451"/>
                </a:cubicBezTo>
                <a:cubicBezTo>
                  <a:pt x="200720" y="48451"/>
                  <a:pt x="204270" y="49758"/>
                  <a:pt x="207079" y="52372"/>
                </a:cubicBezTo>
                <a:cubicBezTo>
                  <a:pt x="209888" y="54985"/>
                  <a:pt x="211292" y="58009"/>
                  <a:pt x="211292" y="61442"/>
                </a:cubicBezTo>
                <a:cubicBezTo>
                  <a:pt x="211292" y="64485"/>
                  <a:pt x="210278" y="67059"/>
                  <a:pt x="208249" y="69166"/>
                </a:cubicBezTo>
                <a:cubicBezTo>
                  <a:pt x="206221" y="71272"/>
                  <a:pt x="203802" y="72326"/>
                  <a:pt x="200993" y="72326"/>
                </a:cubicBezTo>
                <a:cubicBezTo>
                  <a:pt x="198262" y="72326"/>
                  <a:pt x="195200" y="70980"/>
                  <a:pt x="191806" y="68288"/>
                </a:cubicBezTo>
                <a:cubicBezTo>
                  <a:pt x="188412" y="65596"/>
                  <a:pt x="185896" y="64251"/>
                  <a:pt x="184258" y="64251"/>
                </a:cubicBezTo>
                <a:cubicBezTo>
                  <a:pt x="182853" y="64251"/>
                  <a:pt x="181332" y="65028"/>
                  <a:pt x="179693" y="66584"/>
                </a:cubicBezTo>
                <a:cubicBezTo>
                  <a:pt x="176182" y="69775"/>
                  <a:pt x="172554" y="75028"/>
                  <a:pt x="168809" y="82343"/>
                </a:cubicBezTo>
                <a:lnTo>
                  <a:pt x="168809" y="133588"/>
                </a:lnTo>
                <a:cubicBezTo>
                  <a:pt x="168809" y="139501"/>
                  <a:pt x="169551" y="143975"/>
                  <a:pt x="171033" y="147010"/>
                </a:cubicBezTo>
                <a:cubicBezTo>
                  <a:pt x="172047" y="149112"/>
                  <a:pt x="173842" y="150864"/>
                  <a:pt x="176416" y="152266"/>
                </a:cubicBezTo>
                <a:cubicBezTo>
                  <a:pt x="178991" y="153665"/>
                  <a:pt x="182697" y="154365"/>
                  <a:pt x="187534" y="154365"/>
                </a:cubicBezTo>
                <a:lnTo>
                  <a:pt x="187534" y="158695"/>
                </a:lnTo>
                <a:lnTo>
                  <a:pt x="132647" y="158695"/>
                </a:lnTo>
                <a:lnTo>
                  <a:pt x="132647" y="154365"/>
                </a:lnTo>
                <a:cubicBezTo>
                  <a:pt x="138108" y="154365"/>
                  <a:pt x="142165" y="153509"/>
                  <a:pt x="144818" y="151798"/>
                </a:cubicBezTo>
                <a:cubicBezTo>
                  <a:pt x="146768" y="150552"/>
                  <a:pt x="148134" y="148566"/>
                  <a:pt x="148914" y="145840"/>
                </a:cubicBezTo>
                <a:cubicBezTo>
                  <a:pt x="149304" y="144516"/>
                  <a:pt x="149499" y="140741"/>
                  <a:pt x="149499" y="134514"/>
                </a:cubicBezTo>
                <a:lnTo>
                  <a:pt x="149499" y="93059"/>
                </a:lnTo>
                <a:cubicBezTo>
                  <a:pt x="149499" y="80602"/>
                  <a:pt x="149246" y="73188"/>
                  <a:pt x="148738" y="70815"/>
                </a:cubicBezTo>
                <a:cubicBezTo>
                  <a:pt x="148231" y="68441"/>
                  <a:pt x="147295" y="66708"/>
                  <a:pt x="145930" y="65618"/>
                </a:cubicBezTo>
                <a:cubicBezTo>
                  <a:pt x="144564" y="64528"/>
                  <a:pt x="142867" y="63984"/>
                  <a:pt x="140839" y="63984"/>
                </a:cubicBezTo>
                <a:cubicBezTo>
                  <a:pt x="138420" y="63984"/>
                  <a:pt x="135689" y="64567"/>
                  <a:pt x="132647" y="65735"/>
                </a:cubicBezTo>
                <a:lnTo>
                  <a:pt x="131476" y="61530"/>
                </a:lnTo>
                <a:lnTo>
                  <a:pt x="163894" y="48451"/>
                </a:lnTo>
                <a:lnTo>
                  <a:pt x="168809" y="48451"/>
                </a:lnTo>
                <a:close/>
                <a:moveTo>
                  <a:pt x="269186" y="48451"/>
                </a:moveTo>
                <a:cubicBezTo>
                  <a:pt x="285414" y="48451"/>
                  <a:pt x="298444" y="54609"/>
                  <a:pt x="308274" y="66924"/>
                </a:cubicBezTo>
                <a:cubicBezTo>
                  <a:pt x="316623" y="77445"/>
                  <a:pt x="320797" y="89526"/>
                  <a:pt x="320797" y="103167"/>
                </a:cubicBezTo>
                <a:cubicBezTo>
                  <a:pt x="320797" y="112754"/>
                  <a:pt x="318495" y="122458"/>
                  <a:pt x="313892" y="132279"/>
                </a:cubicBezTo>
                <a:cubicBezTo>
                  <a:pt x="309289" y="142097"/>
                  <a:pt x="302949" y="149501"/>
                  <a:pt x="294874" y="154489"/>
                </a:cubicBezTo>
                <a:cubicBezTo>
                  <a:pt x="286799" y="159478"/>
                  <a:pt x="277807" y="161972"/>
                  <a:pt x="267898" y="161972"/>
                </a:cubicBezTo>
                <a:cubicBezTo>
                  <a:pt x="251748" y="161972"/>
                  <a:pt x="238913" y="155542"/>
                  <a:pt x="229395" y="142680"/>
                </a:cubicBezTo>
                <a:cubicBezTo>
                  <a:pt x="221359" y="131847"/>
                  <a:pt x="217340" y="119690"/>
                  <a:pt x="217340" y="106206"/>
                </a:cubicBezTo>
                <a:cubicBezTo>
                  <a:pt x="217340" y="96386"/>
                  <a:pt x="219779" y="86623"/>
                  <a:pt x="224655" y="76919"/>
                </a:cubicBezTo>
                <a:cubicBezTo>
                  <a:pt x="229531" y="67215"/>
                  <a:pt x="235949" y="60045"/>
                  <a:pt x="243907" y="55407"/>
                </a:cubicBezTo>
                <a:cubicBezTo>
                  <a:pt x="251865" y="50770"/>
                  <a:pt x="260291" y="48451"/>
                  <a:pt x="269186" y="48451"/>
                </a:cubicBezTo>
                <a:moveTo>
                  <a:pt x="265558" y="56175"/>
                </a:moveTo>
                <a:cubicBezTo>
                  <a:pt x="261423" y="56175"/>
                  <a:pt x="257268" y="57403"/>
                  <a:pt x="253094" y="59858"/>
                </a:cubicBezTo>
                <a:cubicBezTo>
                  <a:pt x="248920" y="62313"/>
                  <a:pt x="245545" y="66619"/>
                  <a:pt x="242970" y="72776"/>
                </a:cubicBezTo>
                <a:cubicBezTo>
                  <a:pt x="240396" y="78932"/>
                  <a:pt x="239108" y="86841"/>
                  <a:pt x="239108" y="96504"/>
                </a:cubicBezTo>
                <a:cubicBezTo>
                  <a:pt x="239108" y="112089"/>
                  <a:pt x="242210" y="125531"/>
                  <a:pt x="248412" y="136832"/>
                </a:cubicBezTo>
                <a:cubicBezTo>
                  <a:pt x="254615" y="148131"/>
                  <a:pt x="262788" y="153780"/>
                  <a:pt x="272931" y="153780"/>
                </a:cubicBezTo>
                <a:cubicBezTo>
                  <a:pt x="280499" y="153780"/>
                  <a:pt x="286740" y="150663"/>
                  <a:pt x="291656" y="144428"/>
                </a:cubicBezTo>
                <a:cubicBezTo>
                  <a:pt x="296571" y="138194"/>
                  <a:pt x="299029" y="127479"/>
                  <a:pt x="299029" y="112285"/>
                </a:cubicBezTo>
                <a:cubicBezTo>
                  <a:pt x="299029" y="93270"/>
                  <a:pt x="294933" y="78307"/>
                  <a:pt x="286740" y="67396"/>
                </a:cubicBezTo>
                <a:cubicBezTo>
                  <a:pt x="281201" y="59915"/>
                  <a:pt x="274140" y="56175"/>
                  <a:pt x="265558" y="56175"/>
                </a:cubicBezTo>
                <a:close/>
                <a:moveTo>
                  <a:pt x="328872" y="62038"/>
                </a:moveTo>
                <a:lnTo>
                  <a:pt x="361875" y="48685"/>
                </a:lnTo>
                <a:lnTo>
                  <a:pt x="366322" y="48685"/>
                </a:lnTo>
                <a:lnTo>
                  <a:pt x="366322" y="73730"/>
                </a:lnTo>
                <a:cubicBezTo>
                  <a:pt x="371862" y="64290"/>
                  <a:pt x="377421" y="57716"/>
                  <a:pt x="382999" y="54010"/>
                </a:cubicBezTo>
                <a:cubicBezTo>
                  <a:pt x="388578" y="50304"/>
                  <a:pt x="394449" y="48451"/>
                  <a:pt x="400613" y="48451"/>
                </a:cubicBezTo>
                <a:cubicBezTo>
                  <a:pt x="411380" y="48451"/>
                  <a:pt x="420352" y="52659"/>
                  <a:pt x="427530" y="61076"/>
                </a:cubicBezTo>
                <a:cubicBezTo>
                  <a:pt x="436347" y="71365"/>
                  <a:pt x="440755" y="84771"/>
                  <a:pt x="440755" y="101295"/>
                </a:cubicBezTo>
                <a:cubicBezTo>
                  <a:pt x="440755" y="119766"/>
                  <a:pt x="435449" y="135043"/>
                  <a:pt x="424838" y="147124"/>
                </a:cubicBezTo>
                <a:cubicBezTo>
                  <a:pt x="416100" y="157023"/>
                  <a:pt x="405099" y="161972"/>
                  <a:pt x="391835" y="161972"/>
                </a:cubicBezTo>
                <a:cubicBezTo>
                  <a:pt x="386062" y="161972"/>
                  <a:pt x="381068" y="161153"/>
                  <a:pt x="376855" y="159515"/>
                </a:cubicBezTo>
                <a:cubicBezTo>
                  <a:pt x="373734" y="158344"/>
                  <a:pt x="370223" y="156004"/>
                  <a:pt x="366322" y="152493"/>
                </a:cubicBezTo>
                <a:lnTo>
                  <a:pt x="366322" y="185144"/>
                </a:lnTo>
                <a:cubicBezTo>
                  <a:pt x="366322" y="192478"/>
                  <a:pt x="366771" y="197140"/>
                  <a:pt x="367668" y="199130"/>
                </a:cubicBezTo>
                <a:cubicBezTo>
                  <a:pt x="368566" y="201119"/>
                  <a:pt x="370126" y="202699"/>
                  <a:pt x="372350" y="203870"/>
                </a:cubicBezTo>
                <a:cubicBezTo>
                  <a:pt x="374573" y="205040"/>
                  <a:pt x="378611" y="205625"/>
                  <a:pt x="384462" y="205625"/>
                </a:cubicBezTo>
                <a:lnTo>
                  <a:pt x="384462" y="209955"/>
                </a:lnTo>
                <a:lnTo>
                  <a:pt x="328287" y="209955"/>
                </a:lnTo>
                <a:lnTo>
                  <a:pt x="328287" y="205625"/>
                </a:lnTo>
                <a:lnTo>
                  <a:pt x="331213" y="205625"/>
                </a:lnTo>
                <a:cubicBezTo>
                  <a:pt x="335504" y="205703"/>
                  <a:pt x="339171" y="204883"/>
                  <a:pt x="342214" y="203164"/>
                </a:cubicBezTo>
                <a:cubicBezTo>
                  <a:pt x="343696" y="202306"/>
                  <a:pt x="344847" y="200919"/>
                  <a:pt x="345666" y="199005"/>
                </a:cubicBezTo>
                <a:cubicBezTo>
                  <a:pt x="346485" y="197094"/>
                  <a:pt x="346895" y="192235"/>
                  <a:pt x="346895" y="184428"/>
                </a:cubicBezTo>
                <a:lnTo>
                  <a:pt x="346895" y="83001"/>
                </a:lnTo>
                <a:cubicBezTo>
                  <a:pt x="346895" y="76052"/>
                  <a:pt x="346583" y="71642"/>
                  <a:pt x="345959" y="69769"/>
                </a:cubicBezTo>
                <a:cubicBezTo>
                  <a:pt x="345335" y="67894"/>
                  <a:pt x="344340" y="66489"/>
                  <a:pt x="342975" y="65553"/>
                </a:cubicBezTo>
                <a:cubicBezTo>
                  <a:pt x="341609" y="64614"/>
                  <a:pt x="339756" y="64144"/>
                  <a:pt x="337416" y="64144"/>
                </a:cubicBezTo>
                <a:cubicBezTo>
                  <a:pt x="335543" y="64144"/>
                  <a:pt x="333163" y="64691"/>
                  <a:pt x="330277" y="65783"/>
                </a:cubicBezTo>
                <a:lnTo>
                  <a:pt x="328872" y="62038"/>
                </a:lnTo>
                <a:moveTo>
                  <a:pt x="366322" y="80847"/>
                </a:moveTo>
                <a:lnTo>
                  <a:pt x="366322" y="120821"/>
                </a:lnTo>
                <a:cubicBezTo>
                  <a:pt x="366322" y="129471"/>
                  <a:pt x="366674" y="135160"/>
                  <a:pt x="367376" y="137886"/>
                </a:cubicBezTo>
                <a:cubicBezTo>
                  <a:pt x="368468" y="142406"/>
                  <a:pt x="371140" y="146380"/>
                  <a:pt x="375392" y="149808"/>
                </a:cubicBezTo>
                <a:cubicBezTo>
                  <a:pt x="379645" y="153236"/>
                  <a:pt x="385009" y="154950"/>
                  <a:pt x="391484" y="154950"/>
                </a:cubicBezTo>
                <a:cubicBezTo>
                  <a:pt x="399286" y="154950"/>
                  <a:pt x="405606" y="151911"/>
                  <a:pt x="410443" y="145833"/>
                </a:cubicBezTo>
                <a:cubicBezTo>
                  <a:pt x="416763" y="137887"/>
                  <a:pt x="419923" y="126705"/>
                  <a:pt x="419923" y="112288"/>
                </a:cubicBezTo>
                <a:cubicBezTo>
                  <a:pt x="419923" y="95926"/>
                  <a:pt x="416334" y="83343"/>
                  <a:pt x="409156" y="74538"/>
                </a:cubicBezTo>
                <a:cubicBezTo>
                  <a:pt x="404163" y="68460"/>
                  <a:pt x="398233" y="65421"/>
                  <a:pt x="391367" y="65421"/>
                </a:cubicBezTo>
                <a:cubicBezTo>
                  <a:pt x="387622" y="65421"/>
                  <a:pt x="383916" y="66356"/>
                  <a:pt x="380249" y="68226"/>
                </a:cubicBezTo>
                <a:cubicBezTo>
                  <a:pt x="377440" y="69628"/>
                  <a:pt x="372798" y="73835"/>
                  <a:pt x="366322" y="80847"/>
                </a:cubicBezTo>
                <a:close/>
                <a:moveTo>
                  <a:pt x="474460" y="91987"/>
                </a:moveTo>
                <a:cubicBezTo>
                  <a:pt x="474382" y="107867"/>
                  <a:pt x="478244" y="120322"/>
                  <a:pt x="486046" y="129353"/>
                </a:cubicBezTo>
                <a:cubicBezTo>
                  <a:pt x="493848" y="138382"/>
                  <a:pt x="503016" y="142896"/>
                  <a:pt x="513549" y="142896"/>
                </a:cubicBezTo>
                <a:cubicBezTo>
                  <a:pt x="520570" y="142896"/>
                  <a:pt x="526676" y="140965"/>
                  <a:pt x="531864" y="137103"/>
                </a:cubicBezTo>
                <a:cubicBezTo>
                  <a:pt x="537052" y="133241"/>
                  <a:pt x="541402" y="126629"/>
                  <a:pt x="544913" y="117266"/>
                </a:cubicBezTo>
                <a:lnTo>
                  <a:pt x="548541" y="119607"/>
                </a:lnTo>
                <a:cubicBezTo>
                  <a:pt x="546903" y="130296"/>
                  <a:pt x="542143" y="140029"/>
                  <a:pt x="534263" y="148806"/>
                </a:cubicBezTo>
                <a:cubicBezTo>
                  <a:pt x="526383" y="157583"/>
                  <a:pt x="516513" y="161972"/>
                  <a:pt x="504654" y="161972"/>
                </a:cubicBezTo>
                <a:cubicBezTo>
                  <a:pt x="491781" y="161972"/>
                  <a:pt x="480760" y="156970"/>
                  <a:pt x="471593" y="146966"/>
                </a:cubicBezTo>
                <a:cubicBezTo>
                  <a:pt x="462425" y="136960"/>
                  <a:pt x="457841" y="123509"/>
                  <a:pt x="457841" y="106612"/>
                </a:cubicBezTo>
                <a:cubicBezTo>
                  <a:pt x="457841" y="88316"/>
                  <a:pt x="462542" y="74050"/>
                  <a:pt x="471944" y="63812"/>
                </a:cubicBezTo>
                <a:cubicBezTo>
                  <a:pt x="481345" y="53571"/>
                  <a:pt x="493146" y="48451"/>
                  <a:pt x="507346" y="48451"/>
                </a:cubicBezTo>
                <a:cubicBezTo>
                  <a:pt x="519361" y="48451"/>
                  <a:pt x="529231" y="52401"/>
                  <a:pt x="536955" y="60301"/>
                </a:cubicBezTo>
                <a:cubicBezTo>
                  <a:pt x="544679" y="68198"/>
                  <a:pt x="548541" y="78760"/>
                  <a:pt x="548541" y="91987"/>
                </a:cubicBezTo>
                <a:lnTo>
                  <a:pt x="474460" y="91987"/>
                </a:lnTo>
                <a:moveTo>
                  <a:pt x="474460" y="85199"/>
                </a:moveTo>
                <a:lnTo>
                  <a:pt x="524081" y="85199"/>
                </a:lnTo>
                <a:cubicBezTo>
                  <a:pt x="523691" y="78333"/>
                  <a:pt x="522872" y="73496"/>
                  <a:pt x="521624" y="70687"/>
                </a:cubicBezTo>
                <a:cubicBezTo>
                  <a:pt x="519673" y="66318"/>
                  <a:pt x="516767" y="62885"/>
                  <a:pt x="512905" y="60388"/>
                </a:cubicBezTo>
                <a:cubicBezTo>
                  <a:pt x="509043" y="57892"/>
                  <a:pt x="505005" y="56643"/>
                  <a:pt x="500792" y="56643"/>
                </a:cubicBezTo>
                <a:cubicBezTo>
                  <a:pt x="494316" y="56643"/>
                  <a:pt x="488523" y="59160"/>
                  <a:pt x="483413" y="64192"/>
                </a:cubicBezTo>
                <a:cubicBezTo>
                  <a:pt x="478302" y="69224"/>
                  <a:pt x="475318" y="76227"/>
                  <a:pt x="474460" y="85199"/>
                </a:cubicBezTo>
                <a:close/>
                <a:moveTo>
                  <a:pt x="593549" y="48451"/>
                </a:moveTo>
                <a:lnTo>
                  <a:pt x="593549" y="72560"/>
                </a:lnTo>
                <a:cubicBezTo>
                  <a:pt x="602521" y="56487"/>
                  <a:pt x="611728" y="48451"/>
                  <a:pt x="621168" y="48451"/>
                </a:cubicBezTo>
                <a:cubicBezTo>
                  <a:pt x="625459" y="48451"/>
                  <a:pt x="629009" y="49758"/>
                  <a:pt x="631818" y="52372"/>
                </a:cubicBezTo>
                <a:cubicBezTo>
                  <a:pt x="634627" y="54985"/>
                  <a:pt x="636031" y="58009"/>
                  <a:pt x="636031" y="61442"/>
                </a:cubicBezTo>
                <a:cubicBezTo>
                  <a:pt x="636031" y="64485"/>
                  <a:pt x="635017" y="67059"/>
                  <a:pt x="632989" y="69166"/>
                </a:cubicBezTo>
                <a:cubicBezTo>
                  <a:pt x="630960" y="71272"/>
                  <a:pt x="628541" y="72326"/>
                  <a:pt x="625733" y="72326"/>
                </a:cubicBezTo>
                <a:cubicBezTo>
                  <a:pt x="623002" y="72326"/>
                  <a:pt x="619939" y="70980"/>
                  <a:pt x="616546" y="68288"/>
                </a:cubicBezTo>
                <a:cubicBezTo>
                  <a:pt x="613152" y="65596"/>
                  <a:pt x="610635" y="64251"/>
                  <a:pt x="608997" y="64251"/>
                </a:cubicBezTo>
                <a:cubicBezTo>
                  <a:pt x="607593" y="64251"/>
                  <a:pt x="606071" y="65028"/>
                  <a:pt x="604433" y="66584"/>
                </a:cubicBezTo>
                <a:cubicBezTo>
                  <a:pt x="600922" y="69775"/>
                  <a:pt x="597294" y="75028"/>
                  <a:pt x="593549" y="82343"/>
                </a:cubicBezTo>
                <a:lnTo>
                  <a:pt x="593549" y="133588"/>
                </a:lnTo>
                <a:cubicBezTo>
                  <a:pt x="593549" y="139501"/>
                  <a:pt x="594290" y="143975"/>
                  <a:pt x="595772" y="147010"/>
                </a:cubicBezTo>
                <a:cubicBezTo>
                  <a:pt x="596787" y="149112"/>
                  <a:pt x="598581" y="150864"/>
                  <a:pt x="601156" y="152266"/>
                </a:cubicBezTo>
                <a:cubicBezTo>
                  <a:pt x="603731" y="153665"/>
                  <a:pt x="607437" y="154365"/>
                  <a:pt x="612274" y="154365"/>
                </a:cubicBezTo>
                <a:lnTo>
                  <a:pt x="612274" y="158695"/>
                </a:lnTo>
                <a:lnTo>
                  <a:pt x="557386" y="158695"/>
                </a:lnTo>
                <a:lnTo>
                  <a:pt x="557386" y="154365"/>
                </a:lnTo>
                <a:cubicBezTo>
                  <a:pt x="562847" y="154365"/>
                  <a:pt x="566904" y="153509"/>
                  <a:pt x="569557" y="151798"/>
                </a:cubicBezTo>
                <a:cubicBezTo>
                  <a:pt x="571508" y="150552"/>
                  <a:pt x="572873" y="148566"/>
                  <a:pt x="573653" y="145840"/>
                </a:cubicBezTo>
                <a:cubicBezTo>
                  <a:pt x="574043" y="144516"/>
                  <a:pt x="574238" y="140741"/>
                  <a:pt x="574238" y="134514"/>
                </a:cubicBezTo>
                <a:lnTo>
                  <a:pt x="574238" y="93059"/>
                </a:lnTo>
                <a:cubicBezTo>
                  <a:pt x="574238" y="80602"/>
                  <a:pt x="573985" y="73188"/>
                  <a:pt x="573478" y="70815"/>
                </a:cubicBezTo>
                <a:cubicBezTo>
                  <a:pt x="572971" y="68441"/>
                  <a:pt x="572034" y="66708"/>
                  <a:pt x="570669" y="65618"/>
                </a:cubicBezTo>
                <a:cubicBezTo>
                  <a:pt x="569304" y="64528"/>
                  <a:pt x="567607" y="63984"/>
                  <a:pt x="565578" y="63984"/>
                </a:cubicBezTo>
                <a:cubicBezTo>
                  <a:pt x="563159" y="63984"/>
                  <a:pt x="560429" y="64567"/>
                  <a:pt x="557386" y="65735"/>
                </a:cubicBezTo>
                <a:lnTo>
                  <a:pt x="556216" y="61530"/>
                </a:lnTo>
                <a:lnTo>
                  <a:pt x="588633" y="48451"/>
                </a:lnTo>
                <a:lnTo>
                  <a:pt x="593549" y="48451"/>
                </a:lnTo>
                <a:close/>
                <a:moveTo>
                  <a:pt x="672626" y="16150"/>
                </a:moveTo>
                <a:lnTo>
                  <a:pt x="672626" y="51494"/>
                </a:lnTo>
                <a:lnTo>
                  <a:pt x="697671" y="51494"/>
                </a:lnTo>
                <a:lnTo>
                  <a:pt x="697671" y="59686"/>
                </a:lnTo>
                <a:lnTo>
                  <a:pt x="672626" y="59686"/>
                </a:lnTo>
                <a:lnTo>
                  <a:pt x="672626" y="129108"/>
                </a:lnTo>
                <a:cubicBezTo>
                  <a:pt x="672626" y="136045"/>
                  <a:pt x="673621" y="140721"/>
                  <a:pt x="675610" y="143137"/>
                </a:cubicBezTo>
                <a:cubicBezTo>
                  <a:pt x="677600" y="145551"/>
                  <a:pt x="680155" y="146758"/>
                  <a:pt x="683276" y="146758"/>
                </a:cubicBezTo>
                <a:cubicBezTo>
                  <a:pt x="685850" y="146758"/>
                  <a:pt x="688347" y="145958"/>
                  <a:pt x="690766" y="144359"/>
                </a:cubicBezTo>
                <a:cubicBezTo>
                  <a:pt x="693184" y="142759"/>
                  <a:pt x="695057" y="140399"/>
                  <a:pt x="696383" y="137278"/>
                </a:cubicBezTo>
                <a:lnTo>
                  <a:pt x="700947" y="137278"/>
                </a:lnTo>
                <a:cubicBezTo>
                  <a:pt x="698217" y="144946"/>
                  <a:pt x="694355" y="150746"/>
                  <a:pt x="689361" y="154676"/>
                </a:cubicBezTo>
                <a:cubicBezTo>
                  <a:pt x="684368" y="158604"/>
                  <a:pt x="679219" y="160568"/>
                  <a:pt x="673913" y="160568"/>
                </a:cubicBezTo>
                <a:cubicBezTo>
                  <a:pt x="670324" y="160568"/>
                  <a:pt x="666813" y="159572"/>
                  <a:pt x="663380" y="157580"/>
                </a:cubicBezTo>
                <a:cubicBezTo>
                  <a:pt x="659947" y="155588"/>
                  <a:pt x="657412" y="152738"/>
                  <a:pt x="655773" y="149029"/>
                </a:cubicBezTo>
                <a:cubicBezTo>
                  <a:pt x="654135" y="145318"/>
                  <a:pt x="653315" y="139596"/>
                  <a:pt x="653315" y="131862"/>
                </a:cubicBezTo>
                <a:lnTo>
                  <a:pt x="653315" y="59686"/>
                </a:lnTo>
                <a:lnTo>
                  <a:pt x="636346" y="59686"/>
                </a:lnTo>
                <a:lnTo>
                  <a:pt x="636346" y="55824"/>
                </a:lnTo>
                <a:cubicBezTo>
                  <a:pt x="640637" y="54103"/>
                  <a:pt x="645026" y="51188"/>
                  <a:pt x="649512" y="47080"/>
                </a:cubicBezTo>
                <a:cubicBezTo>
                  <a:pt x="653998" y="42971"/>
                  <a:pt x="657997" y="38100"/>
                  <a:pt x="661508" y="32465"/>
                </a:cubicBezTo>
                <a:cubicBezTo>
                  <a:pt x="663302" y="29493"/>
                  <a:pt x="665799" y="24055"/>
                  <a:pt x="668998" y="16150"/>
                </a:cubicBezTo>
                <a:lnTo>
                  <a:pt x="672626" y="16150"/>
                </a:lnTo>
                <a:close/>
                <a:moveTo>
                  <a:pt x="702376" y="51494"/>
                </a:moveTo>
                <a:lnTo>
                  <a:pt x="752349" y="51494"/>
                </a:lnTo>
                <a:lnTo>
                  <a:pt x="752349" y="55824"/>
                </a:lnTo>
                <a:lnTo>
                  <a:pt x="749891" y="55824"/>
                </a:lnTo>
                <a:cubicBezTo>
                  <a:pt x="746380" y="55824"/>
                  <a:pt x="743747" y="56585"/>
                  <a:pt x="741992" y="58106"/>
                </a:cubicBezTo>
                <a:cubicBezTo>
                  <a:pt x="740236" y="59628"/>
                  <a:pt x="739358" y="61520"/>
                  <a:pt x="739358" y="63782"/>
                </a:cubicBezTo>
                <a:cubicBezTo>
                  <a:pt x="739358" y="66825"/>
                  <a:pt x="740646" y="71038"/>
                  <a:pt x="743220" y="76422"/>
                </a:cubicBezTo>
                <a:lnTo>
                  <a:pt x="769319" y="130491"/>
                </a:lnTo>
                <a:lnTo>
                  <a:pt x="793310" y="71272"/>
                </a:lnTo>
                <a:cubicBezTo>
                  <a:pt x="794636" y="68074"/>
                  <a:pt x="795300" y="64914"/>
                  <a:pt x="795300" y="61793"/>
                </a:cubicBezTo>
                <a:cubicBezTo>
                  <a:pt x="795300" y="60388"/>
                  <a:pt x="795027" y="59335"/>
                  <a:pt x="794480" y="58633"/>
                </a:cubicBezTo>
                <a:cubicBezTo>
                  <a:pt x="793856" y="57775"/>
                  <a:pt x="792881" y="57092"/>
                  <a:pt x="791555" y="56585"/>
                </a:cubicBezTo>
                <a:cubicBezTo>
                  <a:pt x="790228" y="56078"/>
                  <a:pt x="787888" y="55824"/>
                  <a:pt x="784533" y="55824"/>
                </a:cubicBezTo>
                <a:lnTo>
                  <a:pt x="784533" y="51494"/>
                </a:lnTo>
                <a:lnTo>
                  <a:pt x="819408" y="51494"/>
                </a:lnTo>
                <a:lnTo>
                  <a:pt x="819408" y="55824"/>
                </a:lnTo>
                <a:cubicBezTo>
                  <a:pt x="816521" y="56136"/>
                  <a:pt x="814298" y="56760"/>
                  <a:pt x="812737" y="57697"/>
                </a:cubicBezTo>
                <a:cubicBezTo>
                  <a:pt x="811177" y="58633"/>
                  <a:pt x="809460" y="60388"/>
                  <a:pt x="807588" y="62963"/>
                </a:cubicBezTo>
                <a:cubicBezTo>
                  <a:pt x="806886" y="64055"/>
                  <a:pt x="805559" y="67059"/>
                  <a:pt x="803609" y="71975"/>
                </a:cubicBezTo>
                <a:lnTo>
                  <a:pt x="759956" y="178942"/>
                </a:lnTo>
                <a:cubicBezTo>
                  <a:pt x="755743" y="189319"/>
                  <a:pt x="750223" y="197160"/>
                  <a:pt x="743396" y="202465"/>
                </a:cubicBezTo>
                <a:cubicBezTo>
                  <a:pt x="736569" y="207771"/>
                  <a:pt x="729996" y="210423"/>
                  <a:pt x="723676" y="210423"/>
                </a:cubicBezTo>
                <a:cubicBezTo>
                  <a:pt x="719073" y="210423"/>
                  <a:pt x="715289" y="209113"/>
                  <a:pt x="712324" y="206492"/>
                </a:cubicBezTo>
                <a:cubicBezTo>
                  <a:pt x="709359" y="203871"/>
                  <a:pt x="707877" y="200865"/>
                  <a:pt x="707877" y="197473"/>
                </a:cubicBezTo>
                <a:cubicBezTo>
                  <a:pt x="707877" y="194235"/>
                  <a:pt x="708950" y="191624"/>
                  <a:pt x="711095" y="189639"/>
                </a:cubicBezTo>
                <a:cubicBezTo>
                  <a:pt x="713241" y="187657"/>
                  <a:pt x="716186" y="186666"/>
                  <a:pt x="719931" y="186666"/>
                </a:cubicBezTo>
                <a:cubicBezTo>
                  <a:pt x="722506" y="186666"/>
                  <a:pt x="726017" y="187524"/>
                  <a:pt x="730464" y="189241"/>
                </a:cubicBezTo>
                <a:cubicBezTo>
                  <a:pt x="733585" y="190411"/>
                  <a:pt x="735535" y="190996"/>
                  <a:pt x="736316" y="190996"/>
                </a:cubicBezTo>
                <a:cubicBezTo>
                  <a:pt x="738656" y="190996"/>
                  <a:pt x="741211" y="189778"/>
                  <a:pt x="743981" y="187342"/>
                </a:cubicBezTo>
                <a:cubicBezTo>
                  <a:pt x="746751" y="184909"/>
                  <a:pt x="749540" y="180199"/>
                  <a:pt x="752349" y="173211"/>
                </a:cubicBezTo>
                <a:lnTo>
                  <a:pt x="759956" y="154482"/>
                </a:lnTo>
                <a:lnTo>
                  <a:pt x="721452" y="73613"/>
                </a:lnTo>
                <a:cubicBezTo>
                  <a:pt x="720282" y="71194"/>
                  <a:pt x="718410" y="68191"/>
                  <a:pt x="715835" y="64602"/>
                </a:cubicBezTo>
                <a:cubicBezTo>
                  <a:pt x="713884" y="61871"/>
                  <a:pt x="712285" y="60037"/>
                  <a:pt x="711037" y="59101"/>
                </a:cubicBezTo>
                <a:cubicBezTo>
                  <a:pt x="709242" y="57853"/>
                  <a:pt x="706355" y="56760"/>
                  <a:pt x="702376" y="55824"/>
                </a:cubicBezTo>
                <a:lnTo>
                  <a:pt x="702376" y="514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F9DB92-1BD5-4121-B042-87372442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9691" y="2586056"/>
            <a:ext cx="1208605" cy="114795"/>
          </a:xfrm>
          <a:custGeom xmlns:a="http://schemas.openxmlformats.org/drawingml/2006/main">
            <a:pathLst>
              <a:path w="1208605" h="114795">
                <a:moveTo>
                  <a:pt x="0" y="64446"/>
                </a:moveTo>
                <a:lnTo>
                  <a:pt x="1168539" y="64446"/>
                </a:lnTo>
                <a:lnTo>
                  <a:pt x="1106469" y="100653"/>
                </a:lnTo>
                <a:lnTo>
                  <a:pt x="1106061" y="100911"/>
                </a:lnTo>
                <a:lnTo>
                  <a:pt x="1105675" y="101191"/>
                </a:lnTo>
                <a:lnTo>
                  <a:pt x="1105314" y="101493"/>
                </a:lnTo>
                <a:lnTo>
                  <a:pt x="1104977" y="101816"/>
                </a:lnTo>
                <a:lnTo>
                  <a:pt x="1104665" y="102157"/>
                </a:lnTo>
                <a:lnTo>
                  <a:pt x="1104378" y="102515"/>
                </a:lnTo>
                <a:lnTo>
                  <a:pt x="1104116" y="102889"/>
                </a:lnTo>
                <a:lnTo>
                  <a:pt x="1103881" y="103278"/>
                </a:lnTo>
                <a:lnTo>
                  <a:pt x="1103671" y="103680"/>
                </a:lnTo>
                <a:lnTo>
                  <a:pt x="1103488" y="104093"/>
                </a:lnTo>
                <a:lnTo>
                  <a:pt x="1103332" y="104517"/>
                </a:lnTo>
                <a:lnTo>
                  <a:pt x="1103204" y="104949"/>
                </a:lnTo>
                <a:lnTo>
                  <a:pt x="1103103" y="105389"/>
                </a:lnTo>
                <a:lnTo>
                  <a:pt x="1103030" y="105834"/>
                </a:lnTo>
                <a:lnTo>
                  <a:pt x="1102986" y="106284"/>
                </a:lnTo>
                <a:lnTo>
                  <a:pt x="1102970" y="106737"/>
                </a:lnTo>
                <a:lnTo>
                  <a:pt x="1102984" y="107191"/>
                </a:lnTo>
                <a:lnTo>
                  <a:pt x="1103028" y="107646"/>
                </a:lnTo>
                <a:lnTo>
                  <a:pt x="1103101" y="108099"/>
                </a:lnTo>
                <a:lnTo>
                  <a:pt x="1103205" y="108550"/>
                </a:lnTo>
                <a:lnTo>
                  <a:pt x="1103340" y="108996"/>
                </a:lnTo>
                <a:lnTo>
                  <a:pt x="1103505" y="109437"/>
                </a:lnTo>
                <a:lnTo>
                  <a:pt x="1103702" y="109871"/>
                </a:lnTo>
                <a:lnTo>
                  <a:pt x="1103932" y="110296"/>
                </a:lnTo>
                <a:lnTo>
                  <a:pt x="1104189" y="110704"/>
                </a:lnTo>
                <a:lnTo>
                  <a:pt x="1104469" y="111089"/>
                </a:lnTo>
                <a:lnTo>
                  <a:pt x="1104771" y="111451"/>
                </a:lnTo>
                <a:lnTo>
                  <a:pt x="1105093" y="111787"/>
                </a:lnTo>
                <a:lnTo>
                  <a:pt x="1105434" y="112100"/>
                </a:lnTo>
                <a:lnTo>
                  <a:pt x="1105792" y="112387"/>
                </a:lnTo>
                <a:lnTo>
                  <a:pt x="1106167" y="112648"/>
                </a:lnTo>
                <a:lnTo>
                  <a:pt x="1106555" y="112884"/>
                </a:lnTo>
                <a:lnTo>
                  <a:pt x="1106957" y="113093"/>
                </a:lnTo>
                <a:lnTo>
                  <a:pt x="1107371" y="113276"/>
                </a:lnTo>
                <a:lnTo>
                  <a:pt x="1107794" y="113432"/>
                </a:lnTo>
                <a:lnTo>
                  <a:pt x="1108226" y="113561"/>
                </a:lnTo>
                <a:lnTo>
                  <a:pt x="1108666" y="113662"/>
                </a:lnTo>
                <a:lnTo>
                  <a:pt x="1109112" y="113734"/>
                </a:lnTo>
                <a:lnTo>
                  <a:pt x="1109561" y="113779"/>
                </a:lnTo>
                <a:lnTo>
                  <a:pt x="1110014" y="113794"/>
                </a:lnTo>
                <a:lnTo>
                  <a:pt x="1110469" y="113780"/>
                </a:lnTo>
                <a:lnTo>
                  <a:pt x="1110923" y="113737"/>
                </a:lnTo>
                <a:lnTo>
                  <a:pt x="1111376" y="113663"/>
                </a:lnTo>
                <a:lnTo>
                  <a:pt x="1111827" y="113559"/>
                </a:lnTo>
                <a:lnTo>
                  <a:pt x="1112273" y="113425"/>
                </a:lnTo>
                <a:lnTo>
                  <a:pt x="1112714" y="113259"/>
                </a:lnTo>
                <a:lnTo>
                  <a:pt x="1113147" y="113061"/>
                </a:lnTo>
                <a:lnTo>
                  <a:pt x="1113572" y="112832"/>
                </a:lnTo>
                <a:lnTo>
                  <a:pt x="1208605" y="57397"/>
                </a:lnTo>
                <a:lnTo>
                  <a:pt x="1113572" y="1961"/>
                </a:lnTo>
                <a:lnTo>
                  <a:pt x="1113147" y="1732"/>
                </a:lnTo>
                <a:lnTo>
                  <a:pt x="1112714" y="1535"/>
                </a:lnTo>
                <a:lnTo>
                  <a:pt x="1112273" y="1369"/>
                </a:lnTo>
                <a:lnTo>
                  <a:pt x="1111827" y="1235"/>
                </a:lnTo>
                <a:lnTo>
                  <a:pt x="1111376" y="1131"/>
                </a:lnTo>
                <a:lnTo>
                  <a:pt x="1110923" y="1057"/>
                </a:lnTo>
                <a:lnTo>
                  <a:pt x="1110469" y="1014"/>
                </a:lnTo>
                <a:lnTo>
                  <a:pt x="1110014" y="1000"/>
                </a:lnTo>
                <a:lnTo>
                  <a:pt x="1109561" y="1016"/>
                </a:lnTo>
                <a:lnTo>
                  <a:pt x="1109112" y="1060"/>
                </a:lnTo>
                <a:lnTo>
                  <a:pt x="1108666" y="1133"/>
                </a:lnTo>
                <a:lnTo>
                  <a:pt x="1108226" y="1234"/>
                </a:lnTo>
                <a:lnTo>
                  <a:pt x="1107794" y="1362"/>
                </a:lnTo>
                <a:lnTo>
                  <a:pt x="1107371" y="1518"/>
                </a:lnTo>
                <a:lnTo>
                  <a:pt x="1106957" y="1701"/>
                </a:lnTo>
                <a:lnTo>
                  <a:pt x="1106555" y="1911"/>
                </a:lnTo>
                <a:lnTo>
                  <a:pt x="1106167" y="2146"/>
                </a:lnTo>
                <a:lnTo>
                  <a:pt x="1105792" y="2408"/>
                </a:lnTo>
                <a:lnTo>
                  <a:pt x="1105434" y="2695"/>
                </a:lnTo>
                <a:lnTo>
                  <a:pt x="1105093" y="3007"/>
                </a:lnTo>
                <a:lnTo>
                  <a:pt x="1104771" y="3344"/>
                </a:lnTo>
                <a:lnTo>
                  <a:pt x="1104469" y="3705"/>
                </a:lnTo>
                <a:lnTo>
                  <a:pt x="1104189" y="4090"/>
                </a:lnTo>
                <a:lnTo>
                  <a:pt x="1103932" y="4499"/>
                </a:lnTo>
                <a:lnTo>
                  <a:pt x="1103702" y="4924"/>
                </a:lnTo>
                <a:lnTo>
                  <a:pt x="1103505" y="5358"/>
                </a:lnTo>
                <a:lnTo>
                  <a:pt x="1103340" y="5798"/>
                </a:lnTo>
                <a:lnTo>
                  <a:pt x="1103205" y="6244"/>
                </a:lnTo>
                <a:lnTo>
                  <a:pt x="1103101" y="6695"/>
                </a:lnTo>
                <a:lnTo>
                  <a:pt x="1103028" y="7148"/>
                </a:lnTo>
                <a:lnTo>
                  <a:pt x="1102984" y="7603"/>
                </a:lnTo>
                <a:lnTo>
                  <a:pt x="1102970" y="8057"/>
                </a:lnTo>
                <a:lnTo>
                  <a:pt x="1102986" y="8510"/>
                </a:lnTo>
                <a:lnTo>
                  <a:pt x="1103030" y="8960"/>
                </a:lnTo>
                <a:lnTo>
                  <a:pt x="1103103" y="9405"/>
                </a:lnTo>
                <a:lnTo>
                  <a:pt x="1103204" y="9845"/>
                </a:lnTo>
                <a:lnTo>
                  <a:pt x="1103332" y="10277"/>
                </a:lnTo>
                <a:lnTo>
                  <a:pt x="1103488" y="10701"/>
                </a:lnTo>
                <a:lnTo>
                  <a:pt x="1103671" y="11114"/>
                </a:lnTo>
                <a:lnTo>
                  <a:pt x="1103881" y="11516"/>
                </a:lnTo>
                <a:lnTo>
                  <a:pt x="1104116" y="11905"/>
                </a:lnTo>
                <a:lnTo>
                  <a:pt x="1104378" y="12279"/>
                </a:lnTo>
                <a:lnTo>
                  <a:pt x="1104665" y="12637"/>
                </a:lnTo>
                <a:lnTo>
                  <a:pt x="1104977" y="12978"/>
                </a:lnTo>
                <a:lnTo>
                  <a:pt x="1105314" y="13300"/>
                </a:lnTo>
                <a:lnTo>
                  <a:pt x="1105675" y="13602"/>
                </a:lnTo>
                <a:lnTo>
                  <a:pt x="1106061" y="13883"/>
                </a:lnTo>
                <a:lnTo>
                  <a:pt x="1106469" y="14140"/>
                </a:lnTo>
                <a:lnTo>
                  <a:pt x="1168539" y="50347"/>
                </a:lnTo>
                <a:lnTo>
                  <a:pt x="0" y="50347"/>
                </a:lnTo>
                <a:lnTo>
                  <a:pt x="0" y="644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AF3163-35E4-4488-9F53-E3C3873D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474" y="551046"/>
            <a:ext cx="5174821" cy="3614593"/>
          </a:xfrm>
          <a:custGeom xmlns:a="http://schemas.openxmlformats.org/drawingml/2006/main">
            <a:pathLst>
              <a:path w="5174821" h="3614593" fill="none">
                <a:moveTo>
                  <a:pt x="0" y="0"/>
                </a:moveTo>
                <a:lnTo>
                  <a:pt x="5174821" y="0"/>
                </a:lnTo>
                <a:lnTo>
                  <a:pt x="5174821" y="3614593"/>
                </a:lnTo>
                <a:lnTo>
                  <a:pt x="0" y="361459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099" cap="flat">
            <a:solidFill>
              <a:srgbClr val="000000"/>
            </a:solidFill>
            <a:custDash>
              <a:ds d="300000" sp="100000"/>
            </a:custDash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99EE6D-2222-4447-BBF1-1B8D5F8B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710" y="1059749"/>
            <a:ext cx="1302433" cy="423939"/>
          </a:xfrm>
          <a:custGeom xmlns:a="http://schemas.openxmlformats.org/drawingml/2006/main">
            <a:pathLst>
              <a:path w="1302433" h="423939">
                <a:moveTo>
                  <a:pt x="0" y="211969"/>
                </a:moveTo>
                <a:cubicBezTo>
                  <a:pt x="0" y="94901"/>
                  <a:pt x="291560" y="0"/>
                  <a:pt x="651216" y="0"/>
                </a:cubicBezTo>
                <a:cubicBezTo>
                  <a:pt x="1010873" y="0"/>
                  <a:pt x="1302433" y="94901"/>
                  <a:pt x="1302433" y="211969"/>
                </a:cubicBezTo>
                <a:cubicBezTo>
                  <a:pt x="1302433" y="329036"/>
                  <a:pt x="1010873" y="423939"/>
                  <a:pt x="651216" y="423939"/>
                </a:cubicBezTo>
                <a:cubicBezTo>
                  <a:pt x="291560" y="423939"/>
                  <a:pt x="0" y="329036"/>
                  <a:pt x="0" y="2119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2F85FF-E3BF-4E38-9850-D9E4F623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710" y="1059748"/>
            <a:ext cx="1302434" cy="423939"/>
          </a:xfrm>
          <a:custGeom xmlns:a="http://schemas.openxmlformats.org/drawingml/2006/main">
            <a:pathLst>
              <a:path w="1302434" h="423939" fill="none">
                <a:moveTo>
                  <a:pt x="0" y="211969"/>
                </a:moveTo>
                <a:cubicBezTo>
                  <a:pt x="0" y="94902"/>
                  <a:pt x="291560" y="0"/>
                  <a:pt x="651217" y="0"/>
                </a:cubicBezTo>
                <a:cubicBezTo>
                  <a:pt x="1010874" y="0"/>
                  <a:pt x="1302434" y="94902"/>
                  <a:pt x="1302434" y="211969"/>
                </a:cubicBezTo>
                <a:cubicBezTo>
                  <a:pt x="1302434" y="329037"/>
                  <a:pt x="1010874" y="423939"/>
                  <a:pt x="651217" y="423939"/>
                </a:cubicBezTo>
                <a:cubicBezTo>
                  <a:pt x="291560" y="423939"/>
                  <a:pt x="0" y="329037"/>
                  <a:pt x="0" y="21196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099" cap="flat">
            <a:solidFill>
              <a:srgbClr val="000000"/>
            </a:solidFill>
            <a:miter/>
          </a:ln>
        </p:spPr>
      </p:sp>
      <p:sp>
        <p:nvSpPr>
          <p:cNvPr id="63" name="Text Compiler">
            <a:extLst xmlns:a="http://schemas.openxmlformats.org/drawingml/2006/main">
              <a:ext uri="{FF2B5EF4-FFF2-40B4-BE49-F238E27FC236}">
                <a16:creationId xmlns:a16="http://schemas.microsoft.com/office/drawing/2014/main" id="{A1675066-D097-46F7-832D-9EF1A6B2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660" y="1187013"/>
            <a:ext cx="899217" cy="217679"/>
          </a:xfrm>
          <a:custGeom xmlns:a="http://schemas.openxmlformats.org/drawingml/2006/main">
            <a:pathLst>
              <a:path w="899217" h="217679">
                <a:moveTo>
                  <a:pt x="135640" y="4213"/>
                </a:moveTo>
                <a:lnTo>
                  <a:pt x="139268" y="58048"/>
                </a:lnTo>
                <a:lnTo>
                  <a:pt x="135640" y="58048"/>
                </a:lnTo>
                <a:cubicBezTo>
                  <a:pt x="130803" y="41856"/>
                  <a:pt x="123898" y="30202"/>
                  <a:pt x="114925" y="23085"/>
                </a:cubicBezTo>
                <a:cubicBezTo>
                  <a:pt x="105953" y="15965"/>
                  <a:pt x="95186" y="12405"/>
                  <a:pt x="82625" y="12405"/>
                </a:cubicBezTo>
                <a:cubicBezTo>
                  <a:pt x="72092" y="12405"/>
                  <a:pt x="62573" y="15080"/>
                  <a:pt x="54069" y="20429"/>
                </a:cubicBezTo>
                <a:cubicBezTo>
                  <a:pt x="45564" y="25776"/>
                  <a:pt x="38874" y="34306"/>
                  <a:pt x="33998" y="46019"/>
                </a:cubicBezTo>
                <a:cubicBezTo>
                  <a:pt x="29121" y="57732"/>
                  <a:pt x="26683" y="72295"/>
                  <a:pt x="26683" y="89709"/>
                </a:cubicBezTo>
                <a:cubicBezTo>
                  <a:pt x="26683" y="104074"/>
                  <a:pt x="28985" y="116528"/>
                  <a:pt x="33588" y="127071"/>
                </a:cubicBezTo>
                <a:cubicBezTo>
                  <a:pt x="38191" y="137611"/>
                  <a:pt x="45116" y="145693"/>
                  <a:pt x="54361" y="151315"/>
                </a:cubicBezTo>
                <a:cubicBezTo>
                  <a:pt x="63607" y="156937"/>
                  <a:pt x="74159" y="159749"/>
                  <a:pt x="86018" y="159749"/>
                </a:cubicBezTo>
                <a:cubicBezTo>
                  <a:pt x="96317" y="159749"/>
                  <a:pt x="105407" y="157544"/>
                  <a:pt x="113287" y="153136"/>
                </a:cubicBezTo>
                <a:cubicBezTo>
                  <a:pt x="121167" y="148728"/>
                  <a:pt x="129827" y="139970"/>
                  <a:pt x="139268" y="126863"/>
                </a:cubicBezTo>
                <a:lnTo>
                  <a:pt x="142896" y="129196"/>
                </a:lnTo>
                <a:cubicBezTo>
                  <a:pt x="134938" y="143281"/>
                  <a:pt x="125653" y="153592"/>
                  <a:pt x="115042" y="160129"/>
                </a:cubicBezTo>
                <a:cubicBezTo>
                  <a:pt x="104431" y="166663"/>
                  <a:pt x="91831" y="169930"/>
                  <a:pt x="77241" y="169930"/>
                </a:cubicBezTo>
                <a:cubicBezTo>
                  <a:pt x="50948" y="169930"/>
                  <a:pt x="30584" y="160191"/>
                  <a:pt x="16150" y="140713"/>
                </a:cubicBezTo>
                <a:cubicBezTo>
                  <a:pt x="5383" y="126223"/>
                  <a:pt x="0" y="109160"/>
                  <a:pt x="0" y="89526"/>
                </a:cubicBezTo>
                <a:cubicBezTo>
                  <a:pt x="0" y="73709"/>
                  <a:pt x="3550" y="59179"/>
                  <a:pt x="10650" y="45935"/>
                </a:cubicBezTo>
                <a:cubicBezTo>
                  <a:pt x="17750" y="32691"/>
                  <a:pt x="27522" y="22426"/>
                  <a:pt x="39966" y="15141"/>
                </a:cubicBezTo>
                <a:cubicBezTo>
                  <a:pt x="52411" y="7856"/>
                  <a:pt x="66006" y="4213"/>
                  <a:pt x="80752" y="4213"/>
                </a:cubicBezTo>
                <a:cubicBezTo>
                  <a:pt x="92221" y="4213"/>
                  <a:pt x="103534" y="7022"/>
                  <a:pt x="114691" y="12639"/>
                </a:cubicBezTo>
                <a:cubicBezTo>
                  <a:pt x="117968" y="14356"/>
                  <a:pt x="120309" y="15214"/>
                  <a:pt x="121713" y="15214"/>
                </a:cubicBezTo>
                <a:cubicBezTo>
                  <a:pt x="123820" y="15214"/>
                  <a:pt x="125653" y="14473"/>
                  <a:pt x="127214" y="12991"/>
                </a:cubicBezTo>
                <a:cubicBezTo>
                  <a:pt x="129242" y="10884"/>
                  <a:pt x="130686" y="7958"/>
                  <a:pt x="131544" y="4213"/>
                </a:cubicBezTo>
                <a:lnTo>
                  <a:pt x="135640" y="4213"/>
                </a:lnTo>
                <a:close/>
                <a:moveTo>
                  <a:pt x="211631" y="56175"/>
                </a:moveTo>
                <a:cubicBezTo>
                  <a:pt x="227859" y="56175"/>
                  <a:pt x="240889" y="62333"/>
                  <a:pt x="250719" y="74648"/>
                </a:cubicBezTo>
                <a:cubicBezTo>
                  <a:pt x="259068" y="85169"/>
                  <a:pt x="263242" y="97250"/>
                  <a:pt x="263242" y="110891"/>
                </a:cubicBezTo>
                <a:cubicBezTo>
                  <a:pt x="263242" y="120478"/>
                  <a:pt x="260940" y="130182"/>
                  <a:pt x="256337" y="140003"/>
                </a:cubicBezTo>
                <a:cubicBezTo>
                  <a:pt x="251734" y="149822"/>
                  <a:pt x="245394" y="157225"/>
                  <a:pt x="237319" y="162214"/>
                </a:cubicBezTo>
                <a:cubicBezTo>
                  <a:pt x="229244" y="167202"/>
                  <a:pt x="220252" y="169696"/>
                  <a:pt x="210343" y="169696"/>
                </a:cubicBezTo>
                <a:cubicBezTo>
                  <a:pt x="194193" y="169696"/>
                  <a:pt x="181358" y="163266"/>
                  <a:pt x="171840" y="150404"/>
                </a:cubicBezTo>
                <a:cubicBezTo>
                  <a:pt x="163804" y="139572"/>
                  <a:pt x="159785" y="127414"/>
                  <a:pt x="159785" y="113931"/>
                </a:cubicBezTo>
                <a:cubicBezTo>
                  <a:pt x="159785" y="104110"/>
                  <a:pt x="162224" y="94347"/>
                  <a:pt x="167100" y="84643"/>
                </a:cubicBezTo>
                <a:cubicBezTo>
                  <a:pt x="171976" y="74939"/>
                  <a:pt x="178394" y="67769"/>
                  <a:pt x="186352" y="63131"/>
                </a:cubicBezTo>
                <a:cubicBezTo>
                  <a:pt x="194310" y="58494"/>
                  <a:pt x="202736" y="56175"/>
                  <a:pt x="211631" y="56175"/>
                </a:cubicBezTo>
                <a:moveTo>
                  <a:pt x="208003" y="63899"/>
                </a:moveTo>
                <a:cubicBezTo>
                  <a:pt x="203867" y="63899"/>
                  <a:pt x="199713" y="65127"/>
                  <a:pt x="195539" y="67582"/>
                </a:cubicBezTo>
                <a:cubicBezTo>
                  <a:pt x="191365" y="70038"/>
                  <a:pt x="187990" y="74343"/>
                  <a:pt x="185415" y="80500"/>
                </a:cubicBezTo>
                <a:cubicBezTo>
                  <a:pt x="182841" y="86656"/>
                  <a:pt x="181553" y="94565"/>
                  <a:pt x="181553" y="104228"/>
                </a:cubicBezTo>
                <a:cubicBezTo>
                  <a:pt x="181553" y="119813"/>
                  <a:pt x="184655" y="133255"/>
                  <a:pt x="190857" y="144556"/>
                </a:cubicBezTo>
                <a:cubicBezTo>
                  <a:pt x="197060" y="155855"/>
                  <a:pt x="205233" y="161504"/>
                  <a:pt x="215376" y="161504"/>
                </a:cubicBezTo>
                <a:cubicBezTo>
                  <a:pt x="222944" y="161504"/>
                  <a:pt x="229185" y="158387"/>
                  <a:pt x="234101" y="152152"/>
                </a:cubicBezTo>
                <a:cubicBezTo>
                  <a:pt x="239016" y="145918"/>
                  <a:pt x="241474" y="135204"/>
                  <a:pt x="241474" y="120009"/>
                </a:cubicBezTo>
                <a:cubicBezTo>
                  <a:pt x="241474" y="100994"/>
                  <a:pt x="237378" y="86031"/>
                  <a:pt x="229185" y="75120"/>
                </a:cubicBezTo>
                <a:cubicBezTo>
                  <a:pt x="223646" y="67640"/>
                  <a:pt x="216585" y="63899"/>
                  <a:pt x="208003" y="63899"/>
                </a:cubicBezTo>
                <a:close/>
                <a:moveTo>
                  <a:pt x="310874" y="78997"/>
                </a:moveTo>
                <a:cubicBezTo>
                  <a:pt x="318676" y="71194"/>
                  <a:pt x="323279" y="66708"/>
                  <a:pt x="324684" y="65538"/>
                </a:cubicBezTo>
                <a:cubicBezTo>
                  <a:pt x="328195" y="62573"/>
                  <a:pt x="331979" y="60271"/>
                  <a:pt x="336036" y="58633"/>
                </a:cubicBezTo>
                <a:cubicBezTo>
                  <a:pt x="340093" y="56995"/>
                  <a:pt x="344111" y="56175"/>
                  <a:pt x="348090" y="56175"/>
                </a:cubicBezTo>
                <a:cubicBezTo>
                  <a:pt x="354800" y="56175"/>
                  <a:pt x="360574" y="58126"/>
                  <a:pt x="365411" y="62027"/>
                </a:cubicBezTo>
                <a:cubicBezTo>
                  <a:pt x="370248" y="65928"/>
                  <a:pt x="373486" y="71585"/>
                  <a:pt x="375124" y="78997"/>
                </a:cubicBezTo>
                <a:cubicBezTo>
                  <a:pt x="383161" y="69634"/>
                  <a:pt x="389949" y="63490"/>
                  <a:pt x="395488" y="60564"/>
                </a:cubicBezTo>
                <a:cubicBezTo>
                  <a:pt x="401028" y="57638"/>
                  <a:pt x="406723" y="56175"/>
                  <a:pt x="412575" y="56175"/>
                </a:cubicBezTo>
                <a:cubicBezTo>
                  <a:pt x="418270" y="56175"/>
                  <a:pt x="423322" y="57636"/>
                  <a:pt x="427730" y="60557"/>
                </a:cubicBezTo>
                <a:cubicBezTo>
                  <a:pt x="432139" y="63475"/>
                  <a:pt x="435630" y="68243"/>
                  <a:pt x="438205" y="74860"/>
                </a:cubicBezTo>
                <a:cubicBezTo>
                  <a:pt x="439921" y="79376"/>
                  <a:pt x="440779" y="86460"/>
                  <a:pt x="440779" y="96112"/>
                </a:cubicBezTo>
                <a:lnTo>
                  <a:pt x="440779" y="142121"/>
                </a:lnTo>
                <a:cubicBezTo>
                  <a:pt x="440779" y="148816"/>
                  <a:pt x="441287" y="153409"/>
                  <a:pt x="442301" y="155901"/>
                </a:cubicBezTo>
                <a:cubicBezTo>
                  <a:pt x="443081" y="157613"/>
                  <a:pt x="444524" y="159072"/>
                  <a:pt x="446631" y="160279"/>
                </a:cubicBezTo>
                <a:cubicBezTo>
                  <a:pt x="448738" y="161486"/>
                  <a:pt x="452170" y="162089"/>
                  <a:pt x="456930" y="162089"/>
                </a:cubicBezTo>
                <a:lnTo>
                  <a:pt x="456930" y="166419"/>
                </a:lnTo>
                <a:lnTo>
                  <a:pt x="404031" y="166419"/>
                </a:lnTo>
                <a:lnTo>
                  <a:pt x="404031" y="162089"/>
                </a:lnTo>
                <a:lnTo>
                  <a:pt x="406255" y="162089"/>
                </a:lnTo>
                <a:cubicBezTo>
                  <a:pt x="410858" y="162089"/>
                  <a:pt x="414447" y="161197"/>
                  <a:pt x="417022" y="159412"/>
                </a:cubicBezTo>
                <a:cubicBezTo>
                  <a:pt x="418816" y="158169"/>
                  <a:pt x="420104" y="156189"/>
                  <a:pt x="420884" y="153473"/>
                </a:cubicBezTo>
                <a:cubicBezTo>
                  <a:pt x="421196" y="152154"/>
                  <a:pt x="421352" y="148389"/>
                  <a:pt x="421352" y="142179"/>
                </a:cubicBezTo>
                <a:lnTo>
                  <a:pt x="421352" y="96303"/>
                </a:lnTo>
                <a:cubicBezTo>
                  <a:pt x="421352" y="87608"/>
                  <a:pt x="420299" y="81476"/>
                  <a:pt x="418192" y="77907"/>
                </a:cubicBezTo>
                <a:cubicBezTo>
                  <a:pt x="415149" y="72938"/>
                  <a:pt x="410273" y="70453"/>
                  <a:pt x="403563" y="70453"/>
                </a:cubicBezTo>
                <a:cubicBezTo>
                  <a:pt x="399428" y="70453"/>
                  <a:pt x="395273" y="71482"/>
                  <a:pt x="391099" y="73540"/>
                </a:cubicBezTo>
                <a:cubicBezTo>
                  <a:pt x="386925" y="75595"/>
                  <a:pt x="381873" y="79418"/>
                  <a:pt x="375944" y="85009"/>
                </a:cubicBezTo>
                <a:lnTo>
                  <a:pt x="375710" y="86289"/>
                </a:lnTo>
                <a:lnTo>
                  <a:pt x="375944" y="91296"/>
                </a:lnTo>
                <a:lnTo>
                  <a:pt x="375944" y="142179"/>
                </a:lnTo>
                <a:cubicBezTo>
                  <a:pt x="375944" y="149477"/>
                  <a:pt x="376353" y="154018"/>
                  <a:pt x="377173" y="155802"/>
                </a:cubicBezTo>
                <a:cubicBezTo>
                  <a:pt x="377992" y="157587"/>
                  <a:pt x="379533" y="159082"/>
                  <a:pt x="381795" y="160286"/>
                </a:cubicBezTo>
                <a:cubicBezTo>
                  <a:pt x="384058" y="161488"/>
                  <a:pt x="387920" y="162089"/>
                  <a:pt x="393381" y="162089"/>
                </a:cubicBezTo>
                <a:lnTo>
                  <a:pt x="393381" y="166419"/>
                </a:lnTo>
                <a:lnTo>
                  <a:pt x="339196" y="166419"/>
                </a:lnTo>
                <a:lnTo>
                  <a:pt x="339196" y="162089"/>
                </a:lnTo>
                <a:cubicBezTo>
                  <a:pt x="345125" y="162089"/>
                  <a:pt x="349202" y="161391"/>
                  <a:pt x="351426" y="159994"/>
                </a:cubicBezTo>
                <a:cubicBezTo>
                  <a:pt x="353649" y="158597"/>
                  <a:pt x="355190" y="156501"/>
                  <a:pt x="356048" y="153707"/>
                </a:cubicBezTo>
                <a:cubicBezTo>
                  <a:pt x="356438" y="152385"/>
                  <a:pt x="356633" y="148543"/>
                  <a:pt x="356633" y="142179"/>
                </a:cubicBezTo>
                <a:lnTo>
                  <a:pt x="356633" y="96303"/>
                </a:lnTo>
                <a:cubicBezTo>
                  <a:pt x="356633" y="87608"/>
                  <a:pt x="355346" y="81359"/>
                  <a:pt x="352771" y="77556"/>
                </a:cubicBezTo>
                <a:cubicBezTo>
                  <a:pt x="349338" y="72587"/>
                  <a:pt x="344540" y="70102"/>
                  <a:pt x="338376" y="70102"/>
                </a:cubicBezTo>
                <a:cubicBezTo>
                  <a:pt x="334163" y="70102"/>
                  <a:pt x="329989" y="71227"/>
                  <a:pt x="325854" y="73478"/>
                </a:cubicBezTo>
                <a:cubicBezTo>
                  <a:pt x="319378" y="76894"/>
                  <a:pt x="314385" y="80736"/>
                  <a:pt x="310874" y="85005"/>
                </a:cubicBezTo>
                <a:lnTo>
                  <a:pt x="310874" y="142179"/>
                </a:lnTo>
                <a:cubicBezTo>
                  <a:pt x="310874" y="149164"/>
                  <a:pt x="311362" y="153706"/>
                  <a:pt x="312337" y="155802"/>
                </a:cubicBezTo>
                <a:cubicBezTo>
                  <a:pt x="313312" y="157897"/>
                  <a:pt x="314756" y="159468"/>
                  <a:pt x="316667" y="160517"/>
                </a:cubicBezTo>
                <a:cubicBezTo>
                  <a:pt x="318579" y="161565"/>
                  <a:pt x="322460" y="162089"/>
                  <a:pt x="328312" y="162089"/>
                </a:cubicBezTo>
                <a:lnTo>
                  <a:pt x="328312" y="166419"/>
                </a:lnTo>
                <a:lnTo>
                  <a:pt x="275296" y="166419"/>
                </a:lnTo>
                <a:lnTo>
                  <a:pt x="275296" y="162089"/>
                </a:lnTo>
                <a:cubicBezTo>
                  <a:pt x="280212" y="162089"/>
                  <a:pt x="283645" y="161564"/>
                  <a:pt x="285595" y="160513"/>
                </a:cubicBezTo>
                <a:cubicBezTo>
                  <a:pt x="287546" y="159462"/>
                  <a:pt x="289028" y="157788"/>
                  <a:pt x="290042" y="155492"/>
                </a:cubicBezTo>
                <a:cubicBezTo>
                  <a:pt x="291057" y="153195"/>
                  <a:pt x="291564" y="148738"/>
                  <a:pt x="291564" y="142121"/>
                </a:cubicBezTo>
                <a:lnTo>
                  <a:pt x="291564" y="101251"/>
                </a:lnTo>
                <a:cubicBezTo>
                  <a:pt x="291564" y="89494"/>
                  <a:pt x="291213" y="81904"/>
                  <a:pt x="290510" y="78481"/>
                </a:cubicBezTo>
                <a:cubicBezTo>
                  <a:pt x="289964" y="75911"/>
                  <a:pt x="289106" y="74140"/>
                  <a:pt x="287936" y="73167"/>
                </a:cubicBezTo>
                <a:cubicBezTo>
                  <a:pt x="286765" y="72194"/>
                  <a:pt x="285166" y="71708"/>
                  <a:pt x="283137" y="71708"/>
                </a:cubicBezTo>
                <a:cubicBezTo>
                  <a:pt x="280953" y="71708"/>
                  <a:pt x="278339" y="72292"/>
                  <a:pt x="275296" y="73459"/>
                </a:cubicBezTo>
                <a:lnTo>
                  <a:pt x="273541" y="69254"/>
                </a:lnTo>
                <a:lnTo>
                  <a:pt x="305842" y="56175"/>
                </a:lnTo>
                <a:lnTo>
                  <a:pt x="310874" y="56175"/>
                </a:lnTo>
                <a:lnTo>
                  <a:pt x="310874" y="78997"/>
                </a:lnTo>
                <a:close/>
                <a:moveTo>
                  <a:pt x="458125" y="69762"/>
                </a:moveTo>
                <a:lnTo>
                  <a:pt x="491128" y="56409"/>
                </a:lnTo>
                <a:lnTo>
                  <a:pt x="495575" y="56409"/>
                </a:lnTo>
                <a:lnTo>
                  <a:pt x="495575" y="81454"/>
                </a:lnTo>
                <a:cubicBezTo>
                  <a:pt x="501115" y="72014"/>
                  <a:pt x="506674" y="65440"/>
                  <a:pt x="512252" y="61734"/>
                </a:cubicBezTo>
                <a:cubicBezTo>
                  <a:pt x="517831" y="58028"/>
                  <a:pt x="523702" y="56175"/>
                  <a:pt x="529865" y="56175"/>
                </a:cubicBezTo>
                <a:cubicBezTo>
                  <a:pt x="540632" y="56175"/>
                  <a:pt x="549605" y="60384"/>
                  <a:pt x="556783" y="68800"/>
                </a:cubicBezTo>
                <a:cubicBezTo>
                  <a:pt x="565599" y="79089"/>
                  <a:pt x="570007" y="92495"/>
                  <a:pt x="570007" y="109019"/>
                </a:cubicBezTo>
                <a:cubicBezTo>
                  <a:pt x="570007" y="127490"/>
                  <a:pt x="564702" y="142767"/>
                  <a:pt x="554091" y="154848"/>
                </a:cubicBezTo>
                <a:cubicBezTo>
                  <a:pt x="545353" y="164747"/>
                  <a:pt x="534352" y="169696"/>
                  <a:pt x="521088" y="169696"/>
                </a:cubicBezTo>
                <a:cubicBezTo>
                  <a:pt x="515314" y="169696"/>
                  <a:pt x="510321" y="168877"/>
                  <a:pt x="506108" y="167239"/>
                </a:cubicBezTo>
                <a:cubicBezTo>
                  <a:pt x="502987" y="166068"/>
                  <a:pt x="499476" y="163728"/>
                  <a:pt x="495575" y="160217"/>
                </a:cubicBezTo>
                <a:lnTo>
                  <a:pt x="495575" y="192869"/>
                </a:lnTo>
                <a:cubicBezTo>
                  <a:pt x="495575" y="200203"/>
                  <a:pt x="496024" y="204864"/>
                  <a:pt x="496921" y="206854"/>
                </a:cubicBezTo>
                <a:cubicBezTo>
                  <a:pt x="497818" y="208843"/>
                  <a:pt x="499379" y="210423"/>
                  <a:pt x="501602" y="211594"/>
                </a:cubicBezTo>
                <a:cubicBezTo>
                  <a:pt x="503826" y="212764"/>
                  <a:pt x="507863" y="213349"/>
                  <a:pt x="513715" y="213349"/>
                </a:cubicBezTo>
                <a:lnTo>
                  <a:pt x="513715" y="217679"/>
                </a:lnTo>
                <a:lnTo>
                  <a:pt x="457540" y="217679"/>
                </a:lnTo>
                <a:lnTo>
                  <a:pt x="457540" y="213349"/>
                </a:lnTo>
                <a:lnTo>
                  <a:pt x="460465" y="213349"/>
                </a:lnTo>
                <a:cubicBezTo>
                  <a:pt x="464757" y="213427"/>
                  <a:pt x="468424" y="212607"/>
                  <a:pt x="471466" y="210888"/>
                </a:cubicBezTo>
                <a:cubicBezTo>
                  <a:pt x="472949" y="210030"/>
                  <a:pt x="474100" y="208644"/>
                  <a:pt x="474919" y="206730"/>
                </a:cubicBezTo>
                <a:cubicBezTo>
                  <a:pt x="475738" y="204818"/>
                  <a:pt x="476148" y="199959"/>
                  <a:pt x="476148" y="192152"/>
                </a:cubicBezTo>
                <a:lnTo>
                  <a:pt x="476148" y="90725"/>
                </a:lnTo>
                <a:cubicBezTo>
                  <a:pt x="476148" y="83777"/>
                  <a:pt x="475836" y="79366"/>
                  <a:pt x="475211" y="77493"/>
                </a:cubicBezTo>
                <a:cubicBezTo>
                  <a:pt x="474587" y="75618"/>
                  <a:pt x="473593" y="74213"/>
                  <a:pt x="472227" y="73277"/>
                </a:cubicBezTo>
                <a:cubicBezTo>
                  <a:pt x="470862" y="72338"/>
                  <a:pt x="469009" y="71869"/>
                  <a:pt x="466668" y="71869"/>
                </a:cubicBezTo>
                <a:cubicBezTo>
                  <a:pt x="464796" y="71869"/>
                  <a:pt x="462416" y="72415"/>
                  <a:pt x="459529" y="73507"/>
                </a:cubicBezTo>
                <a:lnTo>
                  <a:pt x="458125" y="69762"/>
                </a:lnTo>
                <a:moveTo>
                  <a:pt x="495575" y="88571"/>
                </a:moveTo>
                <a:lnTo>
                  <a:pt x="495575" y="128545"/>
                </a:lnTo>
                <a:cubicBezTo>
                  <a:pt x="495575" y="137196"/>
                  <a:pt x="495926" y="142884"/>
                  <a:pt x="496628" y="145610"/>
                </a:cubicBezTo>
                <a:cubicBezTo>
                  <a:pt x="497721" y="150130"/>
                  <a:pt x="500393" y="154104"/>
                  <a:pt x="504645" y="157532"/>
                </a:cubicBezTo>
                <a:cubicBezTo>
                  <a:pt x="508897" y="160960"/>
                  <a:pt x="514261" y="162674"/>
                  <a:pt x="520737" y="162674"/>
                </a:cubicBezTo>
                <a:cubicBezTo>
                  <a:pt x="528539" y="162674"/>
                  <a:pt x="534859" y="159635"/>
                  <a:pt x="539696" y="153557"/>
                </a:cubicBezTo>
                <a:cubicBezTo>
                  <a:pt x="546016" y="145611"/>
                  <a:pt x="549176" y="134429"/>
                  <a:pt x="549176" y="120013"/>
                </a:cubicBezTo>
                <a:cubicBezTo>
                  <a:pt x="549176" y="103650"/>
                  <a:pt x="545587" y="91067"/>
                  <a:pt x="538409" y="82262"/>
                </a:cubicBezTo>
                <a:cubicBezTo>
                  <a:pt x="533415" y="76184"/>
                  <a:pt x="527486" y="73145"/>
                  <a:pt x="520620" y="73145"/>
                </a:cubicBezTo>
                <a:cubicBezTo>
                  <a:pt x="516875" y="73145"/>
                  <a:pt x="513169" y="74080"/>
                  <a:pt x="509502" y="75950"/>
                </a:cubicBezTo>
                <a:cubicBezTo>
                  <a:pt x="506693" y="77352"/>
                  <a:pt x="502051" y="81559"/>
                  <a:pt x="495575" y="88571"/>
                </a:cubicBezTo>
                <a:close/>
                <a:moveTo>
                  <a:pt x="612958" y="0"/>
                </a:moveTo>
                <a:cubicBezTo>
                  <a:pt x="616235" y="0"/>
                  <a:pt x="619024" y="1157"/>
                  <a:pt x="621326" y="3471"/>
                </a:cubicBezTo>
                <a:cubicBezTo>
                  <a:pt x="623628" y="5782"/>
                  <a:pt x="624779" y="8585"/>
                  <a:pt x="624779" y="11879"/>
                </a:cubicBezTo>
                <a:cubicBezTo>
                  <a:pt x="624779" y="15173"/>
                  <a:pt x="623628" y="17996"/>
                  <a:pt x="621326" y="20349"/>
                </a:cubicBezTo>
                <a:cubicBezTo>
                  <a:pt x="619024" y="22699"/>
                  <a:pt x="616235" y="23875"/>
                  <a:pt x="612958" y="23875"/>
                </a:cubicBezTo>
                <a:cubicBezTo>
                  <a:pt x="609681" y="23875"/>
                  <a:pt x="606873" y="22699"/>
                  <a:pt x="604532" y="20349"/>
                </a:cubicBezTo>
                <a:cubicBezTo>
                  <a:pt x="602191" y="17996"/>
                  <a:pt x="601021" y="15173"/>
                  <a:pt x="601021" y="11879"/>
                </a:cubicBezTo>
                <a:cubicBezTo>
                  <a:pt x="601021" y="8585"/>
                  <a:pt x="602172" y="5782"/>
                  <a:pt x="604474" y="3471"/>
                </a:cubicBezTo>
                <a:cubicBezTo>
                  <a:pt x="606775" y="1157"/>
                  <a:pt x="609603" y="0"/>
                  <a:pt x="612958" y="0"/>
                </a:cubicBezTo>
                <a:moveTo>
                  <a:pt x="622672" y="56175"/>
                </a:moveTo>
                <a:lnTo>
                  <a:pt x="622672" y="142121"/>
                </a:lnTo>
                <a:cubicBezTo>
                  <a:pt x="622672" y="148816"/>
                  <a:pt x="623160" y="153273"/>
                  <a:pt x="624135" y="155492"/>
                </a:cubicBezTo>
                <a:cubicBezTo>
                  <a:pt x="625110" y="157710"/>
                  <a:pt x="626554" y="159365"/>
                  <a:pt x="628465" y="160454"/>
                </a:cubicBezTo>
                <a:cubicBezTo>
                  <a:pt x="630377" y="161544"/>
                  <a:pt x="633868" y="162089"/>
                  <a:pt x="638939" y="162089"/>
                </a:cubicBezTo>
                <a:lnTo>
                  <a:pt x="638939" y="166419"/>
                </a:lnTo>
                <a:lnTo>
                  <a:pt x="586860" y="166419"/>
                </a:lnTo>
                <a:lnTo>
                  <a:pt x="586860" y="162089"/>
                </a:lnTo>
                <a:cubicBezTo>
                  <a:pt x="592088" y="162089"/>
                  <a:pt x="595599" y="161583"/>
                  <a:pt x="597393" y="160571"/>
                </a:cubicBezTo>
                <a:cubicBezTo>
                  <a:pt x="599188" y="159560"/>
                  <a:pt x="600611" y="157886"/>
                  <a:pt x="601665" y="155550"/>
                </a:cubicBezTo>
                <a:cubicBezTo>
                  <a:pt x="602718" y="153214"/>
                  <a:pt x="603245" y="148738"/>
                  <a:pt x="603245" y="142121"/>
                </a:cubicBezTo>
                <a:lnTo>
                  <a:pt x="603245" y="100900"/>
                </a:lnTo>
                <a:cubicBezTo>
                  <a:pt x="603245" y="89299"/>
                  <a:pt x="602894" y="81787"/>
                  <a:pt x="602191" y="78364"/>
                </a:cubicBezTo>
                <a:cubicBezTo>
                  <a:pt x="601645" y="75872"/>
                  <a:pt x="600787" y="74140"/>
                  <a:pt x="599617" y="73167"/>
                </a:cubicBezTo>
                <a:cubicBezTo>
                  <a:pt x="598446" y="72194"/>
                  <a:pt x="596847" y="71708"/>
                  <a:pt x="594818" y="71708"/>
                </a:cubicBezTo>
                <a:cubicBezTo>
                  <a:pt x="592634" y="71708"/>
                  <a:pt x="589981" y="72292"/>
                  <a:pt x="586860" y="73459"/>
                </a:cubicBezTo>
                <a:lnTo>
                  <a:pt x="585222" y="69254"/>
                </a:lnTo>
                <a:lnTo>
                  <a:pt x="617523" y="56175"/>
                </a:lnTo>
                <a:lnTo>
                  <a:pt x="622672" y="56175"/>
                </a:lnTo>
                <a:close/>
                <a:moveTo>
                  <a:pt x="689521" y="0"/>
                </a:moveTo>
                <a:lnTo>
                  <a:pt x="689521" y="142091"/>
                </a:lnTo>
                <a:cubicBezTo>
                  <a:pt x="689521" y="148796"/>
                  <a:pt x="690009" y="153241"/>
                  <a:pt x="690984" y="155426"/>
                </a:cubicBezTo>
                <a:cubicBezTo>
                  <a:pt x="691959" y="157608"/>
                  <a:pt x="693461" y="159265"/>
                  <a:pt x="695490" y="160396"/>
                </a:cubicBezTo>
                <a:cubicBezTo>
                  <a:pt x="697518" y="161525"/>
                  <a:pt x="701303" y="162089"/>
                  <a:pt x="706842" y="162089"/>
                </a:cubicBezTo>
                <a:lnTo>
                  <a:pt x="706842" y="166419"/>
                </a:lnTo>
                <a:lnTo>
                  <a:pt x="654295" y="166419"/>
                </a:lnTo>
                <a:lnTo>
                  <a:pt x="654295" y="162089"/>
                </a:lnTo>
                <a:cubicBezTo>
                  <a:pt x="659210" y="162089"/>
                  <a:pt x="662565" y="161583"/>
                  <a:pt x="664359" y="160571"/>
                </a:cubicBezTo>
                <a:cubicBezTo>
                  <a:pt x="666154" y="159557"/>
                  <a:pt x="667558" y="157881"/>
                  <a:pt x="668573" y="155543"/>
                </a:cubicBezTo>
                <a:cubicBezTo>
                  <a:pt x="669587" y="153202"/>
                  <a:pt x="670094" y="148718"/>
                  <a:pt x="670094" y="142091"/>
                </a:cubicBezTo>
                <a:lnTo>
                  <a:pt x="670094" y="44790"/>
                </a:lnTo>
                <a:cubicBezTo>
                  <a:pt x="670094" y="32707"/>
                  <a:pt x="669821" y="25281"/>
                  <a:pt x="669275" y="22514"/>
                </a:cubicBezTo>
                <a:cubicBezTo>
                  <a:pt x="668729" y="19744"/>
                  <a:pt x="667851" y="17853"/>
                  <a:pt x="666642" y="16842"/>
                </a:cubicBezTo>
                <a:cubicBezTo>
                  <a:pt x="665432" y="15827"/>
                  <a:pt x="663891" y="15320"/>
                  <a:pt x="662019" y="15320"/>
                </a:cubicBezTo>
                <a:cubicBezTo>
                  <a:pt x="659990" y="15320"/>
                  <a:pt x="657416" y="15944"/>
                  <a:pt x="654295" y="17193"/>
                </a:cubicBezTo>
                <a:lnTo>
                  <a:pt x="652305" y="13097"/>
                </a:lnTo>
                <a:lnTo>
                  <a:pt x="684255" y="0"/>
                </a:lnTo>
                <a:lnTo>
                  <a:pt x="689521" y="0"/>
                </a:lnTo>
                <a:close/>
                <a:moveTo>
                  <a:pt x="737647" y="99711"/>
                </a:moveTo>
                <a:cubicBezTo>
                  <a:pt x="737569" y="115591"/>
                  <a:pt x="741431" y="128046"/>
                  <a:pt x="749233" y="137077"/>
                </a:cubicBezTo>
                <a:cubicBezTo>
                  <a:pt x="757035" y="146106"/>
                  <a:pt x="766202" y="150620"/>
                  <a:pt x="776735" y="150620"/>
                </a:cubicBezTo>
                <a:cubicBezTo>
                  <a:pt x="783757" y="150620"/>
                  <a:pt x="789862" y="148689"/>
                  <a:pt x="795051" y="144827"/>
                </a:cubicBezTo>
                <a:cubicBezTo>
                  <a:pt x="800239" y="140965"/>
                  <a:pt x="804589" y="134353"/>
                  <a:pt x="808100" y="124990"/>
                </a:cubicBezTo>
                <a:lnTo>
                  <a:pt x="811728" y="127331"/>
                </a:lnTo>
                <a:cubicBezTo>
                  <a:pt x="810089" y="138020"/>
                  <a:pt x="805330" y="147753"/>
                  <a:pt x="797450" y="156530"/>
                </a:cubicBezTo>
                <a:cubicBezTo>
                  <a:pt x="789570" y="165308"/>
                  <a:pt x="779700" y="169696"/>
                  <a:pt x="767841" y="169696"/>
                </a:cubicBezTo>
                <a:cubicBezTo>
                  <a:pt x="754967" y="169696"/>
                  <a:pt x="743947" y="164694"/>
                  <a:pt x="734779" y="154691"/>
                </a:cubicBezTo>
                <a:cubicBezTo>
                  <a:pt x="725612" y="144684"/>
                  <a:pt x="721028" y="131233"/>
                  <a:pt x="721028" y="114337"/>
                </a:cubicBezTo>
                <a:cubicBezTo>
                  <a:pt x="721028" y="96041"/>
                  <a:pt x="725729" y="81774"/>
                  <a:pt x="735130" y="71536"/>
                </a:cubicBezTo>
                <a:cubicBezTo>
                  <a:pt x="744532" y="61295"/>
                  <a:pt x="756333" y="56175"/>
                  <a:pt x="770533" y="56175"/>
                </a:cubicBezTo>
                <a:cubicBezTo>
                  <a:pt x="782548" y="56175"/>
                  <a:pt x="792418" y="60125"/>
                  <a:pt x="800142" y="68025"/>
                </a:cubicBezTo>
                <a:cubicBezTo>
                  <a:pt x="807866" y="75922"/>
                  <a:pt x="811728" y="86484"/>
                  <a:pt x="811728" y="99711"/>
                </a:cubicBezTo>
                <a:lnTo>
                  <a:pt x="737647" y="99711"/>
                </a:lnTo>
                <a:moveTo>
                  <a:pt x="737647" y="92923"/>
                </a:moveTo>
                <a:lnTo>
                  <a:pt x="787268" y="92923"/>
                </a:lnTo>
                <a:cubicBezTo>
                  <a:pt x="786878" y="86057"/>
                  <a:pt x="786059" y="81220"/>
                  <a:pt x="784811" y="78411"/>
                </a:cubicBezTo>
                <a:cubicBezTo>
                  <a:pt x="782860" y="74042"/>
                  <a:pt x="779954" y="70609"/>
                  <a:pt x="776092" y="68113"/>
                </a:cubicBezTo>
                <a:cubicBezTo>
                  <a:pt x="772230" y="65616"/>
                  <a:pt x="768192" y="64368"/>
                  <a:pt x="763979" y="64368"/>
                </a:cubicBezTo>
                <a:cubicBezTo>
                  <a:pt x="757503" y="64368"/>
                  <a:pt x="751710" y="66884"/>
                  <a:pt x="746600" y="71916"/>
                </a:cubicBezTo>
                <a:cubicBezTo>
                  <a:pt x="741489" y="76948"/>
                  <a:pt x="738505" y="83951"/>
                  <a:pt x="737647" y="92923"/>
                </a:cubicBezTo>
                <a:close/>
                <a:moveTo>
                  <a:pt x="856735" y="56175"/>
                </a:moveTo>
                <a:lnTo>
                  <a:pt x="856735" y="80284"/>
                </a:lnTo>
                <a:cubicBezTo>
                  <a:pt x="865707" y="64212"/>
                  <a:pt x="874914" y="56175"/>
                  <a:pt x="884354" y="56175"/>
                </a:cubicBezTo>
                <a:cubicBezTo>
                  <a:pt x="888645" y="56175"/>
                  <a:pt x="892195" y="57482"/>
                  <a:pt x="895004" y="60096"/>
                </a:cubicBezTo>
                <a:cubicBezTo>
                  <a:pt x="897813" y="62710"/>
                  <a:pt x="899217" y="65733"/>
                  <a:pt x="899217" y="69166"/>
                </a:cubicBezTo>
                <a:cubicBezTo>
                  <a:pt x="899217" y="72209"/>
                  <a:pt x="898203" y="74783"/>
                  <a:pt x="896174" y="76890"/>
                </a:cubicBezTo>
                <a:cubicBezTo>
                  <a:pt x="894146" y="78997"/>
                  <a:pt x="891727" y="80050"/>
                  <a:pt x="888918" y="80050"/>
                </a:cubicBezTo>
                <a:cubicBezTo>
                  <a:pt x="886188" y="80050"/>
                  <a:pt x="883125" y="78704"/>
                  <a:pt x="879731" y="76012"/>
                </a:cubicBezTo>
                <a:cubicBezTo>
                  <a:pt x="876338" y="73320"/>
                  <a:pt x="873821" y="71975"/>
                  <a:pt x="872183" y="71975"/>
                </a:cubicBezTo>
                <a:cubicBezTo>
                  <a:pt x="870779" y="71975"/>
                  <a:pt x="869257" y="72752"/>
                  <a:pt x="867619" y="74308"/>
                </a:cubicBezTo>
                <a:cubicBezTo>
                  <a:pt x="864108" y="77500"/>
                  <a:pt x="860480" y="82753"/>
                  <a:pt x="856735" y="90067"/>
                </a:cubicBezTo>
                <a:lnTo>
                  <a:pt x="856735" y="141312"/>
                </a:lnTo>
                <a:cubicBezTo>
                  <a:pt x="856735" y="147225"/>
                  <a:pt x="857476" y="151699"/>
                  <a:pt x="858958" y="154734"/>
                </a:cubicBezTo>
                <a:cubicBezTo>
                  <a:pt x="859973" y="156836"/>
                  <a:pt x="861767" y="158588"/>
                  <a:pt x="864342" y="159990"/>
                </a:cubicBezTo>
                <a:cubicBezTo>
                  <a:pt x="866916" y="161389"/>
                  <a:pt x="870622" y="162089"/>
                  <a:pt x="875460" y="162089"/>
                </a:cubicBezTo>
                <a:lnTo>
                  <a:pt x="875460" y="166419"/>
                </a:lnTo>
                <a:lnTo>
                  <a:pt x="820572" y="166419"/>
                </a:lnTo>
                <a:lnTo>
                  <a:pt x="820572" y="162089"/>
                </a:lnTo>
                <a:cubicBezTo>
                  <a:pt x="826033" y="162089"/>
                  <a:pt x="830090" y="161233"/>
                  <a:pt x="832743" y="159522"/>
                </a:cubicBezTo>
                <a:cubicBezTo>
                  <a:pt x="834694" y="158276"/>
                  <a:pt x="836059" y="156290"/>
                  <a:pt x="836839" y="153564"/>
                </a:cubicBezTo>
                <a:cubicBezTo>
                  <a:pt x="837229" y="152240"/>
                  <a:pt x="837424" y="148465"/>
                  <a:pt x="837424" y="142238"/>
                </a:cubicBezTo>
                <a:lnTo>
                  <a:pt x="837424" y="100783"/>
                </a:lnTo>
                <a:cubicBezTo>
                  <a:pt x="837424" y="88326"/>
                  <a:pt x="837171" y="80912"/>
                  <a:pt x="836664" y="78539"/>
                </a:cubicBezTo>
                <a:cubicBezTo>
                  <a:pt x="836157" y="76165"/>
                  <a:pt x="835220" y="74432"/>
                  <a:pt x="833855" y="73342"/>
                </a:cubicBezTo>
                <a:cubicBezTo>
                  <a:pt x="832490" y="72253"/>
                  <a:pt x="830793" y="71708"/>
                  <a:pt x="828764" y="71708"/>
                </a:cubicBezTo>
                <a:cubicBezTo>
                  <a:pt x="826345" y="71708"/>
                  <a:pt x="823615" y="72292"/>
                  <a:pt x="820572" y="73459"/>
                </a:cubicBezTo>
                <a:lnTo>
                  <a:pt x="819402" y="69254"/>
                </a:lnTo>
                <a:lnTo>
                  <a:pt x="851819" y="56175"/>
                </a:lnTo>
                <a:lnTo>
                  <a:pt x="856735" y="561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F9F864-72E4-4738-850D-9FD1CD2B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7851" y="3214252"/>
            <a:ext cx="1302433" cy="423939"/>
          </a:xfrm>
          <a:custGeom xmlns:a="http://schemas.openxmlformats.org/drawingml/2006/main">
            <a:pathLst>
              <a:path w="1302433" h="423939">
                <a:moveTo>
                  <a:pt x="0" y="211970"/>
                </a:moveTo>
                <a:cubicBezTo>
                  <a:pt x="0" y="94903"/>
                  <a:pt x="291560" y="0"/>
                  <a:pt x="651216" y="0"/>
                </a:cubicBezTo>
                <a:cubicBezTo>
                  <a:pt x="1010873" y="0"/>
                  <a:pt x="1302433" y="94903"/>
                  <a:pt x="1302433" y="211970"/>
                </a:cubicBezTo>
                <a:cubicBezTo>
                  <a:pt x="1302433" y="329037"/>
                  <a:pt x="1010873" y="423939"/>
                  <a:pt x="651216" y="423939"/>
                </a:cubicBezTo>
                <a:cubicBezTo>
                  <a:pt x="291560" y="423939"/>
                  <a:pt x="0" y="329037"/>
                  <a:pt x="0" y="2119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EFE0A6-9F1E-4C72-AB91-52EE22FD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7851" y="3214251"/>
            <a:ext cx="1302434" cy="423939"/>
          </a:xfrm>
          <a:custGeom xmlns:a="http://schemas.openxmlformats.org/drawingml/2006/main">
            <a:pathLst>
              <a:path w="1302434" h="423939" fill="none">
                <a:moveTo>
                  <a:pt x="0" y="211969"/>
                </a:moveTo>
                <a:cubicBezTo>
                  <a:pt x="0" y="94902"/>
                  <a:pt x="291560" y="0"/>
                  <a:pt x="651217" y="0"/>
                </a:cubicBezTo>
                <a:cubicBezTo>
                  <a:pt x="1010874" y="0"/>
                  <a:pt x="1302434" y="94902"/>
                  <a:pt x="1302434" y="211969"/>
                </a:cubicBezTo>
                <a:cubicBezTo>
                  <a:pt x="1302434" y="329037"/>
                  <a:pt x="1010874" y="423939"/>
                  <a:pt x="651217" y="423939"/>
                </a:cubicBezTo>
                <a:cubicBezTo>
                  <a:pt x="291560" y="423939"/>
                  <a:pt x="0" y="329037"/>
                  <a:pt x="0" y="21196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099" cap="flat">
            <a:solidFill>
              <a:srgbClr val="000000"/>
            </a:solidFill>
            <a:miter/>
          </a:ln>
        </p:spPr>
      </p:sp>
      <p:sp>
        <p:nvSpPr>
          <p:cNvPr id="66" name="Text Prover">
            <a:extLst xmlns:a="http://schemas.openxmlformats.org/drawingml/2006/main">
              <a:ext uri="{FF2B5EF4-FFF2-40B4-BE49-F238E27FC236}">
                <a16:creationId xmlns:a16="http://schemas.microsoft.com/office/drawing/2014/main" id="{DEB0E5A7-6B24-4E2C-A802-DD92992C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4058" y="3350178"/>
            <a:ext cx="636032" cy="161972"/>
          </a:xfrm>
          <a:custGeom xmlns:a="http://schemas.openxmlformats.org/drawingml/2006/main">
            <a:pathLst>
              <a:path w="636032" h="161972">
                <a:moveTo>
                  <a:pt x="45174" y="84263"/>
                </a:moveTo>
                <a:lnTo>
                  <a:pt x="45174" y="130567"/>
                </a:lnTo>
                <a:cubicBezTo>
                  <a:pt x="45174" y="140571"/>
                  <a:pt x="46267" y="146785"/>
                  <a:pt x="48451" y="149208"/>
                </a:cubicBezTo>
                <a:cubicBezTo>
                  <a:pt x="51416" y="152646"/>
                  <a:pt x="55902" y="154365"/>
                  <a:pt x="61910" y="154365"/>
                </a:cubicBezTo>
                <a:lnTo>
                  <a:pt x="67996" y="154365"/>
                </a:lnTo>
                <a:lnTo>
                  <a:pt x="67996" y="158695"/>
                </a:lnTo>
                <a:lnTo>
                  <a:pt x="0" y="158695"/>
                </a:lnTo>
                <a:lnTo>
                  <a:pt x="0" y="154365"/>
                </a:lnTo>
                <a:lnTo>
                  <a:pt x="5969" y="154365"/>
                </a:lnTo>
                <a:cubicBezTo>
                  <a:pt x="12678" y="154365"/>
                  <a:pt x="17477" y="152181"/>
                  <a:pt x="20364" y="147811"/>
                </a:cubicBezTo>
                <a:cubicBezTo>
                  <a:pt x="21924" y="145393"/>
                  <a:pt x="22704" y="139658"/>
                  <a:pt x="22704" y="130608"/>
                </a:cubicBezTo>
                <a:lnTo>
                  <a:pt x="22704" y="28088"/>
                </a:lnTo>
                <a:cubicBezTo>
                  <a:pt x="22704" y="18101"/>
                  <a:pt x="21651" y="11898"/>
                  <a:pt x="19544" y="9480"/>
                </a:cubicBezTo>
                <a:cubicBezTo>
                  <a:pt x="16501" y="6047"/>
                  <a:pt x="11976" y="4330"/>
                  <a:pt x="5969" y="4330"/>
                </a:cubicBezTo>
                <a:lnTo>
                  <a:pt x="0" y="4330"/>
                </a:lnTo>
                <a:lnTo>
                  <a:pt x="0" y="0"/>
                </a:lnTo>
                <a:lnTo>
                  <a:pt x="58165" y="0"/>
                </a:lnTo>
                <a:cubicBezTo>
                  <a:pt x="72365" y="0"/>
                  <a:pt x="83561" y="1462"/>
                  <a:pt x="91753" y="4385"/>
                </a:cubicBezTo>
                <a:cubicBezTo>
                  <a:pt x="99945" y="7306"/>
                  <a:pt x="106850" y="12234"/>
                  <a:pt x="112468" y="19168"/>
                </a:cubicBezTo>
                <a:cubicBezTo>
                  <a:pt x="118085" y="26102"/>
                  <a:pt x="120894" y="34322"/>
                  <a:pt x="120894" y="43828"/>
                </a:cubicBezTo>
                <a:cubicBezTo>
                  <a:pt x="120894" y="56763"/>
                  <a:pt x="116622" y="67282"/>
                  <a:pt x="108079" y="75387"/>
                </a:cubicBezTo>
                <a:cubicBezTo>
                  <a:pt x="99536" y="83489"/>
                  <a:pt x="87462" y="87540"/>
                  <a:pt x="71858" y="87540"/>
                </a:cubicBezTo>
                <a:cubicBezTo>
                  <a:pt x="68035" y="87540"/>
                  <a:pt x="63899" y="87267"/>
                  <a:pt x="59452" y="86721"/>
                </a:cubicBezTo>
                <a:cubicBezTo>
                  <a:pt x="55005" y="86175"/>
                  <a:pt x="50246" y="85355"/>
                  <a:pt x="45174" y="84263"/>
                </a:cubicBezTo>
                <a:moveTo>
                  <a:pt x="45174" y="77475"/>
                </a:moveTo>
                <a:cubicBezTo>
                  <a:pt x="49309" y="78255"/>
                  <a:pt x="52976" y="78841"/>
                  <a:pt x="56175" y="79231"/>
                </a:cubicBezTo>
                <a:cubicBezTo>
                  <a:pt x="59374" y="79621"/>
                  <a:pt x="62105" y="79816"/>
                  <a:pt x="64368" y="79816"/>
                </a:cubicBezTo>
                <a:cubicBezTo>
                  <a:pt x="72482" y="79816"/>
                  <a:pt x="79484" y="76675"/>
                  <a:pt x="85375" y="70395"/>
                </a:cubicBezTo>
                <a:cubicBezTo>
                  <a:pt x="91265" y="64114"/>
                  <a:pt x="94211" y="55980"/>
                  <a:pt x="94211" y="45994"/>
                </a:cubicBezTo>
                <a:cubicBezTo>
                  <a:pt x="94211" y="39128"/>
                  <a:pt x="92806" y="32749"/>
                  <a:pt x="89998" y="26859"/>
                </a:cubicBezTo>
                <a:cubicBezTo>
                  <a:pt x="87189" y="20968"/>
                  <a:pt x="83210" y="16560"/>
                  <a:pt x="78060" y="13634"/>
                </a:cubicBezTo>
                <a:cubicBezTo>
                  <a:pt x="72911" y="10708"/>
                  <a:pt x="67059" y="9246"/>
                  <a:pt x="60506" y="9246"/>
                </a:cubicBezTo>
                <a:cubicBezTo>
                  <a:pt x="56526" y="9246"/>
                  <a:pt x="51416" y="9987"/>
                  <a:pt x="45174" y="11469"/>
                </a:cubicBezTo>
                <a:lnTo>
                  <a:pt x="45174" y="77475"/>
                </a:lnTo>
                <a:close/>
                <a:moveTo>
                  <a:pt x="168809" y="48451"/>
                </a:moveTo>
                <a:lnTo>
                  <a:pt x="168809" y="72560"/>
                </a:lnTo>
                <a:cubicBezTo>
                  <a:pt x="177782" y="56487"/>
                  <a:pt x="186988" y="48451"/>
                  <a:pt x="196429" y="48451"/>
                </a:cubicBezTo>
                <a:cubicBezTo>
                  <a:pt x="200720" y="48451"/>
                  <a:pt x="204270" y="49758"/>
                  <a:pt x="207079" y="52372"/>
                </a:cubicBezTo>
                <a:cubicBezTo>
                  <a:pt x="209888" y="54985"/>
                  <a:pt x="211292" y="58009"/>
                  <a:pt x="211292" y="61442"/>
                </a:cubicBezTo>
                <a:cubicBezTo>
                  <a:pt x="211292" y="64485"/>
                  <a:pt x="210278" y="67059"/>
                  <a:pt x="208249" y="69166"/>
                </a:cubicBezTo>
                <a:cubicBezTo>
                  <a:pt x="206221" y="71272"/>
                  <a:pt x="203802" y="72326"/>
                  <a:pt x="200993" y="72326"/>
                </a:cubicBezTo>
                <a:cubicBezTo>
                  <a:pt x="198262" y="72326"/>
                  <a:pt x="195200" y="70980"/>
                  <a:pt x="191806" y="68288"/>
                </a:cubicBezTo>
                <a:cubicBezTo>
                  <a:pt x="188412" y="65596"/>
                  <a:pt x="185896" y="64251"/>
                  <a:pt x="184258" y="64251"/>
                </a:cubicBezTo>
                <a:cubicBezTo>
                  <a:pt x="182853" y="64251"/>
                  <a:pt x="181332" y="65028"/>
                  <a:pt x="179693" y="66584"/>
                </a:cubicBezTo>
                <a:cubicBezTo>
                  <a:pt x="176182" y="69775"/>
                  <a:pt x="172554" y="75028"/>
                  <a:pt x="168809" y="82343"/>
                </a:cubicBezTo>
                <a:lnTo>
                  <a:pt x="168809" y="133588"/>
                </a:lnTo>
                <a:cubicBezTo>
                  <a:pt x="168809" y="139501"/>
                  <a:pt x="169551" y="143975"/>
                  <a:pt x="171033" y="147010"/>
                </a:cubicBezTo>
                <a:cubicBezTo>
                  <a:pt x="172047" y="149112"/>
                  <a:pt x="173842" y="150864"/>
                  <a:pt x="176416" y="152266"/>
                </a:cubicBezTo>
                <a:cubicBezTo>
                  <a:pt x="178991" y="153665"/>
                  <a:pt x="182697" y="154365"/>
                  <a:pt x="187534" y="154365"/>
                </a:cubicBezTo>
                <a:lnTo>
                  <a:pt x="187534" y="158695"/>
                </a:lnTo>
                <a:lnTo>
                  <a:pt x="132647" y="158695"/>
                </a:lnTo>
                <a:lnTo>
                  <a:pt x="132647" y="154365"/>
                </a:lnTo>
                <a:cubicBezTo>
                  <a:pt x="138108" y="154365"/>
                  <a:pt x="142165" y="153509"/>
                  <a:pt x="144818" y="151798"/>
                </a:cubicBezTo>
                <a:cubicBezTo>
                  <a:pt x="146768" y="150552"/>
                  <a:pt x="148134" y="148566"/>
                  <a:pt x="148914" y="145840"/>
                </a:cubicBezTo>
                <a:cubicBezTo>
                  <a:pt x="149304" y="144516"/>
                  <a:pt x="149499" y="140741"/>
                  <a:pt x="149499" y="134514"/>
                </a:cubicBezTo>
                <a:lnTo>
                  <a:pt x="149499" y="93059"/>
                </a:lnTo>
                <a:cubicBezTo>
                  <a:pt x="149499" y="80602"/>
                  <a:pt x="149246" y="73188"/>
                  <a:pt x="148738" y="70815"/>
                </a:cubicBezTo>
                <a:cubicBezTo>
                  <a:pt x="148231" y="68441"/>
                  <a:pt x="147295" y="66708"/>
                  <a:pt x="145930" y="65618"/>
                </a:cubicBezTo>
                <a:cubicBezTo>
                  <a:pt x="144564" y="64528"/>
                  <a:pt x="142867" y="63984"/>
                  <a:pt x="140839" y="63984"/>
                </a:cubicBezTo>
                <a:cubicBezTo>
                  <a:pt x="138420" y="63984"/>
                  <a:pt x="135689" y="64567"/>
                  <a:pt x="132647" y="65735"/>
                </a:cubicBezTo>
                <a:lnTo>
                  <a:pt x="131476" y="61530"/>
                </a:lnTo>
                <a:lnTo>
                  <a:pt x="163894" y="48451"/>
                </a:lnTo>
                <a:lnTo>
                  <a:pt x="168809" y="48451"/>
                </a:lnTo>
                <a:close/>
                <a:moveTo>
                  <a:pt x="269186" y="48451"/>
                </a:moveTo>
                <a:cubicBezTo>
                  <a:pt x="285414" y="48451"/>
                  <a:pt x="298444" y="54609"/>
                  <a:pt x="308275" y="66924"/>
                </a:cubicBezTo>
                <a:cubicBezTo>
                  <a:pt x="316623" y="77445"/>
                  <a:pt x="320797" y="89526"/>
                  <a:pt x="320797" y="103167"/>
                </a:cubicBezTo>
                <a:cubicBezTo>
                  <a:pt x="320797" y="112754"/>
                  <a:pt x="318495" y="122458"/>
                  <a:pt x="313892" y="132279"/>
                </a:cubicBezTo>
                <a:cubicBezTo>
                  <a:pt x="309289" y="142097"/>
                  <a:pt x="302950" y="149501"/>
                  <a:pt x="294874" y="154489"/>
                </a:cubicBezTo>
                <a:cubicBezTo>
                  <a:pt x="286799" y="159478"/>
                  <a:pt x="277807" y="161972"/>
                  <a:pt x="267899" y="161972"/>
                </a:cubicBezTo>
                <a:cubicBezTo>
                  <a:pt x="251748" y="161972"/>
                  <a:pt x="238914" y="155542"/>
                  <a:pt x="229395" y="142680"/>
                </a:cubicBezTo>
                <a:cubicBezTo>
                  <a:pt x="221359" y="131847"/>
                  <a:pt x="217341" y="119690"/>
                  <a:pt x="217341" y="106206"/>
                </a:cubicBezTo>
                <a:cubicBezTo>
                  <a:pt x="217341" y="96386"/>
                  <a:pt x="219779" y="86623"/>
                  <a:pt x="224655" y="76919"/>
                </a:cubicBezTo>
                <a:cubicBezTo>
                  <a:pt x="229532" y="67215"/>
                  <a:pt x="235949" y="60045"/>
                  <a:pt x="243907" y="55407"/>
                </a:cubicBezTo>
                <a:cubicBezTo>
                  <a:pt x="251865" y="50770"/>
                  <a:pt x="260291" y="48451"/>
                  <a:pt x="269186" y="48451"/>
                </a:cubicBezTo>
                <a:moveTo>
                  <a:pt x="265558" y="56175"/>
                </a:moveTo>
                <a:cubicBezTo>
                  <a:pt x="261423" y="56175"/>
                  <a:pt x="257268" y="57403"/>
                  <a:pt x="253094" y="59858"/>
                </a:cubicBezTo>
                <a:cubicBezTo>
                  <a:pt x="248920" y="62313"/>
                  <a:pt x="245545" y="66619"/>
                  <a:pt x="242971" y="72776"/>
                </a:cubicBezTo>
                <a:cubicBezTo>
                  <a:pt x="240396" y="78932"/>
                  <a:pt x="239109" y="86841"/>
                  <a:pt x="239109" y="96504"/>
                </a:cubicBezTo>
                <a:cubicBezTo>
                  <a:pt x="239109" y="112089"/>
                  <a:pt x="242210" y="125531"/>
                  <a:pt x="248413" y="136832"/>
                </a:cubicBezTo>
                <a:cubicBezTo>
                  <a:pt x="254615" y="148131"/>
                  <a:pt x="262788" y="153780"/>
                  <a:pt x="272931" y="153780"/>
                </a:cubicBezTo>
                <a:cubicBezTo>
                  <a:pt x="280499" y="153780"/>
                  <a:pt x="286741" y="150663"/>
                  <a:pt x="291656" y="144428"/>
                </a:cubicBezTo>
                <a:cubicBezTo>
                  <a:pt x="296571" y="138194"/>
                  <a:pt x="299029" y="127479"/>
                  <a:pt x="299029" y="112285"/>
                </a:cubicBezTo>
                <a:cubicBezTo>
                  <a:pt x="299029" y="93270"/>
                  <a:pt x="294933" y="78307"/>
                  <a:pt x="286741" y="67396"/>
                </a:cubicBezTo>
                <a:cubicBezTo>
                  <a:pt x="281201" y="59915"/>
                  <a:pt x="274140" y="56175"/>
                  <a:pt x="265558" y="56175"/>
                </a:cubicBezTo>
                <a:close/>
                <a:moveTo>
                  <a:pt x="331096" y="51494"/>
                </a:moveTo>
                <a:lnTo>
                  <a:pt x="381537" y="51494"/>
                </a:lnTo>
                <a:lnTo>
                  <a:pt x="381537" y="55824"/>
                </a:lnTo>
                <a:lnTo>
                  <a:pt x="378260" y="55824"/>
                </a:lnTo>
                <a:cubicBezTo>
                  <a:pt x="375217" y="55824"/>
                  <a:pt x="372896" y="56565"/>
                  <a:pt x="371297" y="58048"/>
                </a:cubicBezTo>
                <a:cubicBezTo>
                  <a:pt x="369697" y="59530"/>
                  <a:pt x="368897" y="61520"/>
                  <a:pt x="368897" y="64016"/>
                </a:cubicBezTo>
                <a:cubicBezTo>
                  <a:pt x="368897" y="66747"/>
                  <a:pt x="369717" y="69985"/>
                  <a:pt x="371355" y="73730"/>
                </a:cubicBezTo>
                <a:lnTo>
                  <a:pt x="396283" y="132948"/>
                </a:lnTo>
                <a:lnTo>
                  <a:pt x="421328" y="71507"/>
                </a:lnTo>
                <a:cubicBezTo>
                  <a:pt x="423122" y="67137"/>
                  <a:pt x="424019" y="63821"/>
                  <a:pt x="424019" y="61559"/>
                </a:cubicBezTo>
                <a:cubicBezTo>
                  <a:pt x="424019" y="60466"/>
                  <a:pt x="423707" y="59569"/>
                  <a:pt x="423083" y="58867"/>
                </a:cubicBezTo>
                <a:cubicBezTo>
                  <a:pt x="422225" y="57697"/>
                  <a:pt x="421133" y="56897"/>
                  <a:pt x="419806" y="56468"/>
                </a:cubicBezTo>
                <a:cubicBezTo>
                  <a:pt x="418480" y="56039"/>
                  <a:pt x="415788" y="55824"/>
                  <a:pt x="411731" y="55824"/>
                </a:cubicBezTo>
                <a:lnTo>
                  <a:pt x="411731" y="51494"/>
                </a:lnTo>
                <a:lnTo>
                  <a:pt x="446724" y="51494"/>
                </a:lnTo>
                <a:lnTo>
                  <a:pt x="446724" y="55824"/>
                </a:lnTo>
                <a:cubicBezTo>
                  <a:pt x="442667" y="56136"/>
                  <a:pt x="439858" y="56956"/>
                  <a:pt x="438297" y="58282"/>
                </a:cubicBezTo>
                <a:cubicBezTo>
                  <a:pt x="435567" y="60623"/>
                  <a:pt x="433109" y="64524"/>
                  <a:pt x="430924" y="69985"/>
                </a:cubicBezTo>
                <a:lnTo>
                  <a:pt x="392889" y="161972"/>
                </a:lnTo>
                <a:lnTo>
                  <a:pt x="388091" y="161972"/>
                </a:lnTo>
                <a:lnTo>
                  <a:pt x="349821" y="71507"/>
                </a:lnTo>
                <a:cubicBezTo>
                  <a:pt x="348105" y="67293"/>
                  <a:pt x="346466" y="64270"/>
                  <a:pt x="344906" y="62437"/>
                </a:cubicBezTo>
                <a:cubicBezTo>
                  <a:pt x="343345" y="60603"/>
                  <a:pt x="341356" y="59062"/>
                  <a:pt x="338937" y="57814"/>
                </a:cubicBezTo>
                <a:cubicBezTo>
                  <a:pt x="337611" y="57112"/>
                  <a:pt x="334997" y="56448"/>
                  <a:pt x="331096" y="55824"/>
                </a:cubicBezTo>
                <a:lnTo>
                  <a:pt x="331096" y="51494"/>
                </a:lnTo>
                <a:close/>
                <a:moveTo>
                  <a:pt x="474460" y="91987"/>
                </a:moveTo>
                <a:cubicBezTo>
                  <a:pt x="474382" y="107867"/>
                  <a:pt x="478245" y="120322"/>
                  <a:pt x="486047" y="129353"/>
                </a:cubicBezTo>
                <a:cubicBezTo>
                  <a:pt x="493849" y="138382"/>
                  <a:pt x="503016" y="142896"/>
                  <a:pt x="513549" y="142896"/>
                </a:cubicBezTo>
                <a:cubicBezTo>
                  <a:pt x="520571" y="142896"/>
                  <a:pt x="526676" y="140965"/>
                  <a:pt x="531865" y="137103"/>
                </a:cubicBezTo>
                <a:cubicBezTo>
                  <a:pt x="537053" y="133241"/>
                  <a:pt x="541403" y="126629"/>
                  <a:pt x="544914" y="117266"/>
                </a:cubicBezTo>
                <a:lnTo>
                  <a:pt x="548542" y="119607"/>
                </a:lnTo>
                <a:cubicBezTo>
                  <a:pt x="546903" y="130296"/>
                  <a:pt x="542144" y="140029"/>
                  <a:pt x="534264" y="148806"/>
                </a:cubicBezTo>
                <a:cubicBezTo>
                  <a:pt x="526384" y="157583"/>
                  <a:pt x="516514" y="161972"/>
                  <a:pt x="504655" y="161972"/>
                </a:cubicBezTo>
                <a:cubicBezTo>
                  <a:pt x="491781" y="161972"/>
                  <a:pt x="480761" y="156970"/>
                  <a:pt x="471593" y="146966"/>
                </a:cubicBezTo>
                <a:cubicBezTo>
                  <a:pt x="462426" y="136960"/>
                  <a:pt x="457842" y="123509"/>
                  <a:pt x="457842" y="106612"/>
                </a:cubicBezTo>
                <a:cubicBezTo>
                  <a:pt x="457842" y="88316"/>
                  <a:pt x="462543" y="74050"/>
                  <a:pt x="471944" y="63812"/>
                </a:cubicBezTo>
                <a:cubicBezTo>
                  <a:pt x="481346" y="53571"/>
                  <a:pt x="493147" y="48451"/>
                  <a:pt x="507346" y="48451"/>
                </a:cubicBezTo>
                <a:cubicBezTo>
                  <a:pt x="519362" y="48451"/>
                  <a:pt x="529231" y="52401"/>
                  <a:pt x="536956" y="60301"/>
                </a:cubicBezTo>
                <a:cubicBezTo>
                  <a:pt x="544680" y="68198"/>
                  <a:pt x="548542" y="78760"/>
                  <a:pt x="548542" y="91987"/>
                </a:cubicBezTo>
                <a:lnTo>
                  <a:pt x="474460" y="91987"/>
                </a:lnTo>
                <a:moveTo>
                  <a:pt x="474460" y="85199"/>
                </a:moveTo>
                <a:lnTo>
                  <a:pt x="524082" y="85199"/>
                </a:lnTo>
                <a:cubicBezTo>
                  <a:pt x="523692" y="78333"/>
                  <a:pt x="522873" y="73496"/>
                  <a:pt x="521624" y="70687"/>
                </a:cubicBezTo>
                <a:cubicBezTo>
                  <a:pt x="519674" y="66318"/>
                  <a:pt x="516768" y="62885"/>
                  <a:pt x="512905" y="60388"/>
                </a:cubicBezTo>
                <a:cubicBezTo>
                  <a:pt x="509043" y="57892"/>
                  <a:pt x="505006" y="56643"/>
                  <a:pt x="500793" y="56643"/>
                </a:cubicBezTo>
                <a:cubicBezTo>
                  <a:pt x="494317" y="56643"/>
                  <a:pt x="488524" y="59160"/>
                  <a:pt x="483413" y="64192"/>
                </a:cubicBezTo>
                <a:cubicBezTo>
                  <a:pt x="478303" y="69224"/>
                  <a:pt x="475319" y="76227"/>
                  <a:pt x="474460" y="85199"/>
                </a:cubicBezTo>
                <a:close/>
                <a:moveTo>
                  <a:pt x="593549" y="48451"/>
                </a:moveTo>
                <a:lnTo>
                  <a:pt x="593549" y="72560"/>
                </a:lnTo>
                <a:cubicBezTo>
                  <a:pt x="602521" y="56487"/>
                  <a:pt x="611728" y="48451"/>
                  <a:pt x="621169" y="48451"/>
                </a:cubicBezTo>
                <a:cubicBezTo>
                  <a:pt x="625460" y="48451"/>
                  <a:pt x="629010" y="49758"/>
                  <a:pt x="631818" y="52372"/>
                </a:cubicBezTo>
                <a:cubicBezTo>
                  <a:pt x="634627" y="54985"/>
                  <a:pt x="636032" y="58009"/>
                  <a:pt x="636032" y="61442"/>
                </a:cubicBezTo>
                <a:cubicBezTo>
                  <a:pt x="636032" y="64485"/>
                  <a:pt x="635017" y="67059"/>
                  <a:pt x="632989" y="69166"/>
                </a:cubicBezTo>
                <a:cubicBezTo>
                  <a:pt x="630960" y="71272"/>
                  <a:pt x="628542" y="72326"/>
                  <a:pt x="625733" y="72326"/>
                </a:cubicBezTo>
                <a:cubicBezTo>
                  <a:pt x="623002" y="72326"/>
                  <a:pt x="619940" y="70980"/>
                  <a:pt x="616546" y="68288"/>
                </a:cubicBezTo>
                <a:cubicBezTo>
                  <a:pt x="613152" y="65596"/>
                  <a:pt x="610636" y="64251"/>
                  <a:pt x="608997" y="64251"/>
                </a:cubicBezTo>
                <a:cubicBezTo>
                  <a:pt x="607593" y="64251"/>
                  <a:pt x="606071" y="65028"/>
                  <a:pt x="604433" y="66584"/>
                </a:cubicBezTo>
                <a:cubicBezTo>
                  <a:pt x="600922" y="69775"/>
                  <a:pt x="597294" y="75028"/>
                  <a:pt x="593549" y="82343"/>
                </a:cubicBezTo>
                <a:lnTo>
                  <a:pt x="593549" y="133588"/>
                </a:lnTo>
                <a:cubicBezTo>
                  <a:pt x="593549" y="139501"/>
                  <a:pt x="594290" y="143975"/>
                  <a:pt x="595773" y="147010"/>
                </a:cubicBezTo>
                <a:cubicBezTo>
                  <a:pt x="596787" y="149112"/>
                  <a:pt x="598581" y="150864"/>
                  <a:pt x="601156" y="152266"/>
                </a:cubicBezTo>
                <a:cubicBezTo>
                  <a:pt x="603731" y="153665"/>
                  <a:pt x="607437" y="154365"/>
                  <a:pt x="612274" y="154365"/>
                </a:cubicBezTo>
                <a:lnTo>
                  <a:pt x="612274" y="158695"/>
                </a:lnTo>
                <a:lnTo>
                  <a:pt x="557386" y="158695"/>
                </a:lnTo>
                <a:lnTo>
                  <a:pt x="557386" y="154365"/>
                </a:lnTo>
                <a:cubicBezTo>
                  <a:pt x="562848" y="154365"/>
                  <a:pt x="566905" y="153509"/>
                  <a:pt x="569558" y="151798"/>
                </a:cubicBezTo>
                <a:cubicBezTo>
                  <a:pt x="571508" y="150552"/>
                  <a:pt x="572873" y="148566"/>
                  <a:pt x="573654" y="145840"/>
                </a:cubicBezTo>
                <a:cubicBezTo>
                  <a:pt x="574044" y="144516"/>
                  <a:pt x="574239" y="140741"/>
                  <a:pt x="574239" y="134514"/>
                </a:cubicBezTo>
                <a:lnTo>
                  <a:pt x="574239" y="93059"/>
                </a:lnTo>
                <a:cubicBezTo>
                  <a:pt x="574239" y="80602"/>
                  <a:pt x="573985" y="73188"/>
                  <a:pt x="573478" y="70815"/>
                </a:cubicBezTo>
                <a:cubicBezTo>
                  <a:pt x="572971" y="68441"/>
                  <a:pt x="572035" y="66708"/>
                  <a:pt x="570669" y="65618"/>
                </a:cubicBezTo>
                <a:cubicBezTo>
                  <a:pt x="569304" y="64528"/>
                  <a:pt x="567607" y="63984"/>
                  <a:pt x="565578" y="63984"/>
                </a:cubicBezTo>
                <a:cubicBezTo>
                  <a:pt x="563160" y="63984"/>
                  <a:pt x="560429" y="64567"/>
                  <a:pt x="557386" y="65735"/>
                </a:cubicBezTo>
                <a:lnTo>
                  <a:pt x="556216" y="61530"/>
                </a:lnTo>
                <a:lnTo>
                  <a:pt x="588634" y="48451"/>
                </a:lnTo>
                <a:lnTo>
                  <a:pt x="593549" y="4845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BC6214-74D2-4750-8402-57B34721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2908" y="1483655"/>
            <a:ext cx="117074" cy="790795"/>
          </a:xfrm>
          <a:custGeom xmlns:a="http://schemas.openxmlformats.org/drawingml/2006/main">
            <a:pathLst>
              <a:path w="117074" h="790795">
                <a:moveTo>
                  <a:pt x="100668" y="101969"/>
                </a:moveTo>
                <a:lnTo>
                  <a:pt x="100926" y="102377"/>
                </a:lnTo>
                <a:lnTo>
                  <a:pt x="101208" y="102761"/>
                </a:lnTo>
                <a:lnTo>
                  <a:pt x="101512" y="103121"/>
                </a:lnTo>
                <a:lnTo>
                  <a:pt x="101835" y="103456"/>
                </a:lnTo>
                <a:lnTo>
                  <a:pt x="102177" y="103767"/>
                </a:lnTo>
                <a:lnTo>
                  <a:pt x="102537" y="104053"/>
                </a:lnTo>
                <a:lnTo>
                  <a:pt x="102912" y="104313"/>
                </a:lnTo>
                <a:lnTo>
                  <a:pt x="103302" y="104547"/>
                </a:lnTo>
                <a:lnTo>
                  <a:pt x="103704" y="104755"/>
                </a:lnTo>
                <a:lnTo>
                  <a:pt x="104118" y="104937"/>
                </a:lnTo>
                <a:lnTo>
                  <a:pt x="104543" y="105091"/>
                </a:lnTo>
                <a:lnTo>
                  <a:pt x="104975" y="105218"/>
                </a:lnTo>
                <a:lnTo>
                  <a:pt x="105415" y="105317"/>
                </a:lnTo>
                <a:lnTo>
                  <a:pt x="105861" y="105388"/>
                </a:lnTo>
                <a:lnTo>
                  <a:pt x="106311" y="105431"/>
                </a:lnTo>
                <a:lnTo>
                  <a:pt x="106764" y="105444"/>
                </a:lnTo>
                <a:lnTo>
                  <a:pt x="107218" y="105429"/>
                </a:lnTo>
                <a:lnTo>
                  <a:pt x="107673" y="105383"/>
                </a:lnTo>
                <a:lnTo>
                  <a:pt x="108125" y="105308"/>
                </a:lnTo>
                <a:lnTo>
                  <a:pt x="108575" y="105202"/>
                </a:lnTo>
                <a:lnTo>
                  <a:pt x="109021" y="105066"/>
                </a:lnTo>
                <a:lnTo>
                  <a:pt x="109461" y="104898"/>
                </a:lnTo>
                <a:lnTo>
                  <a:pt x="109894" y="104700"/>
                </a:lnTo>
                <a:lnTo>
                  <a:pt x="110318" y="104469"/>
                </a:lnTo>
                <a:lnTo>
                  <a:pt x="110726" y="104210"/>
                </a:lnTo>
                <a:lnTo>
                  <a:pt x="111110" y="103928"/>
                </a:lnTo>
                <a:lnTo>
                  <a:pt x="111470" y="103625"/>
                </a:lnTo>
                <a:lnTo>
                  <a:pt x="111806" y="103301"/>
                </a:lnTo>
                <a:lnTo>
                  <a:pt x="112117" y="102959"/>
                </a:lnTo>
                <a:lnTo>
                  <a:pt x="112402" y="102600"/>
                </a:lnTo>
                <a:lnTo>
                  <a:pt x="112662" y="102225"/>
                </a:lnTo>
                <a:lnTo>
                  <a:pt x="112897" y="101835"/>
                </a:lnTo>
                <a:lnTo>
                  <a:pt x="113105" y="101432"/>
                </a:lnTo>
                <a:lnTo>
                  <a:pt x="113286" y="101018"/>
                </a:lnTo>
                <a:lnTo>
                  <a:pt x="113440" y="100594"/>
                </a:lnTo>
                <a:lnTo>
                  <a:pt x="113567" y="100161"/>
                </a:lnTo>
                <a:lnTo>
                  <a:pt x="113667" y="99721"/>
                </a:lnTo>
                <a:lnTo>
                  <a:pt x="113738" y="99276"/>
                </a:lnTo>
                <a:lnTo>
                  <a:pt x="113780" y="98826"/>
                </a:lnTo>
                <a:lnTo>
                  <a:pt x="113794" y="98373"/>
                </a:lnTo>
                <a:lnTo>
                  <a:pt x="113778" y="97918"/>
                </a:lnTo>
                <a:lnTo>
                  <a:pt x="113733" y="97464"/>
                </a:lnTo>
                <a:lnTo>
                  <a:pt x="113658" y="97011"/>
                </a:lnTo>
                <a:lnTo>
                  <a:pt x="113553" y="96561"/>
                </a:lnTo>
                <a:lnTo>
                  <a:pt x="113416" y="96115"/>
                </a:lnTo>
                <a:lnTo>
                  <a:pt x="113249" y="95675"/>
                </a:lnTo>
                <a:lnTo>
                  <a:pt x="113050" y="95242"/>
                </a:lnTo>
                <a:lnTo>
                  <a:pt x="112819" y="94818"/>
                </a:lnTo>
                <a:lnTo>
                  <a:pt x="57019" y="0"/>
                </a:lnTo>
                <a:lnTo>
                  <a:pt x="1948" y="95244"/>
                </a:lnTo>
                <a:lnTo>
                  <a:pt x="1721" y="95670"/>
                </a:lnTo>
                <a:lnTo>
                  <a:pt x="1525" y="96104"/>
                </a:lnTo>
                <a:lnTo>
                  <a:pt x="1361" y="96545"/>
                </a:lnTo>
                <a:lnTo>
                  <a:pt x="1229" y="96992"/>
                </a:lnTo>
                <a:lnTo>
                  <a:pt x="1127" y="97443"/>
                </a:lnTo>
                <a:lnTo>
                  <a:pt x="1055" y="97896"/>
                </a:lnTo>
                <a:lnTo>
                  <a:pt x="1013" y="98351"/>
                </a:lnTo>
                <a:lnTo>
                  <a:pt x="1001" y="98805"/>
                </a:lnTo>
                <a:lnTo>
                  <a:pt x="1018" y="99258"/>
                </a:lnTo>
                <a:lnTo>
                  <a:pt x="1064" y="99708"/>
                </a:lnTo>
                <a:lnTo>
                  <a:pt x="1139" y="100153"/>
                </a:lnTo>
                <a:lnTo>
                  <a:pt x="1241" y="100592"/>
                </a:lnTo>
                <a:lnTo>
                  <a:pt x="1372" y="101024"/>
                </a:lnTo>
                <a:lnTo>
                  <a:pt x="1529" y="101447"/>
                </a:lnTo>
                <a:lnTo>
                  <a:pt x="1714" y="101860"/>
                </a:lnTo>
                <a:lnTo>
                  <a:pt x="1925" y="102261"/>
                </a:lnTo>
                <a:lnTo>
                  <a:pt x="2162" y="102648"/>
                </a:lnTo>
                <a:lnTo>
                  <a:pt x="2425" y="103022"/>
                </a:lnTo>
                <a:lnTo>
                  <a:pt x="2713" y="103379"/>
                </a:lnTo>
                <a:lnTo>
                  <a:pt x="3027" y="103719"/>
                </a:lnTo>
                <a:lnTo>
                  <a:pt x="3365" y="104040"/>
                </a:lnTo>
                <a:lnTo>
                  <a:pt x="3727" y="104340"/>
                </a:lnTo>
                <a:lnTo>
                  <a:pt x="4113" y="104619"/>
                </a:lnTo>
                <a:lnTo>
                  <a:pt x="4523" y="104875"/>
                </a:lnTo>
                <a:lnTo>
                  <a:pt x="4949" y="105102"/>
                </a:lnTo>
                <a:lnTo>
                  <a:pt x="5383" y="105298"/>
                </a:lnTo>
                <a:lnTo>
                  <a:pt x="5825" y="105462"/>
                </a:lnTo>
                <a:lnTo>
                  <a:pt x="6272" y="105595"/>
                </a:lnTo>
                <a:lnTo>
                  <a:pt x="6722" y="105697"/>
                </a:lnTo>
                <a:lnTo>
                  <a:pt x="7176" y="105769"/>
                </a:lnTo>
                <a:lnTo>
                  <a:pt x="7631" y="105810"/>
                </a:lnTo>
                <a:lnTo>
                  <a:pt x="8085" y="105822"/>
                </a:lnTo>
                <a:lnTo>
                  <a:pt x="8538" y="105805"/>
                </a:lnTo>
                <a:lnTo>
                  <a:pt x="8988" y="105759"/>
                </a:lnTo>
                <a:lnTo>
                  <a:pt x="9433" y="105685"/>
                </a:lnTo>
                <a:lnTo>
                  <a:pt x="9872" y="105582"/>
                </a:lnTo>
                <a:lnTo>
                  <a:pt x="10304" y="105452"/>
                </a:lnTo>
                <a:lnTo>
                  <a:pt x="10727" y="105294"/>
                </a:lnTo>
                <a:lnTo>
                  <a:pt x="11139" y="105110"/>
                </a:lnTo>
                <a:lnTo>
                  <a:pt x="11540" y="104899"/>
                </a:lnTo>
                <a:lnTo>
                  <a:pt x="11928" y="104662"/>
                </a:lnTo>
                <a:lnTo>
                  <a:pt x="12301" y="104399"/>
                </a:lnTo>
                <a:lnTo>
                  <a:pt x="12658" y="104110"/>
                </a:lnTo>
                <a:lnTo>
                  <a:pt x="12998" y="103797"/>
                </a:lnTo>
                <a:lnTo>
                  <a:pt x="13319" y="103459"/>
                </a:lnTo>
                <a:lnTo>
                  <a:pt x="13619" y="103096"/>
                </a:lnTo>
                <a:lnTo>
                  <a:pt x="13898" y="102710"/>
                </a:lnTo>
                <a:lnTo>
                  <a:pt x="14154" y="102300"/>
                </a:lnTo>
                <a:lnTo>
                  <a:pt x="50123" y="40092"/>
                </a:lnTo>
                <a:lnTo>
                  <a:pt x="52853" y="750757"/>
                </a:lnTo>
                <a:lnTo>
                  <a:pt x="16407" y="688826"/>
                </a:lnTo>
                <a:lnTo>
                  <a:pt x="16148" y="688418"/>
                </a:lnTo>
                <a:lnTo>
                  <a:pt x="15866" y="688034"/>
                </a:lnTo>
                <a:lnTo>
                  <a:pt x="15563" y="687674"/>
                </a:lnTo>
                <a:lnTo>
                  <a:pt x="15239" y="687339"/>
                </a:lnTo>
                <a:lnTo>
                  <a:pt x="14897" y="687028"/>
                </a:lnTo>
                <a:lnTo>
                  <a:pt x="14538" y="686742"/>
                </a:lnTo>
                <a:lnTo>
                  <a:pt x="14162" y="686482"/>
                </a:lnTo>
                <a:lnTo>
                  <a:pt x="13773" y="686248"/>
                </a:lnTo>
                <a:lnTo>
                  <a:pt x="13370" y="686040"/>
                </a:lnTo>
                <a:lnTo>
                  <a:pt x="12956" y="685858"/>
                </a:lnTo>
                <a:lnTo>
                  <a:pt x="12532" y="685704"/>
                </a:lnTo>
                <a:lnTo>
                  <a:pt x="12099" y="685577"/>
                </a:lnTo>
                <a:lnTo>
                  <a:pt x="11659" y="685478"/>
                </a:lnTo>
                <a:lnTo>
                  <a:pt x="11214" y="685407"/>
                </a:lnTo>
                <a:lnTo>
                  <a:pt x="10764" y="685364"/>
                </a:lnTo>
                <a:lnTo>
                  <a:pt x="10311" y="685350"/>
                </a:lnTo>
                <a:lnTo>
                  <a:pt x="9856" y="685366"/>
                </a:lnTo>
                <a:lnTo>
                  <a:pt x="9402" y="685411"/>
                </a:lnTo>
                <a:lnTo>
                  <a:pt x="8949" y="685486"/>
                </a:lnTo>
                <a:lnTo>
                  <a:pt x="8499" y="685592"/>
                </a:lnTo>
                <a:lnTo>
                  <a:pt x="8053" y="685728"/>
                </a:lnTo>
                <a:lnTo>
                  <a:pt x="7613" y="685895"/>
                </a:lnTo>
                <a:lnTo>
                  <a:pt x="7180" y="686094"/>
                </a:lnTo>
                <a:lnTo>
                  <a:pt x="6756" y="686325"/>
                </a:lnTo>
                <a:lnTo>
                  <a:pt x="6348" y="686584"/>
                </a:lnTo>
                <a:lnTo>
                  <a:pt x="5964" y="686866"/>
                </a:lnTo>
                <a:lnTo>
                  <a:pt x="5604" y="687169"/>
                </a:lnTo>
                <a:lnTo>
                  <a:pt x="5269" y="687493"/>
                </a:lnTo>
                <a:lnTo>
                  <a:pt x="4958" y="687835"/>
                </a:lnTo>
                <a:lnTo>
                  <a:pt x="4672" y="688194"/>
                </a:lnTo>
                <a:lnTo>
                  <a:pt x="4412" y="688570"/>
                </a:lnTo>
                <a:lnTo>
                  <a:pt x="4178" y="688959"/>
                </a:lnTo>
                <a:lnTo>
                  <a:pt x="3970" y="689362"/>
                </a:lnTo>
                <a:lnTo>
                  <a:pt x="3788" y="689776"/>
                </a:lnTo>
                <a:lnTo>
                  <a:pt x="3634" y="690200"/>
                </a:lnTo>
                <a:lnTo>
                  <a:pt x="3507" y="690633"/>
                </a:lnTo>
                <a:lnTo>
                  <a:pt x="3408" y="691073"/>
                </a:lnTo>
                <a:lnTo>
                  <a:pt x="3337" y="691519"/>
                </a:lnTo>
                <a:lnTo>
                  <a:pt x="3294" y="691969"/>
                </a:lnTo>
                <a:lnTo>
                  <a:pt x="3281" y="692422"/>
                </a:lnTo>
                <a:lnTo>
                  <a:pt x="3296" y="692876"/>
                </a:lnTo>
                <a:lnTo>
                  <a:pt x="3341" y="693330"/>
                </a:lnTo>
                <a:lnTo>
                  <a:pt x="3416" y="693783"/>
                </a:lnTo>
                <a:lnTo>
                  <a:pt x="3522" y="694233"/>
                </a:lnTo>
                <a:lnTo>
                  <a:pt x="3658" y="694679"/>
                </a:lnTo>
                <a:lnTo>
                  <a:pt x="3826" y="695119"/>
                </a:lnTo>
                <a:lnTo>
                  <a:pt x="4024" y="695551"/>
                </a:lnTo>
                <a:lnTo>
                  <a:pt x="4255" y="695976"/>
                </a:lnTo>
                <a:lnTo>
                  <a:pt x="60056" y="790795"/>
                </a:lnTo>
                <a:lnTo>
                  <a:pt x="115126" y="695550"/>
                </a:lnTo>
                <a:lnTo>
                  <a:pt x="115353" y="695124"/>
                </a:lnTo>
                <a:lnTo>
                  <a:pt x="115549" y="694690"/>
                </a:lnTo>
                <a:lnTo>
                  <a:pt x="115713" y="694248"/>
                </a:lnTo>
                <a:lnTo>
                  <a:pt x="115846" y="693802"/>
                </a:lnTo>
                <a:lnTo>
                  <a:pt x="115948" y="693351"/>
                </a:lnTo>
                <a:lnTo>
                  <a:pt x="116020" y="692897"/>
                </a:lnTo>
                <a:lnTo>
                  <a:pt x="116061" y="692443"/>
                </a:lnTo>
                <a:lnTo>
                  <a:pt x="116073" y="691988"/>
                </a:lnTo>
                <a:lnTo>
                  <a:pt x="116056" y="691535"/>
                </a:lnTo>
                <a:lnTo>
                  <a:pt x="116010" y="691086"/>
                </a:lnTo>
                <a:lnTo>
                  <a:pt x="115936" y="690641"/>
                </a:lnTo>
                <a:lnTo>
                  <a:pt x="115833" y="690201"/>
                </a:lnTo>
                <a:lnTo>
                  <a:pt x="115703" y="689770"/>
                </a:lnTo>
                <a:lnTo>
                  <a:pt x="115545" y="689347"/>
                </a:lnTo>
                <a:lnTo>
                  <a:pt x="115361" y="688934"/>
                </a:lnTo>
                <a:lnTo>
                  <a:pt x="115150" y="688533"/>
                </a:lnTo>
                <a:lnTo>
                  <a:pt x="114912" y="688145"/>
                </a:lnTo>
                <a:lnTo>
                  <a:pt x="114649" y="687772"/>
                </a:lnTo>
                <a:lnTo>
                  <a:pt x="114361" y="687415"/>
                </a:lnTo>
                <a:lnTo>
                  <a:pt x="114048" y="687075"/>
                </a:lnTo>
                <a:lnTo>
                  <a:pt x="113710" y="686754"/>
                </a:lnTo>
                <a:lnTo>
                  <a:pt x="113347" y="686453"/>
                </a:lnTo>
                <a:lnTo>
                  <a:pt x="112961" y="686174"/>
                </a:lnTo>
                <a:lnTo>
                  <a:pt x="112552" y="685919"/>
                </a:lnTo>
                <a:lnTo>
                  <a:pt x="112126" y="685691"/>
                </a:lnTo>
                <a:lnTo>
                  <a:pt x="111691" y="685496"/>
                </a:lnTo>
                <a:lnTo>
                  <a:pt x="111250" y="685332"/>
                </a:lnTo>
                <a:lnTo>
                  <a:pt x="110803" y="685199"/>
                </a:lnTo>
                <a:lnTo>
                  <a:pt x="110352" y="685097"/>
                </a:lnTo>
                <a:lnTo>
                  <a:pt x="109899" y="685025"/>
                </a:lnTo>
                <a:lnTo>
                  <a:pt x="109444" y="684983"/>
                </a:lnTo>
                <a:lnTo>
                  <a:pt x="108989" y="684971"/>
                </a:lnTo>
                <a:lnTo>
                  <a:pt x="108537" y="684988"/>
                </a:lnTo>
                <a:lnTo>
                  <a:pt x="108087" y="685034"/>
                </a:lnTo>
                <a:lnTo>
                  <a:pt x="107642" y="685109"/>
                </a:lnTo>
                <a:lnTo>
                  <a:pt x="107203" y="685211"/>
                </a:lnTo>
                <a:lnTo>
                  <a:pt x="106771" y="685341"/>
                </a:lnTo>
                <a:lnTo>
                  <a:pt x="106348" y="685499"/>
                </a:lnTo>
                <a:lnTo>
                  <a:pt x="105935" y="685683"/>
                </a:lnTo>
                <a:lnTo>
                  <a:pt x="105534" y="685895"/>
                </a:lnTo>
                <a:lnTo>
                  <a:pt x="105147" y="686132"/>
                </a:lnTo>
                <a:lnTo>
                  <a:pt x="104773" y="686395"/>
                </a:lnTo>
                <a:lnTo>
                  <a:pt x="104416" y="686683"/>
                </a:lnTo>
                <a:lnTo>
                  <a:pt x="104076" y="686997"/>
                </a:lnTo>
                <a:lnTo>
                  <a:pt x="103756" y="687335"/>
                </a:lnTo>
                <a:lnTo>
                  <a:pt x="103455" y="687697"/>
                </a:lnTo>
                <a:lnTo>
                  <a:pt x="103176" y="688083"/>
                </a:lnTo>
                <a:lnTo>
                  <a:pt x="102921" y="688493"/>
                </a:lnTo>
                <a:lnTo>
                  <a:pt x="66951" y="750701"/>
                </a:lnTo>
                <a:lnTo>
                  <a:pt x="64222" y="40038"/>
                </a:lnTo>
                <a:lnTo>
                  <a:pt x="100668" y="1019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8A9862-7742-4B0C-B4B9-BD42C4BD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092" y="1732975"/>
            <a:ext cx="378391" cy="913031"/>
          </a:xfrm>
          <a:custGeom xmlns:a="http://schemas.openxmlformats.org/drawingml/2006/main">
            <a:pathLst>
              <a:path w="378391" h="913031">
                <a:moveTo>
                  <a:pt x="363855" y="110870"/>
                </a:moveTo>
                <a:lnTo>
                  <a:pt x="363946" y="111344"/>
                </a:lnTo>
                <a:lnTo>
                  <a:pt x="364068" y="111804"/>
                </a:lnTo>
                <a:lnTo>
                  <a:pt x="364219" y="112250"/>
                </a:lnTo>
                <a:lnTo>
                  <a:pt x="364397" y="112681"/>
                </a:lnTo>
                <a:lnTo>
                  <a:pt x="364602" y="113095"/>
                </a:lnTo>
                <a:lnTo>
                  <a:pt x="364832" y="113493"/>
                </a:lnTo>
                <a:lnTo>
                  <a:pt x="365086" y="113872"/>
                </a:lnTo>
                <a:lnTo>
                  <a:pt x="365363" y="114233"/>
                </a:lnTo>
                <a:lnTo>
                  <a:pt x="365662" y="114574"/>
                </a:lnTo>
                <a:lnTo>
                  <a:pt x="365981" y="114894"/>
                </a:lnTo>
                <a:lnTo>
                  <a:pt x="366319" y="115193"/>
                </a:lnTo>
                <a:lnTo>
                  <a:pt x="366676" y="115469"/>
                </a:lnTo>
                <a:lnTo>
                  <a:pt x="367049" y="115723"/>
                </a:lnTo>
                <a:lnTo>
                  <a:pt x="367438" y="115952"/>
                </a:lnTo>
                <a:lnTo>
                  <a:pt x="367841" y="116156"/>
                </a:lnTo>
                <a:lnTo>
                  <a:pt x="368257" y="116335"/>
                </a:lnTo>
                <a:lnTo>
                  <a:pt x="368686" y="116486"/>
                </a:lnTo>
                <a:lnTo>
                  <a:pt x="369125" y="116611"/>
                </a:lnTo>
                <a:lnTo>
                  <a:pt x="369574" y="116706"/>
                </a:lnTo>
                <a:lnTo>
                  <a:pt x="370032" y="116773"/>
                </a:lnTo>
                <a:lnTo>
                  <a:pt x="370497" y="116809"/>
                </a:lnTo>
                <a:lnTo>
                  <a:pt x="370967" y="116814"/>
                </a:lnTo>
                <a:lnTo>
                  <a:pt x="371443" y="116787"/>
                </a:lnTo>
                <a:lnTo>
                  <a:pt x="371922" y="116728"/>
                </a:lnTo>
                <a:lnTo>
                  <a:pt x="372396" y="116636"/>
                </a:lnTo>
                <a:lnTo>
                  <a:pt x="372857" y="116514"/>
                </a:lnTo>
                <a:lnTo>
                  <a:pt x="373303" y="116364"/>
                </a:lnTo>
                <a:lnTo>
                  <a:pt x="373733" y="116186"/>
                </a:lnTo>
                <a:lnTo>
                  <a:pt x="374148" y="115981"/>
                </a:lnTo>
                <a:lnTo>
                  <a:pt x="374545" y="115751"/>
                </a:lnTo>
                <a:lnTo>
                  <a:pt x="374925" y="115497"/>
                </a:lnTo>
                <a:lnTo>
                  <a:pt x="375285" y="115220"/>
                </a:lnTo>
                <a:lnTo>
                  <a:pt x="375626" y="114922"/>
                </a:lnTo>
                <a:lnTo>
                  <a:pt x="375946" y="114603"/>
                </a:lnTo>
                <a:lnTo>
                  <a:pt x="376245" y="114264"/>
                </a:lnTo>
                <a:lnTo>
                  <a:pt x="376522" y="113908"/>
                </a:lnTo>
                <a:lnTo>
                  <a:pt x="376775" y="113535"/>
                </a:lnTo>
                <a:lnTo>
                  <a:pt x="377004" y="113146"/>
                </a:lnTo>
                <a:lnTo>
                  <a:pt x="377209" y="112743"/>
                </a:lnTo>
                <a:lnTo>
                  <a:pt x="377387" y="112326"/>
                </a:lnTo>
                <a:lnTo>
                  <a:pt x="377539" y="111898"/>
                </a:lnTo>
                <a:lnTo>
                  <a:pt x="377663" y="111458"/>
                </a:lnTo>
                <a:lnTo>
                  <a:pt x="377759" y="111009"/>
                </a:lnTo>
                <a:lnTo>
                  <a:pt x="377825" y="110552"/>
                </a:lnTo>
                <a:lnTo>
                  <a:pt x="377861" y="110087"/>
                </a:lnTo>
                <a:lnTo>
                  <a:pt x="377867" y="109616"/>
                </a:lnTo>
                <a:lnTo>
                  <a:pt x="377840" y="109141"/>
                </a:lnTo>
                <a:lnTo>
                  <a:pt x="377780" y="108662"/>
                </a:lnTo>
                <a:lnTo>
                  <a:pt x="360548" y="0"/>
                </a:lnTo>
                <a:lnTo>
                  <a:pt x="274445" y="68487"/>
                </a:lnTo>
                <a:lnTo>
                  <a:pt x="274077" y="68800"/>
                </a:lnTo>
                <a:lnTo>
                  <a:pt x="273736" y="69133"/>
                </a:lnTo>
                <a:lnTo>
                  <a:pt x="273422" y="69483"/>
                </a:lnTo>
                <a:lnTo>
                  <a:pt x="273135" y="69850"/>
                </a:lnTo>
                <a:lnTo>
                  <a:pt x="272875" y="70233"/>
                </a:lnTo>
                <a:lnTo>
                  <a:pt x="272642" y="70628"/>
                </a:lnTo>
                <a:lnTo>
                  <a:pt x="272437" y="71036"/>
                </a:lnTo>
                <a:lnTo>
                  <a:pt x="272259" y="71455"/>
                </a:lnTo>
                <a:lnTo>
                  <a:pt x="272109" y="71882"/>
                </a:lnTo>
                <a:lnTo>
                  <a:pt x="271987" y="72318"/>
                </a:lnTo>
                <a:lnTo>
                  <a:pt x="271894" y="72759"/>
                </a:lnTo>
                <a:lnTo>
                  <a:pt x="271828" y="73205"/>
                </a:lnTo>
                <a:lnTo>
                  <a:pt x="271792" y="73655"/>
                </a:lnTo>
                <a:lnTo>
                  <a:pt x="271784" y="74106"/>
                </a:lnTo>
                <a:lnTo>
                  <a:pt x="271804" y="74558"/>
                </a:lnTo>
                <a:lnTo>
                  <a:pt x="271854" y="75008"/>
                </a:lnTo>
                <a:lnTo>
                  <a:pt x="271933" y="75456"/>
                </a:lnTo>
                <a:lnTo>
                  <a:pt x="272041" y="75899"/>
                </a:lnTo>
                <a:lnTo>
                  <a:pt x="272179" y="76337"/>
                </a:lnTo>
                <a:lnTo>
                  <a:pt x="272346" y="76768"/>
                </a:lnTo>
                <a:lnTo>
                  <a:pt x="272543" y="77190"/>
                </a:lnTo>
                <a:lnTo>
                  <a:pt x="272771" y="77603"/>
                </a:lnTo>
                <a:lnTo>
                  <a:pt x="273028" y="78003"/>
                </a:lnTo>
                <a:lnTo>
                  <a:pt x="273316" y="78391"/>
                </a:lnTo>
                <a:lnTo>
                  <a:pt x="273629" y="78759"/>
                </a:lnTo>
                <a:lnTo>
                  <a:pt x="273962" y="79100"/>
                </a:lnTo>
                <a:lnTo>
                  <a:pt x="274312" y="79414"/>
                </a:lnTo>
                <a:lnTo>
                  <a:pt x="274679" y="79701"/>
                </a:lnTo>
                <a:lnTo>
                  <a:pt x="275062" y="79961"/>
                </a:lnTo>
                <a:lnTo>
                  <a:pt x="275457" y="80194"/>
                </a:lnTo>
                <a:lnTo>
                  <a:pt x="275865" y="80399"/>
                </a:lnTo>
                <a:lnTo>
                  <a:pt x="276284" y="80577"/>
                </a:lnTo>
                <a:lnTo>
                  <a:pt x="276711" y="80727"/>
                </a:lnTo>
                <a:lnTo>
                  <a:pt x="277147" y="80848"/>
                </a:lnTo>
                <a:lnTo>
                  <a:pt x="277588" y="80942"/>
                </a:lnTo>
                <a:lnTo>
                  <a:pt x="278034" y="81007"/>
                </a:lnTo>
                <a:lnTo>
                  <a:pt x="278484" y="81044"/>
                </a:lnTo>
                <a:lnTo>
                  <a:pt x="278935" y="81052"/>
                </a:lnTo>
                <a:lnTo>
                  <a:pt x="279387" y="81032"/>
                </a:lnTo>
                <a:lnTo>
                  <a:pt x="279837" y="80982"/>
                </a:lnTo>
                <a:lnTo>
                  <a:pt x="280285" y="80903"/>
                </a:lnTo>
                <a:lnTo>
                  <a:pt x="280729" y="80795"/>
                </a:lnTo>
                <a:lnTo>
                  <a:pt x="281167" y="80657"/>
                </a:lnTo>
                <a:lnTo>
                  <a:pt x="281598" y="80490"/>
                </a:lnTo>
                <a:lnTo>
                  <a:pt x="282020" y="80293"/>
                </a:lnTo>
                <a:lnTo>
                  <a:pt x="282433" y="80066"/>
                </a:lnTo>
                <a:lnTo>
                  <a:pt x="282834" y="79808"/>
                </a:lnTo>
                <a:lnTo>
                  <a:pt x="283222" y="79521"/>
                </a:lnTo>
                <a:lnTo>
                  <a:pt x="339459" y="34790"/>
                </a:lnTo>
                <a:lnTo>
                  <a:pt x="0" y="907923"/>
                </a:lnTo>
                <a:lnTo>
                  <a:pt x="13142" y="913031"/>
                </a:lnTo>
                <a:lnTo>
                  <a:pt x="352601" y="39899"/>
                </a:lnTo>
                <a:lnTo>
                  <a:pt x="363855" y="1108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6.Feedback">
            <a:extLst xmlns:a="http://schemas.openxmlformats.org/drawingml/2006/main">
              <a:ext uri="{FF2B5EF4-FFF2-40B4-BE49-F238E27FC236}">
                <a16:creationId xmlns:a16="http://schemas.microsoft.com/office/drawing/2014/main" id="{E596A808-4146-4A08-8763-694B0418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883" y="1599829"/>
            <a:ext cx="1147233" cy="169696"/>
          </a:xfrm>
          <a:custGeom xmlns:a="http://schemas.openxmlformats.org/drawingml/2006/main">
            <a:pathLst>
              <a:path w="1147233" h="169696">
                <a:moveTo>
                  <a:pt x="97136" y="4447"/>
                </a:moveTo>
                <a:lnTo>
                  <a:pt x="97136" y="8777"/>
                </a:lnTo>
                <a:cubicBezTo>
                  <a:pt x="86838" y="9792"/>
                  <a:pt x="78431" y="11840"/>
                  <a:pt x="71916" y="14922"/>
                </a:cubicBezTo>
                <a:cubicBezTo>
                  <a:pt x="65401" y="18003"/>
                  <a:pt x="58965" y="22704"/>
                  <a:pt x="52606" y="29024"/>
                </a:cubicBezTo>
                <a:cubicBezTo>
                  <a:pt x="46247" y="35344"/>
                  <a:pt x="40981" y="42385"/>
                  <a:pt x="36807" y="50148"/>
                </a:cubicBezTo>
                <a:cubicBezTo>
                  <a:pt x="32632" y="57911"/>
                  <a:pt x="29141" y="67137"/>
                  <a:pt x="26332" y="77826"/>
                </a:cubicBezTo>
                <a:cubicBezTo>
                  <a:pt x="37567" y="70102"/>
                  <a:pt x="48841" y="66240"/>
                  <a:pt x="60154" y="66240"/>
                </a:cubicBezTo>
                <a:cubicBezTo>
                  <a:pt x="70999" y="66240"/>
                  <a:pt x="80401" y="70609"/>
                  <a:pt x="88359" y="79348"/>
                </a:cubicBezTo>
                <a:cubicBezTo>
                  <a:pt x="96317" y="88086"/>
                  <a:pt x="100296" y="99321"/>
                  <a:pt x="100296" y="113053"/>
                </a:cubicBezTo>
                <a:cubicBezTo>
                  <a:pt x="100296" y="126316"/>
                  <a:pt x="96278" y="138410"/>
                  <a:pt x="88242" y="149333"/>
                </a:cubicBezTo>
                <a:cubicBezTo>
                  <a:pt x="78567" y="162596"/>
                  <a:pt x="65772" y="169228"/>
                  <a:pt x="49856" y="169228"/>
                </a:cubicBezTo>
                <a:cubicBezTo>
                  <a:pt x="39011" y="169228"/>
                  <a:pt x="29804" y="165639"/>
                  <a:pt x="22236" y="158461"/>
                </a:cubicBezTo>
                <a:cubicBezTo>
                  <a:pt x="7412" y="144495"/>
                  <a:pt x="0" y="126394"/>
                  <a:pt x="0" y="104158"/>
                </a:cubicBezTo>
                <a:cubicBezTo>
                  <a:pt x="0" y="89959"/>
                  <a:pt x="2848" y="76461"/>
                  <a:pt x="8543" y="63665"/>
                </a:cubicBezTo>
                <a:cubicBezTo>
                  <a:pt x="14239" y="50870"/>
                  <a:pt x="22373" y="39518"/>
                  <a:pt x="32944" y="29609"/>
                </a:cubicBezTo>
                <a:cubicBezTo>
                  <a:pt x="43516" y="19700"/>
                  <a:pt x="53640" y="13030"/>
                  <a:pt x="63314" y="9597"/>
                </a:cubicBezTo>
                <a:cubicBezTo>
                  <a:pt x="72989" y="6164"/>
                  <a:pt x="82000" y="4447"/>
                  <a:pt x="90349" y="4447"/>
                </a:cubicBezTo>
                <a:lnTo>
                  <a:pt x="97136" y="4447"/>
                </a:lnTo>
                <a:moveTo>
                  <a:pt x="24343" y="86370"/>
                </a:moveTo>
                <a:cubicBezTo>
                  <a:pt x="22938" y="96902"/>
                  <a:pt x="22236" y="105407"/>
                  <a:pt x="22236" y="111883"/>
                </a:cubicBezTo>
                <a:cubicBezTo>
                  <a:pt x="22236" y="119373"/>
                  <a:pt x="23621" y="127506"/>
                  <a:pt x="26391" y="136284"/>
                </a:cubicBezTo>
                <a:cubicBezTo>
                  <a:pt x="29160" y="145061"/>
                  <a:pt x="33276" y="152024"/>
                  <a:pt x="38738" y="157174"/>
                </a:cubicBezTo>
                <a:cubicBezTo>
                  <a:pt x="42717" y="160841"/>
                  <a:pt x="47554" y="162674"/>
                  <a:pt x="53250" y="162674"/>
                </a:cubicBezTo>
                <a:cubicBezTo>
                  <a:pt x="60037" y="162674"/>
                  <a:pt x="66104" y="159475"/>
                  <a:pt x="71448" y="153078"/>
                </a:cubicBezTo>
                <a:cubicBezTo>
                  <a:pt x="76792" y="146680"/>
                  <a:pt x="79465" y="137552"/>
                  <a:pt x="79465" y="125692"/>
                </a:cubicBezTo>
                <a:cubicBezTo>
                  <a:pt x="79465" y="112351"/>
                  <a:pt x="76812" y="100803"/>
                  <a:pt x="71506" y="91051"/>
                </a:cubicBezTo>
                <a:cubicBezTo>
                  <a:pt x="66201" y="81298"/>
                  <a:pt x="58672" y="76422"/>
                  <a:pt x="48919" y="76422"/>
                </a:cubicBezTo>
                <a:cubicBezTo>
                  <a:pt x="45955" y="76422"/>
                  <a:pt x="42775" y="77046"/>
                  <a:pt x="39381" y="78294"/>
                </a:cubicBezTo>
                <a:cubicBezTo>
                  <a:pt x="35987" y="79543"/>
                  <a:pt x="30974" y="82234"/>
                  <a:pt x="24343" y="86370"/>
                </a:cubicBezTo>
                <a:close/>
                <a:moveTo>
                  <a:pt x="139502" y="143715"/>
                </a:moveTo>
                <a:cubicBezTo>
                  <a:pt x="143169" y="143715"/>
                  <a:pt x="146251" y="144983"/>
                  <a:pt x="148748" y="147519"/>
                </a:cubicBezTo>
                <a:cubicBezTo>
                  <a:pt x="151245" y="150054"/>
                  <a:pt x="152493" y="153117"/>
                  <a:pt x="152493" y="156706"/>
                </a:cubicBezTo>
                <a:cubicBezTo>
                  <a:pt x="152493" y="160295"/>
                  <a:pt x="151225" y="163357"/>
                  <a:pt x="148689" y="165893"/>
                </a:cubicBezTo>
                <a:cubicBezTo>
                  <a:pt x="146154" y="168428"/>
                  <a:pt x="143091" y="169696"/>
                  <a:pt x="139502" y="169696"/>
                </a:cubicBezTo>
                <a:cubicBezTo>
                  <a:pt x="135913" y="169696"/>
                  <a:pt x="132851" y="168428"/>
                  <a:pt x="130315" y="165893"/>
                </a:cubicBezTo>
                <a:cubicBezTo>
                  <a:pt x="127780" y="163357"/>
                  <a:pt x="126512" y="160295"/>
                  <a:pt x="126512" y="156706"/>
                </a:cubicBezTo>
                <a:cubicBezTo>
                  <a:pt x="126512" y="153039"/>
                  <a:pt x="127780" y="149957"/>
                  <a:pt x="130315" y="147460"/>
                </a:cubicBezTo>
                <a:cubicBezTo>
                  <a:pt x="132851" y="144964"/>
                  <a:pt x="135913" y="143715"/>
                  <a:pt x="139502" y="143715"/>
                </a:cubicBezTo>
                <a:close/>
                <a:moveTo>
                  <a:pt x="278418" y="16384"/>
                </a:moveTo>
                <a:lnTo>
                  <a:pt x="278418" y="78645"/>
                </a:lnTo>
                <a:lnTo>
                  <a:pt x="307325" y="78645"/>
                </a:lnTo>
                <a:cubicBezTo>
                  <a:pt x="313957" y="78645"/>
                  <a:pt x="318814" y="77183"/>
                  <a:pt x="321896" y="74257"/>
                </a:cubicBezTo>
                <a:cubicBezTo>
                  <a:pt x="324978" y="71331"/>
                  <a:pt x="327026" y="65538"/>
                  <a:pt x="328040" y="56878"/>
                </a:cubicBezTo>
                <a:lnTo>
                  <a:pt x="332370" y="56878"/>
                </a:lnTo>
                <a:lnTo>
                  <a:pt x="332370" y="110712"/>
                </a:lnTo>
                <a:lnTo>
                  <a:pt x="328040" y="110712"/>
                </a:lnTo>
                <a:cubicBezTo>
                  <a:pt x="327962" y="104517"/>
                  <a:pt x="327162" y="99968"/>
                  <a:pt x="325641" y="97067"/>
                </a:cubicBezTo>
                <a:cubicBezTo>
                  <a:pt x="324119" y="94163"/>
                  <a:pt x="322013" y="91986"/>
                  <a:pt x="319321" y="90535"/>
                </a:cubicBezTo>
                <a:cubicBezTo>
                  <a:pt x="316629" y="89084"/>
                  <a:pt x="312631" y="88359"/>
                  <a:pt x="307325" y="88359"/>
                </a:cubicBezTo>
                <a:lnTo>
                  <a:pt x="278418" y="88359"/>
                </a:lnTo>
                <a:lnTo>
                  <a:pt x="278418" y="138295"/>
                </a:lnTo>
                <a:cubicBezTo>
                  <a:pt x="278418" y="146344"/>
                  <a:pt x="278926" y="151658"/>
                  <a:pt x="279940" y="154237"/>
                </a:cubicBezTo>
                <a:cubicBezTo>
                  <a:pt x="280720" y="156190"/>
                  <a:pt x="282358" y="157870"/>
                  <a:pt x="284855" y="159277"/>
                </a:cubicBezTo>
                <a:cubicBezTo>
                  <a:pt x="288288" y="161152"/>
                  <a:pt x="291877" y="162089"/>
                  <a:pt x="295622" y="162089"/>
                </a:cubicBezTo>
                <a:lnTo>
                  <a:pt x="301357" y="162089"/>
                </a:lnTo>
                <a:lnTo>
                  <a:pt x="301357" y="166419"/>
                </a:lnTo>
                <a:lnTo>
                  <a:pt x="233244" y="166419"/>
                </a:lnTo>
                <a:lnTo>
                  <a:pt x="233244" y="162089"/>
                </a:lnTo>
                <a:lnTo>
                  <a:pt x="238862" y="162089"/>
                </a:lnTo>
                <a:cubicBezTo>
                  <a:pt x="245415" y="162089"/>
                  <a:pt x="250175" y="160178"/>
                  <a:pt x="253139" y="156355"/>
                </a:cubicBezTo>
                <a:cubicBezTo>
                  <a:pt x="255012" y="153858"/>
                  <a:pt x="255948" y="147850"/>
                  <a:pt x="255948" y="138332"/>
                </a:cubicBezTo>
                <a:lnTo>
                  <a:pt x="255948" y="35812"/>
                </a:lnTo>
                <a:cubicBezTo>
                  <a:pt x="255948" y="27776"/>
                  <a:pt x="255441" y="22470"/>
                  <a:pt x="254427" y="19895"/>
                </a:cubicBezTo>
                <a:cubicBezTo>
                  <a:pt x="253647" y="17945"/>
                  <a:pt x="252047" y="16267"/>
                  <a:pt x="249629" y="14863"/>
                </a:cubicBezTo>
                <a:cubicBezTo>
                  <a:pt x="246274" y="12991"/>
                  <a:pt x="242685" y="12054"/>
                  <a:pt x="238862" y="12054"/>
                </a:cubicBezTo>
                <a:lnTo>
                  <a:pt x="233244" y="12054"/>
                </a:lnTo>
                <a:lnTo>
                  <a:pt x="233244" y="7724"/>
                </a:lnTo>
                <a:lnTo>
                  <a:pt x="351329" y="7724"/>
                </a:lnTo>
                <a:lnTo>
                  <a:pt x="352851" y="42600"/>
                </a:lnTo>
                <a:lnTo>
                  <a:pt x="348755" y="42600"/>
                </a:lnTo>
                <a:cubicBezTo>
                  <a:pt x="346726" y="35188"/>
                  <a:pt x="344366" y="29746"/>
                  <a:pt x="341674" y="26274"/>
                </a:cubicBezTo>
                <a:cubicBezTo>
                  <a:pt x="338982" y="22802"/>
                  <a:pt x="335666" y="20286"/>
                  <a:pt x="331726" y="18725"/>
                </a:cubicBezTo>
                <a:cubicBezTo>
                  <a:pt x="327786" y="17165"/>
                  <a:pt x="321681" y="16384"/>
                  <a:pt x="313411" y="16384"/>
                </a:cubicBezTo>
                <a:lnTo>
                  <a:pt x="278418" y="16384"/>
                </a:lnTo>
                <a:close/>
                <a:moveTo>
                  <a:pt x="388829" y="99711"/>
                </a:moveTo>
                <a:cubicBezTo>
                  <a:pt x="388751" y="115591"/>
                  <a:pt x="392613" y="128046"/>
                  <a:pt x="400415" y="137077"/>
                </a:cubicBezTo>
                <a:cubicBezTo>
                  <a:pt x="408217" y="146106"/>
                  <a:pt x="417385" y="150620"/>
                  <a:pt x="427918" y="150620"/>
                </a:cubicBezTo>
                <a:cubicBezTo>
                  <a:pt x="434940" y="150620"/>
                  <a:pt x="441045" y="148689"/>
                  <a:pt x="446233" y="144827"/>
                </a:cubicBezTo>
                <a:cubicBezTo>
                  <a:pt x="451422" y="140965"/>
                  <a:pt x="455771" y="134353"/>
                  <a:pt x="459282" y="124990"/>
                </a:cubicBezTo>
                <a:lnTo>
                  <a:pt x="462910" y="127331"/>
                </a:lnTo>
                <a:cubicBezTo>
                  <a:pt x="461272" y="138020"/>
                  <a:pt x="456513" y="147753"/>
                  <a:pt x="448632" y="156530"/>
                </a:cubicBezTo>
                <a:cubicBezTo>
                  <a:pt x="440752" y="165308"/>
                  <a:pt x="430883" y="169696"/>
                  <a:pt x="419023" y="169696"/>
                </a:cubicBezTo>
                <a:cubicBezTo>
                  <a:pt x="406150" y="169696"/>
                  <a:pt x="395129" y="164694"/>
                  <a:pt x="385962" y="154691"/>
                </a:cubicBezTo>
                <a:cubicBezTo>
                  <a:pt x="376794" y="144684"/>
                  <a:pt x="372211" y="131233"/>
                  <a:pt x="372211" y="114337"/>
                </a:cubicBezTo>
                <a:cubicBezTo>
                  <a:pt x="372211" y="96041"/>
                  <a:pt x="376911" y="81774"/>
                  <a:pt x="386313" y="71536"/>
                </a:cubicBezTo>
                <a:cubicBezTo>
                  <a:pt x="395715" y="61295"/>
                  <a:pt x="407515" y="56175"/>
                  <a:pt x="421715" y="56175"/>
                </a:cubicBezTo>
                <a:cubicBezTo>
                  <a:pt x="433730" y="56175"/>
                  <a:pt x="443600" y="60125"/>
                  <a:pt x="451324" y="68025"/>
                </a:cubicBezTo>
                <a:cubicBezTo>
                  <a:pt x="459048" y="75922"/>
                  <a:pt x="462910" y="86484"/>
                  <a:pt x="462910" y="99711"/>
                </a:cubicBezTo>
                <a:lnTo>
                  <a:pt x="388829" y="99711"/>
                </a:lnTo>
                <a:moveTo>
                  <a:pt x="388829" y="92923"/>
                </a:moveTo>
                <a:lnTo>
                  <a:pt x="438451" y="92923"/>
                </a:lnTo>
                <a:cubicBezTo>
                  <a:pt x="438061" y="86057"/>
                  <a:pt x="437241" y="81220"/>
                  <a:pt x="435993" y="78411"/>
                </a:cubicBezTo>
                <a:cubicBezTo>
                  <a:pt x="434042" y="74042"/>
                  <a:pt x="431136" y="70609"/>
                  <a:pt x="427274" y="68113"/>
                </a:cubicBezTo>
                <a:cubicBezTo>
                  <a:pt x="423412" y="65616"/>
                  <a:pt x="419374" y="64368"/>
                  <a:pt x="415161" y="64368"/>
                </a:cubicBezTo>
                <a:cubicBezTo>
                  <a:pt x="408686" y="64368"/>
                  <a:pt x="402892" y="66884"/>
                  <a:pt x="397782" y="71916"/>
                </a:cubicBezTo>
                <a:cubicBezTo>
                  <a:pt x="392672" y="76948"/>
                  <a:pt x="389687" y="83951"/>
                  <a:pt x="388829" y="92923"/>
                </a:cubicBezTo>
                <a:close/>
                <a:moveTo>
                  <a:pt x="494577" y="99711"/>
                </a:moveTo>
                <a:cubicBezTo>
                  <a:pt x="494499" y="115591"/>
                  <a:pt x="498361" y="128046"/>
                  <a:pt x="506163" y="137077"/>
                </a:cubicBezTo>
                <a:cubicBezTo>
                  <a:pt x="513965" y="146106"/>
                  <a:pt x="523133" y="150620"/>
                  <a:pt x="533666" y="150620"/>
                </a:cubicBezTo>
                <a:cubicBezTo>
                  <a:pt x="540687" y="150620"/>
                  <a:pt x="546793" y="148689"/>
                  <a:pt x="551981" y="144827"/>
                </a:cubicBezTo>
                <a:cubicBezTo>
                  <a:pt x="557169" y="140965"/>
                  <a:pt x="561519" y="134353"/>
                  <a:pt x="565030" y="124990"/>
                </a:cubicBezTo>
                <a:lnTo>
                  <a:pt x="568658" y="127331"/>
                </a:lnTo>
                <a:cubicBezTo>
                  <a:pt x="567020" y="138020"/>
                  <a:pt x="562260" y="147753"/>
                  <a:pt x="554380" y="156530"/>
                </a:cubicBezTo>
                <a:cubicBezTo>
                  <a:pt x="546500" y="165308"/>
                  <a:pt x="536630" y="169696"/>
                  <a:pt x="524771" y="169696"/>
                </a:cubicBezTo>
                <a:cubicBezTo>
                  <a:pt x="511898" y="169696"/>
                  <a:pt x="500877" y="164694"/>
                  <a:pt x="491710" y="154691"/>
                </a:cubicBezTo>
                <a:cubicBezTo>
                  <a:pt x="482542" y="144684"/>
                  <a:pt x="477958" y="131233"/>
                  <a:pt x="477958" y="114337"/>
                </a:cubicBezTo>
                <a:cubicBezTo>
                  <a:pt x="477958" y="96041"/>
                  <a:pt x="482659" y="81774"/>
                  <a:pt x="492061" y="71536"/>
                </a:cubicBezTo>
                <a:cubicBezTo>
                  <a:pt x="501462" y="61295"/>
                  <a:pt x="513263" y="56175"/>
                  <a:pt x="527463" y="56175"/>
                </a:cubicBezTo>
                <a:cubicBezTo>
                  <a:pt x="539478" y="56175"/>
                  <a:pt x="549348" y="60125"/>
                  <a:pt x="557072" y="68025"/>
                </a:cubicBezTo>
                <a:cubicBezTo>
                  <a:pt x="564796" y="75922"/>
                  <a:pt x="568658" y="86484"/>
                  <a:pt x="568658" y="99711"/>
                </a:cubicBezTo>
                <a:lnTo>
                  <a:pt x="494577" y="99711"/>
                </a:lnTo>
                <a:moveTo>
                  <a:pt x="494577" y="92923"/>
                </a:moveTo>
                <a:lnTo>
                  <a:pt x="544198" y="92923"/>
                </a:lnTo>
                <a:cubicBezTo>
                  <a:pt x="543808" y="86057"/>
                  <a:pt x="542989" y="81220"/>
                  <a:pt x="541741" y="78411"/>
                </a:cubicBezTo>
                <a:cubicBezTo>
                  <a:pt x="539790" y="74042"/>
                  <a:pt x="536884" y="70609"/>
                  <a:pt x="533022" y="68113"/>
                </a:cubicBezTo>
                <a:cubicBezTo>
                  <a:pt x="529160" y="65616"/>
                  <a:pt x="525122" y="64368"/>
                  <a:pt x="520909" y="64368"/>
                </a:cubicBezTo>
                <a:cubicBezTo>
                  <a:pt x="514433" y="64368"/>
                  <a:pt x="508640" y="66884"/>
                  <a:pt x="503530" y="71916"/>
                </a:cubicBezTo>
                <a:cubicBezTo>
                  <a:pt x="498419" y="76948"/>
                  <a:pt x="495435" y="83951"/>
                  <a:pt x="494577" y="92923"/>
                </a:cubicBezTo>
                <a:close/>
                <a:moveTo>
                  <a:pt x="658021" y="154365"/>
                </a:moveTo>
                <a:cubicBezTo>
                  <a:pt x="652793" y="159827"/>
                  <a:pt x="647683" y="163747"/>
                  <a:pt x="642689" y="166127"/>
                </a:cubicBezTo>
                <a:cubicBezTo>
                  <a:pt x="637696" y="168506"/>
                  <a:pt x="632313" y="169696"/>
                  <a:pt x="626539" y="169696"/>
                </a:cubicBezTo>
                <a:cubicBezTo>
                  <a:pt x="614836" y="169696"/>
                  <a:pt x="604615" y="164811"/>
                  <a:pt x="595877" y="155042"/>
                </a:cubicBezTo>
                <a:cubicBezTo>
                  <a:pt x="587138" y="145270"/>
                  <a:pt x="582769" y="132713"/>
                  <a:pt x="582769" y="117372"/>
                </a:cubicBezTo>
                <a:cubicBezTo>
                  <a:pt x="582769" y="102034"/>
                  <a:pt x="587606" y="87999"/>
                  <a:pt x="597281" y="75270"/>
                </a:cubicBezTo>
                <a:cubicBezTo>
                  <a:pt x="606956" y="62540"/>
                  <a:pt x="619400" y="56175"/>
                  <a:pt x="634614" y="56175"/>
                </a:cubicBezTo>
                <a:cubicBezTo>
                  <a:pt x="644055" y="56175"/>
                  <a:pt x="651857" y="59179"/>
                  <a:pt x="658021" y="65187"/>
                </a:cubicBezTo>
                <a:lnTo>
                  <a:pt x="658021" y="45365"/>
                </a:lnTo>
                <a:cubicBezTo>
                  <a:pt x="658021" y="33064"/>
                  <a:pt x="657728" y="25503"/>
                  <a:pt x="657143" y="22682"/>
                </a:cubicBezTo>
                <a:cubicBezTo>
                  <a:pt x="656558" y="19861"/>
                  <a:pt x="655641" y="17942"/>
                  <a:pt x="654393" y="16926"/>
                </a:cubicBezTo>
                <a:cubicBezTo>
                  <a:pt x="653144" y="15907"/>
                  <a:pt x="651584" y="15397"/>
                  <a:pt x="649711" y="15397"/>
                </a:cubicBezTo>
                <a:cubicBezTo>
                  <a:pt x="647683" y="15397"/>
                  <a:pt x="644991" y="16024"/>
                  <a:pt x="641636" y="17277"/>
                </a:cubicBezTo>
                <a:lnTo>
                  <a:pt x="640115" y="13162"/>
                </a:lnTo>
                <a:lnTo>
                  <a:pt x="672064" y="0"/>
                </a:lnTo>
                <a:lnTo>
                  <a:pt x="677331" y="0"/>
                </a:lnTo>
                <a:lnTo>
                  <a:pt x="677331" y="123937"/>
                </a:lnTo>
                <a:cubicBezTo>
                  <a:pt x="677331" y="136498"/>
                  <a:pt x="677623" y="144164"/>
                  <a:pt x="678209" y="146934"/>
                </a:cubicBezTo>
                <a:cubicBezTo>
                  <a:pt x="678794" y="149703"/>
                  <a:pt x="679730" y="151634"/>
                  <a:pt x="681017" y="152727"/>
                </a:cubicBezTo>
                <a:cubicBezTo>
                  <a:pt x="682305" y="153819"/>
                  <a:pt x="683807" y="154365"/>
                  <a:pt x="685523" y="154365"/>
                </a:cubicBezTo>
                <a:cubicBezTo>
                  <a:pt x="687630" y="154365"/>
                  <a:pt x="690438" y="153702"/>
                  <a:pt x="693949" y="152376"/>
                </a:cubicBezTo>
                <a:lnTo>
                  <a:pt x="695237" y="156472"/>
                </a:lnTo>
                <a:lnTo>
                  <a:pt x="663404" y="169696"/>
                </a:lnTo>
                <a:lnTo>
                  <a:pt x="658021" y="169696"/>
                </a:lnTo>
                <a:lnTo>
                  <a:pt x="658021" y="154365"/>
                </a:lnTo>
                <a:moveTo>
                  <a:pt x="658021" y="146198"/>
                </a:moveTo>
                <a:lnTo>
                  <a:pt x="658021" y="91098"/>
                </a:lnTo>
                <a:cubicBezTo>
                  <a:pt x="657552" y="85805"/>
                  <a:pt x="656148" y="80980"/>
                  <a:pt x="653807" y="76623"/>
                </a:cubicBezTo>
                <a:cubicBezTo>
                  <a:pt x="651467" y="72264"/>
                  <a:pt x="648365" y="68976"/>
                  <a:pt x="644503" y="66759"/>
                </a:cubicBezTo>
                <a:cubicBezTo>
                  <a:pt x="640641" y="64541"/>
                  <a:pt x="636877" y="63431"/>
                  <a:pt x="633210" y="63431"/>
                </a:cubicBezTo>
                <a:cubicBezTo>
                  <a:pt x="626344" y="63431"/>
                  <a:pt x="620219" y="66506"/>
                  <a:pt x="614836" y="72655"/>
                </a:cubicBezTo>
                <a:cubicBezTo>
                  <a:pt x="607736" y="80747"/>
                  <a:pt x="604186" y="92576"/>
                  <a:pt x="604186" y="108141"/>
                </a:cubicBezTo>
                <a:cubicBezTo>
                  <a:pt x="604186" y="123862"/>
                  <a:pt x="607619" y="135907"/>
                  <a:pt x="614485" y="144275"/>
                </a:cubicBezTo>
                <a:cubicBezTo>
                  <a:pt x="621351" y="152640"/>
                  <a:pt x="628997" y="156823"/>
                  <a:pt x="637423" y="156823"/>
                </a:cubicBezTo>
                <a:cubicBezTo>
                  <a:pt x="644523" y="156823"/>
                  <a:pt x="651389" y="153281"/>
                  <a:pt x="658021" y="146198"/>
                </a:cubicBezTo>
                <a:close/>
                <a:moveTo>
                  <a:pt x="731517" y="77826"/>
                </a:moveTo>
                <a:cubicBezTo>
                  <a:pt x="741894" y="63392"/>
                  <a:pt x="753090" y="56175"/>
                  <a:pt x="765105" y="56175"/>
                </a:cubicBezTo>
                <a:cubicBezTo>
                  <a:pt x="776106" y="56175"/>
                  <a:pt x="785703" y="60871"/>
                  <a:pt x="793895" y="70263"/>
                </a:cubicBezTo>
                <a:cubicBezTo>
                  <a:pt x="802087" y="79655"/>
                  <a:pt x="806183" y="92495"/>
                  <a:pt x="806183" y="108785"/>
                </a:cubicBezTo>
                <a:cubicBezTo>
                  <a:pt x="806183" y="127803"/>
                  <a:pt x="799864" y="143118"/>
                  <a:pt x="787224" y="154731"/>
                </a:cubicBezTo>
                <a:cubicBezTo>
                  <a:pt x="776379" y="164708"/>
                  <a:pt x="764286" y="169696"/>
                  <a:pt x="750944" y="169696"/>
                </a:cubicBezTo>
                <a:cubicBezTo>
                  <a:pt x="744703" y="169696"/>
                  <a:pt x="738363" y="168565"/>
                  <a:pt x="731927" y="166302"/>
                </a:cubicBezTo>
                <a:cubicBezTo>
                  <a:pt x="725490" y="164040"/>
                  <a:pt x="718916" y="160646"/>
                  <a:pt x="712207" y="156121"/>
                </a:cubicBezTo>
                <a:lnTo>
                  <a:pt x="712207" y="45057"/>
                </a:lnTo>
                <a:cubicBezTo>
                  <a:pt x="712207" y="32886"/>
                  <a:pt x="711914" y="25396"/>
                  <a:pt x="711329" y="22587"/>
                </a:cubicBezTo>
                <a:cubicBezTo>
                  <a:pt x="710744" y="19778"/>
                  <a:pt x="709827" y="17867"/>
                  <a:pt x="708579" y="16853"/>
                </a:cubicBezTo>
                <a:cubicBezTo>
                  <a:pt x="707330" y="15838"/>
                  <a:pt x="705770" y="15331"/>
                  <a:pt x="703897" y="15331"/>
                </a:cubicBezTo>
                <a:cubicBezTo>
                  <a:pt x="701713" y="15331"/>
                  <a:pt x="698982" y="15955"/>
                  <a:pt x="695705" y="17204"/>
                </a:cubicBezTo>
                <a:lnTo>
                  <a:pt x="694067" y="13108"/>
                </a:lnTo>
                <a:lnTo>
                  <a:pt x="726250" y="0"/>
                </a:lnTo>
                <a:lnTo>
                  <a:pt x="731517" y="0"/>
                </a:lnTo>
                <a:lnTo>
                  <a:pt x="731517" y="77826"/>
                </a:lnTo>
                <a:moveTo>
                  <a:pt x="731517" y="85283"/>
                </a:moveTo>
                <a:lnTo>
                  <a:pt x="731517" y="149249"/>
                </a:lnTo>
                <a:cubicBezTo>
                  <a:pt x="735496" y="153137"/>
                  <a:pt x="739612" y="156074"/>
                  <a:pt x="743864" y="158059"/>
                </a:cubicBezTo>
                <a:cubicBezTo>
                  <a:pt x="748116" y="160044"/>
                  <a:pt x="752466" y="161036"/>
                  <a:pt x="756913" y="161036"/>
                </a:cubicBezTo>
                <a:cubicBezTo>
                  <a:pt x="764013" y="161036"/>
                  <a:pt x="770625" y="157146"/>
                  <a:pt x="776750" y="149366"/>
                </a:cubicBezTo>
                <a:cubicBezTo>
                  <a:pt x="782874" y="141583"/>
                  <a:pt x="785937" y="130260"/>
                  <a:pt x="785937" y="115397"/>
                </a:cubicBezTo>
                <a:cubicBezTo>
                  <a:pt x="785937" y="101702"/>
                  <a:pt x="782874" y="91178"/>
                  <a:pt x="776750" y="83824"/>
                </a:cubicBezTo>
                <a:cubicBezTo>
                  <a:pt x="770625" y="76471"/>
                  <a:pt x="763662" y="72794"/>
                  <a:pt x="755860" y="72794"/>
                </a:cubicBezTo>
                <a:cubicBezTo>
                  <a:pt x="751724" y="72794"/>
                  <a:pt x="747589" y="73845"/>
                  <a:pt x="743454" y="75946"/>
                </a:cubicBezTo>
                <a:cubicBezTo>
                  <a:pt x="740333" y="77502"/>
                  <a:pt x="736354" y="80614"/>
                  <a:pt x="731517" y="85283"/>
                </a:cubicBezTo>
                <a:close/>
                <a:moveTo>
                  <a:pt x="882722" y="150971"/>
                </a:moveTo>
                <a:cubicBezTo>
                  <a:pt x="871721" y="159475"/>
                  <a:pt x="864817" y="164391"/>
                  <a:pt x="862008" y="165717"/>
                </a:cubicBezTo>
                <a:cubicBezTo>
                  <a:pt x="857795" y="167746"/>
                  <a:pt x="853308" y="168760"/>
                  <a:pt x="848549" y="168760"/>
                </a:cubicBezTo>
                <a:cubicBezTo>
                  <a:pt x="841137" y="168760"/>
                  <a:pt x="835032" y="166224"/>
                  <a:pt x="830234" y="161153"/>
                </a:cubicBezTo>
                <a:cubicBezTo>
                  <a:pt x="825435" y="156082"/>
                  <a:pt x="823036" y="149411"/>
                  <a:pt x="823036" y="141140"/>
                </a:cubicBezTo>
                <a:cubicBezTo>
                  <a:pt x="823036" y="135913"/>
                  <a:pt x="824206" y="131388"/>
                  <a:pt x="826547" y="127565"/>
                </a:cubicBezTo>
                <a:cubicBezTo>
                  <a:pt x="829746" y="122259"/>
                  <a:pt x="835305" y="117266"/>
                  <a:pt x="843224" y="112585"/>
                </a:cubicBezTo>
                <a:cubicBezTo>
                  <a:pt x="851143" y="107903"/>
                  <a:pt x="864309" y="102208"/>
                  <a:pt x="882722" y="95498"/>
                </a:cubicBezTo>
                <a:lnTo>
                  <a:pt x="882722" y="91285"/>
                </a:lnTo>
                <a:cubicBezTo>
                  <a:pt x="882722" y="80596"/>
                  <a:pt x="881025" y="73262"/>
                  <a:pt x="877632" y="69283"/>
                </a:cubicBezTo>
                <a:cubicBezTo>
                  <a:pt x="874238" y="65304"/>
                  <a:pt x="869303" y="63314"/>
                  <a:pt x="862827" y="63314"/>
                </a:cubicBezTo>
                <a:cubicBezTo>
                  <a:pt x="857912" y="63314"/>
                  <a:pt x="854011" y="64636"/>
                  <a:pt x="851124" y="67279"/>
                </a:cubicBezTo>
                <a:cubicBezTo>
                  <a:pt x="848159" y="69922"/>
                  <a:pt x="846677" y="72954"/>
                  <a:pt x="846677" y="76374"/>
                </a:cubicBezTo>
                <a:lnTo>
                  <a:pt x="846911" y="83137"/>
                </a:lnTo>
                <a:cubicBezTo>
                  <a:pt x="846911" y="86711"/>
                  <a:pt x="845994" y="89470"/>
                  <a:pt x="844160" y="91413"/>
                </a:cubicBezTo>
                <a:cubicBezTo>
                  <a:pt x="842327" y="93356"/>
                  <a:pt x="839928" y="94328"/>
                  <a:pt x="836963" y="94328"/>
                </a:cubicBezTo>
                <a:cubicBezTo>
                  <a:pt x="834076" y="94328"/>
                  <a:pt x="831716" y="93317"/>
                  <a:pt x="829883" y="91296"/>
                </a:cubicBezTo>
                <a:cubicBezTo>
                  <a:pt x="828049" y="89272"/>
                  <a:pt x="827132" y="86510"/>
                  <a:pt x="827132" y="83009"/>
                </a:cubicBezTo>
                <a:cubicBezTo>
                  <a:pt x="827132" y="76321"/>
                  <a:pt x="830565" y="70176"/>
                  <a:pt x="837431" y="64576"/>
                </a:cubicBezTo>
                <a:cubicBezTo>
                  <a:pt x="844297" y="58976"/>
                  <a:pt x="853933" y="56175"/>
                  <a:pt x="866338" y="56175"/>
                </a:cubicBezTo>
                <a:cubicBezTo>
                  <a:pt x="875857" y="56175"/>
                  <a:pt x="883659" y="57772"/>
                  <a:pt x="889744" y="60966"/>
                </a:cubicBezTo>
                <a:cubicBezTo>
                  <a:pt x="894348" y="63383"/>
                  <a:pt x="897742" y="67163"/>
                  <a:pt x="899926" y="72307"/>
                </a:cubicBezTo>
                <a:cubicBezTo>
                  <a:pt x="901331" y="75657"/>
                  <a:pt x="902033" y="82515"/>
                  <a:pt x="902033" y="92879"/>
                </a:cubicBezTo>
                <a:lnTo>
                  <a:pt x="902033" y="129232"/>
                </a:lnTo>
                <a:cubicBezTo>
                  <a:pt x="902033" y="139441"/>
                  <a:pt x="902228" y="145695"/>
                  <a:pt x="902618" y="147994"/>
                </a:cubicBezTo>
                <a:cubicBezTo>
                  <a:pt x="903008" y="150293"/>
                  <a:pt x="903652" y="151833"/>
                  <a:pt x="904549" y="152613"/>
                </a:cubicBezTo>
                <a:cubicBezTo>
                  <a:pt x="905446" y="153391"/>
                  <a:pt x="906480" y="153780"/>
                  <a:pt x="907650" y="153780"/>
                </a:cubicBezTo>
                <a:cubicBezTo>
                  <a:pt x="908899" y="153780"/>
                  <a:pt x="909991" y="153507"/>
                  <a:pt x="910927" y="152961"/>
                </a:cubicBezTo>
                <a:cubicBezTo>
                  <a:pt x="912566" y="151946"/>
                  <a:pt x="915725" y="149099"/>
                  <a:pt x="920407" y="144417"/>
                </a:cubicBezTo>
                <a:lnTo>
                  <a:pt x="920407" y="150971"/>
                </a:lnTo>
                <a:cubicBezTo>
                  <a:pt x="911668" y="162674"/>
                  <a:pt x="903320" y="168526"/>
                  <a:pt x="895362" y="168526"/>
                </a:cubicBezTo>
                <a:cubicBezTo>
                  <a:pt x="891539" y="168526"/>
                  <a:pt x="888496" y="167200"/>
                  <a:pt x="886233" y="164547"/>
                </a:cubicBezTo>
                <a:cubicBezTo>
                  <a:pt x="883971" y="161894"/>
                  <a:pt x="882800" y="157369"/>
                  <a:pt x="882722" y="150971"/>
                </a:cubicBezTo>
                <a:moveTo>
                  <a:pt x="882722" y="143298"/>
                </a:moveTo>
                <a:lnTo>
                  <a:pt x="882722" y="102637"/>
                </a:lnTo>
                <a:cubicBezTo>
                  <a:pt x="870941" y="107296"/>
                  <a:pt x="863334" y="110598"/>
                  <a:pt x="859901" y="112541"/>
                </a:cubicBezTo>
                <a:cubicBezTo>
                  <a:pt x="853738" y="115959"/>
                  <a:pt x="849329" y="119532"/>
                  <a:pt x="846677" y="123260"/>
                </a:cubicBezTo>
                <a:cubicBezTo>
                  <a:pt x="844024" y="126988"/>
                  <a:pt x="842698" y="131066"/>
                  <a:pt x="842698" y="135494"/>
                </a:cubicBezTo>
                <a:cubicBezTo>
                  <a:pt x="842698" y="141087"/>
                  <a:pt x="844375" y="145728"/>
                  <a:pt x="847730" y="149417"/>
                </a:cubicBezTo>
                <a:cubicBezTo>
                  <a:pt x="851085" y="153106"/>
                  <a:pt x="854947" y="154950"/>
                  <a:pt x="859316" y="154950"/>
                </a:cubicBezTo>
                <a:cubicBezTo>
                  <a:pt x="865246" y="154950"/>
                  <a:pt x="873048" y="151066"/>
                  <a:pt x="882722" y="143298"/>
                </a:cubicBezTo>
                <a:close/>
                <a:moveTo>
                  <a:pt x="1018781" y="125692"/>
                </a:moveTo>
                <a:cubicBezTo>
                  <a:pt x="1015894" y="139814"/>
                  <a:pt x="1010238" y="150679"/>
                  <a:pt x="1001811" y="158286"/>
                </a:cubicBezTo>
                <a:cubicBezTo>
                  <a:pt x="993385" y="165893"/>
                  <a:pt x="984061" y="169696"/>
                  <a:pt x="973841" y="169696"/>
                </a:cubicBezTo>
                <a:cubicBezTo>
                  <a:pt x="961669" y="169696"/>
                  <a:pt x="951058" y="164592"/>
                  <a:pt x="942008" y="154383"/>
                </a:cubicBezTo>
                <a:cubicBezTo>
                  <a:pt x="932958" y="144172"/>
                  <a:pt x="928432" y="130376"/>
                  <a:pt x="928432" y="112994"/>
                </a:cubicBezTo>
                <a:cubicBezTo>
                  <a:pt x="928432" y="96159"/>
                  <a:pt x="933445" y="82481"/>
                  <a:pt x="943471" y="71960"/>
                </a:cubicBezTo>
                <a:cubicBezTo>
                  <a:pt x="953497" y="61437"/>
                  <a:pt x="965531" y="56175"/>
                  <a:pt x="979575" y="56175"/>
                </a:cubicBezTo>
                <a:cubicBezTo>
                  <a:pt x="990108" y="56175"/>
                  <a:pt x="998768" y="58956"/>
                  <a:pt x="1005556" y="64518"/>
                </a:cubicBezTo>
                <a:cubicBezTo>
                  <a:pt x="1012344" y="70077"/>
                  <a:pt x="1015738" y="75850"/>
                  <a:pt x="1015738" y="81838"/>
                </a:cubicBezTo>
                <a:cubicBezTo>
                  <a:pt x="1015738" y="84793"/>
                  <a:pt x="1014782" y="87185"/>
                  <a:pt x="1012871" y="89014"/>
                </a:cubicBezTo>
                <a:cubicBezTo>
                  <a:pt x="1010959" y="90840"/>
                  <a:pt x="1008287" y="91753"/>
                  <a:pt x="1004854" y="91753"/>
                </a:cubicBezTo>
                <a:cubicBezTo>
                  <a:pt x="1000251" y="91753"/>
                  <a:pt x="996779" y="90271"/>
                  <a:pt x="994438" y="87306"/>
                </a:cubicBezTo>
                <a:cubicBezTo>
                  <a:pt x="993112" y="85667"/>
                  <a:pt x="992234" y="82547"/>
                  <a:pt x="991805" y="77943"/>
                </a:cubicBezTo>
                <a:cubicBezTo>
                  <a:pt x="991376" y="73340"/>
                  <a:pt x="989796" y="69829"/>
                  <a:pt x="987065" y="67410"/>
                </a:cubicBezTo>
                <a:cubicBezTo>
                  <a:pt x="984335" y="65070"/>
                  <a:pt x="980551" y="63899"/>
                  <a:pt x="975713" y="63899"/>
                </a:cubicBezTo>
                <a:cubicBezTo>
                  <a:pt x="967911" y="63899"/>
                  <a:pt x="961630" y="66786"/>
                  <a:pt x="956871" y="72560"/>
                </a:cubicBezTo>
                <a:cubicBezTo>
                  <a:pt x="950551" y="80206"/>
                  <a:pt x="947391" y="90310"/>
                  <a:pt x="947391" y="102871"/>
                </a:cubicBezTo>
                <a:cubicBezTo>
                  <a:pt x="947391" y="115667"/>
                  <a:pt x="950532" y="126960"/>
                  <a:pt x="956813" y="136752"/>
                </a:cubicBezTo>
                <a:cubicBezTo>
                  <a:pt x="963093" y="146543"/>
                  <a:pt x="971578" y="151439"/>
                  <a:pt x="982267" y="151439"/>
                </a:cubicBezTo>
                <a:cubicBezTo>
                  <a:pt x="989913" y="151439"/>
                  <a:pt x="996779" y="148826"/>
                  <a:pt x="1002865" y="143598"/>
                </a:cubicBezTo>
                <a:cubicBezTo>
                  <a:pt x="1007156" y="140009"/>
                  <a:pt x="1011330" y="133494"/>
                  <a:pt x="1015387" y="124054"/>
                </a:cubicBezTo>
                <a:lnTo>
                  <a:pt x="1018781" y="125692"/>
                </a:lnTo>
                <a:close/>
                <a:moveTo>
                  <a:pt x="1065194" y="0"/>
                </a:moveTo>
                <a:lnTo>
                  <a:pt x="1065194" y="106616"/>
                </a:lnTo>
                <a:lnTo>
                  <a:pt x="1092462" y="81805"/>
                </a:lnTo>
                <a:cubicBezTo>
                  <a:pt x="1098236" y="76500"/>
                  <a:pt x="1101590" y="73145"/>
                  <a:pt x="1102527" y="71741"/>
                </a:cubicBezTo>
                <a:cubicBezTo>
                  <a:pt x="1103151" y="70804"/>
                  <a:pt x="1103463" y="69868"/>
                  <a:pt x="1103463" y="68932"/>
                </a:cubicBezTo>
                <a:cubicBezTo>
                  <a:pt x="1103463" y="67371"/>
                  <a:pt x="1102819" y="66026"/>
                  <a:pt x="1101532" y="64894"/>
                </a:cubicBezTo>
                <a:cubicBezTo>
                  <a:pt x="1100245" y="63763"/>
                  <a:pt x="1098119" y="63119"/>
                  <a:pt x="1095154" y="62963"/>
                </a:cubicBezTo>
                <a:lnTo>
                  <a:pt x="1095154" y="59218"/>
                </a:lnTo>
                <a:lnTo>
                  <a:pt x="1141732" y="59218"/>
                </a:lnTo>
                <a:lnTo>
                  <a:pt x="1141732" y="62963"/>
                </a:lnTo>
                <a:cubicBezTo>
                  <a:pt x="1135335" y="63119"/>
                  <a:pt x="1130010" y="64094"/>
                  <a:pt x="1125758" y="65889"/>
                </a:cubicBezTo>
                <a:cubicBezTo>
                  <a:pt x="1121505" y="67683"/>
                  <a:pt x="1116844" y="70882"/>
                  <a:pt x="1111772" y="75486"/>
                </a:cubicBezTo>
                <a:lnTo>
                  <a:pt x="1084270" y="100882"/>
                </a:lnTo>
                <a:lnTo>
                  <a:pt x="1111772" y="135574"/>
                </a:lnTo>
                <a:cubicBezTo>
                  <a:pt x="1119418" y="145151"/>
                  <a:pt x="1124568" y="151225"/>
                  <a:pt x="1127220" y="153795"/>
                </a:cubicBezTo>
                <a:cubicBezTo>
                  <a:pt x="1130965" y="157454"/>
                  <a:pt x="1134242" y="159830"/>
                  <a:pt x="1137051" y="160923"/>
                </a:cubicBezTo>
                <a:cubicBezTo>
                  <a:pt x="1139002" y="161700"/>
                  <a:pt x="1142396" y="162089"/>
                  <a:pt x="1147233" y="162089"/>
                </a:cubicBezTo>
                <a:lnTo>
                  <a:pt x="1147233" y="166419"/>
                </a:lnTo>
                <a:lnTo>
                  <a:pt x="1095154" y="166419"/>
                </a:lnTo>
                <a:lnTo>
                  <a:pt x="1095154" y="162089"/>
                </a:lnTo>
                <a:cubicBezTo>
                  <a:pt x="1098119" y="162011"/>
                  <a:pt x="1100128" y="161564"/>
                  <a:pt x="1101181" y="160747"/>
                </a:cubicBezTo>
                <a:cubicBezTo>
                  <a:pt x="1102234" y="159928"/>
                  <a:pt x="1102761" y="158779"/>
                  <a:pt x="1102761" y="157302"/>
                </a:cubicBezTo>
                <a:cubicBezTo>
                  <a:pt x="1102761" y="155510"/>
                  <a:pt x="1101200" y="152629"/>
                  <a:pt x="1098080" y="148660"/>
                </a:cubicBezTo>
                <a:lnTo>
                  <a:pt x="1065194" y="106733"/>
                </a:lnTo>
                <a:lnTo>
                  <a:pt x="1065194" y="142234"/>
                </a:lnTo>
                <a:cubicBezTo>
                  <a:pt x="1065194" y="149163"/>
                  <a:pt x="1065681" y="153719"/>
                  <a:pt x="1066656" y="155901"/>
                </a:cubicBezTo>
                <a:cubicBezTo>
                  <a:pt x="1067632" y="158081"/>
                  <a:pt x="1069017" y="159638"/>
                  <a:pt x="1070811" y="160571"/>
                </a:cubicBezTo>
                <a:cubicBezTo>
                  <a:pt x="1072606" y="161505"/>
                  <a:pt x="1076507" y="162011"/>
                  <a:pt x="1082514" y="162089"/>
                </a:cubicBezTo>
                <a:lnTo>
                  <a:pt x="1082514" y="166419"/>
                </a:lnTo>
                <a:lnTo>
                  <a:pt x="1027977" y="166419"/>
                </a:lnTo>
                <a:lnTo>
                  <a:pt x="1027977" y="162089"/>
                </a:lnTo>
                <a:cubicBezTo>
                  <a:pt x="1033439" y="162089"/>
                  <a:pt x="1037535" y="161426"/>
                  <a:pt x="1040266" y="160100"/>
                </a:cubicBezTo>
                <a:cubicBezTo>
                  <a:pt x="1041904" y="159244"/>
                  <a:pt x="1043153" y="157919"/>
                  <a:pt x="1044011" y="156124"/>
                </a:cubicBezTo>
                <a:cubicBezTo>
                  <a:pt x="1045181" y="153552"/>
                  <a:pt x="1045766" y="149108"/>
                  <a:pt x="1045766" y="142794"/>
                </a:cubicBezTo>
                <a:lnTo>
                  <a:pt x="1045766" y="45258"/>
                </a:lnTo>
                <a:cubicBezTo>
                  <a:pt x="1045766" y="32863"/>
                  <a:pt x="1045493" y="25281"/>
                  <a:pt x="1044947" y="22514"/>
                </a:cubicBezTo>
                <a:cubicBezTo>
                  <a:pt x="1044401" y="19744"/>
                  <a:pt x="1043504" y="17834"/>
                  <a:pt x="1042255" y="16783"/>
                </a:cubicBezTo>
                <a:cubicBezTo>
                  <a:pt x="1041007" y="15730"/>
                  <a:pt x="1039369" y="15203"/>
                  <a:pt x="1037340" y="15203"/>
                </a:cubicBezTo>
                <a:cubicBezTo>
                  <a:pt x="1035702" y="15203"/>
                  <a:pt x="1033244" y="15866"/>
                  <a:pt x="1029967" y="17193"/>
                </a:cubicBezTo>
                <a:lnTo>
                  <a:pt x="1027977" y="13097"/>
                </a:lnTo>
                <a:lnTo>
                  <a:pt x="1059810" y="0"/>
                </a:lnTo>
                <a:lnTo>
                  <a:pt x="106519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&amp;Revise">
            <a:extLst xmlns:a="http://schemas.openxmlformats.org/drawingml/2006/main">
              <a:ext uri="{FF2B5EF4-FFF2-40B4-BE49-F238E27FC236}">
                <a16:creationId xmlns:a16="http://schemas.microsoft.com/office/drawing/2014/main" id="{D4724598-1379-4647-9F80-B75DEDFA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015" y="1894214"/>
            <a:ext cx="883874" cy="169930"/>
          </a:xfrm>
          <a:custGeom xmlns:a="http://schemas.openxmlformats.org/drawingml/2006/main">
            <a:pathLst>
              <a:path w="883874" h="169930">
                <a:moveTo>
                  <a:pt x="113521" y="64368"/>
                </a:moveTo>
                <a:lnTo>
                  <a:pt x="162674" y="64368"/>
                </a:lnTo>
                <a:lnTo>
                  <a:pt x="162674" y="68698"/>
                </a:lnTo>
                <a:cubicBezTo>
                  <a:pt x="155887" y="69241"/>
                  <a:pt x="150874" y="70740"/>
                  <a:pt x="147636" y="73192"/>
                </a:cubicBezTo>
                <a:cubicBezTo>
                  <a:pt x="144398" y="75645"/>
                  <a:pt x="139346" y="83060"/>
                  <a:pt x="132480" y="95436"/>
                </a:cubicBezTo>
                <a:cubicBezTo>
                  <a:pt x="125614" y="107810"/>
                  <a:pt x="117890" y="119368"/>
                  <a:pt x="109308" y="130110"/>
                </a:cubicBezTo>
                <a:cubicBezTo>
                  <a:pt x="116252" y="138105"/>
                  <a:pt x="122454" y="143698"/>
                  <a:pt x="127916" y="146890"/>
                </a:cubicBezTo>
                <a:cubicBezTo>
                  <a:pt x="133377" y="150079"/>
                  <a:pt x="138878" y="151673"/>
                  <a:pt x="144417" y="151673"/>
                </a:cubicBezTo>
                <a:cubicBezTo>
                  <a:pt x="149801" y="151673"/>
                  <a:pt x="154365" y="150210"/>
                  <a:pt x="158110" y="147285"/>
                </a:cubicBezTo>
                <a:cubicBezTo>
                  <a:pt x="161855" y="144359"/>
                  <a:pt x="164508" y="140048"/>
                  <a:pt x="166068" y="134353"/>
                </a:cubicBezTo>
                <a:lnTo>
                  <a:pt x="170398" y="137513"/>
                </a:lnTo>
                <a:cubicBezTo>
                  <a:pt x="167512" y="148533"/>
                  <a:pt x="162869" y="156691"/>
                  <a:pt x="156472" y="161987"/>
                </a:cubicBezTo>
                <a:cubicBezTo>
                  <a:pt x="150074" y="167282"/>
                  <a:pt x="142623" y="169930"/>
                  <a:pt x="134119" y="169930"/>
                </a:cubicBezTo>
                <a:cubicBezTo>
                  <a:pt x="127721" y="169930"/>
                  <a:pt x="121226" y="168198"/>
                  <a:pt x="114633" y="164733"/>
                </a:cubicBezTo>
                <a:cubicBezTo>
                  <a:pt x="108040" y="161269"/>
                  <a:pt x="100843" y="155411"/>
                  <a:pt x="93040" y="147160"/>
                </a:cubicBezTo>
                <a:cubicBezTo>
                  <a:pt x="83366" y="155723"/>
                  <a:pt x="74647" y="161659"/>
                  <a:pt x="66884" y="164967"/>
                </a:cubicBezTo>
                <a:cubicBezTo>
                  <a:pt x="59121" y="168276"/>
                  <a:pt x="50831" y="169930"/>
                  <a:pt x="42014" y="169930"/>
                </a:cubicBezTo>
                <a:cubicBezTo>
                  <a:pt x="29141" y="169930"/>
                  <a:pt x="18920" y="166502"/>
                  <a:pt x="11352" y="159646"/>
                </a:cubicBezTo>
                <a:cubicBezTo>
                  <a:pt x="3784" y="152790"/>
                  <a:pt x="0" y="144610"/>
                  <a:pt x="0" y="135106"/>
                </a:cubicBezTo>
                <a:cubicBezTo>
                  <a:pt x="0" y="125678"/>
                  <a:pt x="3394" y="116270"/>
                  <a:pt x="10182" y="106883"/>
                </a:cubicBezTo>
                <a:cubicBezTo>
                  <a:pt x="16970" y="97494"/>
                  <a:pt x="29726" y="87774"/>
                  <a:pt x="48451" y="77724"/>
                </a:cubicBezTo>
                <a:cubicBezTo>
                  <a:pt x="44784" y="69622"/>
                  <a:pt x="42288" y="62980"/>
                  <a:pt x="40961" y="57799"/>
                </a:cubicBezTo>
                <a:cubicBezTo>
                  <a:pt x="39635" y="52618"/>
                  <a:pt x="38972" y="47650"/>
                  <a:pt x="38972" y="42896"/>
                </a:cubicBezTo>
                <a:cubicBezTo>
                  <a:pt x="38972" y="29574"/>
                  <a:pt x="43887" y="19407"/>
                  <a:pt x="53718" y="12394"/>
                </a:cubicBezTo>
                <a:cubicBezTo>
                  <a:pt x="61364" y="6940"/>
                  <a:pt x="70063" y="4213"/>
                  <a:pt x="79816" y="4213"/>
                </a:cubicBezTo>
                <a:cubicBezTo>
                  <a:pt x="89100" y="4213"/>
                  <a:pt x="96668" y="6960"/>
                  <a:pt x="102520" y="12453"/>
                </a:cubicBezTo>
                <a:cubicBezTo>
                  <a:pt x="108372" y="17946"/>
                  <a:pt x="111297" y="24705"/>
                  <a:pt x="111297" y="32729"/>
                </a:cubicBezTo>
                <a:cubicBezTo>
                  <a:pt x="111297" y="40987"/>
                  <a:pt x="108469" y="48233"/>
                  <a:pt x="102813" y="54467"/>
                </a:cubicBezTo>
                <a:cubicBezTo>
                  <a:pt x="97156" y="60699"/>
                  <a:pt x="87150" y="67516"/>
                  <a:pt x="72794" y="74919"/>
                </a:cubicBezTo>
                <a:cubicBezTo>
                  <a:pt x="82703" y="92539"/>
                  <a:pt x="93040" y="108679"/>
                  <a:pt x="103807" y="123337"/>
                </a:cubicBezTo>
                <a:cubicBezTo>
                  <a:pt x="117539" y="106992"/>
                  <a:pt x="124405" y="93215"/>
                  <a:pt x="124405" y="82006"/>
                </a:cubicBezTo>
                <a:cubicBezTo>
                  <a:pt x="124405" y="78427"/>
                  <a:pt x="123235" y="75237"/>
                  <a:pt x="120894" y="72435"/>
                </a:cubicBezTo>
                <a:cubicBezTo>
                  <a:pt x="119178" y="70334"/>
                  <a:pt x="116720" y="69088"/>
                  <a:pt x="113521" y="68698"/>
                </a:cubicBezTo>
                <a:lnTo>
                  <a:pt x="113521" y="64368"/>
                </a:lnTo>
                <a:moveTo>
                  <a:pt x="68815" y="67323"/>
                </a:moveTo>
                <a:cubicBezTo>
                  <a:pt x="78489" y="62736"/>
                  <a:pt x="85726" y="57529"/>
                  <a:pt x="90524" y="51699"/>
                </a:cubicBezTo>
                <a:cubicBezTo>
                  <a:pt x="95322" y="45869"/>
                  <a:pt x="97722" y="39379"/>
                  <a:pt x="97722" y="32228"/>
                </a:cubicBezTo>
                <a:cubicBezTo>
                  <a:pt x="97722" y="26632"/>
                  <a:pt x="95986" y="22008"/>
                  <a:pt x="92514" y="18356"/>
                </a:cubicBezTo>
                <a:cubicBezTo>
                  <a:pt x="89042" y="14701"/>
                  <a:pt x="84731" y="12874"/>
                  <a:pt x="79582" y="12874"/>
                </a:cubicBezTo>
                <a:cubicBezTo>
                  <a:pt x="72794" y="12874"/>
                  <a:pt x="67664" y="15225"/>
                  <a:pt x="64192" y="19928"/>
                </a:cubicBezTo>
                <a:cubicBezTo>
                  <a:pt x="60720" y="24629"/>
                  <a:pt x="58984" y="29235"/>
                  <a:pt x="58984" y="33745"/>
                </a:cubicBezTo>
                <a:cubicBezTo>
                  <a:pt x="58984" y="37554"/>
                  <a:pt x="59647" y="41810"/>
                  <a:pt x="60974" y="46513"/>
                </a:cubicBezTo>
                <a:cubicBezTo>
                  <a:pt x="62300" y="51214"/>
                  <a:pt x="64914" y="58150"/>
                  <a:pt x="68815" y="67323"/>
                </a:cubicBezTo>
                <a:moveTo>
                  <a:pt x="86955" y="140387"/>
                </a:moveTo>
                <a:cubicBezTo>
                  <a:pt x="76656" y="126358"/>
                  <a:pt x="69517" y="116109"/>
                  <a:pt x="65538" y="109641"/>
                </a:cubicBezTo>
                <a:cubicBezTo>
                  <a:pt x="61559" y="103170"/>
                  <a:pt x="57190" y="95141"/>
                  <a:pt x="52430" y="85554"/>
                </a:cubicBezTo>
                <a:cubicBezTo>
                  <a:pt x="43068" y="90947"/>
                  <a:pt x="36026" y="96887"/>
                  <a:pt x="31306" y="103372"/>
                </a:cubicBezTo>
                <a:cubicBezTo>
                  <a:pt x="26586" y="109858"/>
                  <a:pt x="24226" y="116891"/>
                  <a:pt x="24226" y="124471"/>
                </a:cubicBezTo>
                <a:cubicBezTo>
                  <a:pt x="24226" y="132834"/>
                  <a:pt x="26917" y="140180"/>
                  <a:pt x="32301" y="146509"/>
                </a:cubicBezTo>
                <a:cubicBezTo>
                  <a:pt x="37684" y="152839"/>
                  <a:pt x="44940" y="156004"/>
                  <a:pt x="54069" y="156004"/>
                </a:cubicBezTo>
                <a:cubicBezTo>
                  <a:pt x="58984" y="156004"/>
                  <a:pt x="63724" y="155019"/>
                  <a:pt x="68288" y="153048"/>
                </a:cubicBezTo>
                <a:cubicBezTo>
                  <a:pt x="72852" y="151076"/>
                  <a:pt x="79075" y="146856"/>
                  <a:pt x="86955" y="140387"/>
                </a:cubicBezTo>
                <a:close/>
                <a:moveTo>
                  <a:pt x="399923" y="166419"/>
                </a:moveTo>
                <a:lnTo>
                  <a:pt x="357557" y="166419"/>
                </a:lnTo>
                <a:lnTo>
                  <a:pt x="303840" y="91987"/>
                </a:lnTo>
                <a:cubicBezTo>
                  <a:pt x="299860" y="92143"/>
                  <a:pt x="296623" y="92221"/>
                  <a:pt x="294126" y="92221"/>
                </a:cubicBezTo>
                <a:cubicBezTo>
                  <a:pt x="293112" y="92221"/>
                  <a:pt x="292019" y="92202"/>
                  <a:pt x="290849" y="92163"/>
                </a:cubicBezTo>
                <a:cubicBezTo>
                  <a:pt x="289679" y="92124"/>
                  <a:pt x="288469" y="92065"/>
                  <a:pt x="287221" y="91987"/>
                </a:cubicBezTo>
                <a:lnTo>
                  <a:pt x="287221" y="138251"/>
                </a:lnTo>
                <a:cubicBezTo>
                  <a:pt x="287221" y="148272"/>
                  <a:pt x="288313" y="154496"/>
                  <a:pt x="290498" y="156922"/>
                </a:cubicBezTo>
                <a:cubicBezTo>
                  <a:pt x="293463" y="160367"/>
                  <a:pt x="297910" y="162089"/>
                  <a:pt x="303840" y="162089"/>
                </a:cubicBezTo>
                <a:lnTo>
                  <a:pt x="310042" y="162089"/>
                </a:lnTo>
                <a:lnTo>
                  <a:pt x="310042" y="166419"/>
                </a:lnTo>
                <a:lnTo>
                  <a:pt x="242047" y="166419"/>
                </a:lnTo>
                <a:lnTo>
                  <a:pt x="242047" y="162089"/>
                </a:lnTo>
                <a:lnTo>
                  <a:pt x="248015" y="162089"/>
                </a:lnTo>
                <a:cubicBezTo>
                  <a:pt x="254725" y="162089"/>
                  <a:pt x="259523" y="159905"/>
                  <a:pt x="262410" y="155535"/>
                </a:cubicBezTo>
                <a:cubicBezTo>
                  <a:pt x="264049" y="153117"/>
                  <a:pt x="264868" y="147382"/>
                  <a:pt x="264868" y="138332"/>
                </a:cubicBezTo>
                <a:lnTo>
                  <a:pt x="264868" y="35812"/>
                </a:lnTo>
                <a:cubicBezTo>
                  <a:pt x="264868" y="25825"/>
                  <a:pt x="263776" y="19622"/>
                  <a:pt x="261591" y="17204"/>
                </a:cubicBezTo>
                <a:cubicBezTo>
                  <a:pt x="258548" y="13771"/>
                  <a:pt x="254023" y="12054"/>
                  <a:pt x="248015" y="12054"/>
                </a:cubicBezTo>
                <a:lnTo>
                  <a:pt x="242047" y="12054"/>
                </a:lnTo>
                <a:lnTo>
                  <a:pt x="242047" y="7724"/>
                </a:lnTo>
                <a:lnTo>
                  <a:pt x="299860" y="7724"/>
                </a:lnTo>
                <a:cubicBezTo>
                  <a:pt x="316713" y="7724"/>
                  <a:pt x="329138" y="8949"/>
                  <a:pt x="337135" y="11400"/>
                </a:cubicBezTo>
                <a:cubicBezTo>
                  <a:pt x="345132" y="13850"/>
                  <a:pt x="351920" y="18363"/>
                  <a:pt x="357499" y="24939"/>
                </a:cubicBezTo>
                <a:cubicBezTo>
                  <a:pt x="363077" y="31512"/>
                  <a:pt x="365866" y="39350"/>
                  <a:pt x="365866" y="48451"/>
                </a:cubicBezTo>
                <a:cubicBezTo>
                  <a:pt x="365866" y="58175"/>
                  <a:pt x="362687" y="66616"/>
                  <a:pt x="356328" y="73774"/>
                </a:cubicBezTo>
                <a:cubicBezTo>
                  <a:pt x="349970" y="80930"/>
                  <a:pt x="340119" y="85987"/>
                  <a:pt x="326778" y="88944"/>
                </a:cubicBezTo>
                <a:lnTo>
                  <a:pt x="359547" y="134616"/>
                </a:lnTo>
                <a:cubicBezTo>
                  <a:pt x="367037" y="145105"/>
                  <a:pt x="373474" y="152072"/>
                  <a:pt x="378857" y="155517"/>
                </a:cubicBezTo>
                <a:cubicBezTo>
                  <a:pt x="384240" y="158960"/>
                  <a:pt x="391262" y="161151"/>
                  <a:pt x="399923" y="162089"/>
                </a:cubicBezTo>
                <a:lnTo>
                  <a:pt x="399923" y="166419"/>
                </a:lnTo>
                <a:moveTo>
                  <a:pt x="287221" y="84848"/>
                </a:moveTo>
                <a:cubicBezTo>
                  <a:pt x="288703" y="84848"/>
                  <a:pt x="289991" y="84868"/>
                  <a:pt x="291083" y="84907"/>
                </a:cubicBezTo>
                <a:cubicBezTo>
                  <a:pt x="292175" y="84946"/>
                  <a:pt x="293073" y="84965"/>
                  <a:pt x="293775" y="84965"/>
                </a:cubicBezTo>
                <a:cubicBezTo>
                  <a:pt x="308911" y="84965"/>
                  <a:pt x="320322" y="81688"/>
                  <a:pt x="328007" y="75134"/>
                </a:cubicBezTo>
                <a:cubicBezTo>
                  <a:pt x="335692" y="68581"/>
                  <a:pt x="339534" y="60232"/>
                  <a:pt x="339534" y="50090"/>
                </a:cubicBezTo>
                <a:cubicBezTo>
                  <a:pt x="339534" y="40181"/>
                  <a:pt x="336433" y="32125"/>
                  <a:pt x="330230" y="25923"/>
                </a:cubicBezTo>
                <a:cubicBezTo>
                  <a:pt x="324028" y="19720"/>
                  <a:pt x="315816" y="16619"/>
                  <a:pt x="305595" y="16619"/>
                </a:cubicBezTo>
                <a:cubicBezTo>
                  <a:pt x="301070" y="16619"/>
                  <a:pt x="294945" y="17360"/>
                  <a:pt x="287221" y="18842"/>
                </a:cubicBezTo>
                <a:lnTo>
                  <a:pt x="287221" y="84848"/>
                </a:lnTo>
                <a:close/>
                <a:moveTo>
                  <a:pt x="423834" y="99711"/>
                </a:moveTo>
                <a:cubicBezTo>
                  <a:pt x="423756" y="115591"/>
                  <a:pt x="427618" y="128046"/>
                  <a:pt x="435420" y="137077"/>
                </a:cubicBezTo>
                <a:cubicBezTo>
                  <a:pt x="443222" y="146106"/>
                  <a:pt x="452390" y="150620"/>
                  <a:pt x="462923" y="150620"/>
                </a:cubicBezTo>
                <a:cubicBezTo>
                  <a:pt x="469945" y="150620"/>
                  <a:pt x="476050" y="148689"/>
                  <a:pt x="481238" y="144827"/>
                </a:cubicBezTo>
                <a:cubicBezTo>
                  <a:pt x="486427" y="140965"/>
                  <a:pt x="490776" y="134353"/>
                  <a:pt x="494287" y="124990"/>
                </a:cubicBezTo>
                <a:lnTo>
                  <a:pt x="497915" y="127331"/>
                </a:lnTo>
                <a:cubicBezTo>
                  <a:pt x="496277" y="138020"/>
                  <a:pt x="491518" y="147753"/>
                  <a:pt x="483637" y="156530"/>
                </a:cubicBezTo>
                <a:cubicBezTo>
                  <a:pt x="475757" y="165308"/>
                  <a:pt x="465888" y="169696"/>
                  <a:pt x="454028" y="169696"/>
                </a:cubicBezTo>
                <a:cubicBezTo>
                  <a:pt x="441155" y="169696"/>
                  <a:pt x="430134" y="164694"/>
                  <a:pt x="420967" y="154691"/>
                </a:cubicBezTo>
                <a:cubicBezTo>
                  <a:pt x="411799" y="144684"/>
                  <a:pt x="407216" y="131233"/>
                  <a:pt x="407216" y="114337"/>
                </a:cubicBezTo>
                <a:cubicBezTo>
                  <a:pt x="407216" y="96041"/>
                  <a:pt x="411916" y="81774"/>
                  <a:pt x="421318" y="71536"/>
                </a:cubicBezTo>
                <a:cubicBezTo>
                  <a:pt x="430720" y="61295"/>
                  <a:pt x="442520" y="56175"/>
                  <a:pt x="456720" y="56175"/>
                </a:cubicBezTo>
                <a:cubicBezTo>
                  <a:pt x="468735" y="56175"/>
                  <a:pt x="478605" y="60125"/>
                  <a:pt x="486329" y="68025"/>
                </a:cubicBezTo>
                <a:cubicBezTo>
                  <a:pt x="494053" y="75922"/>
                  <a:pt x="497915" y="86484"/>
                  <a:pt x="497915" y="99711"/>
                </a:cubicBezTo>
                <a:lnTo>
                  <a:pt x="423834" y="99711"/>
                </a:lnTo>
                <a:moveTo>
                  <a:pt x="423834" y="92923"/>
                </a:moveTo>
                <a:lnTo>
                  <a:pt x="473456" y="92923"/>
                </a:lnTo>
                <a:cubicBezTo>
                  <a:pt x="473066" y="86057"/>
                  <a:pt x="472246" y="81220"/>
                  <a:pt x="470998" y="78411"/>
                </a:cubicBezTo>
                <a:cubicBezTo>
                  <a:pt x="469047" y="74042"/>
                  <a:pt x="466141" y="70609"/>
                  <a:pt x="462279" y="68113"/>
                </a:cubicBezTo>
                <a:cubicBezTo>
                  <a:pt x="458417" y="65616"/>
                  <a:pt x="454379" y="64368"/>
                  <a:pt x="450166" y="64368"/>
                </a:cubicBezTo>
                <a:cubicBezTo>
                  <a:pt x="443691" y="64368"/>
                  <a:pt x="437897" y="66884"/>
                  <a:pt x="432787" y="71916"/>
                </a:cubicBezTo>
                <a:cubicBezTo>
                  <a:pt x="427677" y="76948"/>
                  <a:pt x="424692" y="83951"/>
                  <a:pt x="423834" y="92923"/>
                </a:cubicBezTo>
                <a:close/>
                <a:moveTo>
                  <a:pt x="506059" y="59218"/>
                </a:moveTo>
                <a:lnTo>
                  <a:pt x="556499" y="59218"/>
                </a:lnTo>
                <a:lnTo>
                  <a:pt x="556499" y="63548"/>
                </a:lnTo>
                <a:lnTo>
                  <a:pt x="553222" y="63548"/>
                </a:lnTo>
                <a:cubicBezTo>
                  <a:pt x="550180" y="63548"/>
                  <a:pt x="547858" y="64290"/>
                  <a:pt x="546259" y="65772"/>
                </a:cubicBezTo>
                <a:cubicBezTo>
                  <a:pt x="544660" y="67254"/>
                  <a:pt x="543860" y="69244"/>
                  <a:pt x="543860" y="71741"/>
                </a:cubicBezTo>
                <a:cubicBezTo>
                  <a:pt x="543860" y="74471"/>
                  <a:pt x="544679" y="77709"/>
                  <a:pt x="546318" y="81454"/>
                </a:cubicBezTo>
                <a:lnTo>
                  <a:pt x="571245" y="140672"/>
                </a:lnTo>
                <a:lnTo>
                  <a:pt x="596290" y="79231"/>
                </a:lnTo>
                <a:cubicBezTo>
                  <a:pt x="598085" y="74861"/>
                  <a:pt x="598982" y="71546"/>
                  <a:pt x="598982" y="69283"/>
                </a:cubicBezTo>
                <a:cubicBezTo>
                  <a:pt x="598982" y="68191"/>
                  <a:pt x="598670" y="67293"/>
                  <a:pt x="598046" y="66591"/>
                </a:cubicBezTo>
                <a:cubicBezTo>
                  <a:pt x="597187" y="65421"/>
                  <a:pt x="596095" y="64621"/>
                  <a:pt x="594769" y="64192"/>
                </a:cubicBezTo>
                <a:cubicBezTo>
                  <a:pt x="593442" y="63763"/>
                  <a:pt x="590751" y="63548"/>
                  <a:pt x="586694" y="63548"/>
                </a:cubicBezTo>
                <a:lnTo>
                  <a:pt x="586694" y="59218"/>
                </a:lnTo>
                <a:lnTo>
                  <a:pt x="621686" y="59218"/>
                </a:lnTo>
                <a:lnTo>
                  <a:pt x="621686" y="63548"/>
                </a:lnTo>
                <a:cubicBezTo>
                  <a:pt x="617629" y="63860"/>
                  <a:pt x="614820" y="64680"/>
                  <a:pt x="613260" y="66006"/>
                </a:cubicBezTo>
                <a:cubicBezTo>
                  <a:pt x="610529" y="68347"/>
                  <a:pt x="608071" y="72248"/>
                  <a:pt x="605887" y="77709"/>
                </a:cubicBezTo>
                <a:lnTo>
                  <a:pt x="567851" y="169696"/>
                </a:lnTo>
                <a:lnTo>
                  <a:pt x="563053" y="169696"/>
                </a:lnTo>
                <a:lnTo>
                  <a:pt x="524784" y="79231"/>
                </a:lnTo>
                <a:cubicBezTo>
                  <a:pt x="523067" y="75017"/>
                  <a:pt x="521429" y="71994"/>
                  <a:pt x="519868" y="70161"/>
                </a:cubicBezTo>
                <a:cubicBezTo>
                  <a:pt x="518308" y="68327"/>
                  <a:pt x="516318" y="66786"/>
                  <a:pt x="513900" y="65538"/>
                </a:cubicBezTo>
                <a:cubicBezTo>
                  <a:pt x="512573" y="64836"/>
                  <a:pt x="509960" y="64172"/>
                  <a:pt x="506059" y="63548"/>
                </a:cubicBezTo>
                <a:lnTo>
                  <a:pt x="506059" y="59218"/>
                </a:lnTo>
                <a:close/>
                <a:moveTo>
                  <a:pt x="658668" y="0"/>
                </a:moveTo>
                <a:cubicBezTo>
                  <a:pt x="661944" y="0"/>
                  <a:pt x="664734" y="1157"/>
                  <a:pt x="667035" y="3471"/>
                </a:cubicBezTo>
                <a:cubicBezTo>
                  <a:pt x="669337" y="5782"/>
                  <a:pt x="670488" y="8585"/>
                  <a:pt x="670488" y="11879"/>
                </a:cubicBezTo>
                <a:cubicBezTo>
                  <a:pt x="670488" y="15173"/>
                  <a:pt x="669337" y="17996"/>
                  <a:pt x="667035" y="20349"/>
                </a:cubicBezTo>
                <a:cubicBezTo>
                  <a:pt x="664734" y="22699"/>
                  <a:pt x="661944" y="23875"/>
                  <a:pt x="658668" y="23875"/>
                </a:cubicBezTo>
                <a:cubicBezTo>
                  <a:pt x="655391" y="23875"/>
                  <a:pt x="652582" y="22699"/>
                  <a:pt x="650241" y="20349"/>
                </a:cubicBezTo>
                <a:cubicBezTo>
                  <a:pt x="647901" y="17996"/>
                  <a:pt x="646730" y="15173"/>
                  <a:pt x="646730" y="11879"/>
                </a:cubicBezTo>
                <a:cubicBezTo>
                  <a:pt x="646730" y="8585"/>
                  <a:pt x="647881" y="5782"/>
                  <a:pt x="650183" y="3471"/>
                </a:cubicBezTo>
                <a:cubicBezTo>
                  <a:pt x="652484" y="1157"/>
                  <a:pt x="655313" y="0"/>
                  <a:pt x="658668" y="0"/>
                </a:cubicBezTo>
                <a:moveTo>
                  <a:pt x="668381" y="56175"/>
                </a:moveTo>
                <a:lnTo>
                  <a:pt x="668381" y="142121"/>
                </a:lnTo>
                <a:cubicBezTo>
                  <a:pt x="668381" y="148816"/>
                  <a:pt x="668869" y="153273"/>
                  <a:pt x="669844" y="155492"/>
                </a:cubicBezTo>
                <a:cubicBezTo>
                  <a:pt x="670819" y="157710"/>
                  <a:pt x="672263" y="159365"/>
                  <a:pt x="674174" y="160454"/>
                </a:cubicBezTo>
                <a:cubicBezTo>
                  <a:pt x="676086" y="161544"/>
                  <a:pt x="679577" y="162089"/>
                  <a:pt x="684649" y="162089"/>
                </a:cubicBezTo>
                <a:lnTo>
                  <a:pt x="684649" y="166419"/>
                </a:lnTo>
                <a:lnTo>
                  <a:pt x="632569" y="166419"/>
                </a:lnTo>
                <a:lnTo>
                  <a:pt x="632569" y="162089"/>
                </a:lnTo>
                <a:cubicBezTo>
                  <a:pt x="637797" y="162089"/>
                  <a:pt x="641308" y="161583"/>
                  <a:pt x="643102" y="160571"/>
                </a:cubicBezTo>
                <a:cubicBezTo>
                  <a:pt x="644897" y="159560"/>
                  <a:pt x="646321" y="157886"/>
                  <a:pt x="647374" y="155550"/>
                </a:cubicBezTo>
                <a:cubicBezTo>
                  <a:pt x="648427" y="153214"/>
                  <a:pt x="648954" y="148738"/>
                  <a:pt x="648954" y="142121"/>
                </a:cubicBezTo>
                <a:lnTo>
                  <a:pt x="648954" y="100900"/>
                </a:lnTo>
                <a:cubicBezTo>
                  <a:pt x="648954" y="89299"/>
                  <a:pt x="648603" y="81787"/>
                  <a:pt x="647901" y="78364"/>
                </a:cubicBezTo>
                <a:cubicBezTo>
                  <a:pt x="647355" y="75872"/>
                  <a:pt x="646496" y="74140"/>
                  <a:pt x="645326" y="73167"/>
                </a:cubicBezTo>
                <a:cubicBezTo>
                  <a:pt x="644156" y="72194"/>
                  <a:pt x="642556" y="71708"/>
                  <a:pt x="640528" y="71708"/>
                </a:cubicBezTo>
                <a:cubicBezTo>
                  <a:pt x="638343" y="71708"/>
                  <a:pt x="635690" y="72292"/>
                  <a:pt x="632569" y="73459"/>
                </a:cubicBezTo>
                <a:lnTo>
                  <a:pt x="630931" y="69254"/>
                </a:lnTo>
                <a:lnTo>
                  <a:pt x="663232" y="56175"/>
                </a:lnTo>
                <a:lnTo>
                  <a:pt x="668381" y="56175"/>
                </a:lnTo>
                <a:close/>
                <a:moveTo>
                  <a:pt x="767649" y="56175"/>
                </a:moveTo>
                <a:lnTo>
                  <a:pt x="767649" y="92455"/>
                </a:lnTo>
                <a:lnTo>
                  <a:pt x="763787" y="92455"/>
                </a:lnTo>
                <a:cubicBezTo>
                  <a:pt x="760822" y="81076"/>
                  <a:pt x="757019" y="73336"/>
                  <a:pt x="752376" y="69235"/>
                </a:cubicBezTo>
                <a:cubicBezTo>
                  <a:pt x="747734" y="65132"/>
                  <a:pt x="741824" y="63080"/>
                  <a:pt x="734646" y="63080"/>
                </a:cubicBezTo>
                <a:cubicBezTo>
                  <a:pt x="729185" y="63080"/>
                  <a:pt x="724776" y="64522"/>
                  <a:pt x="721421" y="67407"/>
                </a:cubicBezTo>
                <a:cubicBezTo>
                  <a:pt x="718066" y="70289"/>
                  <a:pt x="716389" y="73484"/>
                  <a:pt x="716389" y="76992"/>
                </a:cubicBezTo>
                <a:cubicBezTo>
                  <a:pt x="716389" y="81357"/>
                  <a:pt x="717637" y="85097"/>
                  <a:pt x="720134" y="88213"/>
                </a:cubicBezTo>
                <a:cubicBezTo>
                  <a:pt x="722553" y="91409"/>
                  <a:pt x="727468" y="94800"/>
                  <a:pt x="734880" y="98384"/>
                </a:cubicBezTo>
                <a:lnTo>
                  <a:pt x="751967" y="106686"/>
                </a:lnTo>
                <a:cubicBezTo>
                  <a:pt x="767805" y="114400"/>
                  <a:pt x="775724" y="124571"/>
                  <a:pt x="775724" y="137198"/>
                </a:cubicBezTo>
                <a:cubicBezTo>
                  <a:pt x="775724" y="146938"/>
                  <a:pt x="772038" y="154791"/>
                  <a:pt x="764665" y="160754"/>
                </a:cubicBezTo>
                <a:cubicBezTo>
                  <a:pt x="757292" y="166716"/>
                  <a:pt x="749041" y="169696"/>
                  <a:pt x="739912" y="169696"/>
                </a:cubicBezTo>
                <a:cubicBezTo>
                  <a:pt x="733359" y="169696"/>
                  <a:pt x="725869" y="168526"/>
                  <a:pt x="717442" y="166185"/>
                </a:cubicBezTo>
                <a:cubicBezTo>
                  <a:pt x="714868" y="165405"/>
                  <a:pt x="712761" y="165015"/>
                  <a:pt x="711123" y="165015"/>
                </a:cubicBezTo>
                <a:cubicBezTo>
                  <a:pt x="709328" y="165015"/>
                  <a:pt x="707924" y="166029"/>
                  <a:pt x="706909" y="168058"/>
                </a:cubicBezTo>
                <a:lnTo>
                  <a:pt x="703047" y="168058"/>
                </a:lnTo>
                <a:lnTo>
                  <a:pt x="703047" y="129671"/>
                </a:lnTo>
                <a:lnTo>
                  <a:pt x="706909" y="129671"/>
                </a:lnTo>
                <a:cubicBezTo>
                  <a:pt x="709094" y="140633"/>
                  <a:pt x="713268" y="148894"/>
                  <a:pt x="719432" y="154453"/>
                </a:cubicBezTo>
                <a:cubicBezTo>
                  <a:pt x="725596" y="160012"/>
                  <a:pt x="732500" y="162791"/>
                  <a:pt x="740146" y="162791"/>
                </a:cubicBezTo>
                <a:cubicBezTo>
                  <a:pt x="745530" y="162791"/>
                  <a:pt x="749919" y="161214"/>
                  <a:pt x="753313" y="158059"/>
                </a:cubicBezTo>
                <a:cubicBezTo>
                  <a:pt x="756707" y="154901"/>
                  <a:pt x="758403" y="151102"/>
                  <a:pt x="758403" y="146659"/>
                </a:cubicBezTo>
                <a:cubicBezTo>
                  <a:pt x="758403" y="141281"/>
                  <a:pt x="756511" y="136760"/>
                  <a:pt x="752727" y="133098"/>
                </a:cubicBezTo>
                <a:cubicBezTo>
                  <a:pt x="748943" y="129436"/>
                  <a:pt x="741395" y="124800"/>
                  <a:pt x="730082" y="119190"/>
                </a:cubicBezTo>
                <a:cubicBezTo>
                  <a:pt x="718769" y="113577"/>
                  <a:pt x="711357" y="108511"/>
                  <a:pt x="707846" y="103990"/>
                </a:cubicBezTo>
                <a:cubicBezTo>
                  <a:pt x="704335" y="99548"/>
                  <a:pt x="702579" y="93936"/>
                  <a:pt x="702579" y="87156"/>
                </a:cubicBezTo>
                <a:cubicBezTo>
                  <a:pt x="702579" y="78349"/>
                  <a:pt x="705603" y="70985"/>
                  <a:pt x="711649" y="65062"/>
                </a:cubicBezTo>
                <a:cubicBezTo>
                  <a:pt x="717696" y="59138"/>
                  <a:pt x="725517" y="56175"/>
                  <a:pt x="735114" y="56175"/>
                </a:cubicBezTo>
                <a:cubicBezTo>
                  <a:pt x="739327" y="56175"/>
                  <a:pt x="744438" y="57073"/>
                  <a:pt x="750445" y="58867"/>
                </a:cubicBezTo>
                <a:cubicBezTo>
                  <a:pt x="754424" y="60037"/>
                  <a:pt x="757077" y="60623"/>
                  <a:pt x="758403" y="60623"/>
                </a:cubicBezTo>
                <a:cubicBezTo>
                  <a:pt x="759652" y="60623"/>
                  <a:pt x="760627" y="60349"/>
                  <a:pt x="761329" y="59803"/>
                </a:cubicBezTo>
                <a:cubicBezTo>
                  <a:pt x="762031" y="59257"/>
                  <a:pt x="762851" y="58048"/>
                  <a:pt x="763787" y="56175"/>
                </a:cubicBezTo>
                <a:lnTo>
                  <a:pt x="767649" y="56175"/>
                </a:lnTo>
                <a:close/>
                <a:moveTo>
                  <a:pt x="809793" y="99711"/>
                </a:moveTo>
                <a:cubicBezTo>
                  <a:pt x="809715" y="115591"/>
                  <a:pt x="813577" y="128046"/>
                  <a:pt x="821379" y="137077"/>
                </a:cubicBezTo>
                <a:cubicBezTo>
                  <a:pt x="829181" y="146106"/>
                  <a:pt x="838349" y="150620"/>
                  <a:pt x="848882" y="150620"/>
                </a:cubicBezTo>
                <a:cubicBezTo>
                  <a:pt x="855904" y="150620"/>
                  <a:pt x="862009" y="148689"/>
                  <a:pt x="867197" y="144827"/>
                </a:cubicBezTo>
                <a:cubicBezTo>
                  <a:pt x="872386" y="140965"/>
                  <a:pt x="876735" y="134353"/>
                  <a:pt x="880246" y="124990"/>
                </a:cubicBezTo>
                <a:lnTo>
                  <a:pt x="883874" y="127331"/>
                </a:lnTo>
                <a:cubicBezTo>
                  <a:pt x="882236" y="138020"/>
                  <a:pt x="877476" y="147753"/>
                  <a:pt x="869596" y="156530"/>
                </a:cubicBezTo>
                <a:cubicBezTo>
                  <a:pt x="861716" y="165308"/>
                  <a:pt x="851846" y="169696"/>
                  <a:pt x="839987" y="169696"/>
                </a:cubicBezTo>
                <a:cubicBezTo>
                  <a:pt x="827114" y="169696"/>
                  <a:pt x="816093" y="164694"/>
                  <a:pt x="806926" y="154691"/>
                </a:cubicBezTo>
                <a:cubicBezTo>
                  <a:pt x="797758" y="144684"/>
                  <a:pt x="793174" y="131233"/>
                  <a:pt x="793174" y="114337"/>
                </a:cubicBezTo>
                <a:cubicBezTo>
                  <a:pt x="793174" y="96041"/>
                  <a:pt x="797875" y="81774"/>
                  <a:pt x="807277" y="71536"/>
                </a:cubicBezTo>
                <a:cubicBezTo>
                  <a:pt x="816678" y="61295"/>
                  <a:pt x="828479" y="56175"/>
                  <a:pt x="842679" y="56175"/>
                </a:cubicBezTo>
                <a:cubicBezTo>
                  <a:pt x="854694" y="56175"/>
                  <a:pt x="864564" y="60125"/>
                  <a:pt x="872288" y="68025"/>
                </a:cubicBezTo>
                <a:cubicBezTo>
                  <a:pt x="880012" y="75922"/>
                  <a:pt x="883874" y="86484"/>
                  <a:pt x="883874" y="99711"/>
                </a:cubicBezTo>
                <a:lnTo>
                  <a:pt x="809793" y="99711"/>
                </a:lnTo>
                <a:moveTo>
                  <a:pt x="809793" y="92923"/>
                </a:moveTo>
                <a:lnTo>
                  <a:pt x="859415" y="92923"/>
                </a:lnTo>
                <a:cubicBezTo>
                  <a:pt x="859024" y="86057"/>
                  <a:pt x="858205" y="81220"/>
                  <a:pt x="856957" y="78411"/>
                </a:cubicBezTo>
                <a:cubicBezTo>
                  <a:pt x="855006" y="74042"/>
                  <a:pt x="852100" y="70609"/>
                  <a:pt x="848238" y="68113"/>
                </a:cubicBezTo>
                <a:cubicBezTo>
                  <a:pt x="844376" y="65616"/>
                  <a:pt x="840338" y="64368"/>
                  <a:pt x="836125" y="64368"/>
                </a:cubicBezTo>
                <a:cubicBezTo>
                  <a:pt x="829649" y="64368"/>
                  <a:pt x="823856" y="66884"/>
                  <a:pt x="818746" y="71916"/>
                </a:cubicBezTo>
                <a:cubicBezTo>
                  <a:pt x="813636" y="76948"/>
                  <a:pt x="810651" y="83951"/>
                  <a:pt x="809793" y="929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BD222D-46F7-4DA8-9A1C-50E12328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2062" y="2102041"/>
            <a:ext cx="114795" cy="955178"/>
          </a:xfrm>
          <a:custGeom xmlns:a="http://schemas.openxmlformats.org/drawingml/2006/main">
            <a:pathLst>
              <a:path w="114795" h="955178">
                <a:moveTo>
                  <a:pt x="50347" y="0"/>
                </a:moveTo>
                <a:lnTo>
                  <a:pt x="50347" y="915112"/>
                </a:lnTo>
                <a:lnTo>
                  <a:pt x="14140" y="853043"/>
                </a:lnTo>
                <a:lnTo>
                  <a:pt x="13883" y="852634"/>
                </a:lnTo>
                <a:lnTo>
                  <a:pt x="13602" y="852249"/>
                </a:lnTo>
                <a:lnTo>
                  <a:pt x="13300" y="851888"/>
                </a:lnTo>
                <a:lnTo>
                  <a:pt x="12978" y="851551"/>
                </a:lnTo>
                <a:lnTo>
                  <a:pt x="12637" y="851239"/>
                </a:lnTo>
                <a:lnTo>
                  <a:pt x="12279" y="850951"/>
                </a:lnTo>
                <a:lnTo>
                  <a:pt x="11905" y="850690"/>
                </a:lnTo>
                <a:lnTo>
                  <a:pt x="11516" y="850454"/>
                </a:lnTo>
                <a:lnTo>
                  <a:pt x="11114" y="850245"/>
                </a:lnTo>
                <a:lnTo>
                  <a:pt x="10701" y="850062"/>
                </a:lnTo>
                <a:lnTo>
                  <a:pt x="10277" y="849906"/>
                </a:lnTo>
                <a:lnTo>
                  <a:pt x="9845" y="849777"/>
                </a:lnTo>
                <a:lnTo>
                  <a:pt x="9405" y="849676"/>
                </a:lnTo>
                <a:lnTo>
                  <a:pt x="8960" y="849604"/>
                </a:lnTo>
                <a:lnTo>
                  <a:pt x="8510" y="849559"/>
                </a:lnTo>
                <a:lnTo>
                  <a:pt x="8057" y="849544"/>
                </a:lnTo>
                <a:lnTo>
                  <a:pt x="7603" y="849558"/>
                </a:lnTo>
                <a:lnTo>
                  <a:pt x="7148" y="849601"/>
                </a:lnTo>
                <a:lnTo>
                  <a:pt x="6695" y="849675"/>
                </a:lnTo>
                <a:lnTo>
                  <a:pt x="6244" y="849779"/>
                </a:lnTo>
                <a:lnTo>
                  <a:pt x="5798" y="849913"/>
                </a:lnTo>
                <a:lnTo>
                  <a:pt x="5358" y="850079"/>
                </a:lnTo>
                <a:lnTo>
                  <a:pt x="4924" y="850276"/>
                </a:lnTo>
                <a:lnTo>
                  <a:pt x="4499" y="850505"/>
                </a:lnTo>
                <a:lnTo>
                  <a:pt x="4090" y="850762"/>
                </a:lnTo>
                <a:lnTo>
                  <a:pt x="3705" y="851043"/>
                </a:lnTo>
                <a:lnTo>
                  <a:pt x="3344" y="851345"/>
                </a:lnTo>
                <a:lnTo>
                  <a:pt x="3007" y="851667"/>
                </a:lnTo>
                <a:lnTo>
                  <a:pt x="2695" y="852008"/>
                </a:lnTo>
                <a:lnTo>
                  <a:pt x="2408" y="852366"/>
                </a:lnTo>
                <a:lnTo>
                  <a:pt x="2146" y="852740"/>
                </a:lnTo>
                <a:lnTo>
                  <a:pt x="1911" y="853129"/>
                </a:lnTo>
                <a:lnTo>
                  <a:pt x="1701" y="853531"/>
                </a:lnTo>
                <a:lnTo>
                  <a:pt x="1518" y="853944"/>
                </a:lnTo>
                <a:lnTo>
                  <a:pt x="1362" y="854368"/>
                </a:lnTo>
                <a:lnTo>
                  <a:pt x="1234" y="854800"/>
                </a:lnTo>
                <a:lnTo>
                  <a:pt x="1133" y="855240"/>
                </a:lnTo>
                <a:lnTo>
                  <a:pt x="1060" y="855685"/>
                </a:lnTo>
                <a:lnTo>
                  <a:pt x="1016" y="856135"/>
                </a:lnTo>
                <a:lnTo>
                  <a:pt x="1001" y="856588"/>
                </a:lnTo>
                <a:lnTo>
                  <a:pt x="1015" y="857042"/>
                </a:lnTo>
                <a:lnTo>
                  <a:pt x="1058" y="857497"/>
                </a:lnTo>
                <a:lnTo>
                  <a:pt x="1132" y="857950"/>
                </a:lnTo>
                <a:lnTo>
                  <a:pt x="1235" y="858400"/>
                </a:lnTo>
                <a:lnTo>
                  <a:pt x="1370" y="858847"/>
                </a:lnTo>
                <a:lnTo>
                  <a:pt x="1536" y="859287"/>
                </a:lnTo>
                <a:lnTo>
                  <a:pt x="1733" y="859721"/>
                </a:lnTo>
                <a:lnTo>
                  <a:pt x="1963" y="860146"/>
                </a:lnTo>
                <a:lnTo>
                  <a:pt x="57397" y="955178"/>
                </a:lnTo>
                <a:lnTo>
                  <a:pt x="112832" y="860146"/>
                </a:lnTo>
                <a:lnTo>
                  <a:pt x="113061" y="859721"/>
                </a:lnTo>
                <a:lnTo>
                  <a:pt x="113259" y="859287"/>
                </a:lnTo>
                <a:lnTo>
                  <a:pt x="113425" y="858847"/>
                </a:lnTo>
                <a:lnTo>
                  <a:pt x="113559" y="858400"/>
                </a:lnTo>
                <a:lnTo>
                  <a:pt x="113663" y="857950"/>
                </a:lnTo>
                <a:lnTo>
                  <a:pt x="113737" y="857497"/>
                </a:lnTo>
                <a:lnTo>
                  <a:pt x="113780" y="857042"/>
                </a:lnTo>
                <a:lnTo>
                  <a:pt x="113794" y="856588"/>
                </a:lnTo>
                <a:lnTo>
                  <a:pt x="113779" y="856135"/>
                </a:lnTo>
                <a:lnTo>
                  <a:pt x="113734" y="855685"/>
                </a:lnTo>
                <a:lnTo>
                  <a:pt x="113662" y="855240"/>
                </a:lnTo>
                <a:lnTo>
                  <a:pt x="113561" y="854800"/>
                </a:lnTo>
                <a:lnTo>
                  <a:pt x="113432" y="854368"/>
                </a:lnTo>
                <a:lnTo>
                  <a:pt x="113276" y="853944"/>
                </a:lnTo>
                <a:lnTo>
                  <a:pt x="113093" y="853531"/>
                </a:lnTo>
                <a:lnTo>
                  <a:pt x="112884" y="853129"/>
                </a:lnTo>
                <a:lnTo>
                  <a:pt x="112648" y="852740"/>
                </a:lnTo>
                <a:lnTo>
                  <a:pt x="112387" y="852366"/>
                </a:lnTo>
                <a:lnTo>
                  <a:pt x="112100" y="852008"/>
                </a:lnTo>
                <a:lnTo>
                  <a:pt x="111787" y="851667"/>
                </a:lnTo>
                <a:lnTo>
                  <a:pt x="111451" y="851345"/>
                </a:lnTo>
                <a:lnTo>
                  <a:pt x="111089" y="851043"/>
                </a:lnTo>
                <a:lnTo>
                  <a:pt x="110704" y="850762"/>
                </a:lnTo>
                <a:lnTo>
                  <a:pt x="110296" y="850505"/>
                </a:lnTo>
                <a:lnTo>
                  <a:pt x="109871" y="850276"/>
                </a:lnTo>
                <a:lnTo>
                  <a:pt x="109437" y="850079"/>
                </a:lnTo>
                <a:lnTo>
                  <a:pt x="108996" y="849913"/>
                </a:lnTo>
                <a:lnTo>
                  <a:pt x="108550" y="849778"/>
                </a:lnTo>
                <a:lnTo>
                  <a:pt x="108099" y="849674"/>
                </a:lnTo>
                <a:lnTo>
                  <a:pt x="107646" y="849601"/>
                </a:lnTo>
                <a:lnTo>
                  <a:pt x="107191" y="849557"/>
                </a:lnTo>
                <a:lnTo>
                  <a:pt x="106737" y="849543"/>
                </a:lnTo>
                <a:lnTo>
                  <a:pt x="106284" y="849559"/>
                </a:lnTo>
                <a:lnTo>
                  <a:pt x="105834" y="849603"/>
                </a:lnTo>
                <a:lnTo>
                  <a:pt x="105389" y="849676"/>
                </a:lnTo>
                <a:lnTo>
                  <a:pt x="104949" y="849776"/>
                </a:lnTo>
                <a:lnTo>
                  <a:pt x="104517" y="849905"/>
                </a:lnTo>
                <a:lnTo>
                  <a:pt x="104093" y="850061"/>
                </a:lnTo>
                <a:lnTo>
                  <a:pt x="103680" y="850244"/>
                </a:lnTo>
                <a:lnTo>
                  <a:pt x="103278" y="850453"/>
                </a:lnTo>
                <a:lnTo>
                  <a:pt x="102890" y="850689"/>
                </a:lnTo>
                <a:lnTo>
                  <a:pt x="102516" y="850951"/>
                </a:lnTo>
                <a:lnTo>
                  <a:pt x="102157" y="851238"/>
                </a:lnTo>
                <a:lnTo>
                  <a:pt x="101816" y="851550"/>
                </a:lnTo>
                <a:lnTo>
                  <a:pt x="101494" y="851887"/>
                </a:lnTo>
                <a:lnTo>
                  <a:pt x="101192" y="852248"/>
                </a:lnTo>
                <a:lnTo>
                  <a:pt x="100912" y="852633"/>
                </a:lnTo>
                <a:lnTo>
                  <a:pt x="100655" y="853042"/>
                </a:lnTo>
                <a:lnTo>
                  <a:pt x="64446" y="915114"/>
                </a:lnTo>
                <a:lnTo>
                  <a:pt x="64446" y="0"/>
                </a:lnTo>
                <a:lnTo>
                  <a:pt x="5034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4.IterativeLoop">
            <a:extLst xmlns:a="http://schemas.openxmlformats.org/drawingml/2006/main">
              <a:ext uri="{FF2B5EF4-FFF2-40B4-BE49-F238E27FC236}">
                <a16:creationId xmlns:a16="http://schemas.microsoft.com/office/drawing/2014/main" id="{155A04CA-16FE-4166-AD99-404FC51F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190" y="665918"/>
            <a:ext cx="1590069" cy="217679"/>
          </a:xfrm>
          <a:custGeom xmlns:a="http://schemas.openxmlformats.org/drawingml/2006/main">
            <a:pathLst>
              <a:path w="1590069" h="217679">
                <a:moveTo>
                  <a:pt x="107786" y="107903"/>
                </a:moveTo>
                <a:lnTo>
                  <a:pt x="107786" y="124522"/>
                </a:lnTo>
                <a:lnTo>
                  <a:pt x="86487" y="124522"/>
                </a:lnTo>
                <a:lnTo>
                  <a:pt x="86487" y="166419"/>
                </a:lnTo>
                <a:lnTo>
                  <a:pt x="67176" y="166419"/>
                </a:lnTo>
                <a:lnTo>
                  <a:pt x="67176" y="124522"/>
                </a:lnTo>
                <a:lnTo>
                  <a:pt x="0" y="124522"/>
                </a:lnTo>
                <a:lnTo>
                  <a:pt x="0" y="109542"/>
                </a:lnTo>
                <a:lnTo>
                  <a:pt x="73613" y="4447"/>
                </a:lnTo>
                <a:lnTo>
                  <a:pt x="86487" y="4447"/>
                </a:lnTo>
                <a:lnTo>
                  <a:pt x="86487" y="107903"/>
                </a:lnTo>
                <a:lnTo>
                  <a:pt x="107786" y="107903"/>
                </a:lnTo>
                <a:moveTo>
                  <a:pt x="67176" y="107903"/>
                </a:moveTo>
                <a:lnTo>
                  <a:pt x="67176" y="29141"/>
                </a:lnTo>
                <a:lnTo>
                  <a:pt x="11469" y="107903"/>
                </a:lnTo>
                <a:lnTo>
                  <a:pt x="67176" y="107903"/>
                </a:lnTo>
                <a:close/>
                <a:moveTo>
                  <a:pt x="146056" y="143715"/>
                </a:moveTo>
                <a:cubicBezTo>
                  <a:pt x="149723" y="143715"/>
                  <a:pt x="152804" y="144983"/>
                  <a:pt x="155301" y="147519"/>
                </a:cubicBezTo>
                <a:cubicBezTo>
                  <a:pt x="157798" y="150054"/>
                  <a:pt x="159046" y="153117"/>
                  <a:pt x="159046" y="156706"/>
                </a:cubicBezTo>
                <a:cubicBezTo>
                  <a:pt x="159046" y="160295"/>
                  <a:pt x="157778" y="163357"/>
                  <a:pt x="155243" y="165893"/>
                </a:cubicBezTo>
                <a:cubicBezTo>
                  <a:pt x="152707" y="168428"/>
                  <a:pt x="149645" y="169696"/>
                  <a:pt x="146056" y="169696"/>
                </a:cubicBezTo>
                <a:cubicBezTo>
                  <a:pt x="142467" y="169696"/>
                  <a:pt x="139404" y="168428"/>
                  <a:pt x="136869" y="165893"/>
                </a:cubicBezTo>
                <a:cubicBezTo>
                  <a:pt x="134333" y="163357"/>
                  <a:pt x="133065" y="160295"/>
                  <a:pt x="133065" y="156706"/>
                </a:cubicBezTo>
                <a:cubicBezTo>
                  <a:pt x="133065" y="153039"/>
                  <a:pt x="134333" y="149957"/>
                  <a:pt x="136869" y="147460"/>
                </a:cubicBezTo>
                <a:cubicBezTo>
                  <a:pt x="139404" y="144964"/>
                  <a:pt x="142467" y="143715"/>
                  <a:pt x="146056" y="143715"/>
                </a:cubicBezTo>
                <a:close/>
                <a:moveTo>
                  <a:pt x="309901" y="162089"/>
                </a:moveTo>
                <a:lnTo>
                  <a:pt x="309901" y="166419"/>
                </a:lnTo>
                <a:lnTo>
                  <a:pt x="241905" y="166419"/>
                </a:lnTo>
                <a:lnTo>
                  <a:pt x="241905" y="162089"/>
                </a:lnTo>
                <a:lnTo>
                  <a:pt x="247523" y="162089"/>
                </a:lnTo>
                <a:cubicBezTo>
                  <a:pt x="254076" y="162089"/>
                  <a:pt x="258836" y="160178"/>
                  <a:pt x="261800" y="156355"/>
                </a:cubicBezTo>
                <a:cubicBezTo>
                  <a:pt x="263673" y="153858"/>
                  <a:pt x="264609" y="147850"/>
                  <a:pt x="264609" y="138332"/>
                </a:cubicBezTo>
                <a:lnTo>
                  <a:pt x="264609" y="35812"/>
                </a:lnTo>
                <a:cubicBezTo>
                  <a:pt x="264609" y="27776"/>
                  <a:pt x="264102" y="22470"/>
                  <a:pt x="263088" y="19895"/>
                </a:cubicBezTo>
                <a:cubicBezTo>
                  <a:pt x="262308" y="17945"/>
                  <a:pt x="260708" y="16267"/>
                  <a:pt x="258289" y="14863"/>
                </a:cubicBezTo>
                <a:cubicBezTo>
                  <a:pt x="254857" y="12991"/>
                  <a:pt x="251268" y="12054"/>
                  <a:pt x="247523" y="12054"/>
                </a:cubicBezTo>
                <a:lnTo>
                  <a:pt x="241905" y="12054"/>
                </a:lnTo>
                <a:lnTo>
                  <a:pt x="241905" y="7724"/>
                </a:lnTo>
                <a:lnTo>
                  <a:pt x="309901" y="7724"/>
                </a:lnTo>
                <a:lnTo>
                  <a:pt x="309901" y="12054"/>
                </a:lnTo>
                <a:lnTo>
                  <a:pt x="304166" y="12054"/>
                </a:lnTo>
                <a:cubicBezTo>
                  <a:pt x="297690" y="12054"/>
                  <a:pt x="292970" y="13966"/>
                  <a:pt x="290005" y="17789"/>
                </a:cubicBezTo>
                <a:cubicBezTo>
                  <a:pt x="288055" y="20286"/>
                  <a:pt x="287079" y="26293"/>
                  <a:pt x="287079" y="35812"/>
                </a:cubicBezTo>
                <a:lnTo>
                  <a:pt x="287079" y="138332"/>
                </a:lnTo>
                <a:cubicBezTo>
                  <a:pt x="287079" y="146368"/>
                  <a:pt x="287586" y="151673"/>
                  <a:pt x="288601" y="154248"/>
                </a:cubicBezTo>
                <a:cubicBezTo>
                  <a:pt x="289381" y="156199"/>
                  <a:pt x="291019" y="157876"/>
                  <a:pt x="293516" y="159280"/>
                </a:cubicBezTo>
                <a:cubicBezTo>
                  <a:pt x="296871" y="161153"/>
                  <a:pt x="300421" y="162089"/>
                  <a:pt x="304166" y="162089"/>
                </a:cubicBezTo>
                <a:lnTo>
                  <a:pt x="309901" y="162089"/>
                </a:lnTo>
                <a:close/>
                <a:moveTo>
                  <a:pt x="353867" y="23875"/>
                </a:moveTo>
                <a:lnTo>
                  <a:pt x="353867" y="59218"/>
                </a:lnTo>
                <a:lnTo>
                  <a:pt x="378912" y="59218"/>
                </a:lnTo>
                <a:lnTo>
                  <a:pt x="378912" y="67410"/>
                </a:lnTo>
                <a:lnTo>
                  <a:pt x="353867" y="67410"/>
                </a:lnTo>
                <a:lnTo>
                  <a:pt x="353867" y="136832"/>
                </a:lnTo>
                <a:cubicBezTo>
                  <a:pt x="353867" y="143769"/>
                  <a:pt x="354862" y="148445"/>
                  <a:pt x="356851" y="150861"/>
                </a:cubicBezTo>
                <a:cubicBezTo>
                  <a:pt x="358841" y="153275"/>
                  <a:pt x="361396" y="154482"/>
                  <a:pt x="364517" y="154482"/>
                </a:cubicBezTo>
                <a:cubicBezTo>
                  <a:pt x="367092" y="154482"/>
                  <a:pt x="369588" y="153682"/>
                  <a:pt x="372007" y="152083"/>
                </a:cubicBezTo>
                <a:cubicBezTo>
                  <a:pt x="374426" y="150484"/>
                  <a:pt x="376298" y="148123"/>
                  <a:pt x="377625" y="145003"/>
                </a:cubicBezTo>
                <a:lnTo>
                  <a:pt x="382189" y="145003"/>
                </a:lnTo>
                <a:cubicBezTo>
                  <a:pt x="379458" y="152671"/>
                  <a:pt x="375596" y="158470"/>
                  <a:pt x="370603" y="162400"/>
                </a:cubicBezTo>
                <a:cubicBezTo>
                  <a:pt x="365609" y="166328"/>
                  <a:pt x="360460" y="168292"/>
                  <a:pt x="355154" y="168292"/>
                </a:cubicBezTo>
                <a:cubicBezTo>
                  <a:pt x="351565" y="168292"/>
                  <a:pt x="348055" y="167296"/>
                  <a:pt x="344622" y="165304"/>
                </a:cubicBezTo>
                <a:cubicBezTo>
                  <a:pt x="341189" y="163312"/>
                  <a:pt x="338653" y="160462"/>
                  <a:pt x="337014" y="156753"/>
                </a:cubicBezTo>
                <a:cubicBezTo>
                  <a:pt x="335376" y="153042"/>
                  <a:pt x="334557" y="147320"/>
                  <a:pt x="334557" y="139586"/>
                </a:cubicBezTo>
                <a:lnTo>
                  <a:pt x="334557" y="67410"/>
                </a:lnTo>
                <a:lnTo>
                  <a:pt x="317587" y="67410"/>
                </a:lnTo>
                <a:lnTo>
                  <a:pt x="317587" y="63548"/>
                </a:lnTo>
                <a:cubicBezTo>
                  <a:pt x="321878" y="61827"/>
                  <a:pt x="326267" y="58912"/>
                  <a:pt x="330753" y="54804"/>
                </a:cubicBezTo>
                <a:cubicBezTo>
                  <a:pt x="335240" y="50696"/>
                  <a:pt x="339238" y="45824"/>
                  <a:pt x="342749" y="40189"/>
                </a:cubicBezTo>
                <a:cubicBezTo>
                  <a:pt x="344544" y="37217"/>
                  <a:pt x="347040" y="31779"/>
                  <a:pt x="350239" y="23875"/>
                </a:cubicBezTo>
                <a:lnTo>
                  <a:pt x="353867" y="23875"/>
                </a:lnTo>
                <a:close/>
                <a:moveTo>
                  <a:pt x="407727" y="99711"/>
                </a:moveTo>
                <a:cubicBezTo>
                  <a:pt x="407649" y="115591"/>
                  <a:pt x="411511" y="128046"/>
                  <a:pt x="419313" y="137077"/>
                </a:cubicBezTo>
                <a:cubicBezTo>
                  <a:pt x="427115" y="146106"/>
                  <a:pt x="436283" y="150620"/>
                  <a:pt x="446815" y="150620"/>
                </a:cubicBezTo>
                <a:cubicBezTo>
                  <a:pt x="453837" y="150620"/>
                  <a:pt x="459942" y="148689"/>
                  <a:pt x="465131" y="144827"/>
                </a:cubicBezTo>
                <a:cubicBezTo>
                  <a:pt x="470319" y="140965"/>
                  <a:pt x="474669" y="134353"/>
                  <a:pt x="478180" y="124990"/>
                </a:cubicBezTo>
                <a:lnTo>
                  <a:pt x="481808" y="127331"/>
                </a:lnTo>
                <a:cubicBezTo>
                  <a:pt x="480169" y="138020"/>
                  <a:pt x="475410" y="147753"/>
                  <a:pt x="467530" y="156530"/>
                </a:cubicBezTo>
                <a:cubicBezTo>
                  <a:pt x="459650" y="165308"/>
                  <a:pt x="449780" y="169696"/>
                  <a:pt x="437921" y="169696"/>
                </a:cubicBezTo>
                <a:cubicBezTo>
                  <a:pt x="425047" y="169696"/>
                  <a:pt x="414027" y="164694"/>
                  <a:pt x="404859" y="154691"/>
                </a:cubicBezTo>
                <a:cubicBezTo>
                  <a:pt x="395692" y="144684"/>
                  <a:pt x="391108" y="131233"/>
                  <a:pt x="391108" y="114337"/>
                </a:cubicBezTo>
                <a:cubicBezTo>
                  <a:pt x="391108" y="96041"/>
                  <a:pt x="395809" y="81774"/>
                  <a:pt x="405211" y="71536"/>
                </a:cubicBezTo>
                <a:cubicBezTo>
                  <a:pt x="414612" y="61295"/>
                  <a:pt x="426413" y="56175"/>
                  <a:pt x="440613" y="56175"/>
                </a:cubicBezTo>
                <a:cubicBezTo>
                  <a:pt x="452628" y="56175"/>
                  <a:pt x="462498" y="60125"/>
                  <a:pt x="470222" y="68025"/>
                </a:cubicBezTo>
                <a:cubicBezTo>
                  <a:pt x="477946" y="75922"/>
                  <a:pt x="481808" y="86484"/>
                  <a:pt x="481808" y="99711"/>
                </a:cubicBezTo>
                <a:lnTo>
                  <a:pt x="407727" y="99711"/>
                </a:lnTo>
                <a:moveTo>
                  <a:pt x="407727" y="92923"/>
                </a:moveTo>
                <a:lnTo>
                  <a:pt x="457348" y="92923"/>
                </a:lnTo>
                <a:cubicBezTo>
                  <a:pt x="456958" y="86057"/>
                  <a:pt x="456139" y="81220"/>
                  <a:pt x="454891" y="78411"/>
                </a:cubicBezTo>
                <a:cubicBezTo>
                  <a:pt x="452940" y="74042"/>
                  <a:pt x="450034" y="70609"/>
                  <a:pt x="446172" y="68113"/>
                </a:cubicBezTo>
                <a:cubicBezTo>
                  <a:pt x="442310" y="65616"/>
                  <a:pt x="438272" y="64368"/>
                  <a:pt x="434059" y="64368"/>
                </a:cubicBezTo>
                <a:cubicBezTo>
                  <a:pt x="427583" y="64368"/>
                  <a:pt x="421790" y="66884"/>
                  <a:pt x="416680" y="71916"/>
                </a:cubicBezTo>
                <a:cubicBezTo>
                  <a:pt x="411569" y="76948"/>
                  <a:pt x="408585" y="83951"/>
                  <a:pt x="407727" y="92923"/>
                </a:cubicBezTo>
                <a:close/>
                <a:moveTo>
                  <a:pt x="526816" y="56175"/>
                </a:moveTo>
                <a:lnTo>
                  <a:pt x="526816" y="80284"/>
                </a:lnTo>
                <a:cubicBezTo>
                  <a:pt x="535788" y="64212"/>
                  <a:pt x="544995" y="56175"/>
                  <a:pt x="554435" y="56175"/>
                </a:cubicBezTo>
                <a:cubicBezTo>
                  <a:pt x="558726" y="56175"/>
                  <a:pt x="562276" y="57482"/>
                  <a:pt x="565085" y="60096"/>
                </a:cubicBezTo>
                <a:cubicBezTo>
                  <a:pt x="567894" y="62710"/>
                  <a:pt x="569298" y="65733"/>
                  <a:pt x="569298" y="69166"/>
                </a:cubicBezTo>
                <a:cubicBezTo>
                  <a:pt x="569298" y="72209"/>
                  <a:pt x="568284" y="74783"/>
                  <a:pt x="566255" y="76890"/>
                </a:cubicBezTo>
                <a:cubicBezTo>
                  <a:pt x="564227" y="78997"/>
                  <a:pt x="561808" y="80050"/>
                  <a:pt x="558999" y="80050"/>
                </a:cubicBezTo>
                <a:cubicBezTo>
                  <a:pt x="556269" y="80050"/>
                  <a:pt x="553206" y="78704"/>
                  <a:pt x="549812" y="76012"/>
                </a:cubicBezTo>
                <a:cubicBezTo>
                  <a:pt x="546418" y="73320"/>
                  <a:pt x="543902" y="71975"/>
                  <a:pt x="542264" y="71975"/>
                </a:cubicBezTo>
                <a:cubicBezTo>
                  <a:pt x="540859" y="71975"/>
                  <a:pt x="539338" y="72752"/>
                  <a:pt x="537700" y="74308"/>
                </a:cubicBezTo>
                <a:cubicBezTo>
                  <a:pt x="534189" y="77500"/>
                  <a:pt x="530561" y="82753"/>
                  <a:pt x="526816" y="90067"/>
                </a:cubicBezTo>
                <a:lnTo>
                  <a:pt x="526816" y="141312"/>
                </a:lnTo>
                <a:cubicBezTo>
                  <a:pt x="526816" y="147225"/>
                  <a:pt x="527557" y="151699"/>
                  <a:pt x="529039" y="154734"/>
                </a:cubicBezTo>
                <a:cubicBezTo>
                  <a:pt x="530053" y="156836"/>
                  <a:pt x="531848" y="158588"/>
                  <a:pt x="534423" y="159990"/>
                </a:cubicBezTo>
                <a:cubicBezTo>
                  <a:pt x="536997" y="161389"/>
                  <a:pt x="540703" y="162089"/>
                  <a:pt x="545541" y="162089"/>
                </a:cubicBezTo>
                <a:lnTo>
                  <a:pt x="545541" y="166419"/>
                </a:lnTo>
                <a:lnTo>
                  <a:pt x="490653" y="166419"/>
                </a:lnTo>
                <a:lnTo>
                  <a:pt x="490653" y="162089"/>
                </a:lnTo>
                <a:cubicBezTo>
                  <a:pt x="496114" y="162089"/>
                  <a:pt x="500171" y="161233"/>
                  <a:pt x="502824" y="159522"/>
                </a:cubicBezTo>
                <a:cubicBezTo>
                  <a:pt x="504775" y="158276"/>
                  <a:pt x="506140" y="156290"/>
                  <a:pt x="506920" y="153564"/>
                </a:cubicBezTo>
                <a:cubicBezTo>
                  <a:pt x="507310" y="152240"/>
                  <a:pt x="507505" y="148465"/>
                  <a:pt x="507505" y="142238"/>
                </a:cubicBezTo>
                <a:lnTo>
                  <a:pt x="507505" y="100783"/>
                </a:lnTo>
                <a:cubicBezTo>
                  <a:pt x="507505" y="88326"/>
                  <a:pt x="507252" y="80912"/>
                  <a:pt x="506745" y="78539"/>
                </a:cubicBezTo>
                <a:cubicBezTo>
                  <a:pt x="506237" y="76165"/>
                  <a:pt x="505301" y="74432"/>
                  <a:pt x="503936" y="73342"/>
                </a:cubicBezTo>
                <a:cubicBezTo>
                  <a:pt x="502570" y="72253"/>
                  <a:pt x="500874" y="71708"/>
                  <a:pt x="498845" y="71708"/>
                </a:cubicBezTo>
                <a:cubicBezTo>
                  <a:pt x="496426" y="71708"/>
                  <a:pt x="493696" y="72292"/>
                  <a:pt x="490653" y="73459"/>
                </a:cubicBezTo>
                <a:lnTo>
                  <a:pt x="489482" y="69254"/>
                </a:lnTo>
                <a:lnTo>
                  <a:pt x="521900" y="56175"/>
                </a:lnTo>
                <a:lnTo>
                  <a:pt x="526816" y="56175"/>
                </a:lnTo>
                <a:close/>
                <a:moveTo>
                  <a:pt x="635501" y="150971"/>
                </a:moveTo>
                <a:cubicBezTo>
                  <a:pt x="624500" y="159475"/>
                  <a:pt x="617595" y="164391"/>
                  <a:pt x="614787" y="165717"/>
                </a:cubicBezTo>
                <a:cubicBezTo>
                  <a:pt x="610574" y="167746"/>
                  <a:pt x="606087" y="168760"/>
                  <a:pt x="601328" y="168760"/>
                </a:cubicBezTo>
                <a:cubicBezTo>
                  <a:pt x="593916" y="168760"/>
                  <a:pt x="587811" y="166224"/>
                  <a:pt x="583013" y="161153"/>
                </a:cubicBezTo>
                <a:cubicBezTo>
                  <a:pt x="578214" y="156082"/>
                  <a:pt x="575815" y="149411"/>
                  <a:pt x="575815" y="141140"/>
                </a:cubicBezTo>
                <a:cubicBezTo>
                  <a:pt x="575815" y="135913"/>
                  <a:pt x="576985" y="131388"/>
                  <a:pt x="579326" y="127565"/>
                </a:cubicBezTo>
                <a:cubicBezTo>
                  <a:pt x="582525" y="122259"/>
                  <a:pt x="588084" y="117266"/>
                  <a:pt x="596003" y="112585"/>
                </a:cubicBezTo>
                <a:cubicBezTo>
                  <a:pt x="603922" y="107903"/>
                  <a:pt x="617088" y="102208"/>
                  <a:pt x="635501" y="95498"/>
                </a:cubicBezTo>
                <a:lnTo>
                  <a:pt x="635501" y="91285"/>
                </a:lnTo>
                <a:cubicBezTo>
                  <a:pt x="635501" y="80596"/>
                  <a:pt x="633804" y="73262"/>
                  <a:pt x="630410" y="69283"/>
                </a:cubicBezTo>
                <a:cubicBezTo>
                  <a:pt x="627017" y="65304"/>
                  <a:pt x="622082" y="63314"/>
                  <a:pt x="615606" y="63314"/>
                </a:cubicBezTo>
                <a:cubicBezTo>
                  <a:pt x="610691" y="63314"/>
                  <a:pt x="606790" y="64636"/>
                  <a:pt x="603903" y="67279"/>
                </a:cubicBezTo>
                <a:cubicBezTo>
                  <a:pt x="600938" y="69922"/>
                  <a:pt x="599456" y="72954"/>
                  <a:pt x="599456" y="76374"/>
                </a:cubicBezTo>
                <a:lnTo>
                  <a:pt x="599690" y="83137"/>
                </a:lnTo>
                <a:cubicBezTo>
                  <a:pt x="599690" y="86711"/>
                  <a:pt x="598773" y="89470"/>
                  <a:pt x="596939" y="91413"/>
                </a:cubicBezTo>
                <a:cubicBezTo>
                  <a:pt x="595106" y="93356"/>
                  <a:pt x="592707" y="94328"/>
                  <a:pt x="589742" y="94328"/>
                </a:cubicBezTo>
                <a:cubicBezTo>
                  <a:pt x="586855" y="94328"/>
                  <a:pt x="584495" y="93317"/>
                  <a:pt x="582661" y="91296"/>
                </a:cubicBezTo>
                <a:cubicBezTo>
                  <a:pt x="580828" y="89272"/>
                  <a:pt x="579911" y="86510"/>
                  <a:pt x="579911" y="83009"/>
                </a:cubicBezTo>
                <a:cubicBezTo>
                  <a:pt x="579911" y="76321"/>
                  <a:pt x="583344" y="70176"/>
                  <a:pt x="590210" y="64576"/>
                </a:cubicBezTo>
                <a:cubicBezTo>
                  <a:pt x="597076" y="58976"/>
                  <a:pt x="606712" y="56175"/>
                  <a:pt x="619117" y="56175"/>
                </a:cubicBezTo>
                <a:cubicBezTo>
                  <a:pt x="628636" y="56175"/>
                  <a:pt x="636438" y="57772"/>
                  <a:pt x="642523" y="60966"/>
                </a:cubicBezTo>
                <a:cubicBezTo>
                  <a:pt x="647127" y="63383"/>
                  <a:pt x="650520" y="67163"/>
                  <a:pt x="652705" y="72307"/>
                </a:cubicBezTo>
                <a:cubicBezTo>
                  <a:pt x="654109" y="75657"/>
                  <a:pt x="654812" y="82515"/>
                  <a:pt x="654812" y="92879"/>
                </a:cubicBezTo>
                <a:lnTo>
                  <a:pt x="654812" y="129232"/>
                </a:lnTo>
                <a:cubicBezTo>
                  <a:pt x="654812" y="139441"/>
                  <a:pt x="655007" y="145695"/>
                  <a:pt x="655397" y="147994"/>
                </a:cubicBezTo>
                <a:cubicBezTo>
                  <a:pt x="655787" y="150293"/>
                  <a:pt x="656431" y="151833"/>
                  <a:pt x="657328" y="152613"/>
                </a:cubicBezTo>
                <a:cubicBezTo>
                  <a:pt x="658225" y="153391"/>
                  <a:pt x="659259" y="153780"/>
                  <a:pt x="660429" y="153780"/>
                </a:cubicBezTo>
                <a:cubicBezTo>
                  <a:pt x="661678" y="153780"/>
                  <a:pt x="662770" y="153507"/>
                  <a:pt x="663706" y="152961"/>
                </a:cubicBezTo>
                <a:cubicBezTo>
                  <a:pt x="665345" y="151946"/>
                  <a:pt x="668504" y="149099"/>
                  <a:pt x="673186" y="144417"/>
                </a:cubicBezTo>
                <a:lnTo>
                  <a:pt x="673186" y="150971"/>
                </a:lnTo>
                <a:cubicBezTo>
                  <a:pt x="664447" y="162674"/>
                  <a:pt x="656099" y="168526"/>
                  <a:pt x="648141" y="168526"/>
                </a:cubicBezTo>
                <a:cubicBezTo>
                  <a:pt x="644318" y="168526"/>
                  <a:pt x="641275" y="167200"/>
                  <a:pt x="639012" y="164547"/>
                </a:cubicBezTo>
                <a:cubicBezTo>
                  <a:pt x="636750" y="161894"/>
                  <a:pt x="635579" y="157369"/>
                  <a:pt x="635501" y="150971"/>
                </a:cubicBezTo>
                <a:moveTo>
                  <a:pt x="635501" y="143298"/>
                </a:moveTo>
                <a:lnTo>
                  <a:pt x="635501" y="102637"/>
                </a:lnTo>
                <a:cubicBezTo>
                  <a:pt x="623720" y="107296"/>
                  <a:pt x="616113" y="110598"/>
                  <a:pt x="612680" y="112541"/>
                </a:cubicBezTo>
                <a:cubicBezTo>
                  <a:pt x="606516" y="115959"/>
                  <a:pt x="602108" y="119532"/>
                  <a:pt x="599456" y="123260"/>
                </a:cubicBezTo>
                <a:cubicBezTo>
                  <a:pt x="596803" y="126988"/>
                  <a:pt x="595476" y="131066"/>
                  <a:pt x="595476" y="135494"/>
                </a:cubicBezTo>
                <a:cubicBezTo>
                  <a:pt x="595476" y="141087"/>
                  <a:pt x="597154" y="145728"/>
                  <a:pt x="600509" y="149417"/>
                </a:cubicBezTo>
                <a:cubicBezTo>
                  <a:pt x="603864" y="153106"/>
                  <a:pt x="607726" y="154950"/>
                  <a:pt x="612095" y="154950"/>
                </a:cubicBezTo>
                <a:cubicBezTo>
                  <a:pt x="618025" y="154950"/>
                  <a:pt x="625827" y="151066"/>
                  <a:pt x="635501" y="143298"/>
                </a:cubicBezTo>
                <a:close/>
                <a:moveTo>
                  <a:pt x="711640" y="23875"/>
                </a:moveTo>
                <a:lnTo>
                  <a:pt x="711640" y="59218"/>
                </a:lnTo>
                <a:lnTo>
                  <a:pt x="736685" y="59218"/>
                </a:lnTo>
                <a:lnTo>
                  <a:pt x="736685" y="67410"/>
                </a:lnTo>
                <a:lnTo>
                  <a:pt x="711640" y="67410"/>
                </a:lnTo>
                <a:lnTo>
                  <a:pt x="711640" y="136832"/>
                </a:lnTo>
                <a:cubicBezTo>
                  <a:pt x="711640" y="143769"/>
                  <a:pt x="712635" y="148445"/>
                  <a:pt x="714624" y="150861"/>
                </a:cubicBezTo>
                <a:cubicBezTo>
                  <a:pt x="716614" y="153275"/>
                  <a:pt x="719169" y="154482"/>
                  <a:pt x="722290" y="154482"/>
                </a:cubicBezTo>
                <a:cubicBezTo>
                  <a:pt x="724864" y="154482"/>
                  <a:pt x="727361" y="153682"/>
                  <a:pt x="729780" y="152083"/>
                </a:cubicBezTo>
                <a:cubicBezTo>
                  <a:pt x="732198" y="150484"/>
                  <a:pt x="734071" y="148123"/>
                  <a:pt x="735397" y="145003"/>
                </a:cubicBezTo>
                <a:lnTo>
                  <a:pt x="739962" y="145003"/>
                </a:lnTo>
                <a:cubicBezTo>
                  <a:pt x="737231" y="152671"/>
                  <a:pt x="733369" y="158470"/>
                  <a:pt x="728375" y="162400"/>
                </a:cubicBezTo>
                <a:cubicBezTo>
                  <a:pt x="723382" y="166328"/>
                  <a:pt x="718233" y="168292"/>
                  <a:pt x="712927" y="168292"/>
                </a:cubicBezTo>
                <a:cubicBezTo>
                  <a:pt x="709338" y="168292"/>
                  <a:pt x="705827" y="167296"/>
                  <a:pt x="702394" y="165304"/>
                </a:cubicBezTo>
                <a:cubicBezTo>
                  <a:pt x="698961" y="163312"/>
                  <a:pt x="696426" y="160462"/>
                  <a:pt x="694787" y="156753"/>
                </a:cubicBezTo>
                <a:cubicBezTo>
                  <a:pt x="693149" y="153042"/>
                  <a:pt x="692330" y="147320"/>
                  <a:pt x="692330" y="139586"/>
                </a:cubicBezTo>
                <a:lnTo>
                  <a:pt x="692330" y="67410"/>
                </a:lnTo>
                <a:lnTo>
                  <a:pt x="675360" y="67410"/>
                </a:lnTo>
                <a:lnTo>
                  <a:pt x="675360" y="63548"/>
                </a:lnTo>
                <a:cubicBezTo>
                  <a:pt x="679651" y="61827"/>
                  <a:pt x="684040" y="58912"/>
                  <a:pt x="688526" y="54804"/>
                </a:cubicBezTo>
                <a:cubicBezTo>
                  <a:pt x="693012" y="50696"/>
                  <a:pt x="697011" y="45824"/>
                  <a:pt x="700522" y="40189"/>
                </a:cubicBezTo>
                <a:cubicBezTo>
                  <a:pt x="702316" y="37217"/>
                  <a:pt x="704813" y="31779"/>
                  <a:pt x="708012" y="23875"/>
                </a:cubicBezTo>
                <a:lnTo>
                  <a:pt x="711640" y="23875"/>
                </a:lnTo>
                <a:close/>
                <a:moveTo>
                  <a:pt x="774745" y="0"/>
                </a:moveTo>
                <a:cubicBezTo>
                  <a:pt x="778022" y="0"/>
                  <a:pt x="780811" y="1157"/>
                  <a:pt x="783112" y="3471"/>
                </a:cubicBezTo>
                <a:cubicBezTo>
                  <a:pt x="785414" y="5782"/>
                  <a:pt x="786565" y="8585"/>
                  <a:pt x="786565" y="11879"/>
                </a:cubicBezTo>
                <a:cubicBezTo>
                  <a:pt x="786565" y="15173"/>
                  <a:pt x="785414" y="17996"/>
                  <a:pt x="783112" y="20349"/>
                </a:cubicBezTo>
                <a:cubicBezTo>
                  <a:pt x="780811" y="22699"/>
                  <a:pt x="778022" y="23875"/>
                  <a:pt x="774745" y="23875"/>
                </a:cubicBezTo>
                <a:cubicBezTo>
                  <a:pt x="771468" y="23875"/>
                  <a:pt x="768659" y="22699"/>
                  <a:pt x="766318" y="20349"/>
                </a:cubicBezTo>
                <a:cubicBezTo>
                  <a:pt x="763978" y="17996"/>
                  <a:pt x="762807" y="15173"/>
                  <a:pt x="762807" y="11879"/>
                </a:cubicBezTo>
                <a:cubicBezTo>
                  <a:pt x="762807" y="8585"/>
                  <a:pt x="763958" y="5782"/>
                  <a:pt x="766260" y="3471"/>
                </a:cubicBezTo>
                <a:cubicBezTo>
                  <a:pt x="768562" y="1157"/>
                  <a:pt x="771390" y="0"/>
                  <a:pt x="774745" y="0"/>
                </a:cubicBezTo>
                <a:moveTo>
                  <a:pt x="784458" y="56175"/>
                </a:moveTo>
                <a:lnTo>
                  <a:pt x="784458" y="142121"/>
                </a:lnTo>
                <a:cubicBezTo>
                  <a:pt x="784458" y="148816"/>
                  <a:pt x="784946" y="153273"/>
                  <a:pt x="785921" y="155492"/>
                </a:cubicBezTo>
                <a:cubicBezTo>
                  <a:pt x="786897" y="157710"/>
                  <a:pt x="788340" y="159365"/>
                  <a:pt x="790251" y="160454"/>
                </a:cubicBezTo>
                <a:cubicBezTo>
                  <a:pt x="792163" y="161544"/>
                  <a:pt x="795654" y="162089"/>
                  <a:pt x="800726" y="162089"/>
                </a:cubicBezTo>
                <a:lnTo>
                  <a:pt x="800726" y="166419"/>
                </a:lnTo>
                <a:lnTo>
                  <a:pt x="748647" y="166419"/>
                </a:lnTo>
                <a:lnTo>
                  <a:pt x="748647" y="162089"/>
                </a:lnTo>
                <a:cubicBezTo>
                  <a:pt x="753874" y="162089"/>
                  <a:pt x="757385" y="161583"/>
                  <a:pt x="759179" y="160571"/>
                </a:cubicBezTo>
                <a:cubicBezTo>
                  <a:pt x="760974" y="159560"/>
                  <a:pt x="762398" y="157886"/>
                  <a:pt x="763451" y="155550"/>
                </a:cubicBezTo>
                <a:cubicBezTo>
                  <a:pt x="764504" y="153214"/>
                  <a:pt x="765031" y="148738"/>
                  <a:pt x="765031" y="142121"/>
                </a:cubicBezTo>
                <a:lnTo>
                  <a:pt x="765031" y="100900"/>
                </a:lnTo>
                <a:cubicBezTo>
                  <a:pt x="765031" y="89299"/>
                  <a:pt x="764680" y="81787"/>
                  <a:pt x="763978" y="78364"/>
                </a:cubicBezTo>
                <a:cubicBezTo>
                  <a:pt x="763432" y="75872"/>
                  <a:pt x="762573" y="74140"/>
                  <a:pt x="761403" y="73167"/>
                </a:cubicBezTo>
                <a:cubicBezTo>
                  <a:pt x="760233" y="72194"/>
                  <a:pt x="758633" y="71708"/>
                  <a:pt x="756605" y="71708"/>
                </a:cubicBezTo>
                <a:cubicBezTo>
                  <a:pt x="754420" y="71708"/>
                  <a:pt x="751767" y="72292"/>
                  <a:pt x="748647" y="73459"/>
                </a:cubicBezTo>
                <a:lnTo>
                  <a:pt x="747008" y="69254"/>
                </a:lnTo>
                <a:lnTo>
                  <a:pt x="779309" y="56175"/>
                </a:lnTo>
                <a:lnTo>
                  <a:pt x="784458" y="56175"/>
                </a:lnTo>
                <a:close/>
                <a:moveTo>
                  <a:pt x="808943" y="59218"/>
                </a:moveTo>
                <a:lnTo>
                  <a:pt x="859384" y="59218"/>
                </a:lnTo>
                <a:lnTo>
                  <a:pt x="859384" y="63548"/>
                </a:lnTo>
                <a:lnTo>
                  <a:pt x="856107" y="63548"/>
                </a:lnTo>
                <a:cubicBezTo>
                  <a:pt x="853064" y="63548"/>
                  <a:pt x="850743" y="64290"/>
                  <a:pt x="849143" y="65772"/>
                </a:cubicBezTo>
                <a:cubicBezTo>
                  <a:pt x="847544" y="67254"/>
                  <a:pt x="846744" y="69244"/>
                  <a:pt x="846744" y="71741"/>
                </a:cubicBezTo>
                <a:cubicBezTo>
                  <a:pt x="846744" y="74471"/>
                  <a:pt x="847564" y="77709"/>
                  <a:pt x="849202" y="81454"/>
                </a:cubicBezTo>
                <a:lnTo>
                  <a:pt x="874130" y="140672"/>
                </a:lnTo>
                <a:lnTo>
                  <a:pt x="899175" y="79231"/>
                </a:lnTo>
                <a:cubicBezTo>
                  <a:pt x="900969" y="74861"/>
                  <a:pt x="901866" y="71546"/>
                  <a:pt x="901866" y="69283"/>
                </a:cubicBezTo>
                <a:cubicBezTo>
                  <a:pt x="901866" y="68191"/>
                  <a:pt x="901554" y="67293"/>
                  <a:pt x="900930" y="66591"/>
                </a:cubicBezTo>
                <a:cubicBezTo>
                  <a:pt x="900072" y="65421"/>
                  <a:pt x="898980" y="64621"/>
                  <a:pt x="897653" y="64192"/>
                </a:cubicBezTo>
                <a:cubicBezTo>
                  <a:pt x="896327" y="63763"/>
                  <a:pt x="893635" y="63548"/>
                  <a:pt x="889578" y="63548"/>
                </a:cubicBezTo>
                <a:lnTo>
                  <a:pt x="889578" y="59218"/>
                </a:lnTo>
                <a:lnTo>
                  <a:pt x="924571" y="59218"/>
                </a:lnTo>
                <a:lnTo>
                  <a:pt x="924571" y="63548"/>
                </a:lnTo>
                <a:cubicBezTo>
                  <a:pt x="920513" y="63860"/>
                  <a:pt x="917705" y="64680"/>
                  <a:pt x="916144" y="66006"/>
                </a:cubicBezTo>
                <a:cubicBezTo>
                  <a:pt x="913413" y="68347"/>
                  <a:pt x="910956" y="72248"/>
                  <a:pt x="908771" y="77709"/>
                </a:cubicBezTo>
                <a:lnTo>
                  <a:pt x="870736" y="169696"/>
                </a:lnTo>
                <a:lnTo>
                  <a:pt x="865938" y="169696"/>
                </a:lnTo>
                <a:lnTo>
                  <a:pt x="827668" y="79231"/>
                </a:lnTo>
                <a:cubicBezTo>
                  <a:pt x="825952" y="75017"/>
                  <a:pt x="824313" y="71994"/>
                  <a:pt x="822753" y="70161"/>
                </a:cubicBezTo>
                <a:cubicBezTo>
                  <a:pt x="821192" y="68327"/>
                  <a:pt x="819203" y="66786"/>
                  <a:pt x="816784" y="65538"/>
                </a:cubicBezTo>
                <a:cubicBezTo>
                  <a:pt x="815458" y="64836"/>
                  <a:pt x="812844" y="64172"/>
                  <a:pt x="808943" y="63548"/>
                </a:cubicBezTo>
                <a:lnTo>
                  <a:pt x="808943" y="59218"/>
                </a:lnTo>
                <a:close/>
                <a:moveTo>
                  <a:pt x="952307" y="99711"/>
                </a:moveTo>
                <a:cubicBezTo>
                  <a:pt x="952229" y="115591"/>
                  <a:pt x="956091" y="128046"/>
                  <a:pt x="963893" y="137077"/>
                </a:cubicBezTo>
                <a:cubicBezTo>
                  <a:pt x="971695" y="146106"/>
                  <a:pt x="980863" y="150620"/>
                  <a:pt x="991395" y="150620"/>
                </a:cubicBezTo>
                <a:cubicBezTo>
                  <a:pt x="998417" y="150620"/>
                  <a:pt x="1004523" y="148689"/>
                  <a:pt x="1009711" y="144827"/>
                </a:cubicBezTo>
                <a:cubicBezTo>
                  <a:pt x="1014899" y="140965"/>
                  <a:pt x="1019249" y="134353"/>
                  <a:pt x="1022760" y="124990"/>
                </a:cubicBezTo>
                <a:lnTo>
                  <a:pt x="1026388" y="127331"/>
                </a:lnTo>
                <a:cubicBezTo>
                  <a:pt x="1024750" y="138020"/>
                  <a:pt x="1019990" y="147753"/>
                  <a:pt x="1012110" y="156530"/>
                </a:cubicBezTo>
                <a:cubicBezTo>
                  <a:pt x="1004230" y="165308"/>
                  <a:pt x="994360" y="169696"/>
                  <a:pt x="982501" y="169696"/>
                </a:cubicBezTo>
                <a:cubicBezTo>
                  <a:pt x="969628" y="169696"/>
                  <a:pt x="958607" y="164694"/>
                  <a:pt x="949440" y="154691"/>
                </a:cubicBezTo>
                <a:cubicBezTo>
                  <a:pt x="940272" y="144684"/>
                  <a:pt x="935688" y="131233"/>
                  <a:pt x="935688" y="114337"/>
                </a:cubicBezTo>
                <a:cubicBezTo>
                  <a:pt x="935688" y="96041"/>
                  <a:pt x="940389" y="81774"/>
                  <a:pt x="949791" y="71536"/>
                </a:cubicBezTo>
                <a:cubicBezTo>
                  <a:pt x="959192" y="61295"/>
                  <a:pt x="970993" y="56175"/>
                  <a:pt x="985193" y="56175"/>
                </a:cubicBezTo>
                <a:cubicBezTo>
                  <a:pt x="997208" y="56175"/>
                  <a:pt x="1007078" y="60125"/>
                  <a:pt x="1014802" y="68025"/>
                </a:cubicBezTo>
                <a:cubicBezTo>
                  <a:pt x="1022526" y="75922"/>
                  <a:pt x="1026388" y="86484"/>
                  <a:pt x="1026388" y="99711"/>
                </a:cubicBezTo>
                <a:lnTo>
                  <a:pt x="952307" y="99711"/>
                </a:lnTo>
                <a:moveTo>
                  <a:pt x="952307" y="92923"/>
                </a:moveTo>
                <a:lnTo>
                  <a:pt x="1001928" y="92923"/>
                </a:lnTo>
                <a:cubicBezTo>
                  <a:pt x="1001538" y="86057"/>
                  <a:pt x="1000719" y="81220"/>
                  <a:pt x="999471" y="78411"/>
                </a:cubicBezTo>
                <a:cubicBezTo>
                  <a:pt x="997520" y="74042"/>
                  <a:pt x="994614" y="70609"/>
                  <a:pt x="990752" y="68113"/>
                </a:cubicBezTo>
                <a:cubicBezTo>
                  <a:pt x="986890" y="65616"/>
                  <a:pt x="982852" y="64368"/>
                  <a:pt x="978639" y="64368"/>
                </a:cubicBezTo>
                <a:cubicBezTo>
                  <a:pt x="972163" y="64368"/>
                  <a:pt x="966370" y="66884"/>
                  <a:pt x="961260" y="71916"/>
                </a:cubicBezTo>
                <a:cubicBezTo>
                  <a:pt x="956149" y="76948"/>
                  <a:pt x="953165" y="83951"/>
                  <a:pt x="952307" y="92923"/>
                </a:cubicBezTo>
                <a:close/>
                <a:moveTo>
                  <a:pt x="1229857" y="122415"/>
                </a:moveTo>
                <a:lnTo>
                  <a:pt x="1233719" y="123238"/>
                </a:lnTo>
                <a:lnTo>
                  <a:pt x="1220144" y="166419"/>
                </a:lnTo>
                <a:lnTo>
                  <a:pt x="1097260" y="166419"/>
                </a:lnTo>
                <a:lnTo>
                  <a:pt x="1097260" y="162089"/>
                </a:lnTo>
                <a:lnTo>
                  <a:pt x="1103229" y="162089"/>
                </a:lnTo>
                <a:cubicBezTo>
                  <a:pt x="1109938" y="162089"/>
                  <a:pt x="1114737" y="159905"/>
                  <a:pt x="1117624" y="155535"/>
                </a:cubicBezTo>
                <a:cubicBezTo>
                  <a:pt x="1119262" y="153039"/>
                  <a:pt x="1120081" y="147265"/>
                  <a:pt x="1120081" y="138215"/>
                </a:cubicBezTo>
                <a:lnTo>
                  <a:pt x="1120081" y="35812"/>
                </a:lnTo>
                <a:cubicBezTo>
                  <a:pt x="1120081" y="25903"/>
                  <a:pt x="1118989" y="19700"/>
                  <a:pt x="1116804" y="17204"/>
                </a:cubicBezTo>
                <a:cubicBezTo>
                  <a:pt x="1113762" y="13771"/>
                  <a:pt x="1109236" y="12054"/>
                  <a:pt x="1103229" y="12054"/>
                </a:cubicBezTo>
                <a:lnTo>
                  <a:pt x="1097260" y="12054"/>
                </a:lnTo>
                <a:lnTo>
                  <a:pt x="1097260" y="7724"/>
                </a:lnTo>
                <a:lnTo>
                  <a:pt x="1169118" y="7724"/>
                </a:lnTo>
                <a:lnTo>
                  <a:pt x="1169118" y="12054"/>
                </a:lnTo>
                <a:cubicBezTo>
                  <a:pt x="1160691" y="11976"/>
                  <a:pt x="1154781" y="12758"/>
                  <a:pt x="1151387" y="14399"/>
                </a:cubicBezTo>
                <a:cubicBezTo>
                  <a:pt x="1147993" y="16037"/>
                  <a:pt x="1145672" y="18106"/>
                  <a:pt x="1144424" y="20605"/>
                </a:cubicBezTo>
                <a:cubicBezTo>
                  <a:pt x="1143176" y="23104"/>
                  <a:pt x="1142551" y="29078"/>
                  <a:pt x="1142551" y="38525"/>
                </a:cubicBezTo>
                <a:lnTo>
                  <a:pt x="1142551" y="138317"/>
                </a:lnTo>
                <a:cubicBezTo>
                  <a:pt x="1142551" y="144798"/>
                  <a:pt x="1143176" y="149249"/>
                  <a:pt x="1144424" y="151670"/>
                </a:cubicBezTo>
                <a:cubicBezTo>
                  <a:pt x="1145360" y="153308"/>
                  <a:pt x="1146804" y="154519"/>
                  <a:pt x="1148754" y="155301"/>
                </a:cubicBezTo>
                <a:cubicBezTo>
                  <a:pt x="1150705" y="156082"/>
                  <a:pt x="1156790" y="156472"/>
                  <a:pt x="1167011" y="156472"/>
                </a:cubicBezTo>
                <a:lnTo>
                  <a:pt x="1178597" y="156472"/>
                </a:lnTo>
                <a:cubicBezTo>
                  <a:pt x="1190769" y="156472"/>
                  <a:pt x="1199312" y="155568"/>
                  <a:pt x="1204227" y="153762"/>
                </a:cubicBezTo>
                <a:cubicBezTo>
                  <a:pt x="1209143" y="151955"/>
                  <a:pt x="1213629" y="148754"/>
                  <a:pt x="1217686" y="144158"/>
                </a:cubicBezTo>
                <a:cubicBezTo>
                  <a:pt x="1221743" y="139562"/>
                  <a:pt x="1225800" y="132314"/>
                  <a:pt x="1229857" y="122415"/>
                </a:cubicBezTo>
                <a:close/>
                <a:moveTo>
                  <a:pt x="1298659" y="56175"/>
                </a:moveTo>
                <a:cubicBezTo>
                  <a:pt x="1314888" y="56175"/>
                  <a:pt x="1327917" y="62333"/>
                  <a:pt x="1337748" y="74648"/>
                </a:cubicBezTo>
                <a:cubicBezTo>
                  <a:pt x="1346096" y="85169"/>
                  <a:pt x="1350271" y="97250"/>
                  <a:pt x="1350271" y="110891"/>
                </a:cubicBezTo>
                <a:cubicBezTo>
                  <a:pt x="1350271" y="120478"/>
                  <a:pt x="1347969" y="130182"/>
                  <a:pt x="1343366" y="140003"/>
                </a:cubicBezTo>
                <a:cubicBezTo>
                  <a:pt x="1338762" y="149822"/>
                  <a:pt x="1332423" y="157225"/>
                  <a:pt x="1324348" y="162214"/>
                </a:cubicBezTo>
                <a:cubicBezTo>
                  <a:pt x="1316273" y="167202"/>
                  <a:pt x="1307281" y="169696"/>
                  <a:pt x="1297372" y="169696"/>
                </a:cubicBezTo>
                <a:cubicBezTo>
                  <a:pt x="1281222" y="169696"/>
                  <a:pt x="1268387" y="163266"/>
                  <a:pt x="1258869" y="150404"/>
                </a:cubicBezTo>
                <a:cubicBezTo>
                  <a:pt x="1250832" y="139572"/>
                  <a:pt x="1246814" y="127414"/>
                  <a:pt x="1246814" y="113931"/>
                </a:cubicBezTo>
                <a:cubicBezTo>
                  <a:pt x="1246814" y="104110"/>
                  <a:pt x="1249252" y="94347"/>
                  <a:pt x="1254129" y="84643"/>
                </a:cubicBezTo>
                <a:cubicBezTo>
                  <a:pt x="1259005" y="74939"/>
                  <a:pt x="1265422" y="67769"/>
                  <a:pt x="1273381" y="63131"/>
                </a:cubicBezTo>
                <a:cubicBezTo>
                  <a:pt x="1281339" y="58494"/>
                  <a:pt x="1289765" y="56175"/>
                  <a:pt x="1298659" y="56175"/>
                </a:cubicBezTo>
                <a:moveTo>
                  <a:pt x="1295031" y="63899"/>
                </a:moveTo>
                <a:cubicBezTo>
                  <a:pt x="1290896" y="63899"/>
                  <a:pt x="1286742" y="65127"/>
                  <a:pt x="1282568" y="67582"/>
                </a:cubicBezTo>
                <a:cubicBezTo>
                  <a:pt x="1278393" y="70038"/>
                  <a:pt x="1275019" y="74343"/>
                  <a:pt x="1272444" y="80500"/>
                </a:cubicBezTo>
                <a:cubicBezTo>
                  <a:pt x="1269870" y="86656"/>
                  <a:pt x="1268582" y="94565"/>
                  <a:pt x="1268582" y="104228"/>
                </a:cubicBezTo>
                <a:cubicBezTo>
                  <a:pt x="1268582" y="119813"/>
                  <a:pt x="1271684" y="133255"/>
                  <a:pt x="1277886" y="144556"/>
                </a:cubicBezTo>
                <a:cubicBezTo>
                  <a:pt x="1284089" y="155855"/>
                  <a:pt x="1292262" y="161504"/>
                  <a:pt x="1302404" y="161504"/>
                </a:cubicBezTo>
                <a:cubicBezTo>
                  <a:pt x="1309973" y="161504"/>
                  <a:pt x="1316214" y="158387"/>
                  <a:pt x="1321130" y="152152"/>
                </a:cubicBezTo>
                <a:cubicBezTo>
                  <a:pt x="1326045" y="145918"/>
                  <a:pt x="1328503" y="135204"/>
                  <a:pt x="1328503" y="120009"/>
                </a:cubicBezTo>
                <a:cubicBezTo>
                  <a:pt x="1328503" y="100994"/>
                  <a:pt x="1324406" y="86031"/>
                  <a:pt x="1316214" y="75120"/>
                </a:cubicBezTo>
                <a:cubicBezTo>
                  <a:pt x="1310675" y="67640"/>
                  <a:pt x="1303614" y="63899"/>
                  <a:pt x="1295031" y="63899"/>
                </a:cubicBezTo>
                <a:close/>
                <a:moveTo>
                  <a:pt x="1418500" y="56175"/>
                </a:moveTo>
                <a:cubicBezTo>
                  <a:pt x="1434729" y="56175"/>
                  <a:pt x="1447758" y="62333"/>
                  <a:pt x="1457589" y="74648"/>
                </a:cubicBezTo>
                <a:cubicBezTo>
                  <a:pt x="1465937" y="85169"/>
                  <a:pt x="1470111" y="97250"/>
                  <a:pt x="1470111" y="110891"/>
                </a:cubicBezTo>
                <a:cubicBezTo>
                  <a:pt x="1470111" y="120478"/>
                  <a:pt x="1467810" y="130182"/>
                  <a:pt x="1463206" y="140003"/>
                </a:cubicBezTo>
                <a:cubicBezTo>
                  <a:pt x="1458603" y="149822"/>
                  <a:pt x="1452264" y="157225"/>
                  <a:pt x="1444189" y="162214"/>
                </a:cubicBezTo>
                <a:cubicBezTo>
                  <a:pt x="1436113" y="167202"/>
                  <a:pt x="1427122" y="169696"/>
                  <a:pt x="1417213" y="169696"/>
                </a:cubicBezTo>
                <a:cubicBezTo>
                  <a:pt x="1401062" y="169696"/>
                  <a:pt x="1388228" y="163266"/>
                  <a:pt x="1378709" y="150404"/>
                </a:cubicBezTo>
                <a:cubicBezTo>
                  <a:pt x="1370673" y="139572"/>
                  <a:pt x="1366655" y="127414"/>
                  <a:pt x="1366655" y="113931"/>
                </a:cubicBezTo>
                <a:cubicBezTo>
                  <a:pt x="1366655" y="104110"/>
                  <a:pt x="1369093" y="94347"/>
                  <a:pt x="1373970" y="84643"/>
                </a:cubicBezTo>
                <a:cubicBezTo>
                  <a:pt x="1378846" y="74939"/>
                  <a:pt x="1385263" y="67769"/>
                  <a:pt x="1393221" y="63131"/>
                </a:cubicBezTo>
                <a:cubicBezTo>
                  <a:pt x="1401179" y="58494"/>
                  <a:pt x="1409606" y="56175"/>
                  <a:pt x="1418500" y="56175"/>
                </a:cubicBezTo>
                <a:moveTo>
                  <a:pt x="1414872" y="63899"/>
                </a:moveTo>
                <a:cubicBezTo>
                  <a:pt x="1410737" y="63899"/>
                  <a:pt x="1406582" y="65127"/>
                  <a:pt x="1402408" y="67582"/>
                </a:cubicBezTo>
                <a:cubicBezTo>
                  <a:pt x="1398234" y="70038"/>
                  <a:pt x="1394860" y="74343"/>
                  <a:pt x="1392285" y="80500"/>
                </a:cubicBezTo>
                <a:cubicBezTo>
                  <a:pt x="1389710" y="86656"/>
                  <a:pt x="1388423" y="94565"/>
                  <a:pt x="1388423" y="104228"/>
                </a:cubicBezTo>
                <a:cubicBezTo>
                  <a:pt x="1388423" y="119813"/>
                  <a:pt x="1391524" y="133255"/>
                  <a:pt x="1397727" y="144556"/>
                </a:cubicBezTo>
                <a:cubicBezTo>
                  <a:pt x="1403930" y="155855"/>
                  <a:pt x="1412102" y="161504"/>
                  <a:pt x="1422245" y="161504"/>
                </a:cubicBezTo>
                <a:cubicBezTo>
                  <a:pt x="1429813" y="161504"/>
                  <a:pt x="1436055" y="158387"/>
                  <a:pt x="1440970" y="152152"/>
                </a:cubicBezTo>
                <a:cubicBezTo>
                  <a:pt x="1445886" y="145918"/>
                  <a:pt x="1448343" y="135204"/>
                  <a:pt x="1448343" y="120009"/>
                </a:cubicBezTo>
                <a:cubicBezTo>
                  <a:pt x="1448343" y="100994"/>
                  <a:pt x="1444247" y="86031"/>
                  <a:pt x="1436055" y="75120"/>
                </a:cubicBezTo>
                <a:cubicBezTo>
                  <a:pt x="1430515" y="67640"/>
                  <a:pt x="1423455" y="63899"/>
                  <a:pt x="1414872" y="63899"/>
                </a:cubicBezTo>
                <a:close/>
                <a:moveTo>
                  <a:pt x="1478186" y="69762"/>
                </a:moveTo>
                <a:lnTo>
                  <a:pt x="1511189" y="56409"/>
                </a:lnTo>
                <a:lnTo>
                  <a:pt x="1515637" y="56409"/>
                </a:lnTo>
                <a:lnTo>
                  <a:pt x="1515637" y="81454"/>
                </a:lnTo>
                <a:cubicBezTo>
                  <a:pt x="1521176" y="72014"/>
                  <a:pt x="1526735" y="65440"/>
                  <a:pt x="1532314" y="61734"/>
                </a:cubicBezTo>
                <a:cubicBezTo>
                  <a:pt x="1537892" y="58028"/>
                  <a:pt x="1543763" y="56175"/>
                  <a:pt x="1549927" y="56175"/>
                </a:cubicBezTo>
                <a:cubicBezTo>
                  <a:pt x="1560694" y="56175"/>
                  <a:pt x="1569666" y="60384"/>
                  <a:pt x="1576844" y="68800"/>
                </a:cubicBezTo>
                <a:cubicBezTo>
                  <a:pt x="1585661" y="79089"/>
                  <a:pt x="1590069" y="92495"/>
                  <a:pt x="1590069" y="109019"/>
                </a:cubicBezTo>
                <a:cubicBezTo>
                  <a:pt x="1590069" y="127490"/>
                  <a:pt x="1584764" y="142767"/>
                  <a:pt x="1574153" y="154848"/>
                </a:cubicBezTo>
                <a:cubicBezTo>
                  <a:pt x="1565414" y="164747"/>
                  <a:pt x="1554413" y="169696"/>
                  <a:pt x="1541150" y="169696"/>
                </a:cubicBezTo>
                <a:cubicBezTo>
                  <a:pt x="1535376" y="169696"/>
                  <a:pt x="1530383" y="168877"/>
                  <a:pt x="1526170" y="167239"/>
                </a:cubicBezTo>
                <a:cubicBezTo>
                  <a:pt x="1523049" y="166068"/>
                  <a:pt x="1519538" y="163728"/>
                  <a:pt x="1515637" y="160217"/>
                </a:cubicBezTo>
                <a:lnTo>
                  <a:pt x="1515637" y="192869"/>
                </a:lnTo>
                <a:cubicBezTo>
                  <a:pt x="1515637" y="200203"/>
                  <a:pt x="1516085" y="204864"/>
                  <a:pt x="1516983" y="206854"/>
                </a:cubicBezTo>
                <a:cubicBezTo>
                  <a:pt x="1517880" y="208843"/>
                  <a:pt x="1519440" y="210423"/>
                  <a:pt x="1521664" y="211594"/>
                </a:cubicBezTo>
                <a:cubicBezTo>
                  <a:pt x="1523887" y="212764"/>
                  <a:pt x="1527925" y="213349"/>
                  <a:pt x="1533777" y="213349"/>
                </a:cubicBezTo>
                <a:lnTo>
                  <a:pt x="1533777" y="217679"/>
                </a:lnTo>
                <a:lnTo>
                  <a:pt x="1477601" y="217679"/>
                </a:lnTo>
                <a:lnTo>
                  <a:pt x="1477601" y="213349"/>
                </a:lnTo>
                <a:lnTo>
                  <a:pt x="1480527" y="213349"/>
                </a:lnTo>
                <a:cubicBezTo>
                  <a:pt x="1484818" y="213427"/>
                  <a:pt x="1488485" y="212607"/>
                  <a:pt x="1491528" y="210888"/>
                </a:cubicBezTo>
                <a:cubicBezTo>
                  <a:pt x="1493010" y="210030"/>
                  <a:pt x="1494161" y="208644"/>
                  <a:pt x="1494981" y="206730"/>
                </a:cubicBezTo>
                <a:cubicBezTo>
                  <a:pt x="1495800" y="204818"/>
                  <a:pt x="1496209" y="199959"/>
                  <a:pt x="1496209" y="192152"/>
                </a:cubicBezTo>
                <a:lnTo>
                  <a:pt x="1496209" y="90725"/>
                </a:lnTo>
                <a:cubicBezTo>
                  <a:pt x="1496209" y="83777"/>
                  <a:pt x="1495897" y="79366"/>
                  <a:pt x="1495273" y="77493"/>
                </a:cubicBezTo>
                <a:cubicBezTo>
                  <a:pt x="1494649" y="75618"/>
                  <a:pt x="1493654" y="74213"/>
                  <a:pt x="1492289" y="73277"/>
                </a:cubicBezTo>
                <a:cubicBezTo>
                  <a:pt x="1490923" y="72338"/>
                  <a:pt x="1489070" y="71869"/>
                  <a:pt x="1486730" y="71869"/>
                </a:cubicBezTo>
                <a:cubicBezTo>
                  <a:pt x="1484857" y="71869"/>
                  <a:pt x="1482478" y="72415"/>
                  <a:pt x="1479591" y="73507"/>
                </a:cubicBezTo>
                <a:lnTo>
                  <a:pt x="1478186" y="69762"/>
                </a:lnTo>
                <a:moveTo>
                  <a:pt x="1515637" y="88571"/>
                </a:moveTo>
                <a:lnTo>
                  <a:pt x="1515637" y="128545"/>
                </a:lnTo>
                <a:cubicBezTo>
                  <a:pt x="1515637" y="137196"/>
                  <a:pt x="1515988" y="142884"/>
                  <a:pt x="1516690" y="145610"/>
                </a:cubicBezTo>
                <a:cubicBezTo>
                  <a:pt x="1517782" y="150130"/>
                  <a:pt x="1520454" y="154104"/>
                  <a:pt x="1524707" y="157532"/>
                </a:cubicBezTo>
                <a:cubicBezTo>
                  <a:pt x="1528959" y="160960"/>
                  <a:pt x="1534323" y="162674"/>
                  <a:pt x="1540799" y="162674"/>
                </a:cubicBezTo>
                <a:cubicBezTo>
                  <a:pt x="1548601" y="162674"/>
                  <a:pt x="1554920" y="159635"/>
                  <a:pt x="1559758" y="153557"/>
                </a:cubicBezTo>
                <a:cubicBezTo>
                  <a:pt x="1566077" y="145611"/>
                  <a:pt x="1569237" y="134429"/>
                  <a:pt x="1569237" y="120013"/>
                </a:cubicBezTo>
                <a:cubicBezTo>
                  <a:pt x="1569237" y="103650"/>
                  <a:pt x="1565648" y="91067"/>
                  <a:pt x="1558470" y="82262"/>
                </a:cubicBezTo>
                <a:cubicBezTo>
                  <a:pt x="1553477" y="76184"/>
                  <a:pt x="1547547" y="73145"/>
                  <a:pt x="1540681" y="73145"/>
                </a:cubicBezTo>
                <a:cubicBezTo>
                  <a:pt x="1536936" y="73145"/>
                  <a:pt x="1533230" y="74080"/>
                  <a:pt x="1529563" y="75950"/>
                </a:cubicBezTo>
                <a:cubicBezTo>
                  <a:pt x="1526755" y="77352"/>
                  <a:pt x="1522112" y="81559"/>
                  <a:pt x="1515637" y="885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36B2D9-3FF8-4F76-8857-4C02F83B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1672" y="2120127"/>
            <a:ext cx="114795" cy="1094124"/>
          </a:xfrm>
          <a:custGeom xmlns:a="http://schemas.openxmlformats.org/drawingml/2006/main">
            <a:pathLst>
              <a:path w="114795" h="1094124">
                <a:moveTo>
                  <a:pt x="100655" y="102137"/>
                </a:moveTo>
                <a:lnTo>
                  <a:pt x="100912" y="102545"/>
                </a:lnTo>
                <a:lnTo>
                  <a:pt x="101192" y="102930"/>
                </a:lnTo>
                <a:lnTo>
                  <a:pt x="101494" y="103292"/>
                </a:lnTo>
                <a:lnTo>
                  <a:pt x="101816" y="103628"/>
                </a:lnTo>
                <a:lnTo>
                  <a:pt x="102157" y="103941"/>
                </a:lnTo>
                <a:lnTo>
                  <a:pt x="102516" y="104228"/>
                </a:lnTo>
                <a:lnTo>
                  <a:pt x="102890" y="104489"/>
                </a:lnTo>
                <a:lnTo>
                  <a:pt x="103279" y="104725"/>
                </a:lnTo>
                <a:lnTo>
                  <a:pt x="103681" y="104934"/>
                </a:lnTo>
                <a:lnTo>
                  <a:pt x="104094" y="105117"/>
                </a:lnTo>
                <a:lnTo>
                  <a:pt x="104517" y="105273"/>
                </a:lnTo>
                <a:lnTo>
                  <a:pt x="104950" y="105402"/>
                </a:lnTo>
                <a:lnTo>
                  <a:pt x="105389" y="105503"/>
                </a:lnTo>
                <a:lnTo>
                  <a:pt x="105835" y="105576"/>
                </a:lnTo>
                <a:lnTo>
                  <a:pt x="106285" y="105620"/>
                </a:lnTo>
                <a:lnTo>
                  <a:pt x="106738" y="105635"/>
                </a:lnTo>
                <a:lnTo>
                  <a:pt x="107192" y="105622"/>
                </a:lnTo>
                <a:lnTo>
                  <a:pt x="107647" y="105578"/>
                </a:lnTo>
                <a:lnTo>
                  <a:pt x="108100" y="105505"/>
                </a:lnTo>
                <a:lnTo>
                  <a:pt x="108550" y="105401"/>
                </a:lnTo>
                <a:lnTo>
                  <a:pt x="108996" y="105266"/>
                </a:lnTo>
                <a:lnTo>
                  <a:pt x="109437" y="105101"/>
                </a:lnTo>
                <a:lnTo>
                  <a:pt x="109871" y="104904"/>
                </a:lnTo>
                <a:lnTo>
                  <a:pt x="110296" y="104675"/>
                </a:lnTo>
                <a:lnTo>
                  <a:pt x="110704" y="104417"/>
                </a:lnTo>
                <a:lnTo>
                  <a:pt x="111089" y="104137"/>
                </a:lnTo>
                <a:lnTo>
                  <a:pt x="111451" y="103835"/>
                </a:lnTo>
                <a:lnTo>
                  <a:pt x="111787" y="103512"/>
                </a:lnTo>
                <a:lnTo>
                  <a:pt x="112100" y="103171"/>
                </a:lnTo>
                <a:lnTo>
                  <a:pt x="112387" y="102813"/>
                </a:lnTo>
                <a:lnTo>
                  <a:pt x="112648" y="102439"/>
                </a:lnTo>
                <a:lnTo>
                  <a:pt x="112884" y="102050"/>
                </a:lnTo>
                <a:lnTo>
                  <a:pt x="113093" y="101648"/>
                </a:lnTo>
                <a:lnTo>
                  <a:pt x="113276" y="101235"/>
                </a:lnTo>
                <a:lnTo>
                  <a:pt x="113432" y="100811"/>
                </a:lnTo>
                <a:lnTo>
                  <a:pt x="113561" y="100379"/>
                </a:lnTo>
                <a:lnTo>
                  <a:pt x="113662" y="99939"/>
                </a:lnTo>
                <a:lnTo>
                  <a:pt x="113734" y="99494"/>
                </a:lnTo>
                <a:lnTo>
                  <a:pt x="113779" y="99044"/>
                </a:lnTo>
                <a:lnTo>
                  <a:pt x="113794" y="98591"/>
                </a:lnTo>
                <a:lnTo>
                  <a:pt x="113780" y="98137"/>
                </a:lnTo>
                <a:lnTo>
                  <a:pt x="113737" y="97682"/>
                </a:lnTo>
                <a:lnTo>
                  <a:pt x="113663" y="97229"/>
                </a:lnTo>
                <a:lnTo>
                  <a:pt x="113559" y="96778"/>
                </a:lnTo>
                <a:lnTo>
                  <a:pt x="113425" y="96332"/>
                </a:lnTo>
                <a:lnTo>
                  <a:pt x="113259" y="95891"/>
                </a:lnTo>
                <a:lnTo>
                  <a:pt x="113061" y="95457"/>
                </a:lnTo>
                <a:lnTo>
                  <a:pt x="112832" y="95032"/>
                </a:lnTo>
                <a:lnTo>
                  <a:pt x="57398" y="0"/>
                </a:lnTo>
                <a:lnTo>
                  <a:pt x="1963" y="95032"/>
                </a:lnTo>
                <a:lnTo>
                  <a:pt x="1733" y="95457"/>
                </a:lnTo>
                <a:lnTo>
                  <a:pt x="1536" y="95891"/>
                </a:lnTo>
                <a:lnTo>
                  <a:pt x="1370" y="96332"/>
                </a:lnTo>
                <a:lnTo>
                  <a:pt x="1235" y="96778"/>
                </a:lnTo>
                <a:lnTo>
                  <a:pt x="1132" y="97228"/>
                </a:lnTo>
                <a:lnTo>
                  <a:pt x="1058" y="97681"/>
                </a:lnTo>
                <a:lnTo>
                  <a:pt x="1015" y="98136"/>
                </a:lnTo>
                <a:lnTo>
                  <a:pt x="1001" y="98590"/>
                </a:lnTo>
                <a:lnTo>
                  <a:pt x="1016" y="99043"/>
                </a:lnTo>
                <a:lnTo>
                  <a:pt x="1060" y="99493"/>
                </a:lnTo>
                <a:lnTo>
                  <a:pt x="1133" y="99939"/>
                </a:lnTo>
                <a:lnTo>
                  <a:pt x="1234" y="100378"/>
                </a:lnTo>
                <a:lnTo>
                  <a:pt x="1362" y="100811"/>
                </a:lnTo>
                <a:lnTo>
                  <a:pt x="1518" y="101234"/>
                </a:lnTo>
                <a:lnTo>
                  <a:pt x="1701" y="101647"/>
                </a:lnTo>
                <a:lnTo>
                  <a:pt x="1911" y="102049"/>
                </a:lnTo>
                <a:lnTo>
                  <a:pt x="2146" y="102438"/>
                </a:lnTo>
                <a:lnTo>
                  <a:pt x="2408" y="102812"/>
                </a:lnTo>
                <a:lnTo>
                  <a:pt x="2695" y="103171"/>
                </a:lnTo>
                <a:lnTo>
                  <a:pt x="3007" y="103512"/>
                </a:lnTo>
                <a:lnTo>
                  <a:pt x="3344" y="103834"/>
                </a:lnTo>
                <a:lnTo>
                  <a:pt x="3705" y="104136"/>
                </a:lnTo>
                <a:lnTo>
                  <a:pt x="4090" y="104416"/>
                </a:lnTo>
                <a:lnTo>
                  <a:pt x="4499" y="104673"/>
                </a:lnTo>
                <a:lnTo>
                  <a:pt x="4924" y="104902"/>
                </a:lnTo>
                <a:lnTo>
                  <a:pt x="5358" y="105100"/>
                </a:lnTo>
                <a:lnTo>
                  <a:pt x="5798" y="105265"/>
                </a:lnTo>
                <a:lnTo>
                  <a:pt x="6244" y="105400"/>
                </a:lnTo>
                <a:lnTo>
                  <a:pt x="6695" y="105504"/>
                </a:lnTo>
                <a:lnTo>
                  <a:pt x="7148" y="105578"/>
                </a:lnTo>
                <a:lnTo>
                  <a:pt x="7603" y="105621"/>
                </a:lnTo>
                <a:lnTo>
                  <a:pt x="8057" y="105635"/>
                </a:lnTo>
                <a:lnTo>
                  <a:pt x="8510" y="105620"/>
                </a:lnTo>
                <a:lnTo>
                  <a:pt x="8960" y="105575"/>
                </a:lnTo>
                <a:lnTo>
                  <a:pt x="9405" y="105503"/>
                </a:lnTo>
                <a:lnTo>
                  <a:pt x="9845" y="105402"/>
                </a:lnTo>
                <a:lnTo>
                  <a:pt x="10277" y="105273"/>
                </a:lnTo>
                <a:lnTo>
                  <a:pt x="10701" y="105117"/>
                </a:lnTo>
                <a:lnTo>
                  <a:pt x="11114" y="104934"/>
                </a:lnTo>
                <a:lnTo>
                  <a:pt x="11516" y="104725"/>
                </a:lnTo>
                <a:lnTo>
                  <a:pt x="11905" y="104489"/>
                </a:lnTo>
                <a:lnTo>
                  <a:pt x="12279" y="104228"/>
                </a:lnTo>
                <a:lnTo>
                  <a:pt x="12637" y="103941"/>
                </a:lnTo>
                <a:lnTo>
                  <a:pt x="12978" y="103628"/>
                </a:lnTo>
                <a:lnTo>
                  <a:pt x="13300" y="103292"/>
                </a:lnTo>
                <a:lnTo>
                  <a:pt x="13602" y="102930"/>
                </a:lnTo>
                <a:lnTo>
                  <a:pt x="13883" y="102545"/>
                </a:lnTo>
                <a:lnTo>
                  <a:pt x="14140" y="102137"/>
                </a:lnTo>
                <a:lnTo>
                  <a:pt x="50349" y="40065"/>
                </a:lnTo>
                <a:lnTo>
                  <a:pt x="50347" y="1094124"/>
                </a:lnTo>
                <a:lnTo>
                  <a:pt x="64446" y="1094124"/>
                </a:lnTo>
                <a:lnTo>
                  <a:pt x="64447" y="40067"/>
                </a:lnTo>
                <a:lnTo>
                  <a:pt x="100655" y="1021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059E34-029B-4251-87A9-B82E248A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9957" y="1382089"/>
            <a:ext cx="1358222" cy="738071"/>
          </a:xfrm>
          <a:custGeom xmlns:a="http://schemas.openxmlformats.org/drawingml/2006/main">
            <a:pathLst>
              <a:path w="1358222" h="738071">
                <a:moveTo>
                  <a:pt x="0" y="123014"/>
                </a:moveTo>
                <a:cubicBezTo>
                  <a:pt x="0" y="55076"/>
                  <a:pt x="55076" y="0"/>
                  <a:pt x="123014" y="0"/>
                </a:cubicBezTo>
                <a:lnTo>
                  <a:pt x="1235209" y="0"/>
                </a:lnTo>
                <a:cubicBezTo>
                  <a:pt x="1303148" y="0"/>
                  <a:pt x="1358222" y="55076"/>
                  <a:pt x="1358222" y="123014"/>
                </a:cubicBezTo>
                <a:lnTo>
                  <a:pt x="1358222" y="615058"/>
                </a:lnTo>
                <a:cubicBezTo>
                  <a:pt x="1358222" y="682996"/>
                  <a:pt x="1303148" y="738071"/>
                  <a:pt x="1235209" y="738071"/>
                </a:cubicBezTo>
                <a:lnTo>
                  <a:pt x="123014" y="738071"/>
                </a:lnTo>
                <a:cubicBezTo>
                  <a:pt x="55076" y="738071"/>
                  <a:pt x="0" y="682996"/>
                  <a:pt x="0" y="615058"/>
                </a:cubicBezTo>
                <a:lnTo>
                  <a:pt x="0" y="12301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66EC56-9D40-44D6-A1B2-0CEC1B0F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9956" y="1382089"/>
            <a:ext cx="1358222" cy="738071"/>
          </a:xfrm>
          <a:custGeom xmlns:a="http://schemas.openxmlformats.org/drawingml/2006/main">
            <a:pathLst>
              <a:path w="1358222" h="738071" fill="none">
                <a:moveTo>
                  <a:pt x="0" y="123014"/>
                </a:moveTo>
                <a:cubicBezTo>
                  <a:pt x="0" y="55075"/>
                  <a:pt x="55075" y="0"/>
                  <a:pt x="123014" y="0"/>
                </a:cubicBezTo>
                <a:lnTo>
                  <a:pt x="1235208" y="0"/>
                </a:lnTo>
                <a:cubicBezTo>
                  <a:pt x="1303146" y="0"/>
                  <a:pt x="1358222" y="55075"/>
                  <a:pt x="1358222" y="123014"/>
                </a:cubicBezTo>
                <a:lnTo>
                  <a:pt x="1358222" y="615057"/>
                </a:lnTo>
                <a:cubicBezTo>
                  <a:pt x="1358222" y="682996"/>
                  <a:pt x="1303146" y="738071"/>
                  <a:pt x="1235208" y="738071"/>
                </a:cubicBezTo>
                <a:lnTo>
                  <a:pt x="123014" y="738071"/>
                </a:lnTo>
                <a:cubicBezTo>
                  <a:pt x="55075" y="738071"/>
                  <a:pt x="0" y="682996"/>
                  <a:pt x="0" y="615057"/>
                </a:cubicBezTo>
                <a:lnTo>
                  <a:pt x="0" y="12301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099" cap="flat">
            <a:solidFill>
              <a:srgbClr val="000000"/>
            </a:solidFill>
            <a:miter/>
          </a:ln>
        </p:spPr>
      </p:sp>
      <p:sp>
        <p:nvSpPr>
          <p:cNvPr id="76" name="Text V">
            <a:extLst xmlns:a="http://schemas.openxmlformats.org/drawingml/2006/main">
              <a:ext uri="{FF2B5EF4-FFF2-40B4-BE49-F238E27FC236}">
                <a16:creationId xmlns:a16="http://schemas.microsoft.com/office/drawing/2014/main" id="{7CDDC71A-472F-4A3E-9D49-1857CF51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6408" y="1529727"/>
            <a:ext cx="168058" cy="162206"/>
          </a:xfrm>
          <a:custGeom xmlns:a="http://schemas.openxmlformats.org/drawingml/2006/main">
            <a:pathLst>
              <a:path w="168058" h="162206">
                <a:moveTo>
                  <a:pt x="168058" y="0"/>
                </a:moveTo>
                <a:lnTo>
                  <a:pt x="168058" y="4330"/>
                </a:lnTo>
                <a:cubicBezTo>
                  <a:pt x="162440" y="5344"/>
                  <a:pt x="158188" y="7138"/>
                  <a:pt x="155301" y="9710"/>
                </a:cubicBezTo>
                <a:cubicBezTo>
                  <a:pt x="151166" y="13531"/>
                  <a:pt x="147499" y="19377"/>
                  <a:pt x="144300" y="27250"/>
                </a:cubicBezTo>
                <a:lnTo>
                  <a:pt x="88944" y="162206"/>
                </a:lnTo>
                <a:lnTo>
                  <a:pt x="84614" y="162206"/>
                </a:lnTo>
                <a:lnTo>
                  <a:pt x="25162" y="25498"/>
                </a:lnTo>
                <a:cubicBezTo>
                  <a:pt x="22119" y="18481"/>
                  <a:pt x="19973" y="14193"/>
                  <a:pt x="18725" y="12632"/>
                </a:cubicBezTo>
                <a:cubicBezTo>
                  <a:pt x="16775" y="10216"/>
                  <a:pt x="14375" y="8326"/>
                  <a:pt x="11528" y="6963"/>
                </a:cubicBezTo>
                <a:cubicBezTo>
                  <a:pt x="8680" y="5598"/>
                  <a:pt x="4837" y="4720"/>
                  <a:pt x="0" y="4330"/>
                </a:cubicBezTo>
                <a:lnTo>
                  <a:pt x="0" y="0"/>
                </a:lnTo>
                <a:lnTo>
                  <a:pt x="64836" y="0"/>
                </a:lnTo>
                <a:lnTo>
                  <a:pt x="64836" y="4330"/>
                </a:lnTo>
                <a:cubicBezTo>
                  <a:pt x="57502" y="5032"/>
                  <a:pt x="52742" y="6281"/>
                  <a:pt x="50558" y="8075"/>
                </a:cubicBezTo>
                <a:cubicBezTo>
                  <a:pt x="48373" y="9867"/>
                  <a:pt x="47281" y="12166"/>
                  <a:pt x="47281" y="14973"/>
                </a:cubicBezTo>
                <a:cubicBezTo>
                  <a:pt x="47281" y="18871"/>
                  <a:pt x="49075" y="24952"/>
                  <a:pt x="52664" y="33215"/>
                </a:cubicBezTo>
                <a:lnTo>
                  <a:pt x="93040" y="126186"/>
                </a:lnTo>
                <a:lnTo>
                  <a:pt x="130491" y="34385"/>
                </a:lnTo>
                <a:cubicBezTo>
                  <a:pt x="134158" y="25342"/>
                  <a:pt x="135991" y="19066"/>
                  <a:pt x="135991" y="15558"/>
                </a:cubicBezTo>
                <a:cubicBezTo>
                  <a:pt x="135991" y="13295"/>
                  <a:pt x="134860" y="11131"/>
                  <a:pt x="132597" y="9066"/>
                </a:cubicBezTo>
                <a:cubicBezTo>
                  <a:pt x="130335" y="7001"/>
                  <a:pt x="126511" y="5540"/>
                  <a:pt x="121128" y="4681"/>
                </a:cubicBezTo>
                <a:cubicBezTo>
                  <a:pt x="120738" y="4603"/>
                  <a:pt x="120075" y="4486"/>
                  <a:pt x="119138" y="4330"/>
                </a:cubicBezTo>
                <a:lnTo>
                  <a:pt x="119138" y="0"/>
                </a:lnTo>
                <a:lnTo>
                  <a:pt x="16805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erif">
            <a:extLst xmlns:a="http://schemas.openxmlformats.org/drawingml/2006/main">
              <a:ext uri="{FF2B5EF4-FFF2-40B4-BE49-F238E27FC236}">
                <a16:creationId xmlns:a16="http://schemas.microsoft.com/office/drawing/2014/main" id="{DDE29518-787D-4672-A2D4-DBA3DFBD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9329" y="1522003"/>
            <a:ext cx="347289" cy="169696"/>
          </a:xfrm>
          <a:custGeom xmlns:a="http://schemas.openxmlformats.org/drawingml/2006/main">
            <a:pathLst>
              <a:path w="347289" h="169696">
                <a:moveTo>
                  <a:pt x="16619" y="99711"/>
                </a:moveTo>
                <a:cubicBezTo>
                  <a:pt x="16541" y="115591"/>
                  <a:pt x="20403" y="128046"/>
                  <a:pt x="28205" y="137077"/>
                </a:cubicBezTo>
                <a:cubicBezTo>
                  <a:pt x="36007" y="146106"/>
                  <a:pt x="45174" y="150620"/>
                  <a:pt x="55707" y="150620"/>
                </a:cubicBezTo>
                <a:cubicBezTo>
                  <a:pt x="62729" y="150620"/>
                  <a:pt x="68834" y="148689"/>
                  <a:pt x="74023" y="144827"/>
                </a:cubicBezTo>
                <a:cubicBezTo>
                  <a:pt x="79211" y="140965"/>
                  <a:pt x="83561" y="134353"/>
                  <a:pt x="87072" y="124990"/>
                </a:cubicBezTo>
                <a:lnTo>
                  <a:pt x="90700" y="127331"/>
                </a:lnTo>
                <a:cubicBezTo>
                  <a:pt x="89061" y="138020"/>
                  <a:pt x="84302" y="147753"/>
                  <a:pt x="76422" y="156530"/>
                </a:cubicBezTo>
                <a:cubicBezTo>
                  <a:pt x="68542" y="165308"/>
                  <a:pt x="58672" y="169696"/>
                  <a:pt x="46813" y="169696"/>
                </a:cubicBezTo>
                <a:cubicBezTo>
                  <a:pt x="33939" y="169696"/>
                  <a:pt x="22919" y="164694"/>
                  <a:pt x="13751" y="154691"/>
                </a:cubicBezTo>
                <a:cubicBezTo>
                  <a:pt x="4584" y="144684"/>
                  <a:pt x="0" y="131233"/>
                  <a:pt x="0" y="114337"/>
                </a:cubicBezTo>
                <a:cubicBezTo>
                  <a:pt x="0" y="96041"/>
                  <a:pt x="4701" y="81774"/>
                  <a:pt x="14102" y="71536"/>
                </a:cubicBezTo>
                <a:cubicBezTo>
                  <a:pt x="23504" y="61295"/>
                  <a:pt x="35305" y="56175"/>
                  <a:pt x="49505" y="56175"/>
                </a:cubicBezTo>
                <a:cubicBezTo>
                  <a:pt x="61520" y="56175"/>
                  <a:pt x="71389" y="60125"/>
                  <a:pt x="79114" y="68025"/>
                </a:cubicBezTo>
                <a:cubicBezTo>
                  <a:pt x="86838" y="75922"/>
                  <a:pt x="90700" y="86484"/>
                  <a:pt x="90700" y="99711"/>
                </a:cubicBezTo>
                <a:lnTo>
                  <a:pt x="16619" y="99711"/>
                </a:lnTo>
                <a:moveTo>
                  <a:pt x="16619" y="92923"/>
                </a:moveTo>
                <a:lnTo>
                  <a:pt x="66240" y="92923"/>
                </a:lnTo>
                <a:cubicBezTo>
                  <a:pt x="65850" y="86057"/>
                  <a:pt x="65031" y="81220"/>
                  <a:pt x="63782" y="78411"/>
                </a:cubicBezTo>
                <a:cubicBezTo>
                  <a:pt x="61832" y="74042"/>
                  <a:pt x="58926" y="70609"/>
                  <a:pt x="55064" y="68113"/>
                </a:cubicBezTo>
                <a:cubicBezTo>
                  <a:pt x="51201" y="65616"/>
                  <a:pt x="47164" y="64368"/>
                  <a:pt x="42951" y="64368"/>
                </a:cubicBezTo>
                <a:cubicBezTo>
                  <a:pt x="36475" y="64368"/>
                  <a:pt x="30682" y="66884"/>
                  <a:pt x="25571" y="71916"/>
                </a:cubicBezTo>
                <a:cubicBezTo>
                  <a:pt x="20461" y="76948"/>
                  <a:pt x="17477" y="83951"/>
                  <a:pt x="16619" y="92923"/>
                </a:cubicBezTo>
                <a:close/>
                <a:moveTo>
                  <a:pt x="135708" y="56175"/>
                </a:moveTo>
                <a:lnTo>
                  <a:pt x="135708" y="80284"/>
                </a:lnTo>
                <a:cubicBezTo>
                  <a:pt x="144680" y="64212"/>
                  <a:pt x="153887" y="56175"/>
                  <a:pt x="163327" y="56175"/>
                </a:cubicBezTo>
                <a:cubicBezTo>
                  <a:pt x="167618" y="56175"/>
                  <a:pt x="171168" y="57482"/>
                  <a:pt x="173977" y="60096"/>
                </a:cubicBezTo>
                <a:cubicBezTo>
                  <a:pt x="176786" y="62710"/>
                  <a:pt x="178190" y="65733"/>
                  <a:pt x="178190" y="69166"/>
                </a:cubicBezTo>
                <a:cubicBezTo>
                  <a:pt x="178190" y="72209"/>
                  <a:pt x="177176" y="74783"/>
                  <a:pt x="175147" y="76890"/>
                </a:cubicBezTo>
                <a:cubicBezTo>
                  <a:pt x="173119" y="78997"/>
                  <a:pt x="170700" y="80050"/>
                  <a:pt x="167891" y="80050"/>
                </a:cubicBezTo>
                <a:cubicBezTo>
                  <a:pt x="165161" y="80050"/>
                  <a:pt x="162098" y="78704"/>
                  <a:pt x="158704" y="76012"/>
                </a:cubicBezTo>
                <a:cubicBezTo>
                  <a:pt x="155311" y="73320"/>
                  <a:pt x="152794" y="71975"/>
                  <a:pt x="151156" y="71975"/>
                </a:cubicBezTo>
                <a:cubicBezTo>
                  <a:pt x="149752" y="71975"/>
                  <a:pt x="148230" y="72752"/>
                  <a:pt x="146592" y="74308"/>
                </a:cubicBezTo>
                <a:cubicBezTo>
                  <a:pt x="143081" y="77500"/>
                  <a:pt x="139453" y="82753"/>
                  <a:pt x="135708" y="90067"/>
                </a:cubicBezTo>
                <a:lnTo>
                  <a:pt x="135708" y="141312"/>
                </a:lnTo>
                <a:cubicBezTo>
                  <a:pt x="135708" y="147225"/>
                  <a:pt x="136449" y="151699"/>
                  <a:pt x="137931" y="154734"/>
                </a:cubicBezTo>
                <a:cubicBezTo>
                  <a:pt x="138946" y="156836"/>
                  <a:pt x="140740" y="158588"/>
                  <a:pt x="143315" y="159990"/>
                </a:cubicBezTo>
                <a:cubicBezTo>
                  <a:pt x="145889" y="161389"/>
                  <a:pt x="149595" y="162089"/>
                  <a:pt x="154433" y="162089"/>
                </a:cubicBezTo>
                <a:lnTo>
                  <a:pt x="154433" y="166419"/>
                </a:lnTo>
                <a:lnTo>
                  <a:pt x="99545" y="166419"/>
                </a:lnTo>
                <a:lnTo>
                  <a:pt x="99545" y="162089"/>
                </a:lnTo>
                <a:cubicBezTo>
                  <a:pt x="105006" y="162089"/>
                  <a:pt x="109063" y="161233"/>
                  <a:pt x="111716" y="159522"/>
                </a:cubicBezTo>
                <a:cubicBezTo>
                  <a:pt x="113667" y="158276"/>
                  <a:pt x="115032" y="156290"/>
                  <a:pt x="115812" y="153564"/>
                </a:cubicBezTo>
                <a:cubicBezTo>
                  <a:pt x="116202" y="152240"/>
                  <a:pt x="116397" y="148465"/>
                  <a:pt x="116397" y="142238"/>
                </a:cubicBezTo>
                <a:lnTo>
                  <a:pt x="116397" y="100783"/>
                </a:lnTo>
                <a:cubicBezTo>
                  <a:pt x="116397" y="88326"/>
                  <a:pt x="116144" y="80912"/>
                  <a:pt x="115637" y="78539"/>
                </a:cubicBezTo>
                <a:cubicBezTo>
                  <a:pt x="115130" y="76165"/>
                  <a:pt x="114193" y="74432"/>
                  <a:pt x="112828" y="73342"/>
                </a:cubicBezTo>
                <a:cubicBezTo>
                  <a:pt x="111463" y="72253"/>
                  <a:pt x="109766" y="71708"/>
                  <a:pt x="107737" y="71708"/>
                </a:cubicBezTo>
                <a:cubicBezTo>
                  <a:pt x="105318" y="71708"/>
                  <a:pt x="102588" y="72292"/>
                  <a:pt x="99545" y="73459"/>
                </a:cubicBezTo>
                <a:lnTo>
                  <a:pt x="98374" y="69254"/>
                </a:lnTo>
                <a:lnTo>
                  <a:pt x="130792" y="56175"/>
                </a:lnTo>
                <a:lnTo>
                  <a:pt x="135708" y="56175"/>
                </a:lnTo>
                <a:close/>
                <a:moveTo>
                  <a:pt x="210923" y="0"/>
                </a:moveTo>
                <a:cubicBezTo>
                  <a:pt x="214200" y="0"/>
                  <a:pt x="216989" y="1157"/>
                  <a:pt x="219291" y="3471"/>
                </a:cubicBezTo>
                <a:cubicBezTo>
                  <a:pt x="221592" y="5782"/>
                  <a:pt x="222743" y="8585"/>
                  <a:pt x="222743" y="11879"/>
                </a:cubicBezTo>
                <a:cubicBezTo>
                  <a:pt x="222743" y="15173"/>
                  <a:pt x="221592" y="17996"/>
                  <a:pt x="219291" y="20349"/>
                </a:cubicBezTo>
                <a:cubicBezTo>
                  <a:pt x="216989" y="22699"/>
                  <a:pt x="214200" y="23875"/>
                  <a:pt x="210923" y="23875"/>
                </a:cubicBezTo>
                <a:cubicBezTo>
                  <a:pt x="207646" y="23875"/>
                  <a:pt x="204837" y="22699"/>
                  <a:pt x="202497" y="20349"/>
                </a:cubicBezTo>
                <a:cubicBezTo>
                  <a:pt x="200156" y="17996"/>
                  <a:pt x="198986" y="15173"/>
                  <a:pt x="198986" y="11879"/>
                </a:cubicBezTo>
                <a:cubicBezTo>
                  <a:pt x="198986" y="8585"/>
                  <a:pt x="200136" y="5782"/>
                  <a:pt x="202438" y="3471"/>
                </a:cubicBezTo>
                <a:cubicBezTo>
                  <a:pt x="204740" y="1157"/>
                  <a:pt x="207568" y="0"/>
                  <a:pt x="210923" y="0"/>
                </a:cubicBezTo>
                <a:moveTo>
                  <a:pt x="220637" y="56175"/>
                </a:moveTo>
                <a:lnTo>
                  <a:pt x="220637" y="142121"/>
                </a:lnTo>
                <a:cubicBezTo>
                  <a:pt x="220637" y="148816"/>
                  <a:pt x="221124" y="153273"/>
                  <a:pt x="222099" y="155492"/>
                </a:cubicBezTo>
                <a:cubicBezTo>
                  <a:pt x="223075" y="157710"/>
                  <a:pt x="224518" y="159365"/>
                  <a:pt x="226430" y="160454"/>
                </a:cubicBezTo>
                <a:cubicBezTo>
                  <a:pt x="228341" y="161544"/>
                  <a:pt x="231833" y="162089"/>
                  <a:pt x="236904" y="162089"/>
                </a:cubicBezTo>
                <a:lnTo>
                  <a:pt x="236904" y="166419"/>
                </a:lnTo>
                <a:lnTo>
                  <a:pt x="184825" y="166419"/>
                </a:lnTo>
                <a:lnTo>
                  <a:pt x="184825" y="162089"/>
                </a:lnTo>
                <a:cubicBezTo>
                  <a:pt x="190052" y="162089"/>
                  <a:pt x="193563" y="161583"/>
                  <a:pt x="195358" y="160571"/>
                </a:cubicBezTo>
                <a:cubicBezTo>
                  <a:pt x="197152" y="159560"/>
                  <a:pt x="198576" y="157886"/>
                  <a:pt x="199629" y="155550"/>
                </a:cubicBezTo>
                <a:cubicBezTo>
                  <a:pt x="200683" y="153214"/>
                  <a:pt x="201209" y="148738"/>
                  <a:pt x="201209" y="142121"/>
                </a:cubicBezTo>
                <a:lnTo>
                  <a:pt x="201209" y="100900"/>
                </a:lnTo>
                <a:cubicBezTo>
                  <a:pt x="201209" y="89299"/>
                  <a:pt x="200858" y="81787"/>
                  <a:pt x="200156" y="78364"/>
                </a:cubicBezTo>
                <a:cubicBezTo>
                  <a:pt x="199610" y="75872"/>
                  <a:pt x="198752" y="74140"/>
                  <a:pt x="197581" y="73167"/>
                </a:cubicBezTo>
                <a:cubicBezTo>
                  <a:pt x="196411" y="72194"/>
                  <a:pt x="194812" y="71708"/>
                  <a:pt x="192783" y="71708"/>
                </a:cubicBezTo>
                <a:cubicBezTo>
                  <a:pt x="190598" y="71708"/>
                  <a:pt x="187946" y="72292"/>
                  <a:pt x="184825" y="73459"/>
                </a:cubicBezTo>
                <a:lnTo>
                  <a:pt x="183186" y="69254"/>
                </a:lnTo>
                <a:lnTo>
                  <a:pt x="215487" y="56175"/>
                </a:lnTo>
                <a:lnTo>
                  <a:pt x="220637" y="56175"/>
                </a:lnTo>
                <a:close/>
                <a:moveTo>
                  <a:pt x="292519" y="67410"/>
                </a:moveTo>
                <a:lnTo>
                  <a:pt x="292519" y="137951"/>
                </a:lnTo>
                <a:cubicBezTo>
                  <a:pt x="292519" y="147950"/>
                  <a:pt x="293611" y="154277"/>
                  <a:pt x="295795" y="156932"/>
                </a:cubicBezTo>
                <a:cubicBezTo>
                  <a:pt x="298682" y="160370"/>
                  <a:pt x="302544" y="162089"/>
                  <a:pt x="307382" y="162089"/>
                </a:cubicBezTo>
                <a:lnTo>
                  <a:pt x="317095" y="162089"/>
                </a:lnTo>
                <a:lnTo>
                  <a:pt x="317095" y="166419"/>
                </a:lnTo>
                <a:lnTo>
                  <a:pt x="253079" y="166419"/>
                </a:lnTo>
                <a:lnTo>
                  <a:pt x="253079" y="162089"/>
                </a:lnTo>
                <a:lnTo>
                  <a:pt x="257877" y="162089"/>
                </a:lnTo>
                <a:cubicBezTo>
                  <a:pt x="260998" y="162089"/>
                  <a:pt x="263846" y="161308"/>
                  <a:pt x="266420" y="159745"/>
                </a:cubicBezTo>
                <a:cubicBezTo>
                  <a:pt x="268995" y="158182"/>
                  <a:pt x="270770" y="156073"/>
                  <a:pt x="271745" y="153418"/>
                </a:cubicBezTo>
                <a:cubicBezTo>
                  <a:pt x="272721" y="150763"/>
                  <a:pt x="273208" y="145607"/>
                  <a:pt x="273208" y="137951"/>
                </a:cubicBezTo>
                <a:lnTo>
                  <a:pt x="273208" y="67410"/>
                </a:lnTo>
                <a:lnTo>
                  <a:pt x="252377" y="67410"/>
                </a:lnTo>
                <a:lnTo>
                  <a:pt x="252377" y="59218"/>
                </a:lnTo>
                <a:lnTo>
                  <a:pt x="273208" y="59218"/>
                </a:lnTo>
                <a:lnTo>
                  <a:pt x="273208" y="52167"/>
                </a:lnTo>
                <a:cubicBezTo>
                  <a:pt x="273208" y="41437"/>
                  <a:pt x="274925" y="32351"/>
                  <a:pt x="278358" y="24910"/>
                </a:cubicBezTo>
                <a:cubicBezTo>
                  <a:pt x="281791" y="17468"/>
                  <a:pt x="287038" y="11457"/>
                  <a:pt x="294098" y="6876"/>
                </a:cubicBezTo>
                <a:cubicBezTo>
                  <a:pt x="301159" y="2292"/>
                  <a:pt x="309098" y="0"/>
                  <a:pt x="317914" y="0"/>
                </a:cubicBezTo>
                <a:cubicBezTo>
                  <a:pt x="326107" y="0"/>
                  <a:pt x="333636" y="2653"/>
                  <a:pt x="340502" y="7958"/>
                </a:cubicBezTo>
                <a:cubicBezTo>
                  <a:pt x="345027" y="11469"/>
                  <a:pt x="347289" y="15409"/>
                  <a:pt x="347289" y="19778"/>
                </a:cubicBezTo>
                <a:cubicBezTo>
                  <a:pt x="347289" y="22119"/>
                  <a:pt x="346275" y="24323"/>
                  <a:pt x="344247" y="26391"/>
                </a:cubicBezTo>
                <a:cubicBezTo>
                  <a:pt x="342218" y="28458"/>
                  <a:pt x="340033" y="29492"/>
                  <a:pt x="337693" y="29492"/>
                </a:cubicBezTo>
                <a:cubicBezTo>
                  <a:pt x="335898" y="29492"/>
                  <a:pt x="334006" y="28841"/>
                  <a:pt x="332017" y="27539"/>
                </a:cubicBezTo>
                <a:cubicBezTo>
                  <a:pt x="330027" y="26237"/>
                  <a:pt x="327589" y="23437"/>
                  <a:pt x="324702" y="19138"/>
                </a:cubicBezTo>
                <a:cubicBezTo>
                  <a:pt x="321816" y="14840"/>
                  <a:pt x="319163" y="11941"/>
                  <a:pt x="316744" y="10441"/>
                </a:cubicBezTo>
                <a:cubicBezTo>
                  <a:pt x="314325" y="8942"/>
                  <a:pt x="311634" y="8192"/>
                  <a:pt x="308669" y="8192"/>
                </a:cubicBezTo>
                <a:cubicBezTo>
                  <a:pt x="305080" y="8192"/>
                  <a:pt x="302037" y="9158"/>
                  <a:pt x="299540" y="11089"/>
                </a:cubicBezTo>
                <a:cubicBezTo>
                  <a:pt x="297044" y="13017"/>
                  <a:pt x="295249" y="16009"/>
                  <a:pt x="294157" y="20064"/>
                </a:cubicBezTo>
                <a:cubicBezTo>
                  <a:pt x="293065" y="24118"/>
                  <a:pt x="292519" y="34571"/>
                  <a:pt x="292519" y="51421"/>
                </a:cubicBezTo>
                <a:lnTo>
                  <a:pt x="292519" y="59218"/>
                </a:lnTo>
                <a:lnTo>
                  <a:pt x="320138" y="59218"/>
                </a:lnTo>
                <a:lnTo>
                  <a:pt x="320138" y="67410"/>
                </a:lnTo>
                <a:lnTo>
                  <a:pt x="292519" y="67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ication">
            <a:extLst xmlns:a="http://schemas.openxmlformats.org/drawingml/2006/main">
              <a:ext uri="{FF2B5EF4-FFF2-40B4-BE49-F238E27FC236}">
                <a16:creationId xmlns:a16="http://schemas.microsoft.com/office/drawing/2014/main" id="{E3C0021B-4D73-4806-BD83-98466E49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8794" y="1522003"/>
            <a:ext cx="644001" cy="169696"/>
          </a:xfrm>
          <a:custGeom xmlns:a="http://schemas.openxmlformats.org/drawingml/2006/main">
            <a:pathLst>
              <a:path w="644001" h="169696">
                <a:moveTo>
                  <a:pt x="27737" y="0"/>
                </a:moveTo>
                <a:cubicBezTo>
                  <a:pt x="31013" y="0"/>
                  <a:pt x="33803" y="1157"/>
                  <a:pt x="36104" y="3471"/>
                </a:cubicBezTo>
                <a:cubicBezTo>
                  <a:pt x="38406" y="5782"/>
                  <a:pt x="39557" y="8585"/>
                  <a:pt x="39557" y="11879"/>
                </a:cubicBezTo>
                <a:cubicBezTo>
                  <a:pt x="39557" y="15173"/>
                  <a:pt x="38406" y="17996"/>
                  <a:pt x="36104" y="20349"/>
                </a:cubicBezTo>
                <a:cubicBezTo>
                  <a:pt x="33803" y="22699"/>
                  <a:pt x="31013" y="23875"/>
                  <a:pt x="27737" y="23875"/>
                </a:cubicBezTo>
                <a:cubicBezTo>
                  <a:pt x="24460" y="23875"/>
                  <a:pt x="21651" y="22699"/>
                  <a:pt x="19310" y="20349"/>
                </a:cubicBezTo>
                <a:cubicBezTo>
                  <a:pt x="16970" y="17996"/>
                  <a:pt x="15799" y="15173"/>
                  <a:pt x="15799" y="11879"/>
                </a:cubicBezTo>
                <a:cubicBezTo>
                  <a:pt x="15799" y="8585"/>
                  <a:pt x="16950" y="5782"/>
                  <a:pt x="19252" y="3471"/>
                </a:cubicBezTo>
                <a:cubicBezTo>
                  <a:pt x="21553" y="1157"/>
                  <a:pt x="24382" y="0"/>
                  <a:pt x="27737" y="0"/>
                </a:cubicBezTo>
                <a:moveTo>
                  <a:pt x="37450" y="56175"/>
                </a:moveTo>
                <a:lnTo>
                  <a:pt x="37450" y="142121"/>
                </a:lnTo>
                <a:cubicBezTo>
                  <a:pt x="37450" y="148816"/>
                  <a:pt x="37938" y="153273"/>
                  <a:pt x="38913" y="155492"/>
                </a:cubicBezTo>
                <a:cubicBezTo>
                  <a:pt x="39888" y="157710"/>
                  <a:pt x="41332" y="159365"/>
                  <a:pt x="43243" y="160454"/>
                </a:cubicBezTo>
                <a:cubicBezTo>
                  <a:pt x="45155" y="161544"/>
                  <a:pt x="48646" y="162089"/>
                  <a:pt x="53718" y="162089"/>
                </a:cubicBezTo>
                <a:lnTo>
                  <a:pt x="53718" y="166419"/>
                </a:lnTo>
                <a:lnTo>
                  <a:pt x="1638" y="166419"/>
                </a:lnTo>
                <a:lnTo>
                  <a:pt x="1638" y="162089"/>
                </a:lnTo>
                <a:cubicBezTo>
                  <a:pt x="6866" y="162089"/>
                  <a:pt x="10377" y="161583"/>
                  <a:pt x="12171" y="160571"/>
                </a:cubicBezTo>
                <a:cubicBezTo>
                  <a:pt x="13966" y="159560"/>
                  <a:pt x="15390" y="157886"/>
                  <a:pt x="16443" y="155550"/>
                </a:cubicBezTo>
                <a:cubicBezTo>
                  <a:pt x="17496" y="153214"/>
                  <a:pt x="18023" y="148738"/>
                  <a:pt x="18023" y="142121"/>
                </a:cubicBezTo>
                <a:lnTo>
                  <a:pt x="18023" y="100900"/>
                </a:lnTo>
                <a:cubicBezTo>
                  <a:pt x="18023" y="89299"/>
                  <a:pt x="17672" y="81787"/>
                  <a:pt x="16970" y="78364"/>
                </a:cubicBezTo>
                <a:cubicBezTo>
                  <a:pt x="16423" y="75872"/>
                  <a:pt x="15565" y="74140"/>
                  <a:pt x="14395" y="73167"/>
                </a:cubicBezTo>
                <a:cubicBezTo>
                  <a:pt x="13225" y="72194"/>
                  <a:pt x="11625" y="71708"/>
                  <a:pt x="9597" y="71708"/>
                </a:cubicBezTo>
                <a:cubicBezTo>
                  <a:pt x="7412" y="71708"/>
                  <a:pt x="4759" y="72292"/>
                  <a:pt x="1638" y="73459"/>
                </a:cubicBezTo>
                <a:lnTo>
                  <a:pt x="0" y="69254"/>
                </a:lnTo>
                <a:lnTo>
                  <a:pt x="32301" y="56175"/>
                </a:lnTo>
                <a:lnTo>
                  <a:pt x="37450" y="56175"/>
                </a:lnTo>
                <a:close/>
                <a:moveTo>
                  <a:pt x="158486" y="125692"/>
                </a:moveTo>
                <a:cubicBezTo>
                  <a:pt x="155599" y="139814"/>
                  <a:pt x="149942" y="150679"/>
                  <a:pt x="141516" y="158286"/>
                </a:cubicBezTo>
                <a:cubicBezTo>
                  <a:pt x="133090" y="165893"/>
                  <a:pt x="123766" y="169696"/>
                  <a:pt x="113545" y="169696"/>
                </a:cubicBezTo>
                <a:cubicBezTo>
                  <a:pt x="101374" y="169696"/>
                  <a:pt x="90763" y="164592"/>
                  <a:pt x="81713" y="154383"/>
                </a:cubicBezTo>
                <a:cubicBezTo>
                  <a:pt x="72662" y="144172"/>
                  <a:pt x="68137" y="130376"/>
                  <a:pt x="68137" y="112994"/>
                </a:cubicBezTo>
                <a:cubicBezTo>
                  <a:pt x="68137" y="96159"/>
                  <a:pt x="73150" y="82481"/>
                  <a:pt x="83176" y="71960"/>
                </a:cubicBezTo>
                <a:cubicBezTo>
                  <a:pt x="93201" y="61437"/>
                  <a:pt x="105236" y="56175"/>
                  <a:pt x="119280" y="56175"/>
                </a:cubicBezTo>
                <a:cubicBezTo>
                  <a:pt x="129813" y="56175"/>
                  <a:pt x="138473" y="58956"/>
                  <a:pt x="145261" y="64518"/>
                </a:cubicBezTo>
                <a:cubicBezTo>
                  <a:pt x="152049" y="70077"/>
                  <a:pt x="155443" y="75850"/>
                  <a:pt x="155443" y="81838"/>
                </a:cubicBezTo>
                <a:cubicBezTo>
                  <a:pt x="155443" y="84793"/>
                  <a:pt x="154487" y="87185"/>
                  <a:pt x="152575" y="89014"/>
                </a:cubicBezTo>
                <a:cubicBezTo>
                  <a:pt x="150664" y="90840"/>
                  <a:pt x="147992" y="91753"/>
                  <a:pt x="144559" y="91753"/>
                </a:cubicBezTo>
                <a:cubicBezTo>
                  <a:pt x="139956" y="91753"/>
                  <a:pt x="136484" y="90271"/>
                  <a:pt x="134143" y="87306"/>
                </a:cubicBezTo>
                <a:cubicBezTo>
                  <a:pt x="132817" y="85667"/>
                  <a:pt x="131939" y="82547"/>
                  <a:pt x="131510" y="77943"/>
                </a:cubicBezTo>
                <a:cubicBezTo>
                  <a:pt x="131081" y="73340"/>
                  <a:pt x="129501" y="69829"/>
                  <a:pt x="126770" y="67410"/>
                </a:cubicBezTo>
                <a:cubicBezTo>
                  <a:pt x="124039" y="65070"/>
                  <a:pt x="120255" y="63899"/>
                  <a:pt x="115418" y="63899"/>
                </a:cubicBezTo>
                <a:cubicBezTo>
                  <a:pt x="107616" y="63899"/>
                  <a:pt x="101335" y="66786"/>
                  <a:pt x="96576" y="72560"/>
                </a:cubicBezTo>
                <a:cubicBezTo>
                  <a:pt x="90256" y="80206"/>
                  <a:pt x="87096" y="90310"/>
                  <a:pt x="87096" y="102871"/>
                </a:cubicBezTo>
                <a:cubicBezTo>
                  <a:pt x="87096" y="115667"/>
                  <a:pt x="90237" y="126960"/>
                  <a:pt x="96517" y="136752"/>
                </a:cubicBezTo>
                <a:cubicBezTo>
                  <a:pt x="102798" y="146543"/>
                  <a:pt x="111283" y="151439"/>
                  <a:pt x="121972" y="151439"/>
                </a:cubicBezTo>
                <a:cubicBezTo>
                  <a:pt x="129618" y="151439"/>
                  <a:pt x="136484" y="148826"/>
                  <a:pt x="142569" y="143598"/>
                </a:cubicBezTo>
                <a:cubicBezTo>
                  <a:pt x="146860" y="140009"/>
                  <a:pt x="151035" y="133494"/>
                  <a:pt x="155092" y="124054"/>
                </a:cubicBezTo>
                <a:lnTo>
                  <a:pt x="158486" y="125692"/>
                </a:lnTo>
                <a:close/>
                <a:moveTo>
                  <a:pt x="233921" y="150971"/>
                </a:moveTo>
                <a:cubicBezTo>
                  <a:pt x="222920" y="159475"/>
                  <a:pt x="216015" y="164391"/>
                  <a:pt x="213207" y="165717"/>
                </a:cubicBezTo>
                <a:cubicBezTo>
                  <a:pt x="208993" y="167746"/>
                  <a:pt x="204507" y="168760"/>
                  <a:pt x="199748" y="168760"/>
                </a:cubicBezTo>
                <a:cubicBezTo>
                  <a:pt x="192336" y="168760"/>
                  <a:pt x="186231" y="166224"/>
                  <a:pt x="181432" y="161153"/>
                </a:cubicBezTo>
                <a:cubicBezTo>
                  <a:pt x="176634" y="156082"/>
                  <a:pt x="174235" y="149411"/>
                  <a:pt x="174235" y="141140"/>
                </a:cubicBezTo>
                <a:cubicBezTo>
                  <a:pt x="174235" y="135913"/>
                  <a:pt x="175405" y="131388"/>
                  <a:pt x="177746" y="127565"/>
                </a:cubicBezTo>
                <a:cubicBezTo>
                  <a:pt x="180945" y="122259"/>
                  <a:pt x="186504" y="117266"/>
                  <a:pt x="194423" y="112585"/>
                </a:cubicBezTo>
                <a:cubicBezTo>
                  <a:pt x="202342" y="107903"/>
                  <a:pt x="215508" y="102208"/>
                  <a:pt x="233921" y="95498"/>
                </a:cubicBezTo>
                <a:lnTo>
                  <a:pt x="233921" y="91285"/>
                </a:lnTo>
                <a:cubicBezTo>
                  <a:pt x="233921" y="80596"/>
                  <a:pt x="232224" y="73262"/>
                  <a:pt x="228830" y="69283"/>
                </a:cubicBezTo>
                <a:cubicBezTo>
                  <a:pt x="225436" y="65304"/>
                  <a:pt x="220502" y="63314"/>
                  <a:pt x="214026" y="63314"/>
                </a:cubicBezTo>
                <a:cubicBezTo>
                  <a:pt x="209111" y="63314"/>
                  <a:pt x="205209" y="64636"/>
                  <a:pt x="202323" y="67279"/>
                </a:cubicBezTo>
                <a:cubicBezTo>
                  <a:pt x="199358" y="69922"/>
                  <a:pt x="197875" y="72954"/>
                  <a:pt x="197875" y="76374"/>
                </a:cubicBezTo>
                <a:lnTo>
                  <a:pt x="198110" y="83137"/>
                </a:lnTo>
                <a:cubicBezTo>
                  <a:pt x="198110" y="86711"/>
                  <a:pt x="197193" y="89470"/>
                  <a:pt x="195359" y="91413"/>
                </a:cubicBezTo>
                <a:cubicBezTo>
                  <a:pt x="193526" y="93356"/>
                  <a:pt x="191127" y="94328"/>
                  <a:pt x="188162" y="94328"/>
                </a:cubicBezTo>
                <a:cubicBezTo>
                  <a:pt x="185275" y="94328"/>
                  <a:pt x="182915" y="93317"/>
                  <a:pt x="181081" y="91296"/>
                </a:cubicBezTo>
                <a:cubicBezTo>
                  <a:pt x="179248" y="89272"/>
                  <a:pt x="178331" y="86510"/>
                  <a:pt x="178331" y="83009"/>
                </a:cubicBezTo>
                <a:cubicBezTo>
                  <a:pt x="178331" y="76321"/>
                  <a:pt x="181764" y="70176"/>
                  <a:pt x="188630" y="64576"/>
                </a:cubicBezTo>
                <a:cubicBezTo>
                  <a:pt x="195496" y="58976"/>
                  <a:pt x="205131" y="56175"/>
                  <a:pt x="217537" y="56175"/>
                </a:cubicBezTo>
                <a:cubicBezTo>
                  <a:pt x="227055" y="56175"/>
                  <a:pt x="234858" y="57772"/>
                  <a:pt x="240943" y="60966"/>
                </a:cubicBezTo>
                <a:cubicBezTo>
                  <a:pt x="245546" y="63383"/>
                  <a:pt x="248940" y="67163"/>
                  <a:pt x="251125" y="72307"/>
                </a:cubicBezTo>
                <a:cubicBezTo>
                  <a:pt x="252529" y="75657"/>
                  <a:pt x="253232" y="82515"/>
                  <a:pt x="253232" y="92879"/>
                </a:cubicBezTo>
                <a:lnTo>
                  <a:pt x="253232" y="129232"/>
                </a:lnTo>
                <a:cubicBezTo>
                  <a:pt x="253232" y="139441"/>
                  <a:pt x="253427" y="145695"/>
                  <a:pt x="253817" y="147994"/>
                </a:cubicBezTo>
                <a:cubicBezTo>
                  <a:pt x="254207" y="150293"/>
                  <a:pt x="254850" y="151833"/>
                  <a:pt x="255748" y="152613"/>
                </a:cubicBezTo>
                <a:cubicBezTo>
                  <a:pt x="256645" y="153391"/>
                  <a:pt x="257679" y="153780"/>
                  <a:pt x="258849" y="153780"/>
                </a:cubicBezTo>
                <a:cubicBezTo>
                  <a:pt x="260097" y="153780"/>
                  <a:pt x="261190" y="153507"/>
                  <a:pt x="262126" y="152961"/>
                </a:cubicBezTo>
                <a:cubicBezTo>
                  <a:pt x="263764" y="151946"/>
                  <a:pt x="266924" y="149099"/>
                  <a:pt x="271606" y="144417"/>
                </a:cubicBezTo>
                <a:lnTo>
                  <a:pt x="271606" y="150971"/>
                </a:lnTo>
                <a:cubicBezTo>
                  <a:pt x="262867" y="162674"/>
                  <a:pt x="254519" y="168526"/>
                  <a:pt x="246561" y="168526"/>
                </a:cubicBezTo>
                <a:cubicBezTo>
                  <a:pt x="242738" y="168526"/>
                  <a:pt x="239695" y="167200"/>
                  <a:pt x="237432" y="164547"/>
                </a:cubicBezTo>
                <a:cubicBezTo>
                  <a:pt x="235170" y="161894"/>
                  <a:pt x="233999" y="157369"/>
                  <a:pt x="233921" y="150971"/>
                </a:cubicBezTo>
                <a:moveTo>
                  <a:pt x="233921" y="143298"/>
                </a:moveTo>
                <a:lnTo>
                  <a:pt x="233921" y="102637"/>
                </a:lnTo>
                <a:cubicBezTo>
                  <a:pt x="222140" y="107296"/>
                  <a:pt x="214533" y="110598"/>
                  <a:pt x="211100" y="112541"/>
                </a:cubicBezTo>
                <a:cubicBezTo>
                  <a:pt x="204936" y="115959"/>
                  <a:pt x="200528" y="119532"/>
                  <a:pt x="197875" y="123260"/>
                </a:cubicBezTo>
                <a:cubicBezTo>
                  <a:pt x="195223" y="126988"/>
                  <a:pt x="193896" y="131066"/>
                  <a:pt x="193896" y="135494"/>
                </a:cubicBezTo>
                <a:cubicBezTo>
                  <a:pt x="193896" y="141087"/>
                  <a:pt x="195574" y="145728"/>
                  <a:pt x="198929" y="149417"/>
                </a:cubicBezTo>
                <a:cubicBezTo>
                  <a:pt x="202284" y="153106"/>
                  <a:pt x="206146" y="154950"/>
                  <a:pt x="210515" y="154950"/>
                </a:cubicBezTo>
                <a:cubicBezTo>
                  <a:pt x="216445" y="154950"/>
                  <a:pt x="224247" y="151066"/>
                  <a:pt x="233921" y="143298"/>
                </a:cubicBezTo>
                <a:close/>
                <a:moveTo>
                  <a:pt x="310060" y="23875"/>
                </a:moveTo>
                <a:lnTo>
                  <a:pt x="310060" y="59218"/>
                </a:lnTo>
                <a:lnTo>
                  <a:pt x="335105" y="59218"/>
                </a:lnTo>
                <a:lnTo>
                  <a:pt x="335105" y="67410"/>
                </a:lnTo>
                <a:lnTo>
                  <a:pt x="310060" y="67410"/>
                </a:lnTo>
                <a:lnTo>
                  <a:pt x="310060" y="136832"/>
                </a:lnTo>
                <a:cubicBezTo>
                  <a:pt x="310060" y="143769"/>
                  <a:pt x="311055" y="148445"/>
                  <a:pt x="313044" y="150861"/>
                </a:cubicBezTo>
                <a:cubicBezTo>
                  <a:pt x="315034" y="153275"/>
                  <a:pt x="317589" y="154482"/>
                  <a:pt x="320710" y="154482"/>
                </a:cubicBezTo>
                <a:cubicBezTo>
                  <a:pt x="323285" y="154482"/>
                  <a:pt x="325781" y="153682"/>
                  <a:pt x="328200" y="152083"/>
                </a:cubicBezTo>
                <a:cubicBezTo>
                  <a:pt x="330619" y="150484"/>
                  <a:pt x="332491" y="148123"/>
                  <a:pt x="333817" y="145003"/>
                </a:cubicBezTo>
                <a:lnTo>
                  <a:pt x="338382" y="145003"/>
                </a:lnTo>
                <a:cubicBezTo>
                  <a:pt x="335651" y="152671"/>
                  <a:pt x="331789" y="158470"/>
                  <a:pt x="326796" y="162400"/>
                </a:cubicBezTo>
                <a:cubicBezTo>
                  <a:pt x="321802" y="166328"/>
                  <a:pt x="316653" y="168292"/>
                  <a:pt x="311347" y="168292"/>
                </a:cubicBezTo>
                <a:cubicBezTo>
                  <a:pt x="307758" y="168292"/>
                  <a:pt x="304247" y="167296"/>
                  <a:pt x="300814" y="165304"/>
                </a:cubicBezTo>
                <a:cubicBezTo>
                  <a:pt x="297382" y="163312"/>
                  <a:pt x="294846" y="160462"/>
                  <a:pt x="293207" y="156753"/>
                </a:cubicBezTo>
                <a:cubicBezTo>
                  <a:pt x="291569" y="153042"/>
                  <a:pt x="290750" y="147320"/>
                  <a:pt x="290750" y="139586"/>
                </a:cubicBezTo>
                <a:lnTo>
                  <a:pt x="290750" y="67410"/>
                </a:lnTo>
                <a:lnTo>
                  <a:pt x="273780" y="67410"/>
                </a:lnTo>
                <a:lnTo>
                  <a:pt x="273780" y="63548"/>
                </a:lnTo>
                <a:cubicBezTo>
                  <a:pt x="278071" y="61827"/>
                  <a:pt x="282460" y="58912"/>
                  <a:pt x="286946" y="54804"/>
                </a:cubicBezTo>
                <a:cubicBezTo>
                  <a:pt x="291432" y="50696"/>
                  <a:pt x="295431" y="45824"/>
                  <a:pt x="298942" y="40189"/>
                </a:cubicBezTo>
                <a:cubicBezTo>
                  <a:pt x="300736" y="37217"/>
                  <a:pt x="303233" y="31779"/>
                  <a:pt x="306432" y="23875"/>
                </a:cubicBezTo>
                <a:lnTo>
                  <a:pt x="310060" y="23875"/>
                </a:lnTo>
                <a:close/>
                <a:moveTo>
                  <a:pt x="373165" y="0"/>
                </a:moveTo>
                <a:cubicBezTo>
                  <a:pt x="376441" y="0"/>
                  <a:pt x="379231" y="1157"/>
                  <a:pt x="381532" y="3471"/>
                </a:cubicBezTo>
                <a:cubicBezTo>
                  <a:pt x="383834" y="5782"/>
                  <a:pt x="384985" y="8585"/>
                  <a:pt x="384985" y="11879"/>
                </a:cubicBezTo>
                <a:cubicBezTo>
                  <a:pt x="384985" y="15173"/>
                  <a:pt x="383834" y="17996"/>
                  <a:pt x="381532" y="20349"/>
                </a:cubicBezTo>
                <a:cubicBezTo>
                  <a:pt x="379231" y="22699"/>
                  <a:pt x="376441" y="23875"/>
                  <a:pt x="373165" y="23875"/>
                </a:cubicBezTo>
                <a:cubicBezTo>
                  <a:pt x="369888" y="23875"/>
                  <a:pt x="367079" y="22699"/>
                  <a:pt x="364738" y="20349"/>
                </a:cubicBezTo>
                <a:cubicBezTo>
                  <a:pt x="362398" y="17996"/>
                  <a:pt x="361227" y="15173"/>
                  <a:pt x="361227" y="11879"/>
                </a:cubicBezTo>
                <a:cubicBezTo>
                  <a:pt x="361227" y="8585"/>
                  <a:pt x="362378" y="5782"/>
                  <a:pt x="364680" y="3471"/>
                </a:cubicBezTo>
                <a:cubicBezTo>
                  <a:pt x="366981" y="1157"/>
                  <a:pt x="369810" y="0"/>
                  <a:pt x="373165" y="0"/>
                </a:cubicBezTo>
                <a:moveTo>
                  <a:pt x="382878" y="56175"/>
                </a:moveTo>
                <a:lnTo>
                  <a:pt x="382878" y="142121"/>
                </a:lnTo>
                <a:cubicBezTo>
                  <a:pt x="382878" y="148816"/>
                  <a:pt x="383366" y="153273"/>
                  <a:pt x="384341" y="155492"/>
                </a:cubicBezTo>
                <a:cubicBezTo>
                  <a:pt x="385316" y="157710"/>
                  <a:pt x="386760" y="159365"/>
                  <a:pt x="388671" y="160454"/>
                </a:cubicBezTo>
                <a:cubicBezTo>
                  <a:pt x="390583" y="161544"/>
                  <a:pt x="394074" y="162089"/>
                  <a:pt x="399146" y="162089"/>
                </a:cubicBezTo>
                <a:lnTo>
                  <a:pt x="399146" y="166419"/>
                </a:lnTo>
                <a:lnTo>
                  <a:pt x="347066" y="166419"/>
                </a:lnTo>
                <a:lnTo>
                  <a:pt x="347066" y="162089"/>
                </a:lnTo>
                <a:cubicBezTo>
                  <a:pt x="352294" y="162089"/>
                  <a:pt x="355805" y="161583"/>
                  <a:pt x="357599" y="160571"/>
                </a:cubicBezTo>
                <a:cubicBezTo>
                  <a:pt x="359394" y="159560"/>
                  <a:pt x="360818" y="157886"/>
                  <a:pt x="361871" y="155550"/>
                </a:cubicBezTo>
                <a:cubicBezTo>
                  <a:pt x="362924" y="153214"/>
                  <a:pt x="363451" y="148738"/>
                  <a:pt x="363451" y="142121"/>
                </a:cubicBezTo>
                <a:lnTo>
                  <a:pt x="363451" y="100900"/>
                </a:lnTo>
                <a:cubicBezTo>
                  <a:pt x="363451" y="89299"/>
                  <a:pt x="363100" y="81787"/>
                  <a:pt x="362398" y="78364"/>
                </a:cubicBezTo>
                <a:cubicBezTo>
                  <a:pt x="361852" y="75872"/>
                  <a:pt x="360993" y="74140"/>
                  <a:pt x="359823" y="73167"/>
                </a:cubicBezTo>
                <a:cubicBezTo>
                  <a:pt x="358653" y="72194"/>
                  <a:pt x="357053" y="71708"/>
                  <a:pt x="355025" y="71708"/>
                </a:cubicBezTo>
                <a:cubicBezTo>
                  <a:pt x="352840" y="71708"/>
                  <a:pt x="350187" y="72292"/>
                  <a:pt x="347066" y="73459"/>
                </a:cubicBezTo>
                <a:lnTo>
                  <a:pt x="345428" y="69254"/>
                </a:lnTo>
                <a:lnTo>
                  <a:pt x="377729" y="56175"/>
                </a:lnTo>
                <a:lnTo>
                  <a:pt x="382878" y="56175"/>
                </a:lnTo>
                <a:close/>
                <a:moveTo>
                  <a:pt x="465294" y="56175"/>
                </a:moveTo>
                <a:cubicBezTo>
                  <a:pt x="481522" y="56175"/>
                  <a:pt x="494552" y="62333"/>
                  <a:pt x="504383" y="74648"/>
                </a:cubicBezTo>
                <a:cubicBezTo>
                  <a:pt x="512731" y="85169"/>
                  <a:pt x="516905" y="97250"/>
                  <a:pt x="516905" y="110891"/>
                </a:cubicBezTo>
                <a:cubicBezTo>
                  <a:pt x="516905" y="120478"/>
                  <a:pt x="514603" y="130182"/>
                  <a:pt x="510000" y="140003"/>
                </a:cubicBezTo>
                <a:cubicBezTo>
                  <a:pt x="505397" y="149822"/>
                  <a:pt x="499058" y="157225"/>
                  <a:pt x="490982" y="162214"/>
                </a:cubicBezTo>
                <a:cubicBezTo>
                  <a:pt x="482907" y="167202"/>
                  <a:pt x="473915" y="169696"/>
                  <a:pt x="464007" y="169696"/>
                </a:cubicBezTo>
                <a:cubicBezTo>
                  <a:pt x="447856" y="169696"/>
                  <a:pt x="435022" y="163266"/>
                  <a:pt x="425503" y="150404"/>
                </a:cubicBezTo>
                <a:cubicBezTo>
                  <a:pt x="417467" y="139572"/>
                  <a:pt x="413449" y="127414"/>
                  <a:pt x="413449" y="113931"/>
                </a:cubicBezTo>
                <a:cubicBezTo>
                  <a:pt x="413449" y="104110"/>
                  <a:pt x="415887" y="94347"/>
                  <a:pt x="420763" y="84643"/>
                </a:cubicBezTo>
                <a:cubicBezTo>
                  <a:pt x="425640" y="74939"/>
                  <a:pt x="432057" y="67769"/>
                  <a:pt x="440015" y="63131"/>
                </a:cubicBezTo>
                <a:cubicBezTo>
                  <a:pt x="447973" y="58494"/>
                  <a:pt x="456400" y="56175"/>
                  <a:pt x="465294" y="56175"/>
                </a:cubicBezTo>
                <a:moveTo>
                  <a:pt x="461666" y="63899"/>
                </a:moveTo>
                <a:cubicBezTo>
                  <a:pt x="457531" y="63899"/>
                  <a:pt x="453376" y="65127"/>
                  <a:pt x="449202" y="67582"/>
                </a:cubicBezTo>
                <a:cubicBezTo>
                  <a:pt x="445028" y="70038"/>
                  <a:pt x="441654" y="74343"/>
                  <a:pt x="439079" y="80500"/>
                </a:cubicBezTo>
                <a:cubicBezTo>
                  <a:pt x="436504" y="86656"/>
                  <a:pt x="435217" y="94565"/>
                  <a:pt x="435217" y="104228"/>
                </a:cubicBezTo>
                <a:cubicBezTo>
                  <a:pt x="435217" y="119813"/>
                  <a:pt x="438318" y="133255"/>
                  <a:pt x="444521" y="144556"/>
                </a:cubicBezTo>
                <a:cubicBezTo>
                  <a:pt x="450723" y="155855"/>
                  <a:pt x="458896" y="161504"/>
                  <a:pt x="469039" y="161504"/>
                </a:cubicBezTo>
                <a:cubicBezTo>
                  <a:pt x="476607" y="161504"/>
                  <a:pt x="482849" y="158387"/>
                  <a:pt x="487764" y="152152"/>
                </a:cubicBezTo>
                <a:cubicBezTo>
                  <a:pt x="492679" y="145918"/>
                  <a:pt x="495137" y="135204"/>
                  <a:pt x="495137" y="120009"/>
                </a:cubicBezTo>
                <a:cubicBezTo>
                  <a:pt x="495137" y="100994"/>
                  <a:pt x="491041" y="86031"/>
                  <a:pt x="482849" y="75120"/>
                </a:cubicBezTo>
                <a:cubicBezTo>
                  <a:pt x="477309" y="67640"/>
                  <a:pt x="470248" y="63899"/>
                  <a:pt x="461666" y="63899"/>
                </a:cubicBezTo>
                <a:close/>
                <a:moveTo>
                  <a:pt x="563951" y="78880"/>
                </a:moveTo>
                <a:cubicBezTo>
                  <a:pt x="576512" y="63743"/>
                  <a:pt x="588489" y="56175"/>
                  <a:pt x="599880" y="56175"/>
                </a:cubicBezTo>
                <a:cubicBezTo>
                  <a:pt x="605731" y="56175"/>
                  <a:pt x="610764" y="57636"/>
                  <a:pt x="614977" y="60557"/>
                </a:cubicBezTo>
                <a:cubicBezTo>
                  <a:pt x="619190" y="63475"/>
                  <a:pt x="622545" y="68282"/>
                  <a:pt x="625042" y="74977"/>
                </a:cubicBezTo>
                <a:cubicBezTo>
                  <a:pt x="626758" y="79646"/>
                  <a:pt x="627616" y="86808"/>
                  <a:pt x="627616" y="96464"/>
                </a:cubicBezTo>
                <a:lnTo>
                  <a:pt x="627616" y="142121"/>
                </a:lnTo>
                <a:cubicBezTo>
                  <a:pt x="627616" y="148894"/>
                  <a:pt x="628163" y="153487"/>
                  <a:pt x="629255" y="155901"/>
                </a:cubicBezTo>
                <a:cubicBezTo>
                  <a:pt x="630113" y="157847"/>
                  <a:pt x="631498" y="159365"/>
                  <a:pt x="633409" y="160454"/>
                </a:cubicBezTo>
                <a:cubicBezTo>
                  <a:pt x="635321" y="161544"/>
                  <a:pt x="638851" y="162089"/>
                  <a:pt x="644001" y="162089"/>
                </a:cubicBezTo>
                <a:lnTo>
                  <a:pt x="644001" y="166419"/>
                </a:lnTo>
                <a:lnTo>
                  <a:pt x="590985" y="166419"/>
                </a:lnTo>
                <a:lnTo>
                  <a:pt x="590985" y="162089"/>
                </a:lnTo>
                <a:lnTo>
                  <a:pt x="593209" y="162089"/>
                </a:lnTo>
                <a:cubicBezTo>
                  <a:pt x="598202" y="162089"/>
                  <a:pt x="601694" y="161332"/>
                  <a:pt x="603683" y="159818"/>
                </a:cubicBezTo>
                <a:cubicBezTo>
                  <a:pt x="605673" y="158304"/>
                  <a:pt x="607058" y="156073"/>
                  <a:pt x="607838" y="153125"/>
                </a:cubicBezTo>
                <a:cubicBezTo>
                  <a:pt x="608150" y="151960"/>
                  <a:pt x="608306" y="148311"/>
                  <a:pt x="608306" y="142179"/>
                </a:cubicBezTo>
                <a:lnTo>
                  <a:pt x="608306" y="98515"/>
                </a:lnTo>
                <a:cubicBezTo>
                  <a:pt x="608306" y="88814"/>
                  <a:pt x="607038" y="81770"/>
                  <a:pt x="604503" y="77384"/>
                </a:cubicBezTo>
                <a:cubicBezTo>
                  <a:pt x="601967" y="72997"/>
                  <a:pt x="597695" y="70804"/>
                  <a:pt x="591688" y="70804"/>
                </a:cubicBezTo>
                <a:cubicBezTo>
                  <a:pt x="582403" y="70804"/>
                  <a:pt x="573158" y="75850"/>
                  <a:pt x="563951" y="85942"/>
                </a:cubicBezTo>
                <a:lnTo>
                  <a:pt x="563951" y="142179"/>
                </a:lnTo>
                <a:cubicBezTo>
                  <a:pt x="563951" y="149399"/>
                  <a:pt x="564380" y="153862"/>
                  <a:pt x="565238" y="155568"/>
                </a:cubicBezTo>
                <a:cubicBezTo>
                  <a:pt x="566331" y="157819"/>
                  <a:pt x="567833" y="159468"/>
                  <a:pt x="569744" y="160517"/>
                </a:cubicBezTo>
                <a:cubicBezTo>
                  <a:pt x="571656" y="161565"/>
                  <a:pt x="575537" y="162089"/>
                  <a:pt x="581389" y="162089"/>
                </a:cubicBezTo>
                <a:lnTo>
                  <a:pt x="581389" y="166419"/>
                </a:lnTo>
                <a:lnTo>
                  <a:pt x="528373" y="166419"/>
                </a:lnTo>
                <a:lnTo>
                  <a:pt x="528373" y="162089"/>
                </a:lnTo>
                <a:lnTo>
                  <a:pt x="530714" y="162089"/>
                </a:lnTo>
                <a:cubicBezTo>
                  <a:pt x="536175" y="162089"/>
                  <a:pt x="539862" y="160708"/>
                  <a:pt x="541773" y="157946"/>
                </a:cubicBezTo>
                <a:cubicBezTo>
                  <a:pt x="543685" y="155181"/>
                  <a:pt x="544641" y="149906"/>
                  <a:pt x="544641" y="142121"/>
                </a:cubicBezTo>
                <a:lnTo>
                  <a:pt x="544641" y="102418"/>
                </a:lnTo>
                <a:cubicBezTo>
                  <a:pt x="544641" y="89573"/>
                  <a:pt x="544348" y="81750"/>
                  <a:pt x="543763" y="78949"/>
                </a:cubicBezTo>
                <a:cubicBezTo>
                  <a:pt x="543178" y="76145"/>
                  <a:pt x="542281" y="74237"/>
                  <a:pt x="541071" y="73225"/>
                </a:cubicBezTo>
                <a:cubicBezTo>
                  <a:pt x="539862" y="72214"/>
                  <a:pt x="538243" y="71708"/>
                  <a:pt x="536214" y="71708"/>
                </a:cubicBezTo>
                <a:cubicBezTo>
                  <a:pt x="534030" y="71708"/>
                  <a:pt x="531416" y="72292"/>
                  <a:pt x="528373" y="73459"/>
                </a:cubicBezTo>
                <a:lnTo>
                  <a:pt x="526618" y="69254"/>
                </a:lnTo>
                <a:lnTo>
                  <a:pt x="558919" y="56175"/>
                </a:lnTo>
                <a:lnTo>
                  <a:pt x="563951" y="56175"/>
                </a:lnTo>
                <a:lnTo>
                  <a:pt x="563951" y="788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Result">
            <a:extLst xmlns:a="http://schemas.openxmlformats.org/drawingml/2006/main">
              <a:ext uri="{FF2B5EF4-FFF2-40B4-BE49-F238E27FC236}">
                <a16:creationId xmlns:a16="http://schemas.microsoft.com/office/drawing/2014/main" id="{B33C20BB-6D05-45D0-B579-E33F390F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6478" y="1819773"/>
            <a:ext cx="609176" cy="169696"/>
          </a:xfrm>
          <a:custGeom xmlns:a="http://schemas.openxmlformats.org/drawingml/2006/main">
            <a:pathLst>
              <a:path w="609176" h="169696">
                <a:moveTo>
                  <a:pt x="157876" y="166419"/>
                </a:moveTo>
                <a:lnTo>
                  <a:pt x="115511" y="166419"/>
                </a:lnTo>
                <a:lnTo>
                  <a:pt x="61793" y="91987"/>
                </a:lnTo>
                <a:cubicBezTo>
                  <a:pt x="57814" y="92143"/>
                  <a:pt x="54576" y="92221"/>
                  <a:pt x="52079" y="92221"/>
                </a:cubicBezTo>
                <a:cubicBezTo>
                  <a:pt x="51065" y="92221"/>
                  <a:pt x="49973" y="92202"/>
                  <a:pt x="48802" y="92163"/>
                </a:cubicBezTo>
                <a:cubicBezTo>
                  <a:pt x="47632" y="92124"/>
                  <a:pt x="46423" y="92065"/>
                  <a:pt x="45174" y="91987"/>
                </a:cubicBezTo>
                <a:lnTo>
                  <a:pt x="45174" y="138251"/>
                </a:lnTo>
                <a:cubicBezTo>
                  <a:pt x="45174" y="148272"/>
                  <a:pt x="46267" y="154496"/>
                  <a:pt x="48451" y="156922"/>
                </a:cubicBezTo>
                <a:cubicBezTo>
                  <a:pt x="51416" y="160367"/>
                  <a:pt x="55863" y="162089"/>
                  <a:pt x="61793" y="162089"/>
                </a:cubicBezTo>
                <a:lnTo>
                  <a:pt x="67996" y="162089"/>
                </a:lnTo>
                <a:lnTo>
                  <a:pt x="67996" y="166419"/>
                </a:lnTo>
                <a:lnTo>
                  <a:pt x="0" y="166419"/>
                </a:lnTo>
                <a:lnTo>
                  <a:pt x="0" y="162089"/>
                </a:lnTo>
                <a:lnTo>
                  <a:pt x="5969" y="162089"/>
                </a:lnTo>
                <a:cubicBezTo>
                  <a:pt x="12678" y="162089"/>
                  <a:pt x="17477" y="159905"/>
                  <a:pt x="20364" y="155535"/>
                </a:cubicBezTo>
                <a:cubicBezTo>
                  <a:pt x="22002" y="153117"/>
                  <a:pt x="22821" y="147382"/>
                  <a:pt x="22821" y="138332"/>
                </a:cubicBezTo>
                <a:lnTo>
                  <a:pt x="22821" y="35812"/>
                </a:lnTo>
                <a:cubicBezTo>
                  <a:pt x="22821" y="25825"/>
                  <a:pt x="21729" y="19622"/>
                  <a:pt x="19544" y="17204"/>
                </a:cubicBezTo>
                <a:cubicBezTo>
                  <a:pt x="16501" y="13771"/>
                  <a:pt x="11976" y="12054"/>
                  <a:pt x="5969" y="12054"/>
                </a:cubicBezTo>
                <a:lnTo>
                  <a:pt x="0" y="12054"/>
                </a:lnTo>
                <a:lnTo>
                  <a:pt x="0" y="7724"/>
                </a:lnTo>
                <a:lnTo>
                  <a:pt x="57814" y="7724"/>
                </a:lnTo>
                <a:cubicBezTo>
                  <a:pt x="74666" y="7724"/>
                  <a:pt x="87091" y="8949"/>
                  <a:pt x="95088" y="11400"/>
                </a:cubicBezTo>
                <a:cubicBezTo>
                  <a:pt x="103086" y="13850"/>
                  <a:pt x="109873" y="18363"/>
                  <a:pt x="115452" y="24939"/>
                </a:cubicBezTo>
                <a:cubicBezTo>
                  <a:pt x="121030" y="31512"/>
                  <a:pt x="123820" y="39350"/>
                  <a:pt x="123820" y="48451"/>
                </a:cubicBezTo>
                <a:cubicBezTo>
                  <a:pt x="123820" y="58175"/>
                  <a:pt x="120640" y="66616"/>
                  <a:pt x="114282" y="73774"/>
                </a:cubicBezTo>
                <a:cubicBezTo>
                  <a:pt x="107923" y="80930"/>
                  <a:pt x="98073" y="85987"/>
                  <a:pt x="84731" y="88944"/>
                </a:cubicBezTo>
                <a:lnTo>
                  <a:pt x="117500" y="134616"/>
                </a:lnTo>
                <a:cubicBezTo>
                  <a:pt x="124990" y="145105"/>
                  <a:pt x="131427" y="152072"/>
                  <a:pt x="136810" y="155517"/>
                </a:cubicBezTo>
                <a:cubicBezTo>
                  <a:pt x="142194" y="158960"/>
                  <a:pt x="149216" y="161151"/>
                  <a:pt x="157876" y="162089"/>
                </a:cubicBezTo>
                <a:lnTo>
                  <a:pt x="157876" y="166419"/>
                </a:lnTo>
                <a:moveTo>
                  <a:pt x="45174" y="84848"/>
                </a:moveTo>
                <a:cubicBezTo>
                  <a:pt x="46657" y="84848"/>
                  <a:pt x="47944" y="84868"/>
                  <a:pt x="49036" y="84907"/>
                </a:cubicBezTo>
                <a:cubicBezTo>
                  <a:pt x="50129" y="84946"/>
                  <a:pt x="51026" y="84965"/>
                  <a:pt x="51728" y="84965"/>
                </a:cubicBezTo>
                <a:cubicBezTo>
                  <a:pt x="66864" y="84965"/>
                  <a:pt x="78275" y="81688"/>
                  <a:pt x="85960" y="75134"/>
                </a:cubicBezTo>
                <a:cubicBezTo>
                  <a:pt x="93645" y="68581"/>
                  <a:pt x="97488" y="60232"/>
                  <a:pt x="97488" y="50090"/>
                </a:cubicBezTo>
                <a:cubicBezTo>
                  <a:pt x="97488" y="40181"/>
                  <a:pt x="94386" y="32125"/>
                  <a:pt x="88184" y="25923"/>
                </a:cubicBezTo>
                <a:cubicBezTo>
                  <a:pt x="81981" y="19720"/>
                  <a:pt x="73769" y="16619"/>
                  <a:pt x="63548" y="16619"/>
                </a:cubicBezTo>
                <a:cubicBezTo>
                  <a:pt x="59023" y="16619"/>
                  <a:pt x="52898" y="17360"/>
                  <a:pt x="45174" y="18842"/>
                </a:cubicBezTo>
                <a:lnTo>
                  <a:pt x="45174" y="84848"/>
                </a:lnTo>
                <a:close/>
                <a:moveTo>
                  <a:pt x="181787" y="99711"/>
                </a:moveTo>
                <a:cubicBezTo>
                  <a:pt x="181709" y="115591"/>
                  <a:pt x="185571" y="128046"/>
                  <a:pt x="193374" y="137077"/>
                </a:cubicBezTo>
                <a:cubicBezTo>
                  <a:pt x="201176" y="146106"/>
                  <a:pt x="210343" y="150620"/>
                  <a:pt x="220876" y="150620"/>
                </a:cubicBezTo>
                <a:cubicBezTo>
                  <a:pt x="227898" y="150620"/>
                  <a:pt x="234003" y="148689"/>
                  <a:pt x="239192" y="144827"/>
                </a:cubicBezTo>
                <a:cubicBezTo>
                  <a:pt x="244380" y="140965"/>
                  <a:pt x="248730" y="134353"/>
                  <a:pt x="252241" y="124990"/>
                </a:cubicBezTo>
                <a:lnTo>
                  <a:pt x="255869" y="127331"/>
                </a:lnTo>
                <a:cubicBezTo>
                  <a:pt x="254230" y="138020"/>
                  <a:pt x="249471" y="147753"/>
                  <a:pt x="241591" y="156530"/>
                </a:cubicBezTo>
                <a:cubicBezTo>
                  <a:pt x="233711" y="165308"/>
                  <a:pt x="223841" y="169696"/>
                  <a:pt x="211982" y="169696"/>
                </a:cubicBezTo>
                <a:cubicBezTo>
                  <a:pt x="199108" y="169696"/>
                  <a:pt x="188088" y="164694"/>
                  <a:pt x="178920" y="154691"/>
                </a:cubicBezTo>
                <a:cubicBezTo>
                  <a:pt x="169753" y="144684"/>
                  <a:pt x="165169" y="131233"/>
                  <a:pt x="165169" y="114337"/>
                </a:cubicBezTo>
                <a:cubicBezTo>
                  <a:pt x="165169" y="96041"/>
                  <a:pt x="169870" y="81774"/>
                  <a:pt x="179271" y="71536"/>
                </a:cubicBezTo>
                <a:cubicBezTo>
                  <a:pt x="188673" y="61295"/>
                  <a:pt x="200474" y="56175"/>
                  <a:pt x="214673" y="56175"/>
                </a:cubicBezTo>
                <a:cubicBezTo>
                  <a:pt x="226689" y="56175"/>
                  <a:pt x="236558" y="60125"/>
                  <a:pt x="244282" y="68025"/>
                </a:cubicBezTo>
                <a:cubicBezTo>
                  <a:pt x="252007" y="75922"/>
                  <a:pt x="255869" y="86484"/>
                  <a:pt x="255869" y="99711"/>
                </a:cubicBezTo>
                <a:lnTo>
                  <a:pt x="181787" y="99711"/>
                </a:lnTo>
                <a:moveTo>
                  <a:pt x="181787" y="92923"/>
                </a:moveTo>
                <a:lnTo>
                  <a:pt x="231409" y="92923"/>
                </a:lnTo>
                <a:cubicBezTo>
                  <a:pt x="231019" y="86057"/>
                  <a:pt x="230200" y="81220"/>
                  <a:pt x="228951" y="78411"/>
                </a:cubicBezTo>
                <a:cubicBezTo>
                  <a:pt x="227001" y="74042"/>
                  <a:pt x="224094" y="70609"/>
                  <a:pt x="220232" y="68113"/>
                </a:cubicBezTo>
                <a:cubicBezTo>
                  <a:pt x="216370" y="65616"/>
                  <a:pt x="212333" y="64368"/>
                  <a:pt x="208120" y="64368"/>
                </a:cubicBezTo>
                <a:cubicBezTo>
                  <a:pt x="201644" y="64368"/>
                  <a:pt x="195851" y="66884"/>
                  <a:pt x="190740" y="71916"/>
                </a:cubicBezTo>
                <a:cubicBezTo>
                  <a:pt x="185630" y="76948"/>
                  <a:pt x="182646" y="83951"/>
                  <a:pt x="181787" y="92923"/>
                </a:cubicBezTo>
                <a:close/>
                <a:moveTo>
                  <a:pt x="338795" y="56175"/>
                </a:moveTo>
                <a:lnTo>
                  <a:pt x="338795" y="92455"/>
                </a:lnTo>
                <a:lnTo>
                  <a:pt x="334933" y="92455"/>
                </a:lnTo>
                <a:cubicBezTo>
                  <a:pt x="331968" y="81076"/>
                  <a:pt x="328165" y="73336"/>
                  <a:pt x="323523" y="69235"/>
                </a:cubicBezTo>
                <a:cubicBezTo>
                  <a:pt x="318880" y="65132"/>
                  <a:pt x="312970" y="63080"/>
                  <a:pt x="305792" y="63080"/>
                </a:cubicBezTo>
                <a:cubicBezTo>
                  <a:pt x="300331" y="63080"/>
                  <a:pt x="295923" y="64522"/>
                  <a:pt x="292568" y="67407"/>
                </a:cubicBezTo>
                <a:cubicBezTo>
                  <a:pt x="289213" y="70289"/>
                  <a:pt x="287535" y="73484"/>
                  <a:pt x="287535" y="76992"/>
                </a:cubicBezTo>
                <a:cubicBezTo>
                  <a:pt x="287535" y="81357"/>
                  <a:pt x="288784" y="85097"/>
                  <a:pt x="291280" y="88213"/>
                </a:cubicBezTo>
                <a:cubicBezTo>
                  <a:pt x="293699" y="91409"/>
                  <a:pt x="298614" y="94800"/>
                  <a:pt x="306026" y="98384"/>
                </a:cubicBezTo>
                <a:lnTo>
                  <a:pt x="323113" y="106686"/>
                </a:lnTo>
                <a:cubicBezTo>
                  <a:pt x="338951" y="114400"/>
                  <a:pt x="346870" y="124571"/>
                  <a:pt x="346870" y="137198"/>
                </a:cubicBezTo>
                <a:cubicBezTo>
                  <a:pt x="346870" y="146938"/>
                  <a:pt x="343184" y="154791"/>
                  <a:pt x="335811" y="160754"/>
                </a:cubicBezTo>
                <a:cubicBezTo>
                  <a:pt x="328438" y="166716"/>
                  <a:pt x="320187" y="169696"/>
                  <a:pt x="311059" y="169696"/>
                </a:cubicBezTo>
                <a:cubicBezTo>
                  <a:pt x="304505" y="169696"/>
                  <a:pt x="297015" y="168526"/>
                  <a:pt x="288589" y="166185"/>
                </a:cubicBezTo>
                <a:cubicBezTo>
                  <a:pt x="286014" y="165405"/>
                  <a:pt x="283907" y="165015"/>
                  <a:pt x="282269" y="165015"/>
                </a:cubicBezTo>
                <a:cubicBezTo>
                  <a:pt x="280474" y="165015"/>
                  <a:pt x="279070" y="166029"/>
                  <a:pt x="278056" y="168058"/>
                </a:cubicBezTo>
                <a:lnTo>
                  <a:pt x="274194" y="168058"/>
                </a:lnTo>
                <a:lnTo>
                  <a:pt x="274194" y="129671"/>
                </a:lnTo>
                <a:lnTo>
                  <a:pt x="278056" y="129671"/>
                </a:lnTo>
                <a:cubicBezTo>
                  <a:pt x="280240" y="140633"/>
                  <a:pt x="284414" y="148894"/>
                  <a:pt x="290578" y="154453"/>
                </a:cubicBezTo>
                <a:cubicBezTo>
                  <a:pt x="296742" y="160012"/>
                  <a:pt x="303647" y="162791"/>
                  <a:pt x="311293" y="162791"/>
                </a:cubicBezTo>
                <a:cubicBezTo>
                  <a:pt x="316676" y="162791"/>
                  <a:pt x="321065" y="161214"/>
                  <a:pt x="324459" y="158059"/>
                </a:cubicBezTo>
                <a:cubicBezTo>
                  <a:pt x="327853" y="154901"/>
                  <a:pt x="329550" y="151102"/>
                  <a:pt x="329550" y="146659"/>
                </a:cubicBezTo>
                <a:cubicBezTo>
                  <a:pt x="329550" y="141281"/>
                  <a:pt x="327658" y="136760"/>
                  <a:pt x="323874" y="133098"/>
                </a:cubicBezTo>
                <a:cubicBezTo>
                  <a:pt x="320090" y="129436"/>
                  <a:pt x="312541" y="124800"/>
                  <a:pt x="301228" y="119190"/>
                </a:cubicBezTo>
                <a:cubicBezTo>
                  <a:pt x="289915" y="113577"/>
                  <a:pt x="282503" y="108511"/>
                  <a:pt x="278992" y="103990"/>
                </a:cubicBezTo>
                <a:cubicBezTo>
                  <a:pt x="275481" y="99548"/>
                  <a:pt x="273725" y="93936"/>
                  <a:pt x="273725" y="87156"/>
                </a:cubicBezTo>
                <a:cubicBezTo>
                  <a:pt x="273725" y="78349"/>
                  <a:pt x="276749" y="70985"/>
                  <a:pt x="282795" y="65062"/>
                </a:cubicBezTo>
                <a:cubicBezTo>
                  <a:pt x="288842" y="59138"/>
                  <a:pt x="296664" y="56175"/>
                  <a:pt x="306260" y="56175"/>
                </a:cubicBezTo>
                <a:cubicBezTo>
                  <a:pt x="310473" y="56175"/>
                  <a:pt x="315584" y="57073"/>
                  <a:pt x="321592" y="58867"/>
                </a:cubicBezTo>
                <a:cubicBezTo>
                  <a:pt x="325571" y="60037"/>
                  <a:pt x="328223" y="60623"/>
                  <a:pt x="329550" y="60623"/>
                </a:cubicBezTo>
                <a:cubicBezTo>
                  <a:pt x="330798" y="60623"/>
                  <a:pt x="331773" y="60349"/>
                  <a:pt x="332475" y="59803"/>
                </a:cubicBezTo>
                <a:cubicBezTo>
                  <a:pt x="333178" y="59257"/>
                  <a:pt x="333997" y="58048"/>
                  <a:pt x="334933" y="56175"/>
                </a:cubicBezTo>
                <a:lnTo>
                  <a:pt x="338795" y="56175"/>
                </a:lnTo>
                <a:close/>
                <a:moveTo>
                  <a:pt x="456892" y="59218"/>
                </a:moveTo>
                <a:lnTo>
                  <a:pt x="456892" y="124171"/>
                </a:lnTo>
                <a:cubicBezTo>
                  <a:pt x="456892" y="136576"/>
                  <a:pt x="457185" y="144164"/>
                  <a:pt x="457770" y="146934"/>
                </a:cubicBezTo>
                <a:cubicBezTo>
                  <a:pt x="458355" y="149703"/>
                  <a:pt x="459291" y="151634"/>
                  <a:pt x="460579" y="152727"/>
                </a:cubicBezTo>
                <a:cubicBezTo>
                  <a:pt x="461866" y="153819"/>
                  <a:pt x="463368" y="154365"/>
                  <a:pt x="465085" y="154365"/>
                </a:cubicBezTo>
                <a:cubicBezTo>
                  <a:pt x="467503" y="154365"/>
                  <a:pt x="470234" y="153702"/>
                  <a:pt x="473277" y="152376"/>
                </a:cubicBezTo>
                <a:lnTo>
                  <a:pt x="474915" y="156472"/>
                </a:lnTo>
                <a:lnTo>
                  <a:pt x="442849" y="169696"/>
                </a:lnTo>
                <a:lnTo>
                  <a:pt x="437582" y="169696"/>
                </a:lnTo>
                <a:lnTo>
                  <a:pt x="437582" y="146992"/>
                </a:lnTo>
                <a:cubicBezTo>
                  <a:pt x="428376" y="156979"/>
                  <a:pt x="421354" y="163260"/>
                  <a:pt x="416516" y="165834"/>
                </a:cubicBezTo>
                <a:cubicBezTo>
                  <a:pt x="411679" y="168409"/>
                  <a:pt x="406569" y="169696"/>
                  <a:pt x="401185" y="169696"/>
                </a:cubicBezTo>
                <a:cubicBezTo>
                  <a:pt x="395178" y="169696"/>
                  <a:pt x="389970" y="167960"/>
                  <a:pt x="385561" y="164488"/>
                </a:cubicBezTo>
                <a:cubicBezTo>
                  <a:pt x="381153" y="161016"/>
                  <a:pt x="378091" y="156550"/>
                  <a:pt x="376374" y="151088"/>
                </a:cubicBezTo>
                <a:cubicBezTo>
                  <a:pt x="374658" y="145627"/>
                  <a:pt x="373800" y="137903"/>
                  <a:pt x="373800" y="127916"/>
                </a:cubicBezTo>
                <a:lnTo>
                  <a:pt x="373800" y="80050"/>
                </a:lnTo>
                <a:cubicBezTo>
                  <a:pt x="373800" y="74978"/>
                  <a:pt x="373254" y="71467"/>
                  <a:pt x="372161" y="69517"/>
                </a:cubicBezTo>
                <a:cubicBezTo>
                  <a:pt x="371069" y="67566"/>
                  <a:pt x="369450" y="66065"/>
                  <a:pt x="367304" y="65011"/>
                </a:cubicBezTo>
                <a:cubicBezTo>
                  <a:pt x="365159" y="63958"/>
                  <a:pt x="361277" y="63470"/>
                  <a:pt x="355660" y="63548"/>
                </a:cubicBezTo>
                <a:lnTo>
                  <a:pt x="355660" y="59218"/>
                </a:lnTo>
                <a:lnTo>
                  <a:pt x="393227" y="59218"/>
                </a:lnTo>
                <a:lnTo>
                  <a:pt x="393227" y="130783"/>
                </a:lnTo>
                <a:cubicBezTo>
                  <a:pt x="393227" y="140746"/>
                  <a:pt x="394963" y="147283"/>
                  <a:pt x="398435" y="150397"/>
                </a:cubicBezTo>
                <a:cubicBezTo>
                  <a:pt x="401907" y="153511"/>
                  <a:pt x="406100" y="155067"/>
                  <a:pt x="411016" y="155067"/>
                </a:cubicBezTo>
                <a:cubicBezTo>
                  <a:pt x="414371" y="155067"/>
                  <a:pt x="418174" y="154016"/>
                  <a:pt x="422426" y="151915"/>
                </a:cubicBezTo>
                <a:cubicBezTo>
                  <a:pt x="426679" y="149813"/>
                  <a:pt x="431730" y="145806"/>
                  <a:pt x="437582" y="139893"/>
                </a:cubicBezTo>
                <a:lnTo>
                  <a:pt x="437582" y="79307"/>
                </a:lnTo>
                <a:cubicBezTo>
                  <a:pt x="437582" y="73236"/>
                  <a:pt x="436470" y="69132"/>
                  <a:pt x="434247" y="66993"/>
                </a:cubicBezTo>
                <a:cubicBezTo>
                  <a:pt x="432023" y="64853"/>
                  <a:pt x="427400" y="63704"/>
                  <a:pt x="420378" y="63548"/>
                </a:cubicBezTo>
                <a:lnTo>
                  <a:pt x="420378" y="59218"/>
                </a:lnTo>
                <a:lnTo>
                  <a:pt x="456892" y="59218"/>
                </a:lnTo>
                <a:close/>
                <a:moveTo>
                  <a:pt x="519622" y="0"/>
                </a:moveTo>
                <a:lnTo>
                  <a:pt x="519622" y="142091"/>
                </a:lnTo>
                <a:cubicBezTo>
                  <a:pt x="519622" y="148796"/>
                  <a:pt x="520109" y="153241"/>
                  <a:pt x="521085" y="155426"/>
                </a:cubicBezTo>
                <a:cubicBezTo>
                  <a:pt x="522060" y="157608"/>
                  <a:pt x="523562" y="159265"/>
                  <a:pt x="525590" y="160396"/>
                </a:cubicBezTo>
                <a:cubicBezTo>
                  <a:pt x="527619" y="161525"/>
                  <a:pt x="531403" y="162089"/>
                  <a:pt x="536942" y="162089"/>
                </a:cubicBezTo>
                <a:lnTo>
                  <a:pt x="536942" y="166419"/>
                </a:lnTo>
                <a:lnTo>
                  <a:pt x="484395" y="166419"/>
                </a:lnTo>
                <a:lnTo>
                  <a:pt x="484395" y="162089"/>
                </a:lnTo>
                <a:cubicBezTo>
                  <a:pt x="489310" y="162089"/>
                  <a:pt x="492665" y="161583"/>
                  <a:pt x="494460" y="160571"/>
                </a:cubicBezTo>
                <a:cubicBezTo>
                  <a:pt x="496254" y="159557"/>
                  <a:pt x="497659" y="157881"/>
                  <a:pt x="498673" y="155543"/>
                </a:cubicBezTo>
                <a:cubicBezTo>
                  <a:pt x="499687" y="153202"/>
                  <a:pt x="500194" y="148718"/>
                  <a:pt x="500194" y="142091"/>
                </a:cubicBezTo>
                <a:lnTo>
                  <a:pt x="500194" y="44790"/>
                </a:lnTo>
                <a:cubicBezTo>
                  <a:pt x="500194" y="32707"/>
                  <a:pt x="499921" y="25281"/>
                  <a:pt x="499375" y="22514"/>
                </a:cubicBezTo>
                <a:cubicBezTo>
                  <a:pt x="498829" y="19744"/>
                  <a:pt x="497951" y="17853"/>
                  <a:pt x="496742" y="16842"/>
                </a:cubicBezTo>
                <a:cubicBezTo>
                  <a:pt x="495533" y="15827"/>
                  <a:pt x="493992" y="15320"/>
                  <a:pt x="492119" y="15320"/>
                </a:cubicBezTo>
                <a:cubicBezTo>
                  <a:pt x="490091" y="15320"/>
                  <a:pt x="487516" y="15944"/>
                  <a:pt x="484395" y="17193"/>
                </a:cubicBezTo>
                <a:lnTo>
                  <a:pt x="482406" y="13097"/>
                </a:lnTo>
                <a:lnTo>
                  <a:pt x="514355" y="0"/>
                </a:lnTo>
                <a:lnTo>
                  <a:pt x="519622" y="0"/>
                </a:lnTo>
                <a:close/>
                <a:moveTo>
                  <a:pt x="580854" y="23875"/>
                </a:moveTo>
                <a:lnTo>
                  <a:pt x="580854" y="59218"/>
                </a:lnTo>
                <a:lnTo>
                  <a:pt x="605899" y="59218"/>
                </a:lnTo>
                <a:lnTo>
                  <a:pt x="605899" y="67410"/>
                </a:lnTo>
                <a:lnTo>
                  <a:pt x="580854" y="67410"/>
                </a:lnTo>
                <a:lnTo>
                  <a:pt x="580854" y="136832"/>
                </a:lnTo>
                <a:cubicBezTo>
                  <a:pt x="580854" y="143769"/>
                  <a:pt x="581849" y="148445"/>
                  <a:pt x="583838" y="150861"/>
                </a:cubicBezTo>
                <a:cubicBezTo>
                  <a:pt x="585828" y="153275"/>
                  <a:pt x="588383" y="154482"/>
                  <a:pt x="591504" y="154482"/>
                </a:cubicBezTo>
                <a:cubicBezTo>
                  <a:pt x="594078" y="154482"/>
                  <a:pt x="596575" y="153682"/>
                  <a:pt x="598994" y="152083"/>
                </a:cubicBezTo>
                <a:cubicBezTo>
                  <a:pt x="601412" y="150484"/>
                  <a:pt x="603285" y="148123"/>
                  <a:pt x="604611" y="145003"/>
                </a:cubicBezTo>
                <a:lnTo>
                  <a:pt x="609176" y="145003"/>
                </a:lnTo>
                <a:cubicBezTo>
                  <a:pt x="606445" y="152671"/>
                  <a:pt x="602583" y="158470"/>
                  <a:pt x="597589" y="162400"/>
                </a:cubicBezTo>
                <a:cubicBezTo>
                  <a:pt x="592596" y="166328"/>
                  <a:pt x="587447" y="168292"/>
                  <a:pt x="582141" y="168292"/>
                </a:cubicBezTo>
                <a:cubicBezTo>
                  <a:pt x="578552" y="168292"/>
                  <a:pt x="575041" y="167296"/>
                  <a:pt x="571608" y="165304"/>
                </a:cubicBezTo>
                <a:cubicBezTo>
                  <a:pt x="568175" y="163312"/>
                  <a:pt x="565640" y="160462"/>
                  <a:pt x="564001" y="156753"/>
                </a:cubicBezTo>
                <a:cubicBezTo>
                  <a:pt x="562363" y="153042"/>
                  <a:pt x="561544" y="147320"/>
                  <a:pt x="561544" y="139586"/>
                </a:cubicBezTo>
                <a:lnTo>
                  <a:pt x="561544" y="67410"/>
                </a:lnTo>
                <a:lnTo>
                  <a:pt x="544574" y="67410"/>
                </a:lnTo>
                <a:lnTo>
                  <a:pt x="544574" y="63548"/>
                </a:lnTo>
                <a:cubicBezTo>
                  <a:pt x="548865" y="61827"/>
                  <a:pt x="553254" y="58912"/>
                  <a:pt x="557740" y="54804"/>
                </a:cubicBezTo>
                <a:cubicBezTo>
                  <a:pt x="562226" y="50696"/>
                  <a:pt x="566225" y="45824"/>
                  <a:pt x="569736" y="40189"/>
                </a:cubicBezTo>
                <a:cubicBezTo>
                  <a:pt x="571530" y="37217"/>
                  <a:pt x="574027" y="31779"/>
                  <a:pt x="577226" y="23875"/>
                </a:cubicBezTo>
                <a:lnTo>
                  <a:pt x="580854" y="238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8.Output">
            <a:extLst xmlns:a="http://schemas.openxmlformats.org/drawingml/2006/main">
              <a:ext uri="{FF2B5EF4-FFF2-40B4-BE49-F238E27FC236}">
                <a16:creationId xmlns:a16="http://schemas.microsoft.com/office/drawing/2014/main" id="{C8AB67D6-C698-493E-9775-0CD8BF11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8318" y="2541338"/>
            <a:ext cx="891315" cy="213466"/>
          </a:xfrm>
          <a:custGeom xmlns:a="http://schemas.openxmlformats.org/drawingml/2006/main">
            <a:pathLst>
              <a:path w="891315" h="213466">
                <a:moveTo>
                  <a:pt x="31482" y="82273"/>
                </a:moveTo>
                <a:cubicBezTo>
                  <a:pt x="18920" y="71975"/>
                  <a:pt x="10825" y="63704"/>
                  <a:pt x="7197" y="57463"/>
                </a:cubicBezTo>
                <a:cubicBezTo>
                  <a:pt x="3569" y="51221"/>
                  <a:pt x="1755" y="44745"/>
                  <a:pt x="1755" y="38035"/>
                </a:cubicBezTo>
                <a:cubicBezTo>
                  <a:pt x="1755" y="27737"/>
                  <a:pt x="5735" y="18862"/>
                  <a:pt x="13693" y="11411"/>
                </a:cubicBezTo>
                <a:cubicBezTo>
                  <a:pt x="21651" y="3960"/>
                  <a:pt x="32223" y="234"/>
                  <a:pt x="45408" y="234"/>
                </a:cubicBezTo>
                <a:cubicBezTo>
                  <a:pt x="58204" y="234"/>
                  <a:pt x="68503" y="3706"/>
                  <a:pt x="76305" y="10650"/>
                </a:cubicBezTo>
                <a:cubicBezTo>
                  <a:pt x="84107" y="17594"/>
                  <a:pt x="88008" y="25513"/>
                  <a:pt x="88008" y="34407"/>
                </a:cubicBezTo>
                <a:cubicBezTo>
                  <a:pt x="88008" y="40337"/>
                  <a:pt x="85901" y="46384"/>
                  <a:pt x="81688" y="52547"/>
                </a:cubicBezTo>
                <a:cubicBezTo>
                  <a:pt x="77475" y="58711"/>
                  <a:pt x="68698" y="65967"/>
                  <a:pt x="55356" y="74315"/>
                </a:cubicBezTo>
                <a:cubicBezTo>
                  <a:pt x="69088" y="84926"/>
                  <a:pt x="78177" y="93274"/>
                  <a:pt x="82625" y="99360"/>
                </a:cubicBezTo>
                <a:cubicBezTo>
                  <a:pt x="88554" y="107318"/>
                  <a:pt x="91519" y="115706"/>
                  <a:pt x="91519" y="124522"/>
                </a:cubicBezTo>
                <a:cubicBezTo>
                  <a:pt x="91519" y="135679"/>
                  <a:pt x="87267" y="145217"/>
                  <a:pt x="78762" y="153136"/>
                </a:cubicBezTo>
                <a:cubicBezTo>
                  <a:pt x="70258" y="161055"/>
                  <a:pt x="59101" y="165015"/>
                  <a:pt x="45291" y="165015"/>
                </a:cubicBezTo>
                <a:cubicBezTo>
                  <a:pt x="30233" y="165015"/>
                  <a:pt x="18491" y="160295"/>
                  <a:pt x="10065" y="150854"/>
                </a:cubicBezTo>
                <a:cubicBezTo>
                  <a:pt x="3355" y="143286"/>
                  <a:pt x="0" y="135016"/>
                  <a:pt x="0" y="126043"/>
                </a:cubicBezTo>
                <a:cubicBezTo>
                  <a:pt x="0" y="119021"/>
                  <a:pt x="2360" y="112058"/>
                  <a:pt x="7080" y="105153"/>
                </a:cubicBezTo>
                <a:cubicBezTo>
                  <a:pt x="11801" y="98248"/>
                  <a:pt x="19934" y="90622"/>
                  <a:pt x="31482" y="82273"/>
                </a:cubicBezTo>
                <a:moveTo>
                  <a:pt x="49856" y="69751"/>
                </a:moveTo>
                <a:cubicBezTo>
                  <a:pt x="59218" y="61325"/>
                  <a:pt x="65148" y="54673"/>
                  <a:pt x="67644" y="49797"/>
                </a:cubicBezTo>
                <a:cubicBezTo>
                  <a:pt x="70141" y="44921"/>
                  <a:pt x="71389" y="39401"/>
                  <a:pt x="71389" y="33237"/>
                </a:cubicBezTo>
                <a:cubicBezTo>
                  <a:pt x="71389" y="25045"/>
                  <a:pt x="69088" y="18628"/>
                  <a:pt x="64485" y="13985"/>
                </a:cubicBezTo>
                <a:cubicBezTo>
                  <a:pt x="59881" y="9343"/>
                  <a:pt x="53601" y="7022"/>
                  <a:pt x="45642" y="7022"/>
                </a:cubicBezTo>
                <a:cubicBezTo>
                  <a:pt x="37684" y="7022"/>
                  <a:pt x="31209" y="9324"/>
                  <a:pt x="26215" y="13927"/>
                </a:cubicBezTo>
                <a:cubicBezTo>
                  <a:pt x="21222" y="18530"/>
                  <a:pt x="18725" y="23914"/>
                  <a:pt x="18725" y="30077"/>
                </a:cubicBezTo>
                <a:cubicBezTo>
                  <a:pt x="18725" y="34134"/>
                  <a:pt x="19759" y="38191"/>
                  <a:pt x="21826" y="42249"/>
                </a:cubicBezTo>
                <a:cubicBezTo>
                  <a:pt x="23894" y="46306"/>
                  <a:pt x="26839" y="50168"/>
                  <a:pt x="30662" y="53835"/>
                </a:cubicBezTo>
                <a:lnTo>
                  <a:pt x="49856" y="69751"/>
                </a:lnTo>
                <a:moveTo>
                  <a:pt x="36982" y="86721"/>
                </a:moveTo>
                <a:cubicBezTo>
                  <a:pt x="30506" y="92182"/>
                  <a:pt x="25708" y="98131"/>
                  <a:pt x="22587" y="104568"/>
                </a:cubicBezTo>
                <a:cubicBezTo>
                  <a:pt x="19466" y="111005"/>
                  <a:pt x="17906" y="117968"/>
                  <a:pt x="17906" y="125458"/>
                </a:cubicBezTo>
                <a:cubicBezTo>
                  <a:pt x="17906" y="135523"/>
                  <a:pt x="20656" y="143579"/>
                  <a:pt x="26157" y="149625"/>
                </a:cubicBezTo>
                <a:cubicBezTo>
                  <a:pt x="31657" y="155672"/>
                  <a:pt x="38660" y="158695"/>
                  <a:pt x="47164" y="158695"/>
                </a:cubicBezTo>
                <a:cubicBezTo>
                  <a:pt x="55590" y="158695"/>
                  <a:pt x="62339" y="156316"/>
                  <a:pt x="67410" y="151556"/>
                </a:cubicBezTo>
                <a:cubicBezTo>
                  <a:pt x="72482" y="146797"/>
                  <a:pt x="75017" y="141023"/>
                  <a:pt x="75017" y="134236"/>
                </a:cubicBezTo>
                <a:cubicBezTo>
                  <a:pt x="75017" y="128618"/>
                  <a:pt x="73535" y="123586"/>
                  <a:pt x="70570" y="119138"/>
                </a:cubicBezTo>
                <a:cubicBezTo>
                  <a:pt x="65031" y="110868"/>
                  <a:pt x="53835" y="100062"/>
                  <a:pt x="36982" y="86721"/>
                </a:cubicBezTo>
                <a:close/>
                <a:moveTo>
                  <a:pt x="135289" y="139502"/>
                </a:moveTo>
                <a:cubicBezTo>
                  <a:pt x="138956" y="139502"/>
                  <a:pt x="142038" y="140770"/>
                  <a:pt x="144534" y="143306"/>
                </a:cubicBezTo>
                <a:cubicBezTo>
                  <a:pt x="147031" y="145841"/>
                  <a:pt x="148279" y="148904"/>
                  <a:pt x="148279" y="152493"/>
                </a:cubicBezTo>
                <a:cubicBezTo>
                  <a:pt x="148279" y="156082"/>
                  <a:pt x="147012" y="159144"/>
                  <a:pt x="144476" y="161680"/>
                </a:cubicBezTo>
                <a:cubicBezTo>
                  <a:pt x="141940" y="164215"/>
                  <a:pt x="138878" y="165483"/>
                  <a:pt x="135289" y="165483"/>
                </a:cubicBezTo>
                <a:cubicBezTo>
                  <a:pt x="131700" y="165483"/>
                  <a:pt x="128638" y="164215"/>
                  <a:pt x="126102" y="161680"/>
                </a:cubicBezTo>
                <a:cubicBezTo>
                  <a:pt x="123566" y="159144"/>
                  <a:pt x="122298" y="156082"/>
                  <a:pt x="122298" y="152493"/>
                </a:cubicBezTo>
                <a:cubicBezTo>
                  <a:pt x="122298" y="148826"/>
                  <a:pt x="123566" y="145744"/>
                  <a:pt x="126102" y="143247"/>
                </a:cubicBezTo>
                <a:cubicBezTo>
                  <a:pt x="128638" y="140750"/>
                  <a:pt x="131700" y="139502"/>
                  <a:pt x="135289" y="139502"/>
                </a:cubicBezTo>
                <a:close/>
                <a:moveTo>
                  <a:pt x="312826" y="0"/>
                </a:moveTo>
                <a:cubicBezTo>
                  <a:pt x="333423" y="0"/>
                  <a:pt x="351271" y="7811"/>
                  <a:pt x="366368" y="23432"/>
                </a:cubicBezTo>
                <a:cubicBezTo>
                  <a:pt x="381465" y="39053"/>
                  <a:pt x="389014" y="58550"/>
                  <a:pt x="389014" y="81922"/>
                </a:cubicBezTo>
                <a:cubicBezTo>
                  <a:pt x="389014" y="105997"/>
                  <a:pt x="381406" y="125981"/>
                  <a:pt x="366192" y="141876"/>
                </a:cubicBezTo>
                <a:cubicBezTo>
                  <a:pt x="350978" y="157770"/>
                  <a:pt x="332565" y="165717"/>
                  <a:pt x="310953" y="165717"/>
                </a:cubicBezTo>
                <a:cubicBezTo>
                  <a:pt x="289107" y="165717"/>
                  <a:pt x="270753" y="157965"/>
                  <a:pt x="255890" y="142461"/>
                </a:cubicBezTo>
                <a:cubicBezTo>
                  <a:pt x="241027" y="126956"/>
                  <a:pt x="233595" y="106894"/>
                  <a:pt x="233595" y="82273"/>
                </a:cubicBezTo>
                <a:cubicBezTo>
                  <a:pt x="233595" y="57109"/>
                  <a:pt x="242177" y="36580"/>
                  <a:pt x="259342" y="20685"/>
                </a:cubicBezTo>
                <a:cubicBezTo>
                  <a:pt x="274244" y="6895"/>
                  <a:pt x="292072" y="0"/>
                  <a:pt x="312826" y="0"/>
                </a:cubicBezTo>
                <a:moveTo>
                  <a:pt x="310602" y="8660"/>
                </a:moveTo>
                <a:cubicBezTo>
                  <a:pt x="296402" y="8660"/>
                  <a:pt x="285011" y="13918"/>
                  <a:pt x="276429" y="24434"/>
                </a:cubicBezTo>
                <a:cubicBezTo>
                  <a:pt x="265740" y="37522"/>
                  <a:pt x="260395" y="56686"/>
                  <a:pt x="260395" y="81926"/>
                </a:cubicBezTo>
                <a:cubicBezTo>
                  <a:pt x="260395" y="107788"/>
                  <a:pt x="265935" y="127690"/>
                  <a:pt x="277014" y="141634"/>
                </a:cubicBezTo>
                <a:cubicBezTo>
                  <a:pt x="285518" y="152228"/>
                  <a:pt x="296753" y="157525"/>
                  <a:pt x="310719" y="157525"/>
                </a:cubicBezTo>
                <a:cubicBezTo>
                  <a:pt x="325621" y="157525"/>
                  <a:pt x="337929" y="151722"/>
                  <a:pt x="347643" y="140116"/>
                </a:cubicBezTo>
                <a:cubicBezTo>
                  <a:pt x="357356" y="128508"/>
                  <a:pt x="362213" y="110201"/>
                  <a:pt x="362213" y="85196"/>
                </a:cubicBezTo>
                <a:cubicBezTo>
                  <a:pt x="362213" y="58088"/>
                  <a:pt x="356869" y="37873"/>
                  <a:pt x="346180" y="24551"/>
                </a:cubicBezTo>
                <a:cubicBezTo>
                  <a:pt x="337598" y="13957"/>
                  <a:pt x="325738" y="8660"/>
                  <a:pt x="310602" y="8660"/>
                </a:cubicBezTo>
                <a:close/>
                <a:moveTo>
                  <a:pt x="499350" y="55005"/>
                </a:moveTo>
                <a:lnTo>
                  <a:pt x="499350" y="119958"/>
                </a:lnTo>
                <a:cubicBezTo>
                  <a:pt x="499350" y="132363"/>
                  <a:pt x="499643" y="139951"/>
                  <a:pt x="500228" y="142720"/>
                </a:cubicBezTo>
                <a:cubicBezTo>
                  <a:pt x="500813" y="145490"/>
                  <a:pt x="501749" y="147421"/>
                  <a:pt x="503036" y="148513"/>
                </a:cubicBezTo>
                <a:cubicBezTo>
                  <a:pt x="504324" y="149606"/>
                  <a:pt x="505826" y="150152"/>
                  <a:pt x="507542" y="150152"/>
                </a:cubicBezTo>
                <a:cubicBezTo>
                  <a:pt x="509961" y="150152"/>
                  <a:pt x="512692" y="149489"/>
                  <a:pt x="515734" y="148162"/>
                </a:cubicBezTo>
                <a:lnTo>
                  <a:pt x="517373" y="152259"/>
                </a:lnTo>
                <a:lnTo>
                  <a:pt x="485306" y="165483"/>
                </a:lnTo>
                <a:lnTo>
                  <a:pt x="480040" y="165483"/>
                </a:lnTo>
                <a:lnTo>
                  <a:pt x="480040" y="142779"/>
                </a:lnTo>
                <a:cubicBezTo>
                  <a:pt x="470833" y="152766"/>
                  <a:pt x="463811" y="159046"/>
                  <a:pt x="458974" y="161621"/>
                </a:cubicBezTo>
                <a:cubicBezTo>
                  <a:pt x="454137" y="164196"/>
                  <a:pt x="449026" y="165483"/>
                  <a:pt x="443643" y="165483"/>
                </a:cubicBezTo>
                <a:cubicBezTo>
                  <a:pt x="437635" y="165483"/>
                  <a:pt x="432427" y="163747"/>
                  <a:pt x="428019" y="160275"/>
                </a:cubicBezTo>
                <a:cubicBezTo>
                  <a:pt x="423611" y="156803"/>
                  <a:pt x="420548" y="152337"/>
                  <a:pt x="418832" y="146875"/>
                </a:cubicBezTo>
                <a:cubicBezTo>
                  <a:pt x="417116" y="141414"/>
                  <a:pt x="416257" y="133689"/>
                  <a:pt x="416257" y="123703"/>
                </a:cubicBezTo>
                <a:lnTo>
                  <a:pt x="416257" y="75837"/>
                </a:lnTo>
                <a:cubicBezTo>
                  <a:pt x="416257" y="70765"/>
                  <a:pt x="415711" y="67254"/>
                  <a:pt x="414619" y="65304"/>
                </a:cubicBezTo>
                <a:cubicBezTo>
                  <a:pt x="413527" y="63353"/>
                  <a:pt x="411908" y="61851"/>
                  <a:pt x="409762" y="60798"/>
                </a:cubicBezTo>
                <a:cubicBezTo>
                  <a:pt x="407616" y="59745"/>
                  <a:pt x="403735" y="59257"/>
                  <a:pt x="398117" y="59335"/>
                </a:cubicBezTo>
                <a:lnTo>
                  <a:pt x="398117" y="55005"/>
                </a:lnTo>
                <a:lnTo>
                  <a:pt x="435685" y="55005"/>
                </a:lnTo>
                <a:lnTo>
                  <a:pt x="435685" y="126570"/>
                </a:lnTo>
                <a:cubicBezTo>
                  <a:pt x="435685" y="136532"/>
                  <a:pt x="437421" y="143070"/>
                  <a:pt x="440893" y="146184"/>
                </a:cubicBezTo>
                <a:cubicBezTo>
                  <a:pt x="444364" y="149297"/>
                  <a:pt x="448558" y="150854"/>
                  <a:pt x="453473" y="150854"/>
                </a:cubicBezTo>
                <a:cubicBezTo>
                  <a:pt x="456828" y="150854"/>
                  <a:pt x="460632" y="149803"/>
                  <a:pt x="464884" y="147702"/>
                </a:cubicBezTo>
                <a:cubicBezTo>
                  <a:pt x="469136" y="145600"/>
                  <a:pt x="474188" y="141593"/>
                  <a:pt x="480040" y="135680"/>
                </a:cubicBezTo>
                <a:lnTo>
                  <a:pt x="480040" y="75094"/>
                </a:lnTo>
                <a:cubicBezTo>
                  <a:pt x="480040" y="69023"/>
                  <a:pt x="478928" y="64919"/>
                  <a:pt x="476704" y="62780"/>
                </a:cubicBezTo>
                <a:cubicBezTo>
                  <a:pt x="474481" y="60640"/>
                  <a:pt x="469858" y="59491"/>
                  <a:pt x="462836" y="59335"/>
                </a:cubicBezTo>
                <a:lnTo>
                  <a:pt x="462836" y="55005"/>
                </a:lnTo>
                <a:lnTo>
                  <a:pt x="499350" y="55005"/>
                </a:lnTo>
                <a:close/>
                <a:moveTo>
                  <a:pt x="556345" y="19661"/>
                </a:moveTo>
                <a:lnTo>
                  <a:pt x="556345" y="55005"/>
                </a:lnTo>
                <a:lnTo>
                  <a:pt x="581389" y="55005"/>
                </a:lnTo>
                <a:lnTo>
                  <a:pt x="581389" y="63197"/>
                </a:lnTo>
                <a:lnTo>
                  <a:pt x="556345" y="63197"/>
                </a:lnTo>
                <a:lnTo>
                  <a:pt x="556345" y="132619"/>
                </a:lnTo>
                <a:cubicBezTo>
                  <a:pt x="556345" y="139556"/>
                  <a:pt x="557339" y="144232"/>
                  <a:pt x="559329" y="146648"/>
                </a:cubicBezTo>
                <a:cubicBezTo>
                  <a:pt x="561318" y="149062"/>
                  <a:pt x="563874" y="150269"/>
                  <a:pt x="566994" y="150269"/>
                </a:cubicBezTo>
                <a:cubicBezTo>
                  <a:pt x="569569" y="150269"/>
                  <a:pt x="572066" y="149469"/>
                  <a:pt x="574484" y="147870"/>
                </a:cubicBezTo>
                <a:cubicBezTo>
                  <a:pt x="576903" y="146270"/>
                  <a:pt x="578776" y="143910"/>
                  <a:pt x="580102" y="140789"/>
                </a:cubicBezTo>
                <a:lnTo>
                  <a:pt x="584666" y="140789"/>
                </a:lnTo>
                <a:cubicBezTo>
                  <a:pt x="581936" y="148457"/>
                  <a:pt x="578073" y="154257"/>
                  <a:pt x="573080" y="158187"/>
                </a:cubicBezTo>
                <a:cubicBezTo>
                  <a:pt x="568087" y="162115"/>
                  <a:pt x="562937" y="164079"/>
                  <a:pt x="557632" y="164079"/>
                </a:cubicBezTo>
                <a:cubicBezTo>
                  <a:pt x="554043" y="164079"/>
                  <a:pt x="550532" y="163083"/>
                  <a:pt x="547099" y="161091"/>
                </a:cubicBezTo>
                <a:cubicBezTo>
                  <a:pt x="543666" y="159099"/>
                  <a:pt x="541130" y="156249"/>
                  <a:pt x="539492" y="152540"/>
                </a:cubicBezTo>
                <a:cubicBezTo>
                  <a:pt x="537853" y="148829"/>
                  <a:pt x="537034" y="143107"/>
                  <a:pt x="537034" y="135373"/>
                </a:cubicBezTo>
                <a:lnTo>
                  <a:pt x="537034" y="63197"/>
                </a:lnTo>
                <a:lnTo>
                  <a:pt x="520065" y="63197"/>
                </a:lnTo>
                <a:lnTo>
                  <a:pt x="520065" y="59335"/>
                </a:lnTo>
                <a:cubicBezTo>
                  <a:pt x="524356" y="57614"/>
                  <a:pt x="528744" y="54699"/>
                  <a:pt x="533231" y="50591"/>
                </a:cubicBezTo>
                <a:cubicBezTo>
                  <a:pt x="537717" y="46482"/>
                  <a:pt x="541716" y="41611"/>
                  <a:pt x="545226" y="35976"/>
                </a:cubicBezTo>
                <a:cubicBezTo>
                  <a:pt x="547021" y="33004"/>
                  <a:pt x="549518" y="27566"/>
                  <a:pt x="552717" y="19661"/>
                </a:cubicBezTo>
                <a:lnTo>
                  <a:pt x="556345" y="19661"/>
                </a:lnTo>
                <a:close/>
                <a:moveTo>
                  <a:pt x="584457" y="65549"/>
                </a:moveTo>
                <a:lnTo>
                  <a:pt x="617460" y="52196"/>
                </a:lnTo>
                <a:lnTo>
                  <a:pt x="621907" y="52196"/>
                </a:lnTo>
                <a:lnTo>
                  <a:pt x="621907" y="77241"/>
                </a:lnTo>
                <a:cubicBezTo>
                  <a:pt x="627447" y="67800"/>
                  <a:pt x="633006" y="61227"/>
                  <a:pt x="638584" y="57521"/>
                </a:cubicBezTo>
                <a:cubicBezTo>
                  <a:pt x="644163" y="53815"/>
                  <a:pt x="650034" y="51962"/>
                  <a:pt x="656197" y="51962"/>
                </a:cubicBezTo>
                <a:cubicBezTo>
                  <a:pt x="666964" y="51962"/>
                  <a:pt x="675937" y="56170"/>
                  <a:pt x="683115" y="64587"/>
                </a:cubicBezTo>
                <a:cubicBezTo>
                  <a:pt x="691931" y="74876"/>
                  <a:pt x="696339" y="88282"/>
                  <a:pt x="696339" y="104806"/>
                </a:cubicBezTo>
                <a:cubicBezTo>
                  <a:pt x="696339" y="123277"/>
                  <a:pt x="691034" y="138554"/>
                  <a:pt x="680423" y="150635"/>
                </a:cubicBezTo>
                <a:cubicBezTo>
                  <a:pt x="671685" y="160534"/>
                  <a:pt x="660684" y="165483"/>
                  <a:pt x="647420" y="165483"/>
                </a:cubicBezTo>
                <a:cubicBezTo>
                  <a:pt x="641646" y="165483"/>
                  <a:pt x="636653" y="164664"/>
                  <a:pt x="632440" y="163025"/>
                </a:cubicBezTo>
                <a:cubicBezTo>
                  <a:pt x="629319" y="161855"/>
                  <a:pt x="625808" y="159514"/>
                  <a:pt x="621907" y="156004"/>
                </a:cubicBezTo>
                <a:lnTo>
                  <a:pt x="621907" y="188655"/>
                </a:lnTo>
                <a:cubicBezTo>
                  <a:pt x="621907" y="195989"/>
                  <a:pt x="622356" y="200651"/>
                  <a:pt x="623253" y="202641"/>
                </a:cubicBezTo>
                <a:cubicBezTo>
                  <a:pt x="624150" y="204630"/>
                  <a:pt x="625711" y="206210"/>
                  <a:pt x="627934" y="207381"/>
                </a:cubicBezTo>
                <a:cubicBezTo>
                  <a:pt x="630158" y="208551"/>
                  <a:pt x="634195" y="209136"/>
                  <a:pt x="640047" y="209136"/>
                </a:cubicBezTo>
                <a:lnTo>
                  <a:pt x="640047" y="213466"/>
                </a:lnTo>
                <a:lnTo>
                  <a:pt x="583872" y="213466"/>
                </a:lnTo>
                <a:lnTo>
                  <a:pt x="583872" y="209136"/>
                </a:lnTo>
                <a:lnTo>
                  <a:pt x="586798" y="209136"/>
                </a:lnTo>
                <a:cubicBezTo>
                  <a:pt x="591089" y="209214"/>
                  <a:pt x="594756" y="208394"/>
                  <a:pt x="597799" y="206675"/>
                </a:cubicBezTo>
                <a:cubicBezTo>
                  <a:pt x="599281" y="205816"/>
                  <a:pt x="600432" y="204430"/>
                  <a:pt x="601251" y="202516"/>
                </a:cubicBezTo>
                <a:cubicBezTo>
                  <a:pt x="602070" y="200605"/>
                  <a:pt x="602480" y="195746"/>
                  <a:pt x="602480" y="187939"/>
                </a:cubicBezTo>
                <a:lnTo>
                  <a:pt x="602480" y="86512"/>
                </a:lnTo>
                <a:cubicBezTo>
                  <a:pt x="602480" y="79563"/>
                  <a:pt x="602168" y="75153"/>
                  <a:pt x="601544" y="73280"/>
                </a:cubicBezTo>
                <a:cubicBezTo>
                  <a:pt x="600919" y="71405"/>
                  <a:pt x="599925" y="70000"/>
                  <a:pt x="598559" y="69063"/>
                </a:cubicBezTo>
                <a:cubicBezTo>
                  <a:pt x="597194" y="68125"/>
                  <a:pt x="595341" y="67655"/>
                  <a:pt x="593000" y="67655"/>
                </a:cubicBezTo>
                <a:cubicBezTo>
                  <a:pt x="591128" y="67655"/>
                  <a:pt x="588748" y="68202"/>
                  <a:pt x="585861" y="69294"/>
                </a:cubicBezTo>
                <a:lnTo>
                  <a:pt x="584457" y="65549"/>
                </a:lnTo>
                <a:moveTo>
                  <a:pt x="621907" y="84358"/>
                </a:moveTo>
                <a:lnTo>
                  <a:pt x="621907" y="124332"/>
                </a:lnTo>
                <a:cubicBezTo>
                  <a:pt x="621907" y="132982"/>
                  <a:pt x="622258" y="138671"/>
                  <a:pt x="622960" y="141396"/>
                </a:cubicBezTo>
                <a:cubicBezTo>
                  <a:pt x="624053" y="145917"/>
                  <a:pt x="626725" y="149891"/>
                  <a:pt x="630977" y="153319"/>
                </a:cubicBezTo>
                <a:cubicBezTo>
                  <a:pt x="635229" y="156747"/>
                  <a:pt x="640593" y="158461"/>
                  <a:pt x="647069" y="158461"/>
                </a:cubicBezTo>
                <a:cubicBezTo>
                  <a:pt x="654871" y="158461"/>
                  <a:pt x="661191" y="155422"/>
                  <a:pt x="666028" y="149344"/>
                </a:cubicBezTo>
                <a:cubicBezTo>
                  <a:pt x="672348" y="141398"/>
                  <a:pt x="675508" y="130216"/>
                  <a:pt x="675508" y="115799"/>
                </a:cubicBezTo>
                <a:cubicBezTo>
                  <a:pt x="675508" y="99437"/>
                  <a:pt x="671919" y="86854"/>
                  <a:pt x="664741" y="78049"/>
                </a:cubicBezTo>
                <a:cubicBezTo>
                  <a:pt x="659747" y="71971"/>
                  <a:pt x="653818" y="68932"/>
                  <a:pt x="646952" y="68932"/>
                </a:cubicBezTo>
                <a:cubicBezTo>
                  <a:pt x="643207" y="68932"/>
                  <a:pt x="639501" y="69867"/>
                  <a:pt x="635834" y="71737"/>
                </a:cubicBezTo>
                <a:cubicBezTo>
                  <a:pt x="633025" y="73139"/>
                  <a:pt x="628383" y="77346"/>
                  <a:pt x="621907" y="84358"/>
                </a:cubicBezTo>
                <a:close/>
                <a:moveTo>
                  <a:pt x="805999" y="55005"/>
                </a:moveTo>
                <a:lnTo>
                  <a:pt x="805999" y="119958"/>
                </a:lnTo>
                <a:cubicBezTo>
                  <a:pt x="805999" y="132363"/>
                  <a:pt x="806291" y="139951"/>
                  <a:pt x="806876" y="142720"/>
                </a:cubicBezTo>
                <a:cubicBezTo>
                  <a:pt x="807461" y="145490"/>
                  <a:pt x="808398" y="147421"/>
                  <a:pt x="809685" y="148513"/>
                </a:cubicBezTo>
                <a:cubicBezTo>
                  <a:pt x="810972" y="149606"/>
                  <a:pt x="812474" y="150152"/>
                  <a:pt x="814191" y="150152"/>
                </a:cubicBezTo>
                <a:cubicBezTo>
                  <a:pt x="816609" y="150152"/>
                  <a:pt x="819340" y="149489"/>
                  <a:pt x="822383" y="148162"/>
                </a:cubicBezTo>
                <a:lnTo>
                  <a:pt x="824021" y="152259"/>
                </a:lnTo>
                <a:lnTo>
                  <a:pt x="791955" y="165483"/>
                </a:lnTo>
                <a:lnTo>
                  <a:pt x="786688" y="165483"/>
                </a:lnTo>
                <a:lnTo>
                  <a:pt x="786688" y="142779"/>
                </a:lnTo>
                <a:cubicBezTo>
                  <a:pt x="777482" y="152766"/>
                  <a:pt x="770460" y="159046"/>
                  <a:pt x="765623" y="161621"/>
                </a:cubicBezTo>
                <a:cubicBezTo>
                  <a:pt x="760785" y="164196"/>
                  <a:pt x="755675" y="165483"/>
                  <a:pt x="750291" y="165483"/>
                </a:cubicBezTo>
                <a:cubicBezTo>
                  <a:pt x="744284" y="165483"/>
                  <a:pt x="739076" y="163747"/>
                  <a:pt x="734668" y="160275"/>
                </a:cubicBezTo>
                <a:cubicBezTo>
                  <a:pt x="730259" y="156803"/>
                  <a:pt x="727197" y="152337"/>
                  <a:pt x="725481" y="146875"/>
                </a:cubicBezTo>
                <a:cubicBezTo>
                  <a:pt x="723764" y="141414"/>
                  <a:pt x="722906" y="133689"/>
                  <a:pt x="722906" y="123703"/>
                </a:cubicBezTo>
                <a:lnTo>
                  <a:pt x="722906" y="75837"/>
                </a:lnTo>
                <a:cubicBezTo>
                  <a:pt x="722906" y="70765"/>
                  <a:pt x="722360" y="67254"/>
                  <a:pt x="721267" y="65304"/>
                </a:cubicBezTo>
                <a:cubicBezTo>
                  <a:pt x="720175" y="63353"/>
                  <a:pt x="718556" y="61851"/>
                  <a:pt x="716411" y="60798"/>
                </a:cubicBezTo>
                <a:cubicBezTo>
                  <a:pt x="714265" y="59745"/>
                  <a:pt x="710384" y="59257"/>
                  <a:pt x="704766" y="59335"/>
                </a:cubicBezTo>
                <a:lnTo>
                  <a:pt x="704766" y="55005"/>
                </a:lnTo>
                <a:lnTo>
                  <a:pt x="742333" y="55005"/>
                </a:lnTo>
                <a:lnTo>
                  <a:pt x="742333" y="126570"/>
                </a:lnTo>
                <a:cubicBezTo>
                  <a:pt x="742333" y="136532"/>
                  <a:pt x="744069" y="143070"/>
                  <a:pt x="747541" y="146184"/>
                </a:cubicBezTo>
                <a:cubicBezTo>
                  <a:pt x="751013" y="149297"/>
                  <a:pt x="755207" y="150854"/>
                  <a:pt x="760122" y="150854"/>
                </a:cubicBezTo>
                <a:cubicBezTo>
                  <a:pt x="763477" y="150854"/>
                  <a:pt x="767281" y="149803"/>
                  <a:pt x="771533" y="147702"/>
                </a:cubicBezTo>
                <a:cubicBezTo>
                  <a:pt x="775785" y="145600"/>
                  <a:pt x="780837" y="141593"/>
                  <a:pt x="786688" y="135680"/>
                </a:cubicBezTo>
                <a:lnTo>
                  <a:pt x="786688" y="75094"/>
                </a:lnTo>
                <a:cubicBezTo>
                  <a:pt x="786688" y="69023"/>
                  <a:pt x="785577" y="64919"/>
                  <a:pt x="783353" y="62780"/>
                </a:cubicBezTo>
                <a:cubicBezTo>
                  <a:pt x="781129" y="60640"/>
                  <a:pt x="776507" y="59491"/>
                  <a:pt x="769485" y="59335"/>
                </a:cubicBezTo>
                <a:lnTo>
                  <a:pt x="769485" y="55005"/>
                </a:lnTo>
                <a:lnTo>
                  <a:pt x="805999" y="55005"/>
                </a:lnTo>
                <a:close/>
                <a:moveTo>
                  <a:pt x="862993" y="19661"/>
                </a:moveTo>
                <a:lnTo>
                  <a:pt x="862993" y="55005"/>
                </a:lnTo>
                <a:lnTo>
                  <a:pt x="888038" y="55005"/>
                </a:lnTo>
                <a:lnTo>
                  <a:pt x="888038" y="63197"/>
                </a:lnTo>
                <a:lnTo>
                  <a:pt x="862993" y="63197"/>
                </a:lnTo>
                <a:lnTo>
                  <a:pt x="862993" y="132619"/>
                </a:lnTo>
                <a:cubicBezTo>
                  <a:pt x="862993" y="139556"/>
                  <a:pt x="863988" y="144232"/>
                  <a:pt x="865978" y="146648"/>
                </a:cubicBezTo>
                <a:cubicBezTo>
                  <a:pt x="867967" y="149062"/>
                  <a:pt x="870522" y="150269"/>
                  <a:pt x="873643" y="150269"/>
                </a:cubicBezTo>
                <a:cubicBezTo>
                  <a:pt x="876218" y="150269"/>
                  <a:pt x="878715" y="149469"/>
                  <a:pt x="881133" y="147870"/>
                </a:cubicBezTo>
                <a:cubicBezTo>
                  <a:pt x="883552" y="146270"/>
                  <a:pt x="885425" y="143910"/>
                  <a:pt x="886751" y="140789"/>
                </a:cubicBezTo>
                <a:lnTo>
                  <a:pt x="891315" y="140789"/>
                </a:lnTo>
                <a:cubicBezTo>
                  <a:pt x="888584" y="148457"/>
                  <a:pt x="884722" y="154257"/>
                  <a:pt x="879729" y="158187"/>
                </a:cubicBezTo>
                <a:cubicBezTo>
                  <a:pt x="874736" y="162115"/>
                  <a:pt x="869586" y="164079"/>
                  <a:pt x="864281" y="164079"/>
                </a:cubicBezTo>
                <a:cubicBezTo>
                  <a:pt x="860692" y="164079"/>
                  <a:pt x="857181" y="163083"/>
                  <a:pt x="853748" y="161091"/>
                </a:cubicBezTo>
                <a:cubicBezTo>
                  <a:pt x="850315" y="159099"/>
                  <a:pt x="847779" y="156249"/>
                  <a:pt x="846141" y="152540"/>
                </a:cubicBezTo>
                <a:cubicBezTo>
                  <a:pt x="844502" y="148829"/>
                  <a:pt x="843683" y="143107"/>
                  <a:pt x="843683" y="135373"/>
                </a:cubicBezTo>
                <a:lnTo>
                  <a:pt x="843683" y="63197"/>
                </a:lnTo>
                <a:lnTo>
                  <a:pt x="826714" y="63197"/>
                </a:lnTo>
                <a:lnTo>
                  <a:pt x="826714" y="59335"/>
                </a:lnTo>
                <a:cubicBezTo>
                  <a:pt x="831005" y="57614"/>
                  <a:pt x="835393" y="54699"/>
                  <a:pt x="839880" y="50591"/>
                </a:cubicBezTo>
                <a:cubicBezTo>
                  <a:pt x="844366" y="46482"/>
                  <a:pt x="848364" y="41611"/>
                  <a:pt x="851875" y="35976"/>
                </a:cubicBezTo>
                <a:cubicBezTo>
                  <a:pt x="853670" y="33004"/>
                  <a:pt x="856167" y="27566"/>
                  <a:pt x="859365" y="19661"/>
                </a:cubicBezTo>
                <a:lnTo>
                  <a:pt x="862993" y="196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8482FF-2965-46FA-94A1-4F42596A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791" y="2591496"/>
            <a:ext cx="496136" cy="114795"/>
          </a:xfrm>
          <a:custGeom xmlns:a="http://schemas.openxmlformats.org/drawingml/2006/main">
            <a:pathLst>
              <a:path w="496136" h="114795">
                <a:moveTo>
                  <a:pt x="0" y="64446"/>
                </a:moveTo>
                <a:lnTo>
                  <a:pt x="456069" y="64447"/>
                </a:lnTo>
                <a:lnTo>
                  <a:pt x="394000" y="100655"/>
                </a:lnTo>
                <a:lnTo>
                  <a:pt x="393591" y="100912"/>
                </a:lnTo>
                <a:lnTo>
                  <a:pt x="393206" y="101192"/>
                </a:lnTo>
                <a:lnTo>
                  <a:pt x="392845" y="101494"/>
                </a:lnTo>
                <a:lnTo>
                  <a:pt x="392508" y="101816"/>
                </a:lnTo>
                <a:lnTo>
                  <a:pt x="392196" y="102157"/>
                </a:lnTo>
                <a:lnTo>
                  <a:pt x="391909" y="102516"/>
                </a:lnTo>
                <a:lnTo>
                  <a:pt x="391647" y="102890"/>
                </a:lnTo>
                <a:lnTo>
                  <a:pt x="391411" y="103279"/>
                </a:lnTo>
                <a:lnTo>
                  <a:pt x="391202" y="103681"/>
                </a:lnTo>
                <a:lnTo>
                  <a:pt x="391019" y="104094"/>
                </a:lnTo>
                <a:lnTo>
                  <a:pt x="390863" y="104517"/>
                </a:lnTo>
                <a:lnTo>
                  <a:pt x="390734" y="104950"/>
                </a:lnTo>
                <a:lnTo>
                  <a:pt x="390633" y="105389"/>
                </a:lnTo>
                <a:lnTo>
                  <a:pt x="390561" y="105835"/>
                </a:lnTo>
                <a:lnTo>
                  <a:pt x="390516" y="106285"/>
                </a:lnTo>
                <a:lnTo>
                  <a:pt x="390501" y="106738"/>
                </a:lnTo>
                <a:lnTo>
                  <a:pt x="390515" y="107192"/>
                </a:lnTo>
                <a:lnTo>
                  <a:pt x="390558" y="107647"/>
                </a:lnTo>
                <a:lnTo>
                  <a:pt x="390631" y="108100"/>
                </a:lnTo>
                <a:lnTo>
                  <a:pt x="390735" y="108550"/>
                </a:lnTo>
                <a:lnTo>
                  <a:pt x="390870" y="108996"/>
                </a:lnTo>
                <a:lnTo>
                  <a:pt x="391035" y="109437"/>
                </a:lnTo>
                <a:lnTo>
                  <a:pt x="391233" y="109871"/>
                </a:lnTo>
                <a:lnTo>
                  <a:pt x="391462" y="110296"/>
                </a:lnTo>
                <a:lnTo>
                  <a:pt x="391719" y="110704"/>
                </a:lnTo>
                <a:lnTo>
                  <a:pt x="391999" y="111089"/>
                </a:lnTo>
                <a:lnTo>
                  <a:pt x="392302" y="111451"/>
                </a:lnTo>
                <a:lnTo>
                  <a:pt x="392624" y="111787"/>
                </a:lnTo>
                <a:lnTo>
                  <a:pt x="392965" y="112100"/>
                </a:lnTo>
                <a:lnTo>
                  <a:pt x="393323" y="112387"/>
                </a:lnTo>
                <a:lnTo>
                  <a:pt x="393698" y="112648"/>
                </a:lnTo>
                <a:lnTo>
                  <a:pt x="394086" y="112884"/>
                </a:lnTo>
                <a:lnTo>
                  <a:pt x="394488" y="113093"/>
                </a:lnTo>
                <a:lnTo>
                  <a:pt x="394901" y="113276"/>
                </a:lnTo>
                <a:lnTo>
                  <a:pt x="395325" y="113432"/>
                </a:lnTo>
                <a:lnTo>
                  <a:pt x="395757" y="113561"/>
                </a:lnTo>
                <a:lnTo>
                  <a:pt x="396197" y="113662"/>
                </a:lnTo>
                <a:lnTo>
                  <a:pt x="396642" y="113734"/>
                </a:lnTo>
                <a:lnTo>
                  <a:pt x="397092" y="113779"/>
                </a:lnTo>
                <a:lnTo>
                  <a:pt x="397545" y="113794"/>
                </a:lnTo>
                <a:lnTo>
                  <a:pt x="398000" y="113780"/>
                </a:lnTo>
                <a:lnTo>
                  <a:pt x="398454" y="113737"/>
                </a:lnTo>
                <a:lnTo>
                  <a:pt x="398907" y="113663"/>
                </a:lnTo>
                <a:lnTo>
                  <a:pt x="399358" y="113559"/>
                </a:lnTo>
                <a:lnTo>
                  <a:pt x="399804" y="113425"/>
                </a:lnTo>
                <a:lnTo>
                  <a:pt x="400245" y="113259"/>
                </a:lnTo>
                <a:lnTo>
                  <a:pt x="400679" y="113061"/>
                </a:lnTo>
                <a:lnTo>
                  <a:pt x="401104" y="112832"/>
                </a:lnTo>
                <a:lnTo>
                  <a:pt x="496136" y="57398"/>
                </a:lnTo>
                <a:lnTo>
                  <a:pt x="401104" y="1963"/>
                </a:lnTo>
                <a:lnTo>
                  <a:pt x="400679" y="1733"/>
                </a:lnTo>
                <a:lnTo>
                  <a:pt x="400245" y="1536"/>
                </a:lnTo>
                <a:lnTo>
                  <a:pt x="399805" y="1370"/>
                </a:lnTo>
                <a:lnTo>
                  <a:pt x="399358" y="1235"/>
                </a:lnTo>
                <a:lnTo>
                  <a:pt x="398908" y="1132"/>
                </a:lnTo>
                <a:lnTo>
                  <a:pt x="398455" y="1058"/>
                </a:lnTo>
                <a:lnTo>
                  <a:pt x="398000" y="1015"/>
                </a:lnTo>
                <a:lnTo>
                  <a:pt x="397546" y="1001"/>
                </a:lnTo>
                <a:lnTo>
                  <a:pt x="397093" y="1016"/>
                </a:lnTo>
                <a:lnTo>
                  <a:pt x="396643" y="1060"/>
                </a:lnTo>
                <a:lnTo>
                  <a:pt x="396198" y="1133"/>
                </a:lnTo>
                <a:lnTo>
                  <a:pt x="395758" y="1234"/>
                </a:lnTo>
                <a:lnTo>
                  <a:pt x="395326" y="1362"/>
                </a:lnTo>
                <a:lnTo>
                  <a:pt x="394902" y="1518"/>
                </a:lnTo>
                <a:lnTo>
                  <a:pt x="394489" y="1701"/>
                </a:lnTo>
                <a:lnTo>
                  <a:pt x="394087" y="1911"/>
                </a:lnTo>
                <a:lnTo>
                  <a:pt x="393698" y="2146"/>
                </a:lnTo>
                <a:lnTo>
                  <a:pt x="393324" y="2408"/>
                </a:lnTo>
                <a:lnTo>
                  <a:pt x="392966" y="2695"/>
                </a:lnTo>
                <a:lnTo>
                  <a:pt x="392625" y="3007"/>
                </a:lnTo>
                <a:lnTo>
                  <a:pt x="392303" y="3344"/>
                </a:lnTo>
                <a:lnTo>
                  <a:pt x="392001" y="3705"/>
                </a:lnTo>
                <a:lnTo>
                  <a:pt x="391720" y="4090"/>
                </a:lnTo>
                <a:lnTo>
                  <a:pt x="391463" y="4499"/>
                </a:lnTo>
                <a:lnTo>
                  <a:pt x="391234" y="4924"/>
                </a:lnTo>
                <a:lnTo>
                  <a:pt x="391037" y="5358"/>
                </a:lnTo>
                <a:lnTo>
                  <a:pt x="390871" y="5798"/>
                </a:lnTo>
                <a:lnTo>
                  <a:pt x="390736" y="6244"/>
                </a:lnTo>
                <a:lnTo>
                  <a:pt x="390632" y="6695"/>
                </a:lnTo>
                <a:lnTo>
                  <a:pt x="390559" y="7148"/>
                </a:lnTo>
                <a:lnTo>
                  <a:pt x="390515" y="7603"/>
                </a:lnTo>
                <a:lnTo>
                  <a:pt x="390501" y="8057"/>
                </a:lnTo>
                <a:lnTo>
                  <a:pt x="390517" y="8510"/>
                </a:lnTo>
                <a:lnTo>
                  <a:pt x="390561" y="8960"/>
                </a:lnTo>
                <a:lnTo>
                  <a:pt x="390634" y="9405"/>
                </a:lnTo>
                <a:lnTo>
                  <a:pt x="390734" y="9845"/>
                </a:lnTo>
                <a:lnTo>
                  <a:pt x="390863" y="10277"/>
                </a:lnTo>
                <a:lnTo>
                  <a:pt x="391019" y="10701"/>
                </a:lnTo>
                <a:lnTo>
                  <a:pt x="391202" y="11114"/>
                </a:lnTo>
                <a:lnTo>
                  <a:pt x="391411" y="11516"/>
                </a:lnTo>
                <a:lnTo>
                  <a:pt x="391647" y="11905"/>
                </a:lnTo>
                <a:lnTo>
                  <a:pt x="391909" y="12279"/>
                </a:lnTo>
                <a:lnTo>
                  <a:pt x="392196" y="12637"/>
                </a:lnTo>
                <a:lnTo>
                  <a:pt x="392508" y="12978"/>
                </a:lnTo>
                <a:lnTo>
                  <a:pt x="392845" y="13300"/>
                </a:lnTo>
                <a:lnTo>
                  <a:pt x="393206" y="13602"/>
                </a:lnTo>
                <a:lnTo>
                  <a:pt x="393591" y="13883"/>
                </a:lnTo>
                <a:lnTo>
                  <a:pt x="394000" y="14140"/>
                </a:lnTo>
                <a:lnTo>
                  <a:pt x="456070" y="50349"/>
                </a:lnTo>
                <a:lnTo>
                  <a:pt x="0" y="50347"/>
                </a:lnTo>
                <a:lnTo>
                  <a:pt x="0" y="644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474710-9862-4032-AB92-02799B50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628" y="1363970"/>
            <a:ext cx="2155659" cy="738071"/>
          </a:xfrm>
          <a:custGeom xmlns:a="http://schemas.openxmlformats.org/drawingml/2006/main">
            <a:pathLst>
              <a:path w="2155659" h="738071">
                <a:moveTo>
                  <a:pt x="0" y="123014"/>
                </a:moveTo>
                <a:cubicBezTo>
                  <a:pt x="0" y="55076"/>
                  <a:pt x="55076" y="0"/>
                  <a:pt x="123014" y="0"/>
                </a:cubicBezTo>
                <a:lnTo>
                  <a:pt x="2032645" y="0"/>
                </a:lnTo>
                <a:cubicBezTo>
                  <a:pt x="2100583" y="0"/>
                  <a:pt x="2155659" y="55076"/>
                  <a:pt x="2155659" y="123014"/>
                </a:cubicBezTo>
                <a:lnTo>
                  <a:pt x="2155659" y="615056"/>
                </a:lnTo>
                <a:cubicBezTo>
                  <a:pt x="2155659" y="682996"/>
                  <a:pt x="2100583" y="738071"/>
                  <a:pt x="2032645" y="738071"/>
                </a:cubicBezTo>
                <a:lnTo>
                  <a:pt x="123014" y="738071"/>
                </a:lnTo>
                <a:cubicBezTo>
                  <a:pt x="55076" y="738071"/>
                  <a:pt x="0" y="682996"/>
                  <a:pt x="0" y="615056"/>
                </a:cubicBezTo>
                <a:lnTo>
                  <a:pt x="0" y="123014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92FFFD-21F3-4F1F-B56C-0990D8F5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629" y="1363970"/>
            <a:ext cx="2155658" cy="738071"/>
          </a:xfrm>
          <a:custGeom xmlns:a="http://schemas.openxmlformats.org/drawingml/2006/main">
            <a:pathLst>
              <a:path w="2155658" h="738071" fill="none">
                <a:moveTo>
                  <a:pt x="0" y="123015"/>
                </a:moveTo>
                <a:cubicBezTo>
                  <a:pt x="0" y="55075"/>
                  <a:pt x="55075" y="0"/>
                  <a:pt x="123014" y="0"/>
                </a:cubicBezTo>
                <a:lnTo>
                  <a:pt x="2032644" y="0"/>
                </a:lnTo>
                <a:cubicBezTo>
                  <a:pt x="2100583" y="0"/>
                  <a:pt x="2155658" y="55075"/>
                  <a:pt x="2155658" y="123015"/>
                </a:cubicBezTo>
                <a:lnTo>
                  <a:pt x="2155658" y="615056"/>
                </a:lnTo>
                <a:cubicBezTo>
                  <a:pt x="2155658" y="682995"/>
                  <a:pt x="2100583" y="738071"/>
                  <a:pt x="2032644" y="738071"/>
                </a:cubicBezTo>
                <a:lnTo>
                  <a:pt x="123014" y="738071"/>
                </a:lnTo>
                <a:cubicBezTo>
                  <a:pt x="55075" y="738071"/>
                  <a:pt x="0" y="682995"/>
                  <a:pt x="0" y="615056"/>
                </a:cubicBezTo>
                <a:lnTo>
                  <a:pt x="0" y="12301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099" cap="flat">
            <a:solidFill>
              <a:srgbClr val="000000"/>
            </a:solidFill>
            <a:miter/>
          </a:ln>
        </p:spPr>
      </p:sp>
      <p:sp>
        <p:nvSpPr>
          <p:cNvPr id="84" name="Text AllCompliable">
            <a:extLst xmlns:a="http://schemas.openxmlformats.org/drawingml/2006/main">
              <a:ext uri="{FF2B5EF4-FFF2-40B4-BE49-F238E27FC236}">
                <a16:creationId xmlns:a16="http://schemas.microsoft.com/office/drawing/2014/main" id="{876941FE-D13A-4040-B244-8E1F37C3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94" y="1505085"/>
            <a:ext cx="1477639" cy="217679"/>
          </a:xfrm>
          <a:custGeom xmlns:a="http://schemas.openxmlformats.org/drawingml/2006/main">
            <a:pathLst>
              <a:path w="1477639" h="217679">
                <a:moveTo>
                  <a:pt x="107786" y="113287"/>
                </a:moveTo>
                <a:lnTo>
                  <a:pt x="46345" y="113287"/>
                </a:lnTo>
                <a:lnTo>
                  <a:pt x="35578" y="138332"/>
                </a:lnTo>
                <a:cubicBezTo>
                  <a:pt x="32925" y="144495"/>
                  <a:pt x="31599" y="149099"/>
                  <a:pt x="31599" y="152141"/>
                </a:cubicBezTo>
                <a:cubicBezTo>
                  <a:pt x="31599" y="154560"/>
                  <a:pt x="32749" y="156686"/>
                  <a:pt x="35051" y="158520"/>
                </a:cubicBezTo>
                <a:cubicBezTo>
                  <a:pt x="37353" y="160353"/>
                  <a:pt x="42327" y="161543"/>
                  <a:pt x="49973" y="162089"/>
                </a:cubicBezTo>
                <a:lnTo>
                  <a:pt x="49973" y="166419"/>
                </a:lnTo>
                <a:lnTo>
                  <a:pt x="0" y="166419"/>
                </a:lnTo>
                <a:lnTo>
                  <a:pt x="0" y="162089"/>
                </a:lnTo>
                <a:cubicBezTo>
                  <a:pt x="6632" y="160919"/>
                  <a:pt x="10923" y="159399"/>
                  <a:pt x="12874" y="157529"/>
                </a:cubicBezTo>
                <a:cubicBezTo>
                  <a:pt x="16853" y="153786"/>
                  <a:pt x="21261" y="146185"/>
                  <a:pt x="26098" y="134726"/>
                </a:cubicBezTo>
                <a:lnTo>
                  <a:pt x="81922" y="4213"/>
                </a:lnTo>
                <a:lnTo>
                  <a:pt x="86018" y="4213"/>
                </a:lnTo>
                <a:lnTo>
                  <a:pt x="141258" y="136126"/>
                </a:lnTo>
                <a:cubicBezTo>
                  <a:pt x="145705" y="146730"/>
                  <a:pt x="149742" y="153610"/>
                  <a:pt x="153370" y="156768"/>
                </a:cubicBezTo>
                <a:cubicBezTo>
                  <a:pt x="156998" y="159925"/>
                  <a:pt x="162050" y="161699"/>
                  <a:pt x="168526" y="162089"/>
                </a:cubicBezTo>
                <a:lnTo>
                  <a:pt x="168526" y="166419"/>
                </a:lnTo>
                <a:lnTo>
                  <a:pt x="105914" y="166419"/>
                </a:lnTo>
                <a:lnTo>
                  <a:pt x="105914" y="162089"/>
                </a:lnTo>
                <a:cubicBezTo>
                  <a:pt x="112234" y="161777"/>
                  <a:pt x="116505" y="160724"/>
                  <a:pt x="118729" y="158929"/>
                </a:cubicBezTo>
                <a:cubicBezTo>
                  <a:pt x="120952" y="157135"/>
                  <a:pt x="122064" y="154950"/>
                  <a:pt x="122064" y="152376"/>
                </a:cubicBezTo>
                <a:cubicBezTo>
                  <a:pt x="122064" y="148943"/>
                  <a:pt x="120504" y="143520"/>
                  <a:pt x="117383" y="136108"/>
                </a:cubicBezTo>
                <a:lnTo>
                  <a:pt x="107786" y="113287"/>
                </a:lnTo>
                <a:moveTo>
                  <a:pt x="104510" y="104627"/>
                </a:moveTo>
                <a:lnTo>
                  <a:pt x="77592" y="40584"/>
                </a:lnTo>
                <a:lnTo>
                  <a:pt x="49973" y="104627"/>
                </a:lnTo>
                <a:lnTo>
                  <a:pt x="104510" y="104627"/>
                </a:lnTo>
                <a:close/>
                <a:moveTo>
                  <a:pt x="215197" y="0"/>
                </a:moveTo>
                <a:lnTo>
                  <a:pt x="215197" y="142091"/>
                </a:lnTo>
                <a:cubicBezTo>
                  <a:pt x="215197" y="148796"/>
                  <a:pt x="215685" y="153241"/>
                  <a:pt x="216660" y="155426"/>
                </a:cubicBezTo>
                <a:cubicBezTo>
                  <a:pt x="217635" y="157608"/>
                  <a:pt x="219137" y="159265"/>
                  <a:pt x="221166" y="160396"/>
                </a:cubicBezTo>
                <a:cubicBezTo>
                  <a:pt x="223194" y="161525"/>
                  <a:pt x="226978" y="162089"/>
                  <a:pt x="232518" y="162089"/>
                </a:cubicBezTo>
                <a:lnTo>
                  <a:pt x="232518" y="166419"/>
                </a:lnTo>
                <a:lnTo>
                  <a:pt x="179970" y="166419"/>
                </a:lnTo>
                <a:lnTo>
                  <a:pt x="179970" y="162089"/>
                </a:lnTo>
                <a:cubicBezTo>
                  <a:pt x="184886" y="162089"/>
                  <a:pt x="188241" y="161583"/>
                  <a:pt x="190035" y="160571"/>
                </a:cubicBezTo>
                <a:cubicBezTo>
                  <a:pt x="191830" y="159557"/>
                  <a:pt x="193234" y="157881"/>
                  <a:pt x="194248" y="155543"/>
                </a:cubicBezTo>
                <a:cubicBezTo>
                  <a:pt x="195263" y="153202"/>
                  <a:pt x="195770" y="148718"/>
                  <a:pt x="195770" y="142091"/>
                </a:cubicBezTo>
                <a:lnTo>
                  <a:pt x="195770" y="44790"/>
                </a:lnTo>
                <a:cubicBezTo>
                  <a:pt x="195770" y="32707"/>
                  <a:pt x="195497" y="25281"/>
                  <a:pt x="194951" y="22514"/>
                </a:cubicBezTo>
                <a:cubicBezTo>
                  <a:pt x="194404" y="19744"/>
                  <a:pt x="193527" y="17853"/>
                  <a:pt x="192317" y="16842"/>
                </a:cubicBezTo>
                <a:cubicBezTo>
                  <a:pt x="191108" y="15827"/>
                  <a:pt x="189567" y="15320"/>
                  <a:pt x="187695" y="15320"/>
                </a:cubicBezTo>
                <a:cubicBezTo>
                  <a:pt x="185666" y="15320"/>
                  <a:pt x="183091" y="15944"/>
                  <a:pt x="179970" y="17193"/>
                </a:cubicBezTo>
                <a:lnTo>
                  <a:pt x="177981" y="13097"/>
                </a:lnTo>
                <a:lnTo>
                  <a:pt x="209931" y="0"/>
                </a:lnTo>
                <a:lnTo>
                  <a:pt x="215197" y="0"/>
                </a:lnTo>
                <a:close/>
                <a:moveTo>
                  <a:pt x="282164" y="0"/>
                </a:moveTo>
                <a:lnTo>
                  <a:pt x="282164" y="142091"/>
                </a:lnTo>
                <a:cubicBezTo>
                  <a:pt x="282164" y="148796"/>
                  <a:pt x="282651" y="153241"/>
                  <a:pt x="283627" y="155426"/>
                </a:cubicBezTo>
                <a:cubicBezTo>
                  <a:pt x="284602" y="157608"/>
                  <a:pt x="286104" y="159265"/>
                  <a:pt x="288132" y="160396"/>
                </a:cubicBezTo>
                <a:cubicBezTo>
                  <a:pt x="290161" y="161525"/>
                  <a:pt x="293945" y="162089"/>
                  <a:pt x="299484" y="162089"/>
                </a:cubicBezTo>
                <a:lnTo>
                  <a:pt x="299484" y="166419"/>
                </a:lnTo>
                <a:lnTo>
                  <a:pt x="246937" y="166419"/>
                </a:lnTo>
                <a:lnTo>
                  <a:pt x="246937" y="162089"/>
                </a:lnTo>
                <a:cubicBezTo>
                  <a:pt x="251852" y="162089"/>
                  <a:pt x="255207" y="161583"/>
                  <a:pt x="257002" y="160571"/>
                </a:cubicBezTo>
                <a:cubicBezTo>
                  <a:pt x="258796" y="159557"/>
                  <a:pt x="260201" y="157881"/>
                  <a:pt x="261215" y="155543"/>
                </a:cubicBezTo>
                <a:cubicBezTo>
                  <a:pt x="262229" y="153202"/>
                  <a:pt x="262736" y="148718"/>
                  <a:pt x="262736" y="142091"/>
                </a:cubicBezTo>
                <a:lnTo>
                  <a:pt x="262736" y="44790"/>
                </a:lnTo>
                <a:cubicBezTo>
                  <a:pt x="262736" y="32707"/>
                  <a:pt x="262463" y="25281"/>
                  <a:pt x="261917" y="22514"/>
                </a:cubicBezTo>
                <a:cubicBezTo>
                  <a:pt x="261371" y="19744"/>
                  <a:pt x="260493" y="17853"/>
                  <a:pt x="259284" y="16842"/>
                </a:cubicBezTo>
                <a:cubicBezTo>
                  <a:pt x="258075" y="15827"/>
                  <a:pt x="256534" y="15320"/>
                  <a:pt x="254661" y="15320"/>
                </a:cubicBezTo>
                <a:cubicBezTo>
                  <a:pt x="252633" y="15320"/>
                  <a:pt x="250058" y="15944"/>
                  <a:pt x="246937" y="17193"/>
                </a:cubicBezTo>
                <a:lnTo>
                  <a:pt x="244948" y="13097"/>
                </a:lnTo>
                <a:lnTo>
                  <a:pt x="276897" y="0"/>
                </a:lnTo>
                <a:lnTo>
                  <a:pt x="282164" y="0"/>
                </a:lnTo>
                <a:close/>
                <a:moveTo>
                  <a:pt x="508997" y="4213"/>
                </a:moveTo>
                <a:lnTo>
                  <a:pt x="512625" y="58048"/>
                </a:lnTo>
                <a:lnTo>
                  <a:pt x="508997" y="58048"/>
                </a:lnTo>
                <a:cubicBezTo>
                  <a:pt x="504159" y="41856"/>
                  <a:pt x="497255" y="30202"/>
                  <a:pt x="488282" y="23085"/>
                </a:cubicBezTo>
                <a:cubicBezTo>
                  <a:pt x="479310" y="15965"/>
                  <a:pt x="468543" y="12405"/>
                  <a:pt x="455981" y="12405"/>
                </a:cubicBezTo>
                <a:cubicBezTo>
                  <a:pt x="445448" y="12405"/>
                  <a:pt x="435930" y="15080"/>
                  <a:pt x="427426" y="20429"/>
                </a:cubicBezTo>
                <a:cubicBezTo>
                  <a:pt x="418921" y="25776"/>
                  <a:pt x="412231" y="34306"/>
                  <a:pt x="407355" y="46019"/>
                </a:cubicBezTo>
                <a:cubicBezTo>
                  <a:pt x="402478" y="57732"/>
                  <a:pt x="400040" y="72295"/>
                  <a:pt x="400040" y="89709"/>
                </a:cubicBezTo>
                <a:cubicBezTo>
                  <a:pt x="400040" y="104074"/>
                  <a:pt x="402342" y="116528"/>
                  <a:pt x="406945" y="127071"/>
                </a:cubicBezTo>
                <a:cubicBezTo>
                  <a:pt x="411548" y="137611"/>
                  <a:pt x="418473" y="145693"/>
                  <a:pt x="427718" y="151315"/>
                </a:cubicBezTo>
                <a:cubicBezTo>
                  <a:pt x="436964" y="156937"/>
                  <a:pt x="447516" y="159749"/>
                  <a:pt x="459375" y="159749"/>
                </a:cubicBezTo>
                <a:cubicBezTo>
                  <a:pt x="469674" y="159749"/>
                  <a:pt x="478764" y="157544"/>
                  <a:pt x="486644" y="153136"/>
                </a:cubicBezTo>
                <a:cubicBezTo>
                  <a:pt x="494524" y="148728"/>
                  <a:pt x="503184" y="139970"/>
                  <a:pt x="512625" y="126863"/>
                </a:cubicBezTo>
                <a:lnTo>
                  <a:pt x="516253" y="129196"/>
                </a:lnTo>
                <a:cubicBezTo>
                  <a:pt x="508295" y="143281"/>
                  <a:pt x="499010" y="153592"/>
                  <a:pt x="488399" y="160129"/>
                </a:cubicBezTo>
                <a:cubicBezTo>
                  <a:pt x="477788" y="166663"/>
                  <a:pt x="465188" y="169930"/>
                  <a:pt x="450598" y="169930"/>
                </a:cubicBezTo>
                <a:cubicBezTo>
                  <a:pt x="424305" y="169930"/>
                  <a:pt x="403941" y="160191"/>
                  <a:pt x="389507" y="140713"/>
                </a:cubicBezTo>
                <a:cubicBezTo>
                  <a:pt x="378740" y="126223"/>
                  <a:pt x="373357" y="109160"/>
                  <a:pt x="373357" y="89526"/>
                </a:cubicBezTo>
                <a:cubicBezTo>
                  <a:pt x="373357" y="73709"/>
                  <a:pt x="376907" y="59179"/>
                  <a:pt x="384007" y="45935"/>
                </a:cubicBezTo>
                <a:cubicBezTo>
                  <a:pt x="391107" y="32691"/>
                  <a:pt x="400879" y="22426"/>
                  <a:pt x="413323" y="15141"/>
                </a:cubicBezTo>
                <a:cubicBezTo>
                  <a:pt x="425768" y="7856"/>
                  <a:pt x="439363" y="4213"/>
                  <a:pt x="454109" y="4213"/>
                </a:cubicBezTo>
                <a:cubicBezTo>
                  <a:pt x="465578" y="4213"/>
                  <a:pt x="476891" y="7022"/>
                  <a:pt x="488048" y="12639"/>
                </a:cubicBezTo>
                <a:cubicBezTo>
                  <a:pt x="491325" y="14356"/>
                  <a:pt x="493666" y="15214"/>
                  <a:pt x="495070" y="15214"/>
                </a:cubicBezTo>
                <a:cubicBezTo>
                  <a:pt x="497177" y="15214"/>
                  <a:pt x="499010" y="14473"/>
                  <a:pt x="500571" y="12991"/>
                </a:cubicBezTo>
                <a:cubicBezTo>
                  <a:pt x="502599" y="10884"/>
                  <a:pt x="504042" y="7958"/>
                  <a:pt x="504901" y="4213"/>
                </a:cubicBezTo>
                <a:lnTo>
                  <a:pt x="508997" y="4213"/>
                </a:lnTo>
                <a:close/>
                <a:moveTo>
                  <a:pt x="584988" y="56175"/>
                </a:moveTo>
                <a:cubicBezTo>
                  <a:pt x="601216" y="56175"/>
                  <a:pt x="614246" y="62333"/>
                  <a:pt x="624076" y="74648"/>
                </a:cubicBezTo>
                <a:cubicBezTo>
                  <a:pt x="632425" y="85169"/>
                  <a:pt x="636599" y="97250"/>
                  <a:pt x="636599" y="110891"/>
                </a:cubicBezTo>
                <a:cubicBezTo>
                  <a:pt x="636599" y="120478"/>
                  <a:pt x="634297" y="130182"/>
                  <a:pt x="629694" y="140003"/>
                </a:cubicBezTo>
                <a:cubicBezTo>
                  <a:pt x="625091" y="149822"/>
                  <a:pt x="618751" y="157225"/>
                  <a:pt x="610676" y="162214"/>
                </a:cubicBezTo>
                <a:cubicBezTo>
                  <a:pt x="602601" y="167202"/>
                  <a:pt x="593609" y="169696"/>
                  <a:pt x="583700" y="169696"/>
                </a:cubicBezTo>
                <a:cubicBezTo>
                  <a:pt x="567550" y="169696"/>
                  <a:pt x="554715" y="163266"/>
                  <a:pt x="545197" y="150404"/>
                </a:cubicBezTo>
                <a:cubicBezTo>
                  <a:pt x="537161" y="139572"/>
                  <a:pt x="533143" y="127414"/>
                  <a:pt x="533143" y="113931"/>
                </a:cubicBezTo>
                <a:cubicBezTo>
                  <a:pt x="533143" y="104110"/>
                  <a:pt x="535581" y="94347"/>
                  <a:pt x="540457" y="84643"/>
                </a:cubicBezTo>
                <a:cubicBezTo>
                  <a:pt x="545333" y="74939"/>
                  <a:pt x="551751" y="67769"/>
                  <a:pt x="559709" y="63131"/>
                </a:cubicBezTo>
                <a:cubicBezTo>
                  <a:pt x="567667" y="58494"/>
                  <a:pt x="576093" y="56175"/>
                  <a:pt x="584988" y="56175"/>
                </a:cubicBezTo>
                <a:moveTo>
                  <a:pt x="581360" y="63899"/>
                </a:moveTo>
                <a:cubicBezTo>
                  <a:pt x="577225" y="63899"/>
                  <a:pt x="573070" y="65127"/>
                  <a:pt x="568896" y="67582"/>
                </a:cubicBezTo>
                <a:cubicBezTo>
                  <a:pt x="564722" y="70038"/>
                  <a:pt x="561347" y="74343"/>
                  <a:pt x="558773" y="80500"/>
                </a:cubicBezTo>
                <a:cubicBezTo>
                  <a:pt x="556198" y="86656"/>
                  <a:pt x="554910" y="94565"/>
                  <a:pt x="554910" y="104228"/>
                </a:cubicBezTo>
                <a:cubicBezTo>
                  <a:pt x="554910" y="119813"/>
                  <a:pt x="558012" y="133255"/>
                  <a:pt x="564215" y="144556"/>
                </a:cubicBezTo>
                <a:cubicBezTo>
                  <a:pt x="570417" y="155855"/>
                  <a:pt x="578590" y="161504"/>
                  <a:pt x="588733" y="161504"/>
                </a:cubicBezTo>
                <a:cubicBezTo>
                  <a:pt x="596301" y="161504"/>
                  <a:pt x="602542" y="158387"/>
                  <a:pt x="607458" y="152152"/>
                </a:cubicBezTo>
                <a:cubicBezTo>
                  <a:pt x="612373" y="145918"/>
                  <a:pt x="614831" y="135204"/>
                  <a:pt x="614831" y="120009"/>
                </a:cubicBezTo>
                <a:cubicBezTo>
                  <a:pt x="614831" y="100994"/>
                  <a:pt x="610735" y="86031"/>
                  <a:pt x="602542" y="75120"/>
                </a:cubicBezTo>
                <a:cubicBezTo>
                  <a:pt x="597003" y="67640"/>
                  <a:pt x="589942" y="63899"/>
                  <a:pt x="581360" y="63899"/>
                </a:cubicBezTo>
                <a:close/>
                <a:moveTo>
                  <a:pt x="684230" y="78997"/>
                </a:moveTo>
                <a:cubicBezTo>
                  <a:pt x="692032" y="71194"/>
                  <a:pt x="696635" y="66708"/>
                  <a:pt x="698039" y="65538"/>
                </a:cubicBezTo>
                <a:cubicBezTo>
                  <a:pt x="701550" y="62573"/>
                  <a:pt x="705334" y="60271"/>
                  <a:pt x="709391" y="58633"/>
                </a:cubicBezTo>
                <a:cubicBezTo>
                  <a:pt x="713449" y="56995"/>
                  <a:pt x="717467" y="56175"/>
                  <a:pt x="721446" y="56175"/>
                </a:cubicBezTo>
                <a:cubicBezTo>
                  <a:pt x="728156" y="56175"/>
                  <a:pt x="733929" y="58126"/>
                  <a:pt x="738766" y="62027"/>
                </a:cubicBezTo>
                <a:cubicBezTo>
                  <a:pt x="743604" y="65928"/>
                  <a:pt x="746842" y="71585"/>
                  <a:pt x="748480" y="78997"/>
                </a:cubicBezTo>
                <a:cubicBezTo>
                  <a:pt x="756516" y="69634"/>
                  <a:pt x="763304" y="63490"/>
                  <a:pt x="768844" y="60564"/>
                </a:cubicBezTo>
                <a:cubicBezTo>
                  <a:pt x="774383" y="57638"/>
                  <a:pt x="780079" y="56175"/>
                  <a:pt x="785930" y="56175"/>
                </a:cubicBezTo>
                <a:cubicBezTo>
                  <a:pt x="791626" y="56175"/>
                  <a:pt x="796678" y="57636"/>
                  <a:pt x="801086" y="60557"/>
                </a:cubicBezTo>
                <a:cubicBezTo>
                  <a:pt x="805494" y="63475"/>
                  <a:pt x="808986" y="68243"/>
                  <a:pt x="811560" y="74860"/>
                </a:cubicBezTo>
                <a:cubicBezTo>
                  <a:pt x="813277" y="79376"/>
                  <a:pt x="814135" y="86460"/>
                  <a:pt x="814135" y="96112"/>
                </a:cubicBezTo>
                <a:lnTo>
                  <a:pt x="814135" y="142121"/>
                </a:lnTo>
                <a:cubicBezTo>
                  <a:pt x="814135" y="148816"/>
                  <a:pt x="814642" y="153409"/>
                  <a:pt x="815656" y="155901"/>
                </a:cubicBezTo>
                <a:cubicBezTo>
                  <a:pt x="816437" y="157613"/>
                  <a:pt x="817880" y="159072"/>
                  <a:pt x="819987" y="160279"/>
                </a:cubicBezTo>
                <a:cubicBezTo>
                  <a:pt x="822093" y="161486"/>
                  <a:pt x="825526" y="162089"/>
                  <a:pt x="830285" y="162089"/>
                </a:cubicBezTo>
                <a:lnTo>
                  <a:pt x="830285" y="166419"/>
                </a:lnTo>
                <a:lnTo>
                  <a:pt x="777387" y="166419"/>
                </a:lnTo>
                <a:lnTo>
                  <a:pt x="777387" y="162089"/>
                </a:lnTo>
                <a:lnTo>
                  <a:pt x="779611" y="162089"/>
                </a:lnTo>
                <a:cubicBezTo>
                  <a:pt x="784214" y="162089"/>
                  <a:pt x="787803" y="161197"/>
                  <a:pt x="790378" y="159412"/>
                </a:cubicBezTo>
                <a:cubicBezTo>
                  <a:pt x="792172" y="158169"/>
                  <a:pt x="793459" y="156189"/>
                  <a:pt x="794240" y="153473"/>
                </a:cubicBezTo>
                <a:cubicBezTo>
                  <a:pt x="794552" y="152154"/>
                  <a:pt x="794708" y="148389"/>
                  <a:pt x="794708" y="142179"/>
                </a:cubicBezTo>
                <a:lnTo>
                  <a:pt x="794708" y="96303"/>
                </a:lnTo>
                <a:cubicBezTo>
                  <a:pt x="794708" y="87608"/>
                  <a:pt x="793654" y="81476"/>
                  <a:pt x="791548" y="77907"/>
                </a:cubicBezTo>
                <a:cubicBezTo>
                  <a:pt x="788505" y="72938"/>
                  <a:pt x="783629" y="70453"/>
                  <a:pt x="776919" y="70453"/>
                </a:cubicBezTo>
                <a:cubicBezTo>
                  <a:pt x="772784" y="70453"/>
                  <a:pt x="768629" y="71482"/>
                  <a:pt x="764455" y="73540"/>
                </a:cubicBezTo>
                <a:cubicBezTo>
                  <a:pt x="760281" y="75595"/>
                  <a:pt x="755229" y="79418"/>
                  <a:pt x="749299" y="85009"/>
                </a:cubicBezTo>
                <a:lnTo>
                  <a:pt x="749065" y="86289"/>
                </a:lnTo>
                <a:lnTo>
                  <a:pt x="749299" y="91296"/>
                </a:lnTo>
                <a:lnTo>
                  <a:pt x="749299" y="142179"/>
                </a:lnTo>
                <a:cubicBezTo>
                  <a:pt x="749299" y="149477"/>
                  <a:pt x="749709" y="154018"/>
                  <a:pt x="750528" y="155802"/>
                </a:cubicBezTo>
                <a:cubicBezTo>
                  <a:pt x="751347" y="157587"/>
                  <a:pt x="752888" y="159082"/>
                  <a:pt x="755151" y="160286"/>
                </a:cubicBezTo>
                <a:cubicBezTo>
                  <a:pt x="757414" y="161488"/>
                  <a:pt x="761276" y="162089"/>
                  <a:pt x="766737" y="162089"/>
                </a:cubicBezTo>
                <a:lnTo>
                  <a:pt x="766737" y="166419"/>
                </a:lnTo>
                <a:lnTo>
                  <a:pt x="712551" y="166419"/>
                </a:lnTo>
                <a:lnTo>
                  <a:pt x="712551" y="162089"/>
                </a:lnTo>
                <a:cubicBezTo>
                  <a:pt x="718481" y="162089"/>
                  <a:pt x="722558" y="161391"/>
                  <a:pt x="724781" y="159994"/>
                </a:cubicBezTo>
                <a:cubicBezTo>
                  <a:pt x="727005" y="158597"/>
                  <a:pt x="728546" y="156501"/>
                  <a:pt x="729404" y="153707"/>
                </a:cubicBezTo>
                <a:cubicBezTo>
                  <a:pt x="729794" y="152385"/>
                  <a:pt x="729989" y="148543"/>
                  <a:pt x="729989" y="142179"/>
                </a:cubicBezTo>
                <a:lnTo>
                  <a:pt x="729989" y="96303"/>
                </a:lnTo>
                <a:cubicBezTo>
                  <a:pt x="729989" y="87608"/>
                  <a:pt x="728702" y="81359"/>
                  <a:pt x="726127" y="77556"/>
                </a:cubicBezTo>
                <a:cubicBezTo>
                  <a:pt x="722694" y="72587"/>
                  <a:pt x="717896" y="70102"/>
                  <a:pt x="711732" y="70102"/>
                </a:cubicBezTo>
                <a:cubicBezTo>
                  <a:pt x="707519" y="70102"/>
                  <a:pt x="703345" y="71227"/>
                  <a:pt x="699210" y="73478"/>
                </a:cubicBezTo>
                <a:cubicBezTo>
                  <a:pt x="692734" y="76894"/>
                  <a:pt x="687741" y="80736"/>
                  <a:pt x="684230" y="85005"/>
                </a:cubicBezTo>
                <a:lnTo>
                  <a:pt x="684230" y="142179"/>
                </a:lnTo>
                <a:cubicBezTo>
                  <a:pt x="684230" y="149164"/>
                  <a:pt x="684717" y="153706"/>
                  <a:pt x="685693" y="155802"/>
                </a:cubicBezTo>
                <a:cubicBezTo>
                  <a:pt x="686668" y="157897"/>
                  <a:pt x="688111" y="159468"/>
                  <a:pt x="690023" y="160517"/>
                </a:cubicBezTo>
                <a:cubicBezTo>
                  <a:pt x="691934" y="161565"/>
                  <a:pt x="695816" y="162089"/>
                  <a:pt x="701667" y="162089"/>
                </a:cubicBezTo>
                <a:lnTo>
                  <a:pt x="701667" y="166419"/>
                </a:lnTo>
                <a:lnTo>
                  <a:pt x="648652" y="166419"/>
                </a:lnTo>
                <a:lnTo>
                  <a:pt x="648652" y="162089"/>
                </a:lnTo>
                <a:cubicBezTo>
                  <a:pt x="653567" y="162089"/>
                  <a:pt x="657000" y="161564"/>
                  <a:pt x="658951" y="160513"/>
                </a:cubicBezTo>
                <a:cubicBezTo>
                  <a:pt x="660901" y="159462"/>
                  <a:pt x="662384" y="157788"/>
                  <a:pt x="663398" y="155492"/>
                </a:cubicBezTo>
                <a:cubicBezTo>
                  <a:pt x="664412" y="153195"/>
                  <a:pt x="664919" y="148738"/>
                  <a:pt x="664919" y="142121"/>
                </a:cubicBezTo>
                <a:lnTo>
                  <a:pt x="664919" y="101251"/>
                </a:lnTo>
                <a:cubicBezTo>
                  <a:pt x="664919" y="89494"/>
                  <a:pt x="664568" y="81904"/>
                  <a:pt x="663866" y="78481"/>
                </a:cubicBezTo>
                <a:cubicBezTo>
                  <a:pt x="663320" y="75911"/>
                  <a:pt x="662462" y="74140"/>
                  <a:pt x="661291" y="73167"/>
                </a:cubicBezTo>
                <a:cubicBezTo>
                  <a:pt x="660121" y="72194"/>
                  <a:pt x="658522" y="71708"/>
                  <a:pt x="656493" y="71708"/>
                </a:cubicBezTo>
                <a:cubicBezTo>
                  <a:pt x="654308" y="71708"/>
                  <a:pt x="651695" y="72292"/>
                  <a:pt x="648652" y="73459"/>
                </a:cubicBezTo>
                <a:lnTo>
                  <a:pt x="646896" y="69254"/>
                </a:lnTo>
                <a:lnTo>
                  <a:pt x="679197" y="56175"/>
                </a:lnTo>
                <a:lnTo>
                  <a:pt x="684230" y="56175"/>
                </a:lnTo>
                <a:lnTo>
                  <a:pt x="684230" y="78997"/>
                </a:lnTo>
                <a:close/>
                <a:moveTo>
                  <a:pt x="831482" y="69762"/>
                </a:moveTo>
                <a:lnTo>
                  <a:pt x="864485" y="56409"/>
                </a:lnTo>
                <a:lnTo>
                  <a:pt x="868932" y="56409"/>
                </a:lnTo>
                <a:lnTo>
                  <a:pt x="868932" y="81454"/>
                </a:lnTo>
                <a:cubicBezTo>
                  <a:pt x="874471" y="72014"/>
                  <a:pt x="880030" y="65440"/>
                  <a:pt x="885609" y="61734"/>
                </a:cubicBezTo>
                <a:cubicBezTo>
                  <a:pt x="891187" y="58028"/>
                  <a:pt x="897058" y="56175"/>
                  <a:pt x="903222" y="56175"/>
                </a:cubicBezTo>
                <a:cubicBezTo>
                  <a:pt x="913989" y="56175"/>
                  <a:pt x="922962" y="60384"/>
                  <a:pt x="930140" y="68800"/>
                </a:cubicBezTo>
                <a:cubicBezTo>
                  <a:pt x="938956" y="79089"/>
                  <a:pt x="943364" y="92495"/>
                  <a:pt x="943364" y="109019"/>
                </a:cubicBezTo>
                <a:cubicBezTo>
                  <a:pt x="943364" y="127490"/>
                  <a:pt x="938059" y="142767"/>
                  <a:pt x="927448" y="154848"/>
                </a:cubicBezTo>
                <a:cubicBezTo>
                  <a:pt x="918709" y="164747"/>
                  <a:pt x="907708" y="169696"/>
                  <a:pt x="894445" y="169696"/>
                </a:cubicBezTo>
                <a:cubicBezTo>
                  <a:pt x="888671" y="169696"/>
                  <a:pt x="883678" y="168877"/>
                  <a:pt x="879465" y="167239"/>
                </a:cubicBezTo>
                <a:cubicBezTo>
                  <a:pt x="876344" y="166068"/>
                  <a:pt x="872833" y="163728"/>
                  <a:pt x="868932" y="160217"/>
                </a:cubicBezTo>
                <a:lnTo>
                  <a:pt x="868932" y="192869"/>
                </a:lnTo>
                <a:cubicBezTo>
                  <a:pt x="868932" y="200203"/>
                  <a:pt x="869380" y="204864"/>
                  <a:pt x="870278" y="206854"/>
                </a:cubicBezTo>
                <a:cubicBezTo>
                  <a:pt x="871175" y="208843"/>
                  <a:pt x="872735" y="210423"/>
                  <a:pt x="874959" y="211594"/>
                </a:cubicBezTo>
                <a:cubicBezTo>
                  <a:pt x="877183" y="212764"/>
                  <a:pt x="881220" y="213349"/>
                  <a:pt x="887072" y="213349"/>
                </a:cubicBezTo>
                <a:lnTo>
                  <a:pt x="887072" y="217679"/>
                </a:lnTo>
                <a:lnTo>
                  <a:pt x="830896" y="217679"/>
                </a:lnTo>
                <a:lnTo>
                  <a:pt x="830896" y="213349"/>
                </a:lnTo>
                <a:lnTo>
                  <a:pt x="833822" y="213349"/>
                </a:lnTo>
                <a:cubicBezTo>
                  <a:pt x="838113" y="213427"/>
                  <a:pt x="841780" y="212607"/>
                  <a:pt x="844823" y="210888"/>
                </a:cubicBezTo>
                <a:cubicBezTo>
                  <a:pt x="846306" y="210030"/>
                  <a:pt x="847456" y="208644"/>
                  <a:pt x="848276" y="206730"/>
                </a:cubicBezTo>
                <a:cubicBezTo>
                  <a:pt x="849095" y="204818"/>
                  <a:pt x="849505" y="199959"/>
                  <a:pt x="849505" y="192152"/>
                </a:cubicBezTo>
                <a:lnTo>
                  <a:pt x="849505" y="90725"/>
                </a:lnTo>
                <a:cubicBezTo>
                  <a:pt x="849505" y="83777"/>
                  <a:pt x="849192" y="79366"/>
                  <a:pt x="848568" y="77493"/>
                </a:cubicBezTo>
                <a:cubicBezTo>
                  <a:pt x="847944" y="75618"/>
                  <a:pt x="846949" y="74213"/>
                  <a:pt x="845584" y="73277"/>
                </a:cubicBezTo>
                <a:cubicBezTo>
                  <a:pt x="844219" y="72338"/>
                  <a:pt x="842366" y="71869"/>
                  <a:pt x="840025" y="71869"/>
                </a:cubicBezTo>
                <a:cubicBezTo>
                  <a:pt x="838152" y="71869"/>
                  <a:pt x="835773" y="72415"/>
                  <a:pt x="832886" y="73507"/>
                </a:cubicBezTo>
                <a:lnTo>
                  <a:pt x="831482" y="69762"/>
                </a:lnTo>
                <a:moveTo>
                  <a:pt x="868932" y="88571"/>
                </a:moveTo>
                <a:lnTo>
                  <a:pt x="868932" y="128545"/>
                </a:lnTo>
                <a:cubicBezTo>
                  <a:pt x="868932" y="137196"/>
                  <a:pt x="869283" y="142884"/>
                  <a:pt x="869985" y="145610"/>
                </a:cubicBezTo>
                <a:cubicBezTo>
                  <a:pt x="871077" y="150130"/>
                  <a:pt x="873750" y="154104"/>
                  <a:pt x="878002" y="157532"/>
                </a:cubicBezTo>
                <a:cubicBezTo>
                  <a:pt x="882254" y="160960"/>
                  <a:pt x="887618" y="162674"/>
                  <a:pt x="894094" y="162674"/>
                </a:cubicBezTo>
                <a:cubicBezTo>
                  <a:pt x="901896" y="162674"/>
                  <a:pt x="908216" y="159635"/>
                  <a:pt x="913053" y="153557"/>
                </a:cubicBezTo>
                <a:cubicBezTo>
                  <a:pt x="919373" y="145611"/>
                  <a:pt x="922532" y="134429"/>
                  <a:pt x="922532" y="120013"/>
                </a:cubicBezTo>
                <a:cubicBezTo>
                  <a:pt x="922532" y="103650"/>
                  <a:pt x="918943" y="91067"/>
                  <a:pt x="911766" y="82262"/>
                </a:cubicBezTo>
                <a:cubicBezTo>
                  <a:pt x="906772" y="76184"/>
                  <a:pt x="900843" y="73145"/>
                  <a:pt x="893977" y="73145"/>
                </a:cubicBezTo>
                <a:cubicBezTo>
                  <a:pt x="890232" y="73145"/>
                  <a:pt x="886526" y="74080"/>
                  <a:pt x="882859" y="75950"/>
                </a:cubicBezTo>
                <a:cubicBezTo>
                  <a:pt x="880050" y="77352"/>
                  <a:pt x="875408" y="81559"/>
                  <a:pt x="868932" y="88571"/>
                </a:cubicBezTo>
                <a:close/>
                <a:moveTo>
                  <a:pt x="995912" y="0"/>
                </a:moveTo>
                <a:lnTo>
                  <a:pt x="995912" y="142091"/>
                </a:lnTo>
                <a:cubicBezTo>
                  <a:pt x="995912" y="148796"/>
                  <a:pt x="996399" y="153241"/>
                  <a:pt x="997375" y="155426"/>
                </a:cubicBezTo>
                <a:cubicBezTo>
                  <a:pt x="998350" y="157608"/>
                  <a:pt x="999852" y="159265"/>
                  <a:pt x="1001880" y="160396"/>
                </a:cubicBezTo>
                <a:cubicBezTo>
                  <a:pt x="1003909" y="161525"/>
                  <a:pt x="1007693" y="162089"/>
                  <a:pt x="1013232" y="162089"/>
                </a:cubicBezTo>
                <a:lnTo>
                  <a:pt x="1013232" y="166419"/>
                </a:lnTo>
                <a:lnTo>
                  <a:pt x="960685" y="166419"/>
                </a:lnTo>
                <a:lnTo>
                  <a:pt x="960685" y="162089"/>
                </a:lnTo>
                <a:cubicBezTo>
                  <a:pt x="965600" y="162089"/>
                  <a:pt x="968955" y="161583"/>
                  <a:pt x="970750" y="160571"/>
                </a:cubicBezTo>
                <a:cubicBezTo>
                  <a:pt x="972544" y="159557"/>
                  <a:pt x="973949" y="157881"/>
                  <a:pt x="974963" y="155543"/>
                </a:cubicBezTo>
                <a:cubicBezTo>
                  <a:pt x="975977" y="153202"/>
                  <a:pt x="976484" y="148718"/>
                  <a:pt x="976484" y="142091"/>
                </a:cubicBezTo>
                <a:lnTo>
                  <a:pt x="976484" y="44790"/>
                </a:lnTo>
                <a:cubicBezTo>
                  <a:pt x="976484" y="32707"/>
                  <a:pt x="976211" y="25281"/>
                  <a:pt x="975665" y="22514"/>
                </a:cubicBezTo>
                <a:cubicBezTo>
                  <a:pt x="975119" y="19744"/>
                  <a:pt x="974241" y="17853"/>
                  <a:pt x="973032" y="16842"/>
                </a:cubicBezTo>
                <a:cubicBezTo>
                  <a:pt x="971823" y="15827"/>
                  <a:pt x="970282" y="15320"/>
                  <a:pt x="968409" y="15320"/>
                </a:cubicBezTo>
                <a:cubicBezTo>
                  <a:pt x="966381" y="15320"/>
                  <a:pt x="963806" y="15944"/>
                  <a:pt x="960685" y="17193"/>
                </a:cubicBezTo>
                <a:lnTo>
                  <a:pt x="958696" y="13097"/>
                </a:lnTo>
                <a:lnTo>
                  <a:pt x="990645" y="0"/>
                </a:lnTo>
                <a:lnTo>
                  <a:pt x="995912" y="0"/>
                </a:lnTo>
                <a:close/>
                <a:moveTo>
                  <a:pt x="1053282" y="0"/>
                </a:moveTo>
                <a:cubicBezTo>
                  <a:pt x="1056559" y="0"/>
                  <a:pt x="1059348" y="1157"/>
                  <a:pt x="1061650" y="3471"/>
                </a:cubicBezTo>
                <a:cubicBezTo>
                  <a:pt x="1063951" y="5782"/>
                  <a:pt x="1065102" y="8585"/>
                  <a:pt x="1065102" y="11879"/>
                </a:cubicBezTo>
                <a:cubicBezTo>
                  <a:pt x="1065102" y="15173"/>
                  <a:pt x="1063951" y="17996"/>
                  <a:pt x="1061650" y="20349"/>
                </a:cubicBezTo>
                <a:cubicBezTo>
                  <a:pt x="1059348" y="22699"/>
                  <a:pt x="1056559" y="23875"/>
                  <a:pt x="1053282" y="23875"/>
                </a:cubicBezTo>
                <a:cubicBezTo>
                  <a:pt x="1050005" y="23875"/>
                  <a:pt x="1047196" y="22699"/>
                  <a:pt x="1044855" y="20349"/>
                </a:cubicBezTo>
                <a:cubicBezTo>
                  <a:pt x="1042515" y="17996"/>
                  <a:pt x="1041345" y="15173"/>
                  <a:pt x="1041345" y="11879"/>
                </a:cubicBezTo>
                <a:cubicBezTo>
                  <a:pt x="1041345" y="8585"/>
                  <a:pt x="1042495" y="5782"/>
                  <a:pt x="1044797" y="3471"/>
                </a:cubicBezTo>
                <a:cubicBezTo>
                  <a:pt x="1047099" y="1157"/>
                  <a:pt x="1049927" y="0"/>
                  <a:pt x="1053282" y="0"/>
                </a:cubicBezTo>
                <a:moveTo>
                  <a:pt x="1062995" y="56175"/>
                </a:moveTo>
                <a:lnTo>
                  <a:pt x="1062995" y="142121"/>
                </a:lnTo>
                <a:cubicBezTo>
                  <a:pt x="1062995" y="148816"/>
                  <a:pt x="1063483" y="153273"/>
                  <a:pt x="1064458" y="155492"/>
                </a:cubicBezTo>
                <a:cubicBezTo>
                  <a:pt x="1065434" y="157710"/>
                  <a:pt x="1066877" y="159365"/>
                  <a:pt x="1068789" y="160454"/>
                </a:cubicBezTo>
                <a:cubicBezTo>
                  <a:pt x="1070700" y="161544"/>
                  <a:pt x="1074191" y="162089"/>
                  <a:pt x="1079263" y="162089"/>
                </a:cubicBezTo>
                <a:lnTo>
                  <a:pt x="1079263" y="166419"/>
                </a:lnTo>
                <a:lnTo>
                  <a:pt x="1027184" y="166419"/>
                </a:lnTo>
                <a:lnTo>
                  <a:pt x="1027184" y="162089"/>
                </a:lnTo>
                <a:cubicBezTo>
                  <a:pt x="1032411" y="162089"/>
                  <a:pt x="1035922" y="161583"/>
                  <a:pt x="1037717" y="160571"/>
                </a:cubicBezTo>
                <a:cubicBezTo>
                  <a:pt x="1039511" y="159560"/>
                  <a:pt x="1040935" y="157886"/>
                  <a:pt x="1041988" y="155550"/>
                </a:cubicBezTo>
                <a:cubicBezTo>
                  <a:pt x="1043041" y="153214"/>
                  <a:pt x="1043568" y="148738"/>
                  <a:pt x="1043568" y="142121"/>
                </a:cubicBezTo>
                <a:lnTo>
                  <a:pt x="1043568" y="100900"/>
                </a:lnTo>
                <a:cubicBezTo>
                  <a:pt x="1043568" y="89299"/>
                  <a:pt x="1043217" y="81787"/>
                  <a:pt x="1042515" y="78364"/>
                </a:cubicBezTo>
                <a:cubicBezTo>
                  <a:pt x="1041969" y="75872"/>
                  <a:pt x="1041110" y="74140"/>
                  <a:pt x="1039940" y="73167"/>
                </a:cubicBezTo>
                <a:cubicBezTo>
                  <a:pt x="1038770" y="72194"/>
                  <a:pt x="1037170" y="71708"/>
                  <a:pt x="1035142" y="71708"/>
                </a:cubicBezTo>
                <a:cubicBezTo>
                  <a:pt x="1032957" y="71708"/>
                  <a:pt x="1030305" y="72292"/>
                  <a:pt x="1027184" y="73459"/>
                </a:cubicBezTo>
                <a:lnTo>
                  <a:pt x="1025545" y="69254"/>
                </a:lnTo>
                <a:lnTo>
                  <a:pt x="1057846" y="56175"/>
                </a:lnTo>
                <a:lnTo>
                  <a:pt x="1062995" y="56175"/>
                </a:lnTo>
                <a:close/>
                <a:moveTo>
                  <a:pt x="1153719" y="150971"/>
                </a:moveTo>
                <a:cubicBezTo>
                  <a:pt x="1142718" y="159475"/>
                  <a:pt x="1135813" y="164391"/>
                  <a:pt x="1133005" y="165717"/>
                </a:cubicBezTo>
                <a:cubicBezTo>
                  <a:pt x="1128791" y="167746"/>
                  <a:pt x="1124305" y="168760"/>
                  <a:pt x="1119546" y="168760"/>
                </a:cubicBezTo>
                <a:cubicBezTo>
                  <a:pt x="1112134" y="168760"/>
                  <a:pt x="1106029" y="166224"/>
                  <a:pt x="1101230" y="161153"/>
                </a:cubicBezTo>
                <a:cubicBezTo>
                  <a:pt x="1096432" y="156082"/>
                  <a:pt x="1094033" y="149411"/>
                  <a:pt x="1094033" y="141140"/>
                </a:cubicBezTo>
                <a:cubicBezTo>
                  <a:pt x="1094033" y="135913"/>
                  <a:pt x="1095203" y="131388"/>
                  <a:pt x="1097544" y="127565"/>
                </a:cubicBezTo>
                <a:cubicBezTo>
                  <a:pt x="1100743" y="122259"/>
                  <a:pt x="1106302" y="117266"/>
                  <a:pt x="1114221" y="112585"/>
                </a:cubicBezTo>
                <a:cubicBezTo>
                  <a:pt x="1122140" y="107903"/>
                  <a:pt x="1135306" y="102208"/>
                  <a:pt x="1153719" y="95498"/>
                </a:cubicBezTo>
                <a:lnTo>
                  <a:pt x="1153719" y="91285"/>
                </a:lnTo>
                <a:cubicBezTo>
                  <a:pt x="1153719" y="80596"/>
                  <a:pt x="1152022" y="73262"/>
                  <a:pt x="1148628" y="69283"/>
                </a:cubicBezTo>
                <a:cubicBezTo>
                  <a:pt x="1145234" y="65304"/>
                  <a:pt x="1140300" y="63314"/>
                  <a:pt x="1133824" y="63314"/>
                </a:cubicBezTo>
                <a:cubicBezTo>
                  <a:pt x="1128909" y="63314"/>
                  <a:pt x="1125007" y="64636"/>
                  <a:pt x="1122121" y="67279"/>
                </a:cubicBezTo>
                <a:cubicBezTo>
                  <a:pt x="1119156" y="69922"/>
                  <a:pt x="1117673" y="72954"/>
                  <a:pt x="1117673" y="76374"/>
                </a:cubicBezTo>
                <a:lnTo>
                  <a:pt x="1117908" y="83137"/>
                </a:lnTo>
                <a:cubicBezTo>
                  <a:pt x="1117908" y="86711"/>
                  <a:pt x="1116991" y="89470"/>
                  <a:pt x="1115157" y="91413"/>
                </a:cubicBezTo>
                <a:cubicBezTo>
                  <a:pt x="1113324" y="93356"/>
                  <a:pt x="1110925" y="94328"/>
                  <a:pt x="1107960" y="94328"/>
                </a:cubicBezTo>
                <a:cubicBezTo>
                  <a:pt x="1105073" y="94328"/>
                  <a:pt x="1102713" y="93317"/>
                  <a:pt x="1100879" y="91296"/>
                </a:cubicBezTo>
                <a:cubicBezTo>
                  <a:pt x="1099046" y="89272"/>
                  <a:pt x="1098129" y="86510"/>
                  <a:pt x="1098129" y="83009"/>
                </a:cubicBezTo>
                <a:cubicBezTo>
                  <a:pt x="1098129" y="76321"/>
                  <a:pt x="1101562" y="70176"/>
                  <a:pt x="1108428" y="64576"/>
                </a:cubicBezTo>
                <a:cubicBezTo>
                  <a:pt x="1115294" y="58976"/>
                  <a:pt x="1124929" y="56175"/>
                  <a:pt x="1137335" y="56175"/>
                </a:cubicBezTo>
                <a:cubicBezTo>
                  <a:pt x="1146853" y="56175"/>
                  <a:pt x="1154656" y="57772"/>
                  <a:pt x="1160741" y="60966"/>
                </a:cubicBezTo>
                <a:cubicBezTo>
                  <a:pt x="1165344" y="63383"/>
                  <a:pt x="1168738" y="67163"/>
                  <a:pt x="1170923" y="72307"/>
                </a:cubicBezTo>
                <a:cubicBezTo>
                  <a:pt x="1172327" y="75657"/>
                  <a:pt x="1173030" y="82515"/>
                  <a:pt x="1173030" y="92879"/>
                </a:cubicBezTo>
                <a:lnTo>
                  <a:pt x="1173030" y="129232"/>
                </a:lnTo>
                <a:cubicBezTo>
                  <a:pt x="1173030" y="139441"/>
                  <a:pt x="1173225" y="145695"/>
                  <a:pt x="1173615" y="147994"/>
                </a:cubicBezTo>
                <a:cubicBezTo>
                  <a:pt x="1174005" y="150293"/>
                  <a:pt x="1174648" y="151833"/>
                  <a:pt x="1175546" y="152613"/>
                </a:cubicBezTo>
                <a:cubicBezTo>
                  <a:pt x="1176443" y="153391"/>
                  <a:pt x="1177477" y="153780"/>
                  <a:pt x="1178647" y="153780"/>
                </a:cubicBezTo>
                <a:cubicBezTo>
                  <a:pt x="1179895" y="153780"/>
                  <a:pt x="1180988" y="153507"/>
                  <a:pt x="1181924" y="152961"/>
                </a:cubicBezTo>
                <a:cubicBezTo>
                  <a:pt x="1183562" y="151946"/>
                  <a:pt x="1186722" y="149099"/>
                  <a:pt x="1191404" y="144417"/>
                </a:cubicBezTo>
                <a:lnTo>
                  <a:pt x="1191404" y="150971"/>
                </a:lnTo>
                <a:cubicBezTo>
                  <a:pt x="1182665" y="162674"/>
                  <a:pt x="1174317" y="168526"/>
                  <a:pt x="1166359" y="168526"/>
                </a:cubicBezTo>
                <a:cubicBezTo>
                  <a:pt x="1162536" y="168526"/>
                  <a:pt x="1159493" y="167200"/>
                  <a:pt x="1157230" y="164547"/>
                </a:cubicBezTo>
                <a:cubicBezTo>
                  <a:pt x="1154968" y="161894"/>
                  <a:pt x="1153797" y="157369"/>
                  <a:pt x="1153719" y="150971"/>
                </a:cubicBezTo>
                <a:moveTo>
                  <a:pt x="1153719" y="143298"/>
                </a:moveTo>
                <a:lnTo>
                  <a:pt x="1153719" y="102637"/>
                </a:lnTo>
                <a:cubicBezTo>
                  <a:pt x="1141938" y="107296"/>
                  <a:pt x="1134331" y="110598"/>
                  <a:pt x="1130898" y="112541"/>
                </a:cubicBezTo>
                <a:cubicBezTo>
                  <a:pt x="1124734" y="115959"/>
                  <a:pt x="1120326" y="119532"/>
                  <a:pt x="1117673" y="123260"/>
                </a:cubicBezTo>
                <a:cubicBezTo>
                  <a:pt x="1115021" y="126988"/>
                  <a:pt x="1113694" y="131066"/>
                  <a:pt x="1113694" y="135494"/>
                </a:cubicBezTo>
                <a:cubicBezTo>
                  <a:pt x="1113694" y="141087"/>
                  <a:pt x="1115372" y="145728"/>
                  <a:pt x="1118727" y="149417"/>
                </a:cubicBezTo>
                <a:cubicBezTo>
                  <a:pt x="1122082" y="153106"/>
                  <a:pt x="1125944" y="154950"/>
                  <a:pt x="1130313" y="154950"/>
                </a:cubicBezTo>
                <a:cubicBezTo>
                  <a:pt x="1136243" y="154950"/>
                  <a:pt x="1144045" y="151066"/>
                  <a:pt x="1153719" y="143298"/>
                </a:cubicBezTo>
                <a:close/>
                <a:moveTo>
                  <a:pt x="1228103" y="77826"/>
                </a:moveTo>
                <a:cubicBezTo>
                  <a:pt x="1238480" y="63392"/>
                  <a:pt x="1249676" y="56175"/>
                  <a:pt x="1261691" y="56175"/>
                </a:cubicBezTo>
                <a:cubicBezTo>
                  <a:pt x="1272692" y="56175"/>
                  <a:pt x="1282289" y="60871"/>
                  <a:pt x="1290481" y="70263"/>
                </a:cubicBezTo>
                <a:cubicBezTo>
                  <a:pt x="1298673" y="79655"/>
                  <a:pt x="1302769" y="92495"/>
                  <a:pt x="1302769" y="108785"/>
                </a:cubicBezTo>
                <a:cubicBezTo>
                  <a:pt x="1302769" y="127803"/>
                  <a:pt x="1296449" y="143118"/>
                  <a:pt x="1283810" y="154731"/>
                </a:cubicBezTo>
                <a:cubicBezTo>
                  <a:pt x="1272965" y="164708"/>
                  <a:pt x="1260872" y="169696"/>
                  <a:pt x="1247530" y="169696"/>
                </a:cubicBezTo>
                <a:cubicBezTo>
                  <a:pt x="1241288" y="169696"/>
                  <a:pt x="1234949" y="168565"/>
                  <a:pt x="1228512" y="166302"/>
                </a:cubicBezTo>
                <a:cubicBezTo>
                  <a:pt x="1222076" y="164040"/>
                  <a:pt x="1215502" y="160646"/>
                  <a:pt x="1208793" y="156121"/>
                </a:cubicBezTo>
                <a:lnTo>
                  <a:pt x="1208793" y="45057"/>
                </a:lnTo>
                <a:cubicBezTo>
                  <a:pt x="1208793" y="32886"/>
                  <a:pt x="1208500" y="25396"/>
                  <a:pt x="1207915" y="22587"/>
                </a:cubicBezTo>
                <a:cubicBezTo>
                  <a:pt x="1207330" y="19778"/>
                  <a:pt x="1206413" y="17867"/>
                  <a:pt x="1205165" y="16853"/>
                </a:cubicBezTo>
                <a:cubicBezTo>
                  <a:pt x="1203916" y="15838"/>
                  <a:pt x="1202356" y="15331"/>
                  <a:pt x="1200483" y="15331"/>
                </a:cubicBezTo>
                <a:cubicBezTo>
                  <a:pt x="1198299" y="15331"/>
                  <a:pt x="1195568" y="15955"/>
                  <a:pt x="1192291" y="17204"/>
                </a:cubicBezTo>
                <a:lnTo>
                  <a:pt x="1190653" y="13108"/>
                </a:lnTo>
                <a:lnTo>
                  <a:pt x="1222836" y="0"/>
                </a:lnTo>
                <a:lnTo>
                  <a:pt x="1228103" y="0"/>
                </a:lnTo>
                <a:lnTo>
                  <a:pt x="1228103" y="77826"/>
                </a:lnTo>
                <a:moveTo>
                  <a:pt x="1228103" y="85283"/>
                </a:moveTo>
                <a:lnTo>
                  <a:pt x="1228103" y="149249"/>
                </a:lnTo>
                <a:cubicBezTo>
                  <a:pt x="1232082" y="153137"/>
                  <a:pt x="1236198" y="156074"/>
                  <a:pt x="1240450" y="158059"/>
                </a:cubicBezTo>
                <a:cubicBezTo>
                  <a:pt x="1244702" y="160044"/>
                  <a:pt x="1249052" y="161036"/>
                  <a:pt x="1253499" y="161036"/>
                </a:cubicBezTo>
                <a:cubicBezTo>
                  <a:pt x="1260599" y="161036"/>
                  <a:pt x="1267211" y="157146"/>
                  <a:pt x="1273336" y="149366"/>
                </a:cubicBezTo>
                <a:cubicBezTo>
                  <a:pt x="1279460" y="141583"/>
                  <a:pt x="1282523" y="130260"/>
                  <a:pt x="1282523" y="115397"/>
                </a:cubicBezTo>
                <a:cubicBezTo>
                  <a:pt x="1282523" y="101702"/>
                  <a:pt x="1279460" y="91178"/>
                  <a:pt x="1273336" y="83824"/>
                </a:cubicBezTo>
                <a:cubicBezTo>
                  <a:pt x="1267211" y="76471"/>
                  <a:pt x="1260248" y="72794"/>
                  <a:pt x="1252445" y="72794"/>
                </a:cubicBezTo>
                <a:cubicBezTo>
                  <a:pt x="1248310" y="72794"/>
                  <a:pt x="1244175" y="73845"/>
                  <a:pt x="1240040" y="75946"/>
                </a:cubicBezTo>
                <a:cubicBezTo>
                  <a:pt x="1236919" y="77502"/>
                  <a:pt x="1232940" y="80614"/>
                  <a:pt x="1228103" y="85283"/>
                </a:cubicBezTo>
                <a:close/>
                <a:moveTo>
                  <a:pt x="1355434" y="0"/>
                </a:moveTo>
                <a:lnTo>
                  <a:pt x="1355434" y="142091"/>
                </a:lnTo>
                <a:cubicBezTo>
                  <a:pt x="1355434" y="148796"/>
                  <a:pt x="1355921" y="153241"/>
                  <a:pt x="1356896" y="155426"/>
                </a:cubicBezTo>
                <a:cubicBezTo>
                  <a:pt x="1357872" y="157608"/>
                  <a:pt x="1359374" y="159265"/>
                  <a:pt x="1361402" y="160396"/>
                </a:cubicBezTo>
                <a:cubicBezTo>
                  <a:pt x="1363431" y="161525"/>
                  <a:pt x="1367215" y="162089"/>
                  <a:pt x="1372754" y="162089"/>
                </a:cubicBezTo>
                <a:lnTo>
                  <a:pt x="1372754" y="166419"/>
                </a:lnTo>
                <a:lnTo>
                  <a:pt x="1320207" y="166419"/>
                </a:lnTo>
                <a:lnTo>
                  <a:pt x="1320207" y="162089"/>
                </a:lnTo>
                <a:cubicBezTo>
                  <a:pt x="1325122" y="162089"/>
                  <a:pt x="1328477" y="161583"/>
                  <a:pt x="1330272" y="160571"/>
                </a:cubicBezTo>
                <a:cubicBezTo>
                  <a:pt x="1332066" y="159557"/>
                  <a:pt x="1333471" y="157881"/>
                  <a:pt x="1334485" y="155543"/>
                </a:cubicBezTo>
                <a:cubicBezTo>
                  <a:pt x="1335499" y="153202"/>
                  <a:pt x="1336006" y="148718"/>
                  <a:pt x="1336006" y="142091"/>
                </a:cubicBezTo>
                <a:lnTo>
                  <a:pt x="1336006" y="44790"/>
                </a:lnTo>
                <a:cubicBezTo>
                  <a:pt x="1336006" y="32707"/>
                  <a:pt x="1335733" y="25281"/>
                  <a:pt x="1335187" y="22514"/>
                </a:cubicBezTo>
                <a:cubicBezTo>
                  <a:pt x="1334641" y="19744"/>
                  <a:pt x="1333763" y="17853"/>
                  <a:pt x="1332554" y="16842"/>
                </a:cubicBezTo>
                <a:cubicBezTo>
                  <a:pt x="1331344" y="15827"/>
                  <a:pt x="1329804" y="15320"/>
                  <a:pt x="1327931" y="15320"/>
                </a:cubicBezTo>
                <a:cubicBezTo>
                  <a:pt x="1325902" y="15320"/>
                  <a:pt x="1323328" y="15944"/>
                  <a:pt x="1320207" y="17193"/>
                </a:cubicBezTo>
                <a:lnTo>
                  <a:pt x="1318217" y="13097"/>
                </a:lnTo>
                <a:lnTo>
                  <a:pt x="1350167" y="0"/>
                </a:lnTo>
                <a:lnTo>
                  <a:pt x="1355434" y="0"/>
                </a:lnTo>
                <a:close/>
                <a:moveTo>
                  <a:pt x="1403558" y="99711"/>
                </a:moveTo>
                <a:cubicBezTo>
                  <a:pt x="1403480" y="115591"/>
                  <a:pt x="1407342" y="128046"/>
                  <a:pt x="1415144" y="137077"/>
                </a:cubicBezTo>
                <a:cubicBezTo>
                  <a:pt x="1422946" y="146106"/>
                  <a:pt x="1432114" y="150620"/>
                  <a:pt x="1442647" y="150620"/>
                </a:cubicBezTo>
                <a:cubicBezTo>
                  <a:pt x="1449669" y="150620"/>
                  <a:pt x="1455774" y="148689"/>
                  <a:pt x="1460962" y="144827"/>
                </a:cubicBezTo>
                <a:cubicBezTo>
                  <a:pt x="1466151" y="140965"/>
                  <a:pt x="1470500" y="134353"/>
                  <a:pt x="1474011" y="124990"/>
                </a:cubicBezTo>
                <a:lnTo>
                  <a:pt x="1477639" y="127331"/>
                </a:lnTo>
                <a:cubicBezTo>
                  <a:pt x="1476001" y="138020"/>
                  <a:pt x="1471242" y="147753"/>
                  <a:pt x="1463361" y="156530"/>
                </a:cubicBezTo>
                <a:cubicBezTo>
                  <a:pt x="1455481" y="165308"/>
                  <a:pt x="1445612" y="169696"/>
                  <a:pt x="1433752" y="169696"/>
                </a:cubicBezTo>
                <a:cubicBezTo>
                  <a:pt x="1420879" y="169696"/>
                  <a:pt x="1409858" y="164694"/>
                  <a:pt x="1400691" y="154691"/>
                </a:cubicBezTo>
                <a:cubicBezTo>
                  <a:pt x="1391523" y="144684"/>
                  <a:pt x="1386940" y="131233"/>
                  <a:pt x="1386940" y="114337"/>
                </a:cubicBezTo>
                <a:cubicBezTo>
                  <a:pt x="1386940" y="96041"/>
                  <a:pt x="1391640" y="81774"/>
                  <a:pt x="1401042" y="71536"/>
                </a:cubicBezTo>
                <a:cubicBezTo>
                  <a:pt x="1410443" y="61295"/>
                  <a:pt x="1422244" y="56175"/>
                  <a:pt x="1436444" y="56175"/>
                </a:cubicBezTo>
                <a:cubicBezTo>
                  <a:pt x="1448459" y="56175"/>
                  <a:pt x="1458329" y="60125"/>
                  <a:pt x="1466053" y="68025"/>
                </a:cubicBezTo>
                <a:cubicBezTo>
                  <a:pt x="1473777" y="75922"/>
                  <a:pt x="1477639" y="86484"/>
                  <a:pt x="1477639" y="99711"/>
                </a:cubicBezTo>
                <a:lnTo>
                  <a:pt x="1403558" y="99711"/>
                </a:lnTo>
                <a:moveTo>
                  <a:pt x="1403558" y="92923"/>
                </a:moveTo>
                <a:lnTo>
                  <a:pt x="1453180" y="92923"/>
                </a:lnTo>
                <a:cubicBezTo>
                  <a:pt x="1452789" y="86057"/>
                  <a:pt x="1451970" y="81220"/>
                  <a:pt x="1450722" y="78411"/>
                </a:cubicBezTo>
                <a:cubicBezTo>
                  <a:pt x="1448771" y="74042"/>
                  <a:pt x="1445865" y="70609"/>
                  <a:pt x="1442003" y="68113"/>
                </a:cubicBezTo>
                <a:cubicBezTo>
                  <a:pt x="1438141" y="65616"/>
                  <a:pt x="1434103" y="64368"/>
                  <a:pt x="1429890" y="64368"/>
                </a:cubicBezTo>
                <a:cubicBezTo>
                  <a:pt x="1423414" y="64368"/>
                  <a:pt x="1417621" y="66884"/>
                  <a:pt x="1412511" y="71916"/>
                </a:cubicBezTo>
                <a:cubicBezTo>
                  <a:pt x="1407401" y="76948"/>
                  <a:pt x="1404416" y="83951"/>
                  <a:pt x="1403558" y="929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Properties">
            <a:extLst xmlns:a="http://schemas.openxmlformats.org/drawingml/2006/main">
              <a:ext uri="{FF2B5EF4-FFF2-40B4-BE49-F238E27FC236}">
                <a16:creationId xmlns:a16="http://schemas.microsoft.com/office/drawing/2014/main" id="{9D9AEDE4-984F-4A9A-AFDD-B55EF548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04" y="1799470"/>
            <a:ext cx="958534" cy="217679"/>
          </a:xfrm>
          <a:custGeom xmlns:a="http://schemas.openxmlformats.org/drawingml/2006/main">
            <a:pathLst>
              <a:path w="958534" h="217679">
                <a:moveTo>
                  <a:pt x="45174" y="91987"/>
                </a:moveTo>
                <a:lnTo>
                  <a:pt x="45174" y="138291"/>
                </a:lnTo>
                <a:cubicBezTo>
                  <a:pt x="45174" y="148295"/>
                  <a:pt x="46267" y="154509"/>
                  <a:pt x="48451" y="156932"/>
                </a:cubicBezTo>
                <a:cubicBezTo>
                  <a:pt x="51416" y="160370"/>
                  <a:pt x="55902" y="162089"/>
                  <a:pt x="61910" y="162089"/>
                </a:cubicBezTo>
                <a:lnTo>
                  <a:pt x="67996" y="162089"/>
                </a:lnTo>
                <a:lnTo>
                  <a:pt x="67996" y="166419"/>
                </a:lnTo>
                <a:lnTo>
                  <a:pt x="0" y="166419"/>
                </a:lnTo>
                <a:lnTo>
                  <a:pt x="0" y="162089"/>
                </a:lnTo>
                <a:lnTo>
                  <a:pt x="5969" y="162089"/>
                </a:lnTo>
                <a:cubicBezTo>
                  <a:pt x="12678" y="162089"/>
                  <a:pt x="17477" y="159905"/>
                  <a:pt x="20364" y="155535"/>
                </a:cubicBezTo>
                <a:cubicBezTo>
                  <a:pt x="21924" y="153117"/>
                  <a:pt x="22704" y="147382"/>
                  <a:pt x="22704" y="138332"/>
                </a:cubicBezTo>
                <a:lnTo>
                  <a:pt x="22704" y="35812"/>
                </a:lnTo>
                <a:cubicBezTo>
                  <a:pt x="22704" y="25825"/>
                  <a:pt x="21651" y="19622"/>
                  <a:pt x="19544" y="17204"/>
                </a:cubicBezTo>
                <a:cubicBezTo>
                  <a:pt x="16501" y="13771"/>
                  <a:pt x="11976" y="12054"/>
                  <a:pt x="5969" y="12054"/>
                </a:cubicBezTo>
                <a:lnTo>
                  <a:pt x="0" y="12054"/>
                </a:lnTo>
                <a:lnTo>
                  <a:pt x="0" y="7724"/>
                </a:lnTo>
                <a:lnTo>
                  <a:pt x="58165" y="7724"/>
                </a:lnTo>
                <a:cubicBezTo>
                  <a:pt x="72365" y="7724"/>
                  <a:pt x="83561" y="9186"/>
                  <a:pt x="91753" y="12109"/>
                </a:cubicBezTo>
                <a:cubicBezTo>
                  <a:pt x="99945" y="15030"/>
                  <a:pt x="106850" y="19958"/>
                  <a:pt x="112468" y="26892"/>
                </a:cubicBezTo>
                <a:cubicBezTo>
                  <a:pt x="118085" y="33826"/>
                  <a:pt x="120894" y="42046"/>
                  <a:pt x="120894" y="51553"/>
                </a:cubicBezTo>
                <a:cubicBezTo>
                  <a:pt x="120894" y="64487"/>
                  <a:pt x="116622" y="75006"/>
                  <a:pt x="108079" y="83111"/>
                </a:cubicBezTo>
                <a:cubicBezTo>
                  <a:pt x="99536" y="91213"/>
                  <a:pt x="87462" y="95264"/>
                  <a:pt x="71858" y="95264"/>
                </a:cubicBezTo>
                <a:cubicBezTo>
                  <a:pt x="68035" y="95264"/>
                  <a:pt x="63899" y="94991"/>
                  <a:pt x="59452" y="94445"/>
                </a:cubicBezTo>
                <a:cubicBezTo>
                  <a:pt x="55005" y="93899"/>
                  <a:pt x="50246" y="93079"/>
                  <a:pt x="45174" y="91987"/>
                </a:cubicBezTo>
                <a:moveTo>
                  <a:pt x="45174" y="85199"/>
                </a:moveTo>
                <a:cubicBezTo>
                  <a:pt x="49309" y="85979"/>
                  <a:pt x="52976" y="86565"/>
                  <a:pt x="56175" y="86955"/>
                </a:cubicBezTo>
                <a:cubicBezTo>
                  <a:pt x="59374" y="87345"/>
                  <a:pt x="62105" y="87540"/>
                  <a:pt x="64368" y="87540"/>
                </a:cubicBezTo>
                <a:cubicBezTo>
                  <a:pt x="72482" y="87540"/>
                  <a:pt x="79484" y="84400"/>
                  <a:pt x="85375" y="78119"/>
                </a:cubicBezTo>
                <a:cubicBezTo>
                  <a:pt x="91265" y="71838"/>
                  <a:pt x="94211" y="63704"/>
                  <a:pt x="94211" y="53718"/>
                </a:cubicBezTo>
                <a:cubicBezTo>
                  <a:pt x="94211" y="46852"/>
                  <a:pt x="92806" y="40474"/>
                  <a:pt x="89998" y="34583"/>
                </a:cubicBezTo>
                <a:cubicBezTo>
                  <a:pt x="87189" y="28692"/>
                  <a:pt x="83210" y="24284"/>
                  <a:pt x="78060" y="21358"/>
                </a:cubicBezTo>
                <a:cubicBezTo>
                  <a:pt x="72911" y="18433"/>
                  <a:pt x="67059" y="16970"/>
                  <a:pt x="60506" y="16970"/>
                </a:cubicBezTo>
                <a:cubicBezTo>
                  <a:pt x="56526" y="16970"/>
                  <a:pt x="51416" y="17711"/>
                  <a:pt x="45174" y="19193"/>
                </a:cubicBezTo>
                <a:lnTo>
                  <a:pt x="45174" y="85199"/>
                </a:lnTo>
                <a:close/>
                <a:moveTo>
                  <a:pt x="168809" y="56175"/>
                </a:moveTo>
                <a:lnTo>
                  <a:pt x="168809" y="80284"/>
                </a:lnTo>
                <a:cubicBezTo>
                  <a:pt x="177782" y="64212"/>
                  <a:pt x="186988" y="56175"/>
                  <a:pt x="196429" y="56175"/>
                </a:cubicBezTo>
                <a:cubicBezTo>
                  <a:pt x="200720" y="56175"/>
                  <a:pt x="204270" y="57482"/>
                  <a:pt x="207079" y="60096"/>
                </a:cubicBezTo>
                <a:cubicBezTo>
                  <a:pt x="209888" y="62710"/>
                  <a:pt x="211292" y="65733"/>
                  <a:pt x="211292" y="69166"/>
                </a:cubicBezTo>
                <a:cubicBezTo>
                  <a:pt x="211292" y="72209"/>
                  <a:pt x="210278" y="74783"/>
                  <a:pt x="208249" y="76890"/>
                </a:cubicBezTo>
                <a:cubicBezTo>
                  <a:pt x="206221" y="78997"/>
                  <a:pt x="203802" y="80050"/>
                  <a:pt x="200993" y="80050"/>
                </a:cubicBezTo>
                <a:cubicBezTo>
                  <a:pt x="198262" y="80050"/>
                  <a:pt x="195200" y="78704"/>
                  <a:pt x="191806" y="76012"/>
                </a:cubicBezTo>
                <a:cubicBezTo>
                  <a:pt x="188412" y="73320"/>
                  <a:pt x="185896" y="71975"/>
                  <a:pt x="184258" y="71975"/>
                </a:cubicBezTo>
                <a:cubicBezTo>
                  <a:pt x="182853" y="71975"/>
                  <a:pt x="181332" y="72752"/>
                  <a:pt x="179693" y="74308"/>
                </a:cubicBezTo>
                <a:cubicBezTo>
                  <a:pt x="176182" y="77500"/>
                  <a:pt x="172554" y="82753"/>
                  <a:pt x="168809" y="90067"/>
                </a:cubicBezTo>
                <a:lnTo>
                  <a:pt x="168809" y="141312"/>
                </a:lnTo>
                <a:cubicBezTo>
                  <a:pt x="168809" y="147225"/>
                  <a:pt x="169551" y="151699"/>
                  <a:pt x="171033" y="154734"/>
                </a:cubicBezTo>
                <a:cubicBezTo>
                  <a:pt x="172047" y="156836"/>
                  <a:pt x="173842" y="158588"/>
                  <a:pt x="176416" y="159990"/>
                </a:cubicBezTo>
                <a:cubicBezTo>
                  <a:pt x="178991" y="161389"/>
                  <a:pt x="182697" y="162089"/>
                  <a:pt x="187534" y="162089"/>
                </a:cubicBezTo>
                <a:lnTo>
                  <a:pt x="187534" y="166419"/>
                </a:lnTo>
                <a:lnTo>
                  <a:pt x="132647" y="166419"/>
                </a:lnTo>
                <a:lnTo>
                  <a:pt x="132647" y="162089"/>
                </a:lnTo>
                <a:cubicBezTo>
                  <a:pt x="138108" y="162089"/>
                  <a:pt x="142165" y="161233"/>
                  <a:pt x="144818" y="159522"/>
                </a:cubicBezTo>
                <a:cubicBezTo>
                  <a:pt x="146768" y="158276"/>
                  <a:pt x="148134" y="156290"/>
                  <a:pt x="148914" y="153564"/>
                </a:cubicBezTo>
                <a:cubicBezTo>
                  <a:pt x="149304" y="152240"/>
                  <a:pt x="149499" y="148465"/>
                  <a:pt x="149499" y="142238"/>
                </a:cubicBezTo>
                <a:lnTo>
                  <a:pt x="149499" y="100783"/>
                </a:lnTo>
                <a:cubicBezTo>
                  <a:pt x="149499" y="88326"/>
                  <a:pt x="149246" y="80912"/>
                  <a:pt x="148738" y="78539"/>
                </a:cubicBezTo>
                <a:cubicBezTo>
                  <a:pt x="148231" y="76165"/>
                  <a:pt x="147295" y="74432"/>
                  <a:pt x="145930" y="73342"/>
                </a:cubicBezTo>
                <a:cubicBezTo>
                  <a:pt x="144564" y="72253"/>
                  <a:pt x="142867" y="71708"/>
                  <a:pt x="140839" y="71708"/>
                </a:cubicBezTo>
                <a:cubicBezTo>
                  <a:pt x="138420" y="71708"/>
                  <a:pt x="135689" y="72292"/>
                  <a:pt x="132647" y="73459"/>
                </a:cubicBezTo>
                <a:lnTo>
                  <a:pt x="131476" y="69254"/>
                </a:lnTo>
                <a:lnTo>
                  <a:pt x="163894" y="56175"/>
                </a:lnTo>
                <a:lnTo>
                  <a:pt x="168809" y="56175"/>
                </a:lnTo>
                <a:close/>
                <a:moveTo>
                  <a:pt x="269186" y="56175"/>
                </a:moveTo>
                <a:cubicBezTo>
                  <a:pt x="285414" y="56175"/>
                  <a:pt x="298444" y="62333"/>
                  <a:pt x="308274" y="74648"/>
                </a:cubicBezTo>
                <a:cubicBezTo>
                  <a:pt x="316623" y="85169"/>
                  <a:pt x="320797" y="97250"/>
                  <a:pt x="320797" y="110891"/>
                </a:cubicBezTo>
                <a:cubicBezTo>
                  <a:pt x="320797" y="120478"/>
                  <a:pt x="318495" y="130182"/>
                  <a:pt x="313892" y="140003"/>
                </a:cubicBezTo>
                <a:cubicBezTo>
                  <a:pt x="309289" y="149822"/>
                  <a:pt x="302949" y="157225"/>
                  <a:pt x="294874" y="162214"/>
                </a:cubicBezTo>
                <a:cubicBezTo>
                  <a:pt x="286799" y="167202"/>
                  <a:pt x="277807" y="169696"/>
                  <a:pt x="267898" y="169696"/>
                </a:cubicBezTo>
                <a:cubicBezTo>
                  <a:pt x="251748" y="169696"/>
                  <a:pt x="238913" y="163266"/>
                  <a:pt x="229395" y="150404"/>
                </a:cubicBezTo>
                <a:cubicBezTo>
                  <a:pt x="221359" y="139572"/>
                  <a:pt x="217340" y="127414"/>
                  <a:pt x="217340" y="113931"/>
                </a:cubicBezTo>
                <a:cubicBezTo>
                  <a:pt x="217340" y="104110"/>
                  <a:pt x="219779" y="94347"/>
                  <a:pt x="224655" y="84643"/>
                </a:cubicBezTo>
                <a:cubicBezTo>
                  <a:pt x="229531" y="74939"/>
                  <a:pt x="235949" y="67769"/>
                  <a:pt x="243907" y="63131"/>
                </a:cubicBezTo>
                <a:cubicBezTo>
                  <a:pt x="251865" y="58494"/>
                  <a:pt x="260291" y="56175"/>
                  <a:pt x="269186" y="56175"/>
                </a:cubicBezTo>
                <a:moveTo>
                  <a:pt x="265558" y="63899"/>
                </a:moveTo>
                <a:cubicBezTo>
                  <a:pt x="261423" y="63899"/>
                  <a:pt x="257268" y="65127"/>
                  <a:pt x="253094" y="67582"/>
                </a:cubicBezTo>
                <a:cubicBezTo>
                  <a:pt x="248920" y="70038"/>
                  <a:pt x="245545" y="74343"/>
                  <a:pt x="242970" y="80500"/>
                </a:cubicBezTo>
                <a:cubicBezTo>
                  <a:pt x="240396" y="86656"/>
                  <a:pt x="239108" y="94565"/>
                  <a:pt x="239108" y="104228"/>
                </a:cubicBezTo>
                <a:cubicBezTo>
                  <a:pt x="239108" y="119813"/>
                  <a:pt x="242210" y="133255"/>
                  <a:pt x="248412" y="144556"/>
                </a:cubicBezTo>
                <a:cubicBezTo>
                  <a:pt x="254615" y="155855"/>
                  <a:pt x="262788" y="161504"/>
                  <a:pt x="272931" y="161504"/>
                </a:cubicBezTo>
                <a:cubicBezTo>
                  <a:pt x="280499" y="161504"/>
                  <a:pt x="286740" y="158387"/>
                  <a:pt x="291656" y="152152"/>
                </a:cubicBezTo>
                <a:cubicBezTo>
                  <a:pt x="296571" y="145918"/>
                  <a:pt x="299029" y="135204"/>
                  <a:pt x="299029" y="120009"/>
                </a:cubicBezTo>
                <a:cubicBezTo>
                  <a:pt x="299029" y="100994"/>
                  <a:pt x="294933" y="86031"/>
                  <a:pt x="286740" y="75120"/>
                </a:cubicBezTo>
                <a:cubicBezTo>
                  <a:pt x="281201" y="67640"/>
                  <a:pt x="274140" y="63899"/>
                  <a:pt x="265558" y="63899"/>
                </a:cubicBezTo>
                <a:close/>
                <a:moveTo>
                  <a:pt x="328872" y="69762"/>
                </a:moveTo>
                <a:lnTo>
                  <a:pt x="361875" y="56409"/>
                </a:lnTo>
                <a:lnTo>
                  <a:pt x="366322" y="56409"/>
                </a:lnTo>
                <a:lnTo>
                  <a:pt x="366322" y="81454"/>
                </a:lnTo>
                <a:cubicBezTo>
                  <a:pt x="371862" y="72014"/>
                  <a:pt x="377421" y="65440"/>
                  <a:pt x="382999" y="61734"/>
                </a:cubicBezTo>
                <a:cubicBezTo>
                  <a:pt x="388578" y="58028"/>
                  <a:pt x="394449" y="56175"/>
                  <a:pt x="400613" y="56175"/>
                </a:cubicBezTo>
                <a:cubicBezTo>
                  <a:pt x="411380" y="56175"/>
                  <a:pt x="420352" y="60384"/>
                  <a:pt x="427530" y="68800"/>
                </a:cubicBezTo>
                <a:cubicBezTo>
                  <a:pt x="436347" y="79089"/>
                  <a:pt x="440755" y="92495"/>
                  <a:pt x="440755" y="109019"/>
                </a:cubicBezTo>
                <a:cubicBezTo>
                  <a:pt x="440755" y="127490"/>
                  <a:pt x="435449" y="142767"/>
                  <a:pt x="424838" y="154848"/>
                </a:cubicBezTo>
                <a:cubicBezTo>
                  <a:pt x="416100" y="164747"/>
                  <a:pt x="405099" y="169696"/>
                  <a:pt x="391835" y="169696"/>
                </a:cubicBezTo>
                <a:cubicBezTo>
                  <a:pt x="386062" y="169696"/>
                  <a:pt x="381068" y="168877"/>
                  <a:pt x="376855" y="167239"/>
                </a:cubicBezTo>
                <a:cubicBezTo>
                  <a:pt x="373734" y="166068"/>
                  <a:pt x="370223" y="163728"/>
                  <a:pt x="366322" y="160217"/>
                </a:cubicBezTo>
                <a:lnTo>
                  <a:pt x="366322" y="192869"/>
                </a:lnTo>
                <a:cubicBezTo>
                  <a:pt x="366322" y="200203"/>
                  <a:pt x="366771" y="204864"/>
                  <a:pt x="367668" y="206854"/>
                </a:cubicBezTo>
                <a:cubicBezTo>
                  <a:pt x="368566" y="208843"/>
                  <a:pt x="370126" y="210423"/>
                  <a:pt x="372350" y="211594"/>
                </a:cubicBezTo>
                <a:cubicBezTo>
                  <a:pt x="374573" y="212764"/>
                  <a:pt x="378611" y="213349"/>
                  <a:pt x="384462" y="213349"/>
                </a:cubicBezTo>
                <a:lnTo>
                  <a:pt x="384462" y="217679"/>
                </a:lnTo>
                <a:lnTo>
                  <a:pt x="328287" y="217679"/>
                </a:lnTo>
                <a:lnTo>
                  <a:pt x="328287" y="213349"/>
                </a:lnTo>
                <a:lnTo>
                  <a:pt x="331213" y="213349"/>
                </a:lnTo>
                <a:cubicBezTo>
                  <a:pt x="335504" y="213427"/>
                  <a:pt x="339171" y="212607"/>
                  <a:pt x="342214" y="210888"/>
                </a:cubicBezTo>
                <a:cubicBezTo>
                  <a:pt x="343696" y="210030"/>
                  <a:pt x="344847" y="208644"/>
                  <a:pt x="345666" y="206730"/>
                </a:cubicBezTo>
                <a:cubicBezTo>
                  <a:pt x="346485" y="204818"/>
                  <a:pt x="346895" y="199959"/>
                  <a:pt x="346895" y="192152"/>
                </a:cubicBezTo>
                <a:lnTo>
                  <a:pt x="346895" y="90725"/>
                </a:lnTo>
                <a:cubicBezTo>
                  <a:pt x="346895" y="83777"/>
                  <a:pt x="346583" y="79366"/>
                  <a:pt x="345959" y="77493"/>
                </a:cubicBezTo>
                <a:cubicBezTo>
                  <a:pt x="345335" y="75618"/>
                  <a:pt x="344340" y="74213"/>
                  <a:pt x="342975" y="73277"/>
                </a:cubicBezTo>
                <a:cubicBezTo>
                  <a:pt x="341609" y="72338"/>
                  <a:pt x="339756" y="71869"/>
                  <a:pt x="337416" y="71869"/>
                </a:cubicBezTo>
                <a:cubicBezTo>
                  <a:pt x="335543" y="71869"/>
                  <a:pt x="333163" y="72415"/>
                  <a:pt x="330277" y="73507"/>
                </a:cubicBezTo>
                <a:lnTo>
                  <a:pt x="328872" y="69762"/>
                </a:lnTo>
                <a:moveTo>
                  <a:pt x="366322" y="88571"/>
                </a:moveTo>
                <a:lnTo>
                  <a:pt x="366322" y="128545"/>
                </a:lnTo>
                <a:cubicBezTo>
                  <a:pt x="366322" y="137196"/>
                  <a:pt x="366674" y="142884"/>
                  <a:pt x="367376" y="145610"/>
                </a:cubicBezTo>
                <a:cubicBezTo>
                  <a:pt x="368468" y="150130"/>
                  <a:pt x="371140" y="154104"/>
                  <a:pt x="375392" y="157532"/>
                </a:cubicBezTo>
                <a:cubicBezTo>
                  <a:pt x="379645" y="160960"/>
                  <a:pt x="385009" y="162674"/>
                  <a:pt x="391484" y="162674"/>
                </a:cubicBezTo>
                <a:cubicBezTo>
                  <a:pt x="399286" y="162674"/>
                  <a:pt x="405606" y="159635"/>
                  <a:pt x="410443" y="153557"/>
                </a:cubicBezTo>
                <a:cubicBezTo>
                  <a:pt x="416763" y="145611"/>
                  <a:pt x="419923" y="134429"/>
                  <a:pt x="419923" y="120013"/>
                </a:cubicBezTo>
                <a:cubicBezTo>
                  <a:pt x="419923" y="103650"/>
                  <a:pt x="416334" y="91067"/>
                  <a:pt x="409156" y="82262"/>
                </a:cubicBezTo>
                <a:cubicBezTo>
                  <a:pt x="404163" y="76184"/>
                  <a:pt x="398233" y="73145"/>
                  <a:pt x="391367" y="73145"/>
                </a:cubicBezTo>
                <a:cubicBezTo>
                  <a:pt x="387622" y="73145"/>
                  <a:pt x="383916" y="74080"/>
                  <a:pt x="380249" y="75950"/>
                </a:cubicBezTo>
                <a:cubicBezTo>
                  <a:pt x="377440" y="77352"/>
                  <a:pt x="372798" y="81559"/>
                  <a:pt x="366322" y="88571"/>
                </a:cubicBezTo>
                <a:close/>
                <a:moveTo>
                  <a:pt x="474460" y="99711"/>
                </a:moveTo>
                <a:cubicBezTo>
                  <a:pt x="474382" y="115591"/>
                  <a:pt x="478244" y="128046"/>
                  <a:pt x="486046" y="137077"/>
                </a:cubicBezTo>
                <a:cubicBezTo>
                  <a:pt x="493848" y="146106"/>
                  <a:pt x="503016" y="150620"/>
                  <a:pt x="513549" y="150620"/>
                </a:cubicBezTo>
                <a:cubicBezTo>
                  <a:pt x="520570" y="150620"/>
                  <a:pt x="526676" y="148689"/>
                  <a:pt x="531864" y="144827"/>
                </a:cubicBezTo>
                <a:cubicBezTo>
                  <a:pt x="537052" y="140965"/>
                  <a:pt x="541402" y="134353"/>
                  <a:pt x="544913" y="124990"/>
                </a:cubicBezTo>
                <a:lnTo>
                  <a:pt x="548541" y="127331"/>
                </a:lnTo>
                <a:cubicBezTo>
                  <a:pt x="546903" y="138020"/>
                  <a:pt x="542143" y="147753"/>
                  <a:pt x="534263" y="156530"/>
                </a:cubicBezTo>
                <a:cubicBezTo>
                  <a:pt x="526383" y="165308"/>
                  <a:pt x="516513" y="169696"/>
                  <a:pt x="504654" y="169696"/>
                </a:cubicBezTo>
                <a:cubicBezTo>
                  <a:pt x="491781" y="169696"/>
                  <a:pt x="480760" y="164694"/>
                  <a:pt x="471593" y="154691"/>
                </a:cubicBezTo>
                <a:cubicBezTo>
                  <a:pt x="462425" y="144684"/>
                  <a:pt x="457841" y="131233"/>
                  <a:pt x="457841" y="114337"/>
                </a:cubicBezTo>
                <a:cubicBezTo>
                  <a:pt x="457841" y="96041"/>
                  <a:pt x="462542" y="81774"/>
                  <a:pt x="471944" y="71536"/>
                </a:cubicBezTo>
                <a:cubicBezTo>
                  <a:pt x="481345" y="61295"/>
                  <a:pt x="493146" y="56175"/>
                  <a:pt x="507346" y="56175"/>
                </a:cubicBezTo>
                <a:cubicBezTo>
                  <a:pt x="519361" y="56175"/>
                  <a:pt x="529231" y="60125"/>
                  <a:pt x="536955" y="68025"/>
                </a:cubicBezTo>
                <a:cubicBezTo>
                  <a:pt x="544679" y="75922"/>
                  <a:pt x="548541" y="86484"/>
                  <a:pt x="548541" y="99711"/>
                </a:cubicBezTo>
                <a:lnTo>
                  <a:pt x="474460" y="99711"/>
                </a:lnTo>
                <a:moveTo>
                  <a:pt x="474460" y="92923"/>
                </a:moveTo>
                <a:lnTo>
                  <a:pt x="524081" y="92923"/>
                </a:lnTo>
                <a:cubicBezTo>
                  <a:pt x="523691" y="86057"/>
                  <a:pt x="522872" y="81220"/>
                  <a:pt x="521624" y="78411"/>
                </a:cubicBezTo>
                <a:cubicBezTo>
                  <a:pt x="519673" y="74042"/>
                  <a:pt x="516767" y="70609"/>
                  <a:pt x="512905" y="68113"/>
                </a:cubicBezTo>
                <a:cubicBezTo>
                  <a:pt x="509043" y="65616"/>
                  <a:pt x="505005" y="64368"/>
                  <a:pt x="500792" y="64368"/>
                </a:cubicBezTo>
                <a:cubicBezTo>
                  <a:pt x="494316" y="64368"/>
                  <a:pt x="488523" y="66884"/>
                  <a:pt x="483413" y="71916"/>
                </a:cubicBezTo>
                <a:cubicBezTo>
                  <a:pt x="478302" y="76948"/>
                  <a:pt x="475318" y="83951"/>
                  <a:pt x="474460" y="92923"/>
                </a:cubicBezTo>
                <a:close/>
                <a:moveTo>
                  <a:pt x="593549" y="56175"/>
                </a:moveTo>
                <a:lnTo>
                  <a:pt x="593549" y="80284"/>
                </a:lnTo>
                <a:cubicBezTo>
                  <a:pt x="602521" y="64212"/>
                  <a:pt x="611728" y="56175"/>
                  <a:pt x="621168" y="56175"/>
                </a:cubicBezTo>
                <a:cubicBezTo>
                  <a:pt x="625459" y="56175"/>
                  <a:pt x="629009" y="57482"/>
                  <a:pt x="631818" y="60096"/>
                </a:cubicBezTo>
                <a:cubicBezTo>
                  <a:pt x="634627" y="62710"/>
                  <a:pt x="636031" y="65733"/>
                  <a:pt x="636031" y="69166"/>
                </a:cubicBezTo>
                <a:cubicBezTo>
                  <a:pt x="636031" y="72209"/>
                  <a:pt x="635017" y="74783"/>
                  <a:pt x="632989" y="76890"/>
                </a:cubicBezTo>
                <a:cubicBezTo>
                  <a:pt x="630960" y="78997"/>
                  <a:pt x="628541" y="80050"/>
                  <a:pt x="625733" y="80050"/>
                </a:cubicBezTo>
                <a:cubicBezTo>
                  <a:pt x="623002" y="80050"/>
                  <a:pt x="619939" y="78704"/>
                  <a:pt x="616546" y="76012"/>
                </a:cubicBezTo>
                <a:cubicBezTo>
                  <a:pt x="613152" y="73320"/>
                  <a:pt x="610635" y="71975"/>
                  <a:pt x="608997" y="71975"/>
                </a:cubicBezTo>
                <a:cubicBezTo>
                  <a:pt x="607593" y="71975"/>
                  <a:pt x="606071" y="72752"/>
                  <a:pt x="604433" y="74308"/>
                </a:cubicBezTo>
                <a:cubicBezTo>
                  <a:pt x="600922" y="77500"/>
                  <a:pt x="597294" y="82753"/>
                  <a:pt x="593549" y="90067"/>
                </a:cubicBezTo>
                <a:lnTo>
                  <a:pt x="593549" y="141312"/>
                </a:lnTo>
                <a:cubicBezTo>
                  <a:pt x="593549" y="147225"/>
                  <a:pt x="594290" y="151699"/>
                  <a:pt x="595772" y="154734"/>
                </a:cubicBezTo>
                <a:cubicBezTo>
                  <a:pt x="596787" y="156836"/>
                  <a:pt x="598581" y="158588"/>
                  <a:pt x="601156" y="159990"/>
                </a:cubicBezTo>
                <a:cubicBezTo>
                  <a:pt x="603731" y="161389"/>
                  <a:pt x="607437" y="162089"/>
                  <a:pt x="612274" y="162089"/>
                </a:cubicBezTo>
                <a:lnTo>
                  <a:pt x="612274" y="166419"/>
                </a:lnTo>
                <a:lnTo>
                  <a:pt x="557386" y="166419"/>
                </a:lnTo>
                <a:lnTo>
                  <a:pt x="557386" y="162089"/>
                </a:lnTo>
                <a:cubicBezTo>
                  <a:pt x="562847" y="162089"/>
                  <a:pt x="566904" y="161233"/>
                  <a:pt x="569557" y="159522"/>
                </a:cubicBezTo>
                <a:cubicBezTo>
                  <a:pt x="571508" y="158276"/>
                  <a:pt x="572873" y="156290"/>
                  <a:pt x="573653" y="153564"/>
                </a:cubicBezTo>
                <a:cubicBezTo>
                  <a:pt x="574043" y="152240"/>
                  <a:pt x="574238" y="148465"/>
                  <a:pt x="574238" y="142238"/>
                </a:cubicBezTo>
                <a:lnTo>
                  <a:pt x="574238" y="100783"/>
                </a:lnTo>
                <a:cubicBezTo>
                  <a:pt x="574238" y="88326"/>
                  <a:pt x="573985" y="80912"/>
                  <a:pt x="573478" y="78539"/>
                </a:cubicBezTo>
                <a:cubicBezTo>
                  <a:pt x="572971" y="76165"/>
                  <a:pt x="572034" y="74432"/>
                  <a:pt x="570669" y="73342"/>
                </a:cubicBezTo>
                <a:cubicBezTo>
                  <a:pt x="569304" y="72253"/>
                  <a:pt x="567607" y="71708"/>
                  <a:pt x="565578" y="71708"/>
                </a:cubicBezTo>
                <a:cubicBezTo>
                  <a:pt x="563159" y="71708"/>
                  <a:pt x="560429" y="72292"/>
                  <a:pt x="557386" y="73459"/>
                </a:cubicBezTo>
                <a:lnTo>
                  <a:pt x="556216" y="69254"/>
                </a:lnTo>
                <a:lnTo>
                  <a:pt x="588633" y="56175"/>
                </a:lnTo>
                <a:lnTo>
                  <a:pt x="593549" y="56175"/>
                </a:lnTo>
                <a:close/>
                <a:moveTo>
                  <a:pt x="672626" y="23875"/>
                </a:moveTo>
                <a:lnTo>
                  <a:pt x="672626" y="59218"/>
                </a:lnTo>
                <a:lnTo>
                  <a:pt x="697671" y="59218"/>
                </a:lnTo>
                <a:lnTo>
                  <a:pt x="697671" y="67410"/>
                </a:lnTo>
                <a:lnTo>
                  <a:pt x="672626" y="67410"/>
                </a:lnTo>
                <a:lnTo>
                  <a:pt x="672626" y="136832"/>
                </a:lnTo>
                <a:cubicBezTo>
                  <a:pt x="672626" y="143769"/>
                  <a:pt x="673621" y="148445"/>
                  <a:pt x="675610" y="150861"/>
                </a:cubicBezTo>
                <a:cubicBezTo>
                  <a:pt x="677600" y="153275"/>
                  <a:pt x="680155" y="154482"/>
                  <a:pt x="683276" y="154482"/>
                </a:cubicBezTo>
                <a:cubicBezTo>
                  <a:pt x="685850" y="154482"/>
                  <a:pt x="688347" y="153682"/>
                  <a:pt x="690766" y="152083"/>
                </a:cubicBezTo>
                <a:cubicBezTo>
                  <a:pt x="693184" y="150484"/>
                  <a:pt x="695057" y="148123"/>
                  <a:pt x="696383" y="145003"/>
                </a:cubicBezTo>
                <a:lnTo>
                  <a:pt x="700947" y="145003"/>
                </a:lnTo>
                <a:cubicBezTo>
                  <a:pt x="698217" y="152671"/>
                  <a:pt x="694355" y="158470"/>
                  <a:pt x="689361" y="162400"/>
                </a:cubicBezTo>
                <a:cubicBezTo>
                  <a:pt x="684368" y="166328"/>
                  <a:pt x="679219" y="168292"/>
                  <a:pt x="673913" y="168292"/>
                </a:cubicBezTo>
                <a:cubicBezTo>
                  <a:pt x="670324" y="168292"/>
                  <a:pt x="666813" y="167296"/>
                  <a:pt x="663380" y="165304"/>
                </a:cubicBezTo>
                <a:cubicBezTo>
                  <a:pt x="659947" y="163312"/>
                  <a:pt x="657412" y="160462"/>
                  <a:pt x="655773" y="156753"/>
                </a:cubicBezTo>
                <a:cubicBezTo>
                  <a:pt x="654135" y="153042"/>
                  <a:pt x="653315" y="147320"/>
                  <a:pt x="653315" y="139586"/>
                </a:cubicBezTo>
                <a:lnTo>
                  <a:pt x="653315" y="67410"/>
                </a:lnTo>
                <a:lnTo>
                  <a:pt x="636346" y="67410"/>
                </a:lnTo>
                <a:lnTo>
                  <a:pt x="636346" y="63548"/>
                </a:lnTo>
                <a:cubicBezTo>
                  <a:pt x="640637" y="61827"/>
                  <a:pt x="645026" y="58912"/>
                  <a:pt x="649512" y="54804"/>
                </a:cubicBezTo>
                <a:cubicBezTo>
                  <a:pt x="653998" y="50696"/>
                  <a:pt x="657997" y="45824"/>
                  <a:pt x="661508" y="40189"/>
                </a:cubicBezTo>
                <a:cubicBezTo>
                  <a:pt x="663302" y="37217"/>
                  <a:pt x="665799" y="31779"/>
                  <a:pt x="668998" y="23875"/>
                </a:cubicBezTo>
                <a:lnTo>
                  <a:pt x="672626" y="23875"/>
                </a:lnTo>
                <a:close/>
                <a:moveTo>
                  <a:pt x="735730" y="0"/>
                </a:moveTo>
                <a:cubicBezTo>
                  <a:pt x="739007" y="0"/>
                  <a:pt x="741797" y="1157"/>
                  <a:pt x="744098" y="3471"/>
                </a:cubicBezTo>
                <a:cubicBezTo>
                  <a:pt x="746400" y="5782"/>
                  <a:pt x="747551" y="8585"/>
                  <a:pt x="747551" y="11879"/>
                </a:cubicBezTo>
                <a:cubicBezTo>
                  <a:pt x="747551" y="15173"/>
                  <a:pt x="746400" y="17996"/>
                  <a:pt x="744098" y="20349"/>
                </a:cubicBezTo>
                <a:cubicBezTo>
                  <a:pt x="741797" y="22699"/>
                  <a:pt x="739007" y="23875"/>
                  <a:pt x="735730" y="23875"/>
                </a:cubicBezTo>
                <a:cubicBezTo>
                  <a:pt x="732453" y="23875"/>
                  <a:pt x="729645" y="22699"/>
                  <a:pt x="727304" y="20349"/>
                </a:cubicBezTo>
                <a:cubicBezTo>
                  <a:pt x="724963" y="17996"/>
                  <a:pt x="723793" y="15173"/>
                  <a:pt x="723793" y="11879"/>
                </a:cubicBezTo>
                <a:cubicBezTo>
                  <a:pt x="723793" y="8585"/>
                  <a:pt x="724944" y="5782"/>
                  <a:pt x="727246" y="3471"/>
                </a:cubicBezTo>
                <a:cubicBezTo>
                  <a:pt x="729547" y="1157"/>
                  <a:pt x="732375" y="0"/>
                  <a:pt x="735730" y="0"/>
                </a:cubicBezTo>
                <a:moveTo>
                  <a:pt x="745444" y="56175"/>
                </a:moveTo>
                <a:lnTo>
                  <a:pt x="745444" y="142121"/>
                </a:lnTo>
                <a:cubicBezTo>
                  <a:pt x="745444" y="148816"/>
                  <a:pt x="745932" y="153273"/>
                  <a:pt x="746907" y="155492"/>
                </a:cubicBezTo>
                <a:cubicBezTo>
                  <a:pt x="747882" y="157710"/>
                  <a:pt x="749326" y="159365"/>
                  <a:pt x="751237" y="160454"/>
                </a:cubicBezTo>
                <a:cubicBezTo>
                  <a:pt x="753149" y="161544"/>
                  <a:pt x="756640" y="162089"/>
                  <a:pt x="761711" y="162089"/>
                </a:cubicBezTo>
                <a:lnTo>
                  <a:pt x="761711" y="166419"/>
                </a:lnTo>
                <a:lnTo>
                  <a:pt x="709632" y="166419"/>
                </a:lnTo>
                <a:lnTo>
                  <a:pt x="709632" y="162089"/>
                </a:lnTo>
                <a:cubicBezTo>
                  <a:pt x="714860" y="162089"/>
                  <a:pt x="718371" y="161583"/>
                  <a:pt x="720165" y="160571"/>
                </a:cubicBezTo>
                <a:cubicBezTo>
                  <a:pt x="721960" y="159560"/>
                  <a:pt x="723383" y="157886"/>
                  <a:pt x="724437" y="155550"/>
                </a:cubicBezTo>
                <a:cubicBezTo>
                  <a:pt x="725490" y="153214"/>
                  <a:pt x="726017" y="148738"/>
                  <a:pt x="726017" y="142121"/>
                </a:cubicBezTo>
                <a:lnTo>
                  <a:pt x="726017" y="100900"/>
                </a:lnTo>
                <a:cubicBezTo>
                  <a:pt x="726017" y="89299"/>
                  <a:pt x="725666" y="81787"/>
                  <a:pt x="724963" y="78364"/>
                </a:cubicBezTo>
                <a:cubicBezTo>
                  <a:pt x="724417" y="75872"/>
                  <a:pt x="723559" y="74140"/>
                  <a:pt x="722389" y="73167"/>
                </a:cubicBezTo>
                <a:cubicBezTo>
                  <a:pt x="721218" y="72194"/>
                  <a:pt x="719619" y="71708"/>
                  <a:pt x="717590" y="71708"/>
                </a:cubicBezTo>
                <a:cubicBezTo>
                  <a:pt x="715406" y="71708"/>
                  <a:pt x="712753" y="72292"/>
                  <a:pt x="709632" y="73459"/>
                </a:cubicBezTo>
                <a:lnTo>
                  <a:pt x="707994" y="69254"/>
                </a:lnTo>
                <a:lnTo>
                  <a:pt x="740295" y="56175"/>
                </a:lnTo>
                <a:lnTo>
                  <a:pt x="745444" y="56175"/>
                </a:lnTo>
                <a:close/>
                <a:moveTo>
                  <a:pt x="793451" y="99711"/>
                </a:moveTo>
                <a:cubicBezTo>
                  <a:pt x="793373" y="115591"/>
                  <a:pt x="797235" y="128046"/>
                  <a:pt x="805037" y="137077"/>
                </a:cubicBezTo>
                <a:cubicBezTo>
                  <a:pt x="812839" y="146106"/>
                  <a:pt x="822007" y="150620"/>
                  <a:pt x="832540" y="150620"/>
                </a:cubicBezTo>
                <a:cubicBezTo>
                  <a:pt x="839562" y="150620"/>
                  <a:pt x="845667" y="148689"/>
                  <a:pt x="850855" y="144827"/>
                </a:cubicBezTo>
                <a:cubicBezTo>
                  <a:pt x="856044" y="140965"/>
                  <a:pt x="860393" y="134353"/>
                  <a:pt x="863904" y="124990"/>
                </a:cubicBezTo>
                <a:lnTo>
                  <a:pt x="867532" y="127331"/>
                </a:lnTo>
                <a:cubicBezTo>
                  <a:pt x="865894" y="138020"/>
                  <a:pt x="861135" y="147753"/>
                  <a:pt x="853255" y="156530"/>
                </a:cubicBezTo>
                <a:cubicBezTo>
                  <a:pt x="845374" y="165308"/>
                  <a:pt x="835505" y="169696"/>
                  <a:pt x="823645" y="169696"/>
                </a:cubicBezTo>
                <a:cubicBezTo>
                  <a:pt x="810772" y="169696"/>
                  <a:pt x="799751" y="164694"/>
                  <a:pt x="790584" y="154691"/>
                </a:cubicBezTo>
                <a:cubicBezTo>
                  <a:pt x="781416" y="144684"/>
                  <a:pt x="776833" y="131233"/>
                  <a:pt x="776833" y="114337"/>
                </a:cubicBezTo>
                <a:cubicBezTo>
                  <a:pt x="776833" y="96041"/>
                  <a:pt x="781533" y="81774"/>
                  <a:pt x="790935" y="71536"/>
                </a:cubicBezTo>
                <a:cubicBezTo>
                  <a:pt x="800337" y="61295"/>
                  <a:pt x="812137" y="56175"/>
                  <a:pt x="826337" y="56175"/>
                </a:cubicBezTo>
                <a:cubicBezTo>
                  <a:pt x="838352" y="56175"/>
                  <a:pt x="848222" y="60125"/>
                  <a:pt x="855946" y="68025"/>
                </a:cubicBezTo>
                <a:cubicBezTo>
                  <a:pt x="863670" y="75922"/>
                  <a:pt x="867532" y="86484"/>
                  <a:pt x="867532" y="99711"/>
                </a:cubicBezTo>
                <a:lnTo>
                  <a:pt x="793451" y="99711"/>
                </a:lnTo>
                <a:moveTo>
                  <a:pt x="793451" y="92923"/>
                </a:moveTo>
                <a:lnTo>
                  <a:pt x="843073" y="92923"/>
                </a:lnTo>
                <a:cubicBezTo>
                  <a:pt x="842683" y="86057"/>
                  <a:pt x="841863" y="81220"/>
                  <a:pt x="840615" y="78411"/>
                </a:cubicBezTo>
                <a:cubicBezTo>
                  <a:pt x="838665" y="74042"/>
                  <a:pt x="835758" y="70609"/>
                  <a:pt x="831896" y="68113"/>
                </a:cubicBezTo>
                <a:cubicBezTo>
                  <a:pt x="828034" y="65616"/>
                  <a:pt x="823997" y="64368"/>
                  <a:pt x="819783" y="64368"/>
                </a:cubicBezTo>
                <a:cubicBezTo>
                  <a:pt x="813308" y="64368"/>
                  <a:pt x="807515" y="66884"/>
                  <a:pt x="802404" y="71916"/>
                </a:cubicBezTo>
                <a:cubicBezTo>
                  <a:pt x="797294" y="76948"/>
                  <a:pt x="794309" y="83951"/>
                  <a:pt x="793451" y="92923"/>
                </a:cubicBezTo>
                <a:close/>
                <a:moveTo>
                  <a:pt x="950459" y="56175"/>
                </a:moveTo>
                <a:lnTo>
                  <a:pt x="950459" y="92455"/>
                </a:lnTo>
                <a:lnTo>
                  <a:pt x="946597" y="92455"/>
                </a:lnTo>
                <a:cubicBezTo>
                  <a:pt x="943632" y="81076"/>
                  <a:pt x="939828" y="73336"/>
                  <a:pt x="935186" y="69235"/>
                </a:cubicBezTo>
                <a:cubicBezTo>
                  <a:pt x="930544" y="65132"/>
                  <a:pt x="924634" y="63080"/>
                  <a:pt x="917456" y="63080"/>
                </a:cubicBezTo>
                <a:cubicBezTo>
                  <a:pt x="911994" y="63080"/>
                  <a:pt x="907586" y="64522"/>
                  <a:pt x="904231" y="67407"/>
                </a:cubicBezTo>
                <a:cubicBezTo>
                  <a:pt x="900876" y="70289"/>
                  <a:pt x="899199" y="73484"/>
                  <a:pt x="899199" y="76992"/>
                </a:cubicBezTo>
                <a:cubicBezTo>
                  <a:pt x="899199" y="81357"/>
                  <a:pt x="900447" y="85097"/>
                  <a:pt x="902944" y="88213"/>
                </a:cubicBezTo>
                <a:cubicBezTo>
                  <a:pt x="905362" y="91409"/>
                  <a:pt x="910278" y="94800"/>
                  <a:pt x="917690" y="98384"/>
                </a:cubicBezTo>
                <a:lnTo>
                  <a:pt x="934776" y="106686"/>
                </a:lnTo>
                <a:cubicBezTo>
                  <a:pt x="950615" y="114400"/>
                  <a:pt x="958534" y="124571"/>
                  <a:pt x="958534" y="137198"/>
                </a:cubicBezTo>
                <a:cubicBezTo>
                  <a:pt x="958534" y="146938"/>
                  <a:pt x="954847" y="154791"/>
                  <a:pt x="947474" y="160754"/>
                </a:cubicBezTo>
                <a:cubicBezTo>
                  <a:pt x="940101" y="166716"/>
                  <a:pt x="931851" y="169696"/>
                  <a:pt x="922722" y="169696"/>
                </a:cubicBezTo>
                <a:cubicBezTo>
                  <a:pt x="916168" y="169696"/>
                  <a:pt x="908678" y="168526"/>
                  <a:pt x="900252" y="166185"/>
                </a:cubicBezTo>
                <a:cubicBezTo>
                  <a:pt x="897677" y="165405"/>
                  <a:pt x="895571" y="165015"/>
                  <a:pt x="893932" y="165015"/>
                </a:cubicBezTo>
                <a:cubicBezTo>
                  <a:pt x="892138" y="165015"/>
                  <a:pt x="890733" y="166029"/>
                  <a:pt x="889719" y="168058"/>
                </a:cubicBezTo>
                <a:lnTo>
                  <a:pt x="885857" y="168058"/>
                </a:lnTo>
                <a:lnTo>
                  <a:pt x="885857" y="129671"/>
                </a:lnTo>
                <a:lnTo>
                  <a:pt x="889719" y="129671"/>
                </a:lnTo>
                <a:cubicBezTo>
                  <a:pt x="891904" y="140633"/>
                  <a:pt x="896078" y="148894"/>
                  <a:pt x="902242" y="154453"/>
                </a:cubicBezTo>
                <a:cubicBezTo>
                  <a:pt x="908405" y="160012"/>
                  <a:pt x="915310" y="162791"/>
                  <a:pt x="922956" y="162791"/>
                </a:cubicBezTo>
                <a:cubicBezTo>
                  <a:pt x="928340" y="162791"/>
                  <a:pt x="932728" y="161214"/>
                  <a:pt x="936122" y="158059"/>
                </a:cubicBezTo>
                <a:cubicBezTo>
                  <a:pt x="939516" y="154901"/>
                  <a:pt x="941213" y="151102"/>
                  <a:pt x="941213" y="146659"/>
                </a:cubicBezTo>
                <a:cubicBezTo>
                  <a:pt x="941213" y="141281"/>
                  <a:pt x="939321" y="136760"/>
                  <a:pt x="935537" y="133098"/>
                </a:cubicBezTo>
                <a:cubicBezTo>
                  <a:pt x="931753" y="129436"/>
                  <a:pt x="924205" y="124800"/>
                  <a:pt x="912891" y="119190"/>
                </a:cubicBezTo>
                <a:cubicBezTo>
                  <a:pt x="901578" y="113577"/>
                  <a:pt x="894166" y="108511"/>
                  <a:pt x="890655" y="103990"/>
                </a:cubicBezTo>
                <a:cubicBezTo>
                  <a:pt x="887144" y="99548"/>
                  <a:pt x="885389" y="93936"/>
                  <a:pt x="885389" y="87156"/>
                </a:cubicBezTo>
                <a:cubicBezTo>
                  <a:pt x="885389" y="78349"/>
                  <a:pt x="888412" y="70985"/>
                  <a:pt x="894459" y="65062"/>
                </a:cubicBezTo>
                <a:cubicBezTo>
                  <a:pt x="900506" y="59138"/>
                  <a:pt x="908327" y="56175"/>
                  <a:pt x="917924" y="56175"/>
                </a:cubicBezTo>
                <a:cubicBezTo>
                  <a:pt x="922137" y="56175"/>
                  <a:pt x="927247" y="57073"/>
                  <a:pt x="933255" y="58867"/>
                </a:cubicBezTo>
                <a:cubicBezTo>
                  <a:pt x="937234" y="60037"/>
                  <a:pt x="939887" y="60623"/>
                  <a:pt x="941213" y="60623"/>
                </a:cubicBezTo>
                <a:cubicBezTo>
                  <a:pt x="942462" y="60623"/>
                  <a:pt x="943437" y="60349"/>
                  <a:pt x="944139" y="59803"/>
                </a:cubicBezTo>
                <a:cubicBezTo>
                  <a:pt x="944841" y="59257"/>
                  <a:pt x="945660" y="58048"/>
                  <a:pt x="946597" y="56175"/>
                </a:cubicBezTo>
                <a:lnTo>
                  <a:pt x="950459" y="561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A33FAC-3C98-4CB4-A742-9AA52D6E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628" y="3057187"/>
            <a:ext cx="2155659" cy="738071"/>
          </a:xfrm>
          <a:custGeom xmlns:a="http://schemas.openxmlformats.org/drawingml/2006/main">
            <a:pathLst>
              <a:path w="2155659" h="738071">
                <a:moveTo>
                  <a:pt x="0" y="123014"/>
                </a:moveTo>
                <a:cubicBezTo>
                  <a:pt x="0" y="55075"/>
                  <a:pt x="55076" y="0"/>
                  <a:pt x="123014" y="0"/>
                </a:cubicBezTo>
                <a:lnTo>
                  <a:pt x="2032645" y="0"/>
                </a:lnTo>
                <a:cubicBezTo>
                  <a:pt x="2100583" y="0"/>
                  <a:pt x="2155659" y="55075"/>
                  <a:pt x="2155659" y="123014"/>
                </a:cubicBezTo>
                <a:lnTo>
                  <a:pt x="2155659" y="615056"/>
                </a:lnTo>
                <a:cubicBezTo>
                  <a:pt x="2155659" y="682995"/>
                  <a:pt x="2100583" y="738071"/>
                  <a:pt x="2032645" y="738071"/>
                </a:cubicBezTo>
                <a:lnTo>
                  <a:pt x="123014" y="738071"/>
                </a:lnTo>
                <a:cubicBezTo>
                  <a:pt x="55076" y="738071"/>
                  <a:pt x="0" y="682995"/>
                  <a:pt x="0" y="615056"/>
                </a:cubicBezTo>
                <a:lnTo>
                  <a:pt x="0" y="123014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407F2F-4EFA-4CB0-A6E3-C9FB9A19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629" y="3057187"/>
            <a:ext cx="2155658" cy="738071"/>
          </a:xfrm>
          <a:custGeom xmlns:a="http://schemas.openxmlformats.org/drawingml/2006/main">
            <a:pathLst>
              <a:path w="2155658" h="738071" fill="none">
                <a:moveTo>
                  <a:pt x="0" y="123015"/>
                </a:moveTo>
                <a:cubicBezTo>
                  <a:pt x="0" y="55075"/>
                  <a:pt x="55075" y="0"/>
                  <a:pt x="123014" y="0"/>
                </a:cubicBezTo>
                <a:lnTo>
                  <a:pt x="2032644" y="0"/>
                </a:lnTo>
                <a:cubicBezTo>
                  <a:pt x="2100583" y="0"/>
                  <a:pt x="2155658" y="55075"/>
                  <a:pt x="2155658" y="123015"/>
                </a:cubicBezTo>
                <a:lnTo>
                  <a:pt x="2155658" y="615056"/>
                </a:lnTo>
                <a:cubicBezTo>
                  <a:pt x="2155658" y="682995"/>
                  <a:pt x="2100583" y="738071"/>
                  <a:pt x="2032644" y="738071"/>
                </a:cubicBezTo>
                <a:lnTo>
                  <a:pt x="123014" y="738071"/>
                </a:lnTo>
                <a:cubicBezTo>
                  <a:pt x="55075" y="738071"/>
                  <a:pt x="0" y="682995"/>
                  <a:pt x="0" y="615056"/>
                </a:cubicBezTo>
                <a:lnTo>
                  <a:pt x="0" y="12301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099" cap="flat">
            <a:solidFill>
              <a:srgbClr val="000000"/>
            </a:solidFill>
            <a:miter/>
          </a:ln>
        </p:spPr>
      </p:sp>
      <p:sp>
        <p:nvSpPr>
          <p:cNvPr id="88" name="Text TheRankedTop-K">
            <a:extLst xmlns:a="http://schemas.openxmlformats.org/drawingml/2006/main">
              <a:ext uri="{FF2B5EF4-FFF2-40B4-BE49-F238E27FC236}">
                <a16:creationId xmlns:a16="http://schemas.microsoft.com/office/drawing/2014/main" id="{48E92FE8-22D5-49AF-AB6B-880BD4E5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689" y="3196954"/>
            <a:ext cx="1835160" cy="217679"/>
          </a:xfrm>
          <a:custGeom xmlns:a="http://schemas.openxmlformats.org/drawingml/2006/main">
            <a:pathLst>
              <a:path w="1835160" h="217679">
                <a:moveTo>
                  <a:pt x="131427" y="7724"/>
                </a:moveTo>
                <a:lnTo>
                  <a:pt x="133182" y="44940"/>
                </a:lnTo>
                <a:lnTo>
                  <a:pt x="128735" y="44940"/>
                </a:lnTo>
                <a:cubicBezTo>
                  <a:pt x="127877" y="38386"/>
                  <a:pt x="126707" y="33705"/>
                  <a:pt x="125224" y="30896"/>
                </a:cubicBezTo>
                <a:cubicBezTo>
                  <a:pt x="122805" y="26371"/>
                  <a:pt x="119587" y="23036"/>
                  <a:pt x="115569" y="20890"/>
                </a:cubicBezTo>
                <a:cubicBezTo>
                  <a:pt x="111551" y="18745"/>
                  <a:pt x="106265" y="17672"/>
                  <a:pt x="99711" y="17672"/>
                </a:cubicBezTo>
                <a:lnTo>
                  <a:pt x="77358" y="17672"/>
                </a:lnTo>
                <a:lnTo>
                  <a:pt x="77358" y="138917"/>
                </a:lnTo>
                <a:cubicBezTo>
                  <a:pt x="77358" y="148670"/>
                  <a:pt x="78411" y="154755"/>
                  <a:pt x="80518" y="157174"/>
                </a:cubicBezTo>
                <a:cubicBezTo>
                  <a:pt x="83483" y="160451"/>
                  <a:pt x="88047" y="162089"/>
                  <a:pt x="94211" y="162089"/>
                </a:cubicBezTo>
                <a:lnTo>
                  <a:pt x="99711" y="162089"/>
                </a:lnTo>
                <a:lnTo>
                  <a:pt x="99711" y="166419"/>
                </a:lnTo>
                <a:lnTo>
                  <a:pt x="32418" y="166419"/>
                </a:lnTo>
                <a:lnTo>
                  <a:pt x="32418" y="162089"/>
                </a:lnTo>
                <a:lnTo>
                  <a:pt x="38035" y="162089"/>
                </a:lnTo>
                <a:cubicBezTo>
                  <a:pt x="44745" y="162089"/>
                  <a:pt x="49504" y="160061"/>
                  <a:pt x="52313" y="156004"/>
                </a:cubicBezTo>
                <a:cubicBezTo>
                  <a:pt x="54030" y="153507"/>
                  <a:pt x="54888" y="147811"/>
                  <a:pt x="54888" y="138917"/>
                </a:cubicBezTo>
                <a:lnTo>
                  <a:pt x="54888" y="17672"/>
                </a:lnTo>
                <a:lnTo>
                  <a:pt x="35812" y="17672"/>
                </a:lnTo>
                <a:cubicBezTo>
                  <a:pt x="28400" y="17672"/>
                  <a:pt x="23133" y="18218"/>
                  <a:pt x="20012" y="19310"/>
                </a:cubicBezTo>
                <a:cubicBezTo>
                  <a:pt x="15955" y="20793"/>
                  <a:pt x="12483" y="23640"/>
                  <a:pt x="9597" y="27854"/>
                </a:cubicBezTo>
                <a:cubicBezTo>
                  <a:pt x="6710" y="32067"/>
                  <a:pt x="4993" y="37762"/>
                  <a:pt x="4447" y="44940"/>
                </a:cubicBezTo>
                <a:lnTo>
                  <a:pt x="0" y="44940"/>
                </a:lnTo>
                <a:lnTo>
                  <a:pt x="1873" y="7724"/>
                </a:lnTo>
                <a:lnTo>
                  <a:pt x="131427" y="7724"/>
                </a:lnTo>
                <a:close/>
                <a:moveTo>
                  <a:pt x="177993" y="0"/>
                </a:moveTo>
                <a:lnTo>
                  <a:pt x="177993" y="78528"/>
                </a:lnTo>
                <a:cubicBezTo>
                  <a:pt x="186654" y="69010"/>
                  <a:pt x="193520" y="62905"/>
                  <a:pt x="198591" y="60213"/>
                </a:cubicBezTo>
                <a:cubicBezTo>
                  <a:pt x="203662" y="57521"/>
                  <a:pt x="208734" y="56175"/>
                  <a:pt x="213805" y="56175"/>
                </a:cubicBezTo>
                <a:cubicBezTo>
                  <a:pt x="219891" y="56175"/>
                  <a:pt x="225118" y="57849"/>
                  <a:pt x="229487" y="61197"/>
                </a:cubicBezTo>
                <a:cubicBezTo>
                  <a:pt x="233857" y="64544"/>
                  <a:pt x="237094" y="69799"/>
                  <a:pt x="239201" y="76959"/>
                </a:cubicBezTo>
                <a:cubicBezTo>
                  <a:pt x="240683" y="81943"/>
                  <a:pt x="241425" y="91052"/>
                  <a:pt x="241425" y="104286"/>
                </a:cubicBezTo>
                <a:lnTo>
                  <a:pt x="241425" y="142121"/>
                </a:lnTo>
                <a:cubicBezTo>
                  <a:pt x="241425" y="148894"/>
                  <a:pt x="241971" y="153526"/>
                  <a:pt x="243063" y="156018"/>
                </a:cubicBezTo>
                <a:cubicBezTo>
                  <a:pt x="243843" y="157886"/>
                  <a:pt x="245170" y="159365"/>
                  <a:pt x="247042" y="160454"/>
                </a:cubicBezTo>
                <a:cubicBezTo>
                  <a:pt x="248915" y="161544"/>
                  <a:pt x="252348" y="162089"/>
                  <a:pt x="257341" y="162089"/>
                </a:cubicBezTo>
                <a:lnTo>
                  <a:pt x="257341" y="166419"/>
                </a:lnTo>
                <a:lnTo>
                  <a:pt x="204677" y="166419"/>
                </a:lnTo>
                <a:lnTo>
                  <a:pt x="204677" y="162089"/>
                </a:lnTo>
                <a:lnTo>
                  <a:pt x="207134" y="162089"/>
                </a:lnTo>
                <a:cubicBezTo>
                  <a:pt x="212128" y="162089"/>
                  <a:pt x="215600" y="161328"/>
                  <a:pt x="217550" y="159807"/>
                </a:cubicBezTo>
                <a:cubicBezTo>
                  <a:pt x="219501" y="158286"/>
                  <a:pt x="220866" y="156043"/>
                  <a:pt x="221646" y="153078"/>
                </a:cubicBezTo>
                <a:cubicBezTo>
                  <a:pt x="221880" y="151829"/>
                  <a:pt x="221997" y="148162"/>
                  <a:pt x="221997" y="142077"/>
                </a:cubicBezTo>
                <a:lnTo>
                  <a:pt x="221997" y="104158"/>
                </a:lnTo>
                <a:cubicBezTo>
                  <a:pt x="221997" y="92455"/>
                  <a:pt x="221393" y="84770"/>
                  <a:pt x="220183" y="81103"/>
                </a:cubicBezTo>
                <a:cubicBezTo>
                  <a:pt x="218974" y="77436"/>
                  <a:pt x="217043" y="74686"/>
                  <a:pt x="214390" y="72852"/>
                </a:cubicBezTo>
                <a:cubicBezTo>
                  <a:pt x="211738" y="71019"/>
                  <a:pt x="208539" y="70102"/>
                  <a:pt x="204794" y="70102"/>
                </a:cubicBezTo>
                <a:cubicBezTo>
                  <a:pt x="200971" y="70102"/>
                  <a:pt x="196992" y="71116"/>
                  <a:pt x="192856" y="73145"/>
                </a:cubicBezTo>
                <a:cubicBezTo>
                  <a:pt x="188721" y="75174"/>
                  <a:pt x="183767" y="79270"/>
                  <a:pt x="177993" y="85433"/>
                </a:cubicBezTo>
                <a:lnTo>
                  <a:pt x="177993" y="142077"/>
                </a:lnTo>
                <a:cubicBezTo>
                  <a:pt x="177993" y="149411"/>
                  <a:pt x="178403" y="153975"/>
                  <a:pt x="179222" y="155769"/>
                </a:cubicBezTo>
                <a:cubicBezTo>
                  <a:pt x="180041" y="157564"/>
                  <a:pt x="181563" y="159066"/>
                  <a:pt x="183786" y="160275"/>
                </a:cubicBezTo>
                <a:cubicBezTo>
                  <a:pt x="186010" y="161485"/>
                  <a:pt x="189853" y="162089"/>
                  <a:pt x="195314" y="162089"/>
                </a:cubicBezTo>
                <a:lnTo>
                  <a:pt x="195314" y="166419"/>
                </a:lnTo>
                <a:lnTo>
                  <a:pt x="142182" y="166419"/>
                </a:lnTo>
                <a:lnTo>
                  <a:pt x="142182" y="162089"/>
                </a:lnTo>
                <a:cubicBezTo>
                  <a:pt x="146941" y="162089"/>
                  <a:pt x="150686" y="161348"/>
                  <a:pt x="153417" y="159866"/>
                </a:cubicBezTo>
                <a:cubicBezTo>
                  <a:pt x="154977" y="159088"/>
                  <a:pt x="156225" y="157608"/>
                  <a:pt x="157162" y="155426"/>
                </a:cubicBezTo>
                <a:cubicBezTo>
                  <a:pt x="158098" y="153241"/>
                  <a:pt x="158566" y="148796"/>
                  <a:pt x="158566" y="142091"/>
                </a:cubicBezTo>
                <a:lnTo>
                  <a:pt x="158566" y="45141"/>
                </a:lnTo>
                <a:cubicBezTo>
                  <a:pt x="158566" y="32902"/>
                  <a:pt x="158273" y="25379"/>
                  <a:pt x="157688" y="22573"/>
                </a:cubicBezTo>
                <a:cubicBezTo>
                  <a:pt x="157103" y="19764"/>
                  <a:pt x="156206" y="17853"/>
                  <a:pt x="154997" y="16842"/>
                </a:cubicBezTo>
                <a:cubicBezTo>
                  <a:pt x="153787" y="15827"/>
                  <a:pt x="152168" y="15320"/>
                  <a:pt x="150140" y="15320"/>
                </a:cubicBezTo>
                <a:cubicBezTo>
                  <a:pt x="148501" y="15320"/>
                  <a:pt x="145849" y="15944"/>
                  <a:pt x="142182" y="17193"/>
                </a:cubicBezTo>
                <a:lnTo>
                  <a:pt x="140543" y="13097"/>
                </a:lnTo>
                <a:lnTo>
                  <a:pt x="172610" y="0"/>
                </a:lnTo>
                <a:lnTo>
                  <a:pt x="177993" y="0"/>
                </a:lnTo>
                <a:close/>
                <a:moveTo>
                  <a:pt x="284376" y="99711"/>
                </a:moveTo>
                <a:cubicBezTo>
                  <a:pt x="284298" y="115591"/>
                  <a:pt x="288160" y="128046"/>
                  <a:pt x="295962" y="137077"/>
                </a:cubicBezTo>
                <a:cubicBezTo>
                  <a:pt x="303764" y="146106"/>
                  <a:pt x="312931" y="150620"/>
                  <a:pt x="323464" y="150620"/>
                </a:cubicBezTo>
                <a:cubicBezTo>
                  <a:pt x="330486" y="150620"/>
                  <a:pt x="336591" y="148689"/>
                  <a:pt x="341780" y="144827"/>
                </a:cubicBezTo>
                <a:cubicBezTo>
                  <a:pt x="346968" y="140965"/>
                  <a:pt x="351318" y="134353"/>
                  <a:pt x="354829" y="124990"/>
                </a:cubicBezTo>
                <a:lnTo>
                  <a:pt x="358457" y="127331"/>
                </a:lnTo>
                <a:cubicBezTo>
                  <a:pt x="356818" y="138020"/>
                  <a:pt x="352059" y="147753"/>
                  <a:pt x="344179" y="156530"/>
                </a:cubicBezTo>
                <a:cubicBezTo>
                  <a:pt x="336299" y="165308"/>
                  <a:pt x="326429" y="169696"/>
                  <a:pt x="314570" y="169696"/>
                </a:cubicBezTo>
                <a:cubicBezTo>
                  <a:pt x="301696" y="169696"/>
                  <a:pt x="290676" y="164694"/>
                  <a:pt x="281508" y="154691"/>
                </a:cubicBezTo>
                <a:cubicBezTo>
                  <a:pt x="272341" y="144684"/>
                  <a:pt x="267757" y="131233"/>
                  <a:pt x="267757" y="114337"/>
                </a:cubicBezTo>
                <a:cubicBezTo>
                  <a:pt x="267757" y="96041"/>
                  <a:pt x="272458" y="81774"/>
                  <a:pt x="281859" y="71536"/>
                </a:cubicBezTo>
                <a:cubicBezTo>
                  <a:pt x="291261" y="61295"/>
                  <a:pt x="303062" y="56175"/>
                  <a:pt x="317262" y="56175"/>
                </a:cubicBezTo>
                <a:cubicBezTo>
                  <a:pt x="329277" y="56175"/>
                  <a:pt x="339147" y="60125"/>
                  <a:pt x="346871" y="68025"/>
                </a:cubicBezTo>
                <a:cubicBezTo>
                  <a:pt x="354595" y="75922"/>
                  <a:pt x="358457" y="86484"/>
                  <a:pt x="358457" y="99711"/>
                </a:cubicBezTo>
                <a:lnTo>
                  <a:pt x="284376" y="99711"/>
                </a:lnTo>
                <a:moveTo>
                  <a:pt x="284376" y="92923"/>
                </a:moveTo>
                <a:lnTo>
                  <a:pt x="333997" y="92923"/>
                </a:lnTo>
                <a:cubicBezTo>
                  <a:pt x="333607" y="86057"/>
                  <a:pt x="332788" y="81220"/>
                  <a:pt x="331540" y="78411"/>
                </a:cubicBezTo>
                <a:cubicBezTo>
                  <a:pt x="329589" y="74042"/>
                  <a:pt x="326683" y="70609"/>
                  <a:pt x="322821" y="68113"/>
                </a:cubicBezTo>
                <a:cubicBezTo>
                  <a:pt x="318959" y="65616"/>
                  <a:pt x="314921" y="64368"/>
                  <a:pt x="310708" y="64368"/>
                </a:cubicBezTo>
                <a:cubicBezTo>
                  <a:pt x="304232" y="64368"/>
                  <a:pt x="298439" y="66884"/>
                  <a:pt x="293329" y="71916"/>
                </a:cubicBezTo>
                <a:cubicBezTo>
                  <a:pt x="288218" y="76948"/>
                  <a:pt x="285234" y="83951"/>
                  <a:pt x="284376" y="92923"/>
                </a:cubicBezTo>
                <a:close/>
                <a:moveTo>
                  <a:pt x="586502" y="166419"/>
                </a:moveTo>
                <a:lnTo>
                  <a:pt x="544137" y="166419"/>
                </a:lnTo>
                <a:lnTo>
                  <a:pt x="490419" y="91987"/>
                </a:lnTo>
                <a:cubicBezTo>
                  <a:pt x="486440" y="92143"/>
                  <a:pt x="483202" y="92221"/>
                  <a:pt x="480705" y="92221"/>
                </a:cubicBezTo>
                <a:cubicBezTo>
                  <a:pt x="479691" y="92221"/>
                  <a:pt x="478599" y="92202"/>
                  <a:pt x="477428" y="92163"/>
                </a:cubicBezTo>
                <a:cubicBezTo>
                  <a:pt x="476258" y="92124"/>
                  <a:pt x="475049" y="92065"/>
                  <a:pt x="473800" y="91987"/>
                </a:cubicBezTo>
                <a:lnTo>
                  <a:pt x="473800" y="138251"/>
                </a:lnTo>
                <a:cubicBezTo>
                  <a:pt x="473800" y="148272"/>
                  <a:pt x="474893" y="154496"/>
                  <a:pt x="477077" y="156922"/>
                </a:cubicBezTo>
                <a:cubicBezTo>
                  <a:pt x="480042" y="160367"/>
                  <a:pt x="484489" y="162089"/>
                  <a:pt x="490419" y="162089"/>
                </a:cubicBezTo>
                <a:lnTo>
                  <a:pt x="496622" y="162089"/>
                </a:lnTo>
                <a:lnTo>
                  <a:pt x="496622" y="166419"/>
                </a:lnTo>
                <a:lnTo>
                  <a:pt x="428626" y="166419"/>
                </a:lnTo>
                <a:lnTo>
                  <a:pt x="428626" y="162089"/>
                </a:lnTo>
                <a:lnTo>
                  <a:pt x="434595" y="162089"/>
                </a:lnTo>
                <a:cubicBezTo>
                  <a:pt x="441305" y="162089"/>
                  <a:pt x="446103" y="159905"/>
                  <a:pt x="448990" y="155535"/>
                </a:cubicBezTo>
                <a:cubicBezTo>
                  <a:pt x="450628" y="153117"/>
                  <a:pt x="451447" y="147382"/>
                  <a:pt x="451447" y="138332"/>
                </a:cubicBezTo>
                <a:lnTo>
                  <a:pt x="451447" y="35812"/>
                </a:lnTo>
                <a:cubicBezTo>
                  <a:pt x="451447" y="25825"/>
                  <a:pt x="450355" y="19622"/>
                  <a:pt x="448170" y="17204"/>
                </a:cubicBezTo>
                <a:cubicBezTo>
                  <a:pt x="445128" y="13771"/>
                  <a:pt x="440602" y="12054"/>
                  <a:pt x="434595" y="12054"/>
                </a:cubicBezTo>
                <a:lnTo>
                  <a:pt x="428626" y="12054"/>
                </a:lnTo>
                <a:lnTo>
                  <a:pt x="428626" y="7724"/>
                </a:lnTo>
                <a:lnTo>
                  <a:pt x="486440" y="7724"/>
                </a:lnTo>
                <a:cubicBezTo>
                  <a:pt x="503292" y="7724"/>
                  <a:pt x="515717" y="8949"/>
                  <a:pt x="523715" y="11400"/>
                </a:cubicBezTo>
                <a:cubicBezTo>
                  <a:pt x="531712" y="13850"/>
                  <a:pt x="538500" y="18363"/>
                  <a:pt x="544078" y="24939"/>
                </a:cubicBezTo>
                <a:cubicBezTo>
                  <a:pt x="549657" y="31512"/>
                  <a:pt x="552446" y="39350"/>
                  <a:pt x="552446" y="48451"/>
                </a:cubicBezTo>
                <a:cubicBezTo>
                  <a:pt x="552446" y="58175"/>
                  <a:pt x="549267" y="66616"/>
                  <a:pt x="542908" y="73774"/>
                </a:cubicBezTo>
                <a:cubicBezTo>
                  <a:pt x="536549" y="80930"/>
                  <a:pt x="526699" y="85987"/>
                  <a:pt x="513357" y="88944"/>
                </a:cubicBezTo>
                <a:lnTo>
                  <a:pt x="546126" y="134616"/>
                </a:lnTo>
                <a:cubicBezTo>
                  <a:pt x="553616" y="145105"/>
                  <a:pt x="560053" y="152072"/>
                  <a:pt x="565436" y="155517"/>
                </a:cubicBezTo>
                <a:cubicBezTo>
                  <a:pt x="570820" y="158960"/>
                  <a:pt x="577842" y="161151"/>
                  <a:pt x="586502" y="162089"/>
                </a:cubicBezTo>
                <a:lnTo>
                  <a:pt x="586502" y="166419"/>
                </a:lnTo>
                <a:moveTo>
                  <a:pt x="473800" y="84848"/>
                </a:moveTo>
                <a:cubicBezTo>
                  <a:pt x="475283" y="84848"/>
                  <a:pt x="476570" y="84868"/>
                  <a:pt x="477662" y="84907"/>
                </a:cubicBezTo>
                <a:cubicBezTo>
                  <a:pt x="478755" y="84946"/>
                  <a:pt x="479652" y="84965"/>
                  <a:pt x="480354" y="84965"/>
                </a:cubicBezTo>
                <a:cubicBezTo>
                  <a:pt x="495490" y="84965"/>
                  <a:pt x="506901" y="81688"/>
                  <a:pt x="514586" y="75134"/>
                </a:cubicBezTo>
                <a:cubicBezTo>
                  <a:pt x="522271" y="68581"/>
                  <a:pt x="526114" y="60232"/>
                  <a:pt x="526114" y="50090"/>
                </a:cubicBezTo>
                <a:cubicBezTo>
                  <a:pt x="526114" y="40181"/>
                  <a:pt x="523012" y="32125"/>
                  <a:pt x="516810" y="25923"/>
                </a:cubicBezTo>
                <a:cubicBezTo>
                  <a:pt x="510607" y="19720"/>
                  <a:pt x="502395" y="16619"/>
                  <a:pt x="492174" y="16619"/>
                </a:cubicBezTo>
                <a:cubicBezTo>
                  <a:pt x="487649" y="16619"/>
                  <a:pt x="481525" y="17360"/>
                  <a:pt x="473800" y="18842"/>
                </a:cubicBezTo>
                <a:lnTo>
                  <a:pt x="473800" y="84848"/>
                </a:lnTo>
                <a:close/>
                <a:moveTo>
                  <a:pt x="653130" y="150971"/>
                </a:moveTo>
                <a:cubicBezTo>
                  <a:pt x="642129" y="159475"/>
                  <a:pt x="635225" y="164391"/>
                  <a:pt x="632416" y="165717"/>
                </a:cubicBezTo>
                <a:cubicBezTo>
                  <a:pt x="628203" y="167746"/>
                  <a:pt x="623716" y="168760"/>
                  <a:pt x="618957" y="168760"/>
                </a:cubicBezTo>
                <a:cubicBezTo>
                  <a:pt x="611545" y="168760"/>
                  <a:pt x="605440" y="166224"/>
                  <a:pt x="600642" y="161153"/>
                </a:cubicBezTo>
                <a:cubicBezTo>
                  <a:pt x="595843" y="156082"/>
                  <a:pt x="593444" y="149411"/>
                  <a:pt x="593444" y="141140"/>
                </a:cubicBezTo>
                <a:cubicBezTo>
                  <a:pt x="593444" y="135913"/>
                  <a:pt x="594615" y="131388"/>
                  <a:pt x="596955" y="127565"/>
                </a:cubicBezTo>
                <a:cubicBezTo>
                  <a:pt x="600154" y="122259"/>
                  <a:pt x="605713" y="117266"/>
                  <a:pt x="613632" y="112585"/>
                </a:cubicBezTo>
                <a:cubicBezTo>
                  <a:pt x="621551" y="107903"/>
                  <a:pt x="634717" y="102208"/>
                  <a:pt x="653130" y="95498"/>
                </a:cubicBezTo>
                <a:lnTo>
                  <a:pt x="653130" y="91285"/>
                </a:lnTo>
                <a:cubicBezTo>
                  <a:pt x="653130" y="80596"/>
                  <a:pt x="651434" y="73262"/>
                  <a:pt x="648040" y="69283"/>
                </a:cubicBezTo>
                <a:cubicBezTo>
                  <a:pt x="644646" y="65304"/>
                  <a:pt x="639711" y="63314"/>
                  <a:pt x="633235" y="63314"/>
                </a:cubicBezTo>
                <a:cubicBezTo>
                  <a:pt x="628320" y="63314"/>
                  <a:pt x="624419" y="64636"/>
                  <a:pt x="621532" y="67279"/>
                </a:cubicBezTo>
                <a:cubicBezTo>
                  <a:pt x="618567" y="69922"/>
                  <a:pt x="617085" y="72954"/>
                  <a:pt x="617085" y="76374"/>
                </a:cubicBezTo>
                <a:lnTo>
                  <a:pt x="617319" y="83137"/>
                </a:lnTo>
                <a:cubicBezTo>
                  <a:pt x="617319" y="86711"/>
                  <a:pt x="616402" y="89470"/>
                  <a:pt x="614568" y="91413"/>
                </a:cubicBezTo>
                <a:cubicBezTo>
                  <a:pt x="612735" y="93356"/>
                  <a:pt x="610336" y="94328"/>
                  <a:pt x="607371" y="94328"/>
                </a:cubicBezTo>
                <a:cubicBezTo>
                  <a:pt x="604484" y="94328"/>
                  <a:pt x="602124" y="93317"/>
                  <a:pt x="600291" y="91296"/>
                </a:cubicBezTo>
                <a:cubicBezTo>
                  <a:pt x="598457" y="89272"/>
                  <a:pt x="597540" y="86510"/>
                  <a:pt x="597540" y="83009"/>
                </a:cubicBezTo>
                <a:cubicBezTo>
                  <a:pt x="597540" y="76321"/>
                  <a:pt x="600973" y="70176"/>
                  <a:pt x="607839" y="64576"/>
                </a:cubicBezTo>
                <a:cubicBezTo>
                  <a:pt x="614705" y="58976"/>
                  <a:pt x="624341" y="56175"/>
                  <a:pt x="636746" y="56175"/>
                </a:cubicBezTo>
                <a:cubicBezTo>
                  <a:pt x="646265" y="56175"/>
                  <a:pt x="654067" y="57772"/>
                  <a:pt x="660152" y="60966"/>
                </a:cubicBezTo>
                <a:cubicBezTo>
                  <a:pt x="664756" y="63383"/>
                  <a:pt x="668150" y="67163"/>
                  <a:pt x="670334" y="72307"/>
                </a:cubicBezTo>
                <a:cubicBezTo>
                  <a:pt x="671739" y="75657"/>
                  <a:pt x="672441" y="82515"/>
                  <a:pt x="672441" y="92879"/>
                </a:cubicBezTo>
                <a:lnTo>
                  <a:pt x="672441" y="129232"/>
                </a:lnTo>
                <a:cubicBezTo>
                  <a:pt x="672441" y="139441"/>
                  <a:pt x="672636" y="145695"/>
                  <a:pt x="673026" y="147994"/>
                </a:cubicBezTo>
                <a:cubicBezTo>
                  <a:pt x="673416" y="150293"/>
                  <a:pt x="674060" y="151833"/>
                  <a:pt x="674957" y="152613"/>
                </a:cubicBezTo>
                <a:cubicBezTo>
                  <a:pt x="675854" y="153391"/>
                  <a:pt x="676888" y="153780"/>
                  <a:pt x="678058" y="153780"/>
                </a:cubicBezTo>
                <a:cubicBezTo>
                  <a:pt x="679307" y="153780"/>
                  <a:pt x="680399" y="153507"/>
                  <a:pt x="681335" y="152961"/>
                </a:cubicBezTo>
                <a:cubicBezTo>
                  <a:pt x="682974" y="151946"/>
                  <a:pt x="686133" y="149099"/>
                  <a:pt x="690815" y="144417"/>
                </a:cubicBezTo>
                <a:lnTo>
                  <a:pt x="690815" y="150971"/>
                </a:lnTo>
                <a:cubicBezTo>
                  <a:pt x="682076" y="162674"/>
                  <a:pt x="673728" y="168526"/>
                  <a:pt x="665770" y="168526"/>
                </a:cubicBezTo>
                <a:cubicBezTo>
                  <a:pt x="661947" y="168526"/>
                  <a:pt x="658904" y="167200"/>
                  <a:pt x="656641" y="164547"/>
                </a:cubicBezTo>
                <a:cubicBezTo>
                  <a:pt x="654379" y="161894"/>
                  <a:pt x="653209" y="157369"/>
                  <a:pt x="653130" y="150971"/>
                </a:cubicBezTo>
                <a:moveTo>
                  <a:pt x="653130" y="143298"/>
                </a:moveTo>
                <a:lnTo>
                  <a:pt x="653130" y="102637"/>
                </a:lnTo>
                <a:cubicBezTo>
                  <a:pt x="641349" y="107296"/>
                  <a:pt x="633742" y="110598"/>
                  <a:pt x="630309" y="112541"/>
                </a:cubicBezTo>
                <a:cubicBezTo>
                  <a:pt x="624146" y="115959"/>
                  <a:pt x="619737" y="119532"/>
                  <a:pt x="617085" y="123260"/>
                </a:cubicBezTo>
                <a:cubicBezTo>
                  <a:pt x="614432" y="126988"/>
                  <a:pt x="613106" y="131066"/>
                  <a:pt x="613106" y="135494"/>
                </a:cubicBezTo>
                <a:cubicBezTo>
                  <a:pt x="613106" y="141087"/>
                  <a:pt x="614783" y="145728"/>
                  <a:pt x="618138" y="149417"/>
                </a:cubicBezTo>
                <a:cubicBezTo>
                  <a:pt x="621493" y="153106"/>
                  <a:pt x="625355" y="154950"/>
                  <a:pt x="629724" y="154950"/>
                </a:cubicBezTo>
                <a:cubicBezTo>
                  <a:pt x="635654" y="154950"/>
                  <a:pt x="643456" y="151066"/>
                  <a:pt x="653130" y="143298"/>
                </a:cubicBezTo>
                <a:close/>
                <a:moveTo>
                  <a:pt x="729385" y="78880"/>
                </a:moveTo>
                <a:cubicBezTo>
                  <a:pt x="741947" y="63743"/>
                  <a:pt x="753923" y="56175"/>
                  <a:pt x="765314" y="56175"/>
                </a:cubicBezTo>
                <a:cubicBezTo>
                  <a:pt x="771166" y="56175"/>
                  <a:pt x="776198" y="57636"/>
                  <a:pt x="780411" y="60557"/>
                </a:cubicBezTo>
                <a:cubicBezTo>
                  <a:pt x="784624" y="63475"/>
                  <a:pt x="787979" y="68282"/>
                  <a:pt x="790476" y="74977"/>
                </a:cubicBezTo>
                <a:cubicBezTo>
                  <a:pt x="792193" y="79646"/>
                  <a:pt x="793051" y="86808"/>
                  <a:pt x="793051" y="96464"/>
                </a:cubicBezTo>
                <a:lnTo>
                  <a:pt x="793051" y="142121"/>
                </a:lnTo>
                <a:cubicBezTo>
                  <a:pt x="793051" y="148894"/>
                  <a:pt x="793597" y="153487"/>
                  <a:pt x="794689" y="155901"/>
                </a:cubicBezTo>
                <a:cubicBezTo>
                  <a:pt x="795547" y="157847"/>
                  <a:pt x="796932" y="159365"/>
                  <a:pt x="798844" y="160454"/>
                </a:cubicBezTo>
                <a:cubicBezTo>
                  <a:pt x="800755" y="161544"/>
                  <a:pt x="804286" y="162089"/>
                  <a:pt x="809435" y="162089"/>
                </a:cubicBezTo>
                <a:lnTo>
                  <a:pt x="809435" y="166419"/>
                </a:lnTo>
                <a:lnTo>
                  <a:pt x="756420" y="166419"/>
                </a:lnTo>
                <a:lnTo>
                  <a:pt x="756420" y="162089"/>
                </a:lnTo>
                <a:lnTo>
                  <a:pt x="758643" y="162089"/>
                </a:lnTo>
                <a:cubicBezTo>
                  <a:pt x="763637" y="162089"/>
                  <a:pt x="767128" y="161332"/>
                  <a:pt x="769118" y="159818"/>
                </a:cubicBezTo>
                <a:cubicBezTo>
                  <a:pt x="771107" y="158304"/>
                  <a:pt x="772492" y="156073"/>
                  <a:pt x="773272" y="153125"/>
                </a:cubicBezTo>
                <a:cubicBezTo>
                  <a:pt x="773584" y="151960"/>
                  <a:pt x="773740" y="148311"/>
                  <a:pt x="773740" y="142179"/>
                </a:cubicBezTo>
                <a:lnTo>
                  <a:pt x="773740" y="98515"/>
                </a:lnTo>
                <a:cubicBezTo>
                  <a:pt x="773740" y="88814"/>
                  <a:pt x="772473" y="81770"/>
                  <a:pt x="769937" y="77384"/>
                </a:cubicBezTo>
                <a:cubicBezTo>
                  <a:pt x="767401" y="72997"/>
                  <a:pt x="763130" y="70804"/>
                  <a:pt x="757122" y="70804"/>
                </a:cubicBezTo>
                <a:cubicBezTo>
                  <a:pt x="747837" y="70804"/>
                  <a:pt x="738592" y="75850"/>
                  <a:pt x="729385" y="85942"/>
                </a:cubicBezTo>
                <a:lnTo>
                  <a:pt x="729385" y="142179"/>
                </a:lnTo>
                <a:cubicBezTo>
                  <a:pt x="729385" y="149399"/>
                  <a:pt x="729815" y="153862"/>
                  <a:pt x="730673" y="155568"/>
                </a:cubicBezTo>
                <a:cubicBezTo>
                  <a:pt x="731765" y="157819"/>
                  <a:pt x="733267" y="159468"/>
                  <a:pt x="735178" y="160517"/>
                </a:cubicBezTo>
                <a:cubicBezTo>
                  <a:pt x="737090" y="161565"/>
                  <a:pt x="740972" y="162089"/>
                  <a:pt x="746823" y="162089"/>
                </a:cubicBezTo>
                <a:lnTo>
                  <a:pt x="746823" y="166419"/>
                </a:lnTo>
                <a:lnTo>
                  <a:pt x="693808" y="166419"/>
                </a:lnTo>
                <a:lnTo>
                  <a:pt x="693808" y="162089"/>
                </a:lnTo>
                <a:lnTo>
                  <a:pt x="696148" y="162089"/>
                </a:lnTo>
                <a:cubicBezTo>
                  <a:pt x="701610" y="162089"/>
                  <a:pt x="705296" y="160708"/>
                  <a:pt x="707208" y="157946"/>
                </a:cubicBezTo>
                <a:cubicBezTo>
                  <a:pt x="709119" y="155181"/>
                  <a:pt x="710075" y="149906"/>
                  <a:pt x="710075" y="142121"/>
                </a:cubicBezTo>
                <a:lnTo>
                  <a:pt x="710075" y="102418"/>
                </a:lnTo>
                <a:cubicBezTo>
                  <a:pt x="710075" y="89573"/>
                  <a:pt x="709783" y="81750"/>
                  <a:pt x="709197" y="78949"/>
                </a:cubicBezTo>
                <a:cubicBezTo>
                  <a:pt x="708612" y="76145"/>
                  <a:pt x="707715" y="74237"/>
                  <a:pt x="706506" y="73225"/>
                </a:cubicBezTo>
                <a:cubicBezTo>
                  <a:pt x="705296" y="72214"/>
                  <a:pt x="703677" y="71708"/>
                  <a:pt x="701649" y="71708"/>
                </a:cubicBezTo>
                <a:cubicBezTo>
                  <a:pt x="699464" y="71708"/>
                  <a:pt x="696851" y="72292"/>
                  <a:pt x="693808" y="73459"/>
                </a:cubicBezTo>
                <a:lnTo>
                  <a:pt x="692052" y="69254"/>
                </a:lnTo>
                <a:lnTo>
                  <a:pt x="724353" y="56175"/>
                </a:lnTo>
                <a:lnTo>
                  <a:pt x="729385" y="56175"/>
                </a:lnTo>
                <a:lnTo>
                  <a:pt x="729385" y="78880"/>
                </a:lnTo>
                <a:close/>
                <a:moveTo>
                  <a:pt x="849694" y="0"/>
                </a:moveTo>
                <a:lnTo>
                  <a:pt x="849694" y="106616"/>
                </a:lnTo>
                <a:lnTo>
                  <a:pt x="876963" y="81805"/>
                </a:lnTo>
                <a:cubicBezTo>
                  <a:pt x="882736" y="76500"/>
                  <a:pt x="886091" y="73145"/>
                  <a:pt x="887028" y="71741"/>
                </a:cubicBezTo>
                <a:cubicBezTo>
                  <a:pt x="887652" y="70804"/>
                  <a:pt x="887964" y="69868"/>
                  <a:pt x="887964" y="68932"/>
                </a:cubicBezTo>
                <a:cubicBezTo>
                  <a:pt x="887964" y="67371"/>
                  <a:pt x="887320" y="66026"/>
                  <a:pt x="886033" y="64894"/>
                </a:cubicBezTo>
                <a:cubicBezTo>
                  <a:pt x="884746" y="63763"/>
                  <a:pt x="882619" y="63119"/>
                  <a:pt x="879655" y="62963"/>
                </a:cubicBezTo>
                <a:lnTo>
                  <a:pt x="879655" y="59218"/>
                </a:lnTo>
                <a:lnTo>
                  <a:pt x="926233" y="59218"/>
                </a:lnTo>
                <a:lnTo>
                  <a:pt x="926233" y="62963"/>
                </a:lnTo>
                <a:cubicBezTo>
                  <a:pt x="919836" y="63119"/>
                  <a:pt x="914511" y="64094"/>
                  <a:pt x="910259" y="65889"/>
                </a:cubicBezTo>
                <a:cubicBezTo>
                  <a:pt x="906006" y="67683"/>
                  <a:pt x="901345" y="70882"/>
                  <a:pt x="896273" y="75486"/>
                </a:cubicBezTo>
                <a:lnTo>
                  <a:pt x="868771" y="100882"/>
                </a:lnTo>
                <a:lnTo>
                  <a:pt x="896273" y="135574"/>
                </a:lnTo>
                <a:cubicBezTo>
                  <a:pt x="903919" y="145151"/>
                  <a:pt x="909069" y="151225"/>
                  <a:pt x="911721" y="153795"/>
                </a:cubicBezTo>
                <a:cubicBezTo>
                  <a:pt x="915466" y="157454"/>
                  <a:pt x="918743" y="159830"/>
                  <a:pt x="921552" y="160923"/>
                </a:cubicBezTo>
                <a:cubicBezTo>
                  <a:pt x="923503" y="161700"/>
                  <a:pt x="926897" y="162089"/>
                  <a:pt x="931734" y="162089"/>
                </a:cubicBezTo>
                <a:lnTo>
                  <a:pt x="931734" y="166419"/>
                </a:lnTo>
                <a:lnTo>
                  <a:pt x="879655" y="166419"/>
                </a:lnTo>
                <a:lnTo>
                  <a:pt x="879655" y="162089"/>
                </a:lnTo>
                <a:cubicBezTo>
                  <a:pt x="882619" y="162011"/>
                  <a:pt x="884629" y="161564"/>
                  <a:pt x="885682" y="160747"/>
                </a:cubicBezTo>
                <a:cubicBezTo>
                  <a:pt x="886735" y="159928"/>
                  <a:pt x="887262" y="158779"/>
                  <a:pt x="887262" y="157302"/>
                </a:cubicBezTo>
                <a:cubicBezTo>
                  <a:pt x="887262" y="155510"/>
                  <a:pt x="885701" y="152629"/>
                  <a:pt x="882580" y="148660"/>
                </a:cubicBezTo>
                <a:lnTo>
                  <a:pt x="849694" y="106733"/>
                </a:lnTo>
                <a:lnTo>
                  <a:pt x="849694" y="142234"/>
                </a:lnTo>
                <a:cubicBezTo>
                  <a:pt x="849694" y="149163"/>
                  <a:pt x="850182" y="153719"/>
                  <a:pt x="851157" y="155901"/>
                </a:cubicBezTo>
                <a:cubicBezTo>
                  <a:pt x="852133" y="158081"/>
                  <a:pt x="853518" y="159638"/>
                  <a:pt x="855312" y="160571"/>
                </a:cubicBezTo>
                <a:cubicBezTo>
                  <a:pt x="857107" y="161505"/>
                  <a:pt x="861008" y="162011"/>
                  <a:pt x="867015" y="162089"/>
                </a:cubicBezTo>
                <a:lnTo>
                  <a:pt x="867015" y="166419"/>
                </a:lnTo>
                <a:lnTo>
                  <a:pt x="812478" y="166419"/>
                </a:lnTo>
                <a:lnTo>
                  <a:pt x="812478" y="162089"/>
                </a:lnTo>
                <a:cubicBezTo>
                  <a:pt x="817940" y="162089"/>
                  <a:pt x="822036" y="161426"/>
                  <a:pt x="824767" y="160100"/>
                </a:cubicBezTo>
                <a:cubicBezTo>
                  <a:pt x="826405" y="159244"/>
                  <a:pt x="827653" y="157919"/>
                  <a:pt x="828512" y="156124"/>
                </a:cubicBezTo>
                <a:cubicBezTo>
                  <a:pt x="829682" y="153552"/>
                  <a:pt x="830267" y="149108"/>
                  <a:pt x="830267" y="142794"/>
                </a:cubicBezTo>
                <a:lnTo>
                  <a:pt x="830267" y="45258"/>
                </a:lnTo>
                <a:cubicBezTo>
                  <a:pt x="830267" y="32863"/>
                  <a:pt x="829994" y="25281"/>
                  <a:pt x="829448" y="22514"/>
                </a:cubicBezTo>
                <a:cubicBezTo>
                  <a:pt x="828902" y="19744"/>
                  <a:pt x="828005" y="17834"/>
                  <a:pt x="826756" y="16783"/>
                </a:cubicBezTo>
                <a:cubicBezTo>
                  <a:pt x="825508" y="15730"/>
                  <a:pt x="823869" y="15203"/>
                  <a:pt x="821841" y="15203"/>
                </a:cubicBezTo>
                <a:cubicBezTo>
                  <a:pt x="820202" y="15203"/>
                  <a:pt x="817745" y="15866"/>
                  <a:pt x="814468" y="17193"/>
                </a:cubicBezTo>
                <a:lnTo>
                  <a:pt x="812478" y="13097"/>
                </a:lnTo>
                <a:lnTo>
                  <a:pt x="844311" y="0"/>
                </a:lnTo>
                <a:lnTo>
                  <a:pt x="849694" y="0"/>
                </a:lnTo>
                <a:close/>
                <a:moveTo>
                  <a:pt x="955843" y="99711"/>
                </a:moveTo>
                <a:cubicBezTo>
                  <a:pt x="955765" y="115591"/>
                  <a:pt x="959627" y="128046"/>
                  <a:pt x="967429" y="137077"/>
                </a:cubicBezTo>
                <a:cubicBezTo>
                  <a:pt x="975231" y="146106"/>
                  <a:pt x="984399" y="150620"/>
                  <a:pt x="994931" y="150620"/>
                </a:cubicBezTo>
                <a:cubicBezTo>
                  <a:pt x="1001953" y="150620"/>
                  <a:pt x="1008058" y="148689"/>
                  <a:pt x="1013247" y="144827"/>
                </a:cubicBezTo>
                <a:cubicBezTo>
                  <a:pt x="1018435" y="140965"/>
                  <a:pt x="1022785" y="134353"/>
                  <a:pt x="1026296" y="124990"/>
                </a:cubicBezTo>
                <a:lnTo>
                  <a:pt x="1029924" y="127331"/>
                </a:lnTo>
                <a:cubicBezTo>
                  <a:pt x="1028285" y="138020"/>
                  <a:pt x="1023526" y="147753"/>
                  <a:pt x="1015646" y="156530"/>
                </a:cubicBezTo>
                <a:cubicBezTo>
                  <a:pt x="1007766" y="165308"/>
                  <a:pt x="997896" y="169696"/>
                  <a:pt x="986037" y="169696"/>
                </a:cubicBezTo>
                <a:cubicBezTo>
                  <a:pt x="973163" y="169696"/>
                  <a:pt x="962143" y="164694"/>
                  <a:pt x="952975" y="154691"/>
                </a:cubicBezTo>
                <a:cubicBezTo>
                  <a:pt x="943808" y="144684"/>
                  <a:pt x="939224" y="131233"/>
                  <a:pt x="939224" y="114337"/>
                </a:cubicBezTo>
                <a:cubicBezTo>
                  <a:pt x="939224" y="96041"/>
                  <a:pt x="943925" y="81774"/>
                  <a:pt x="953327" y="71536"/>
                </a:cubicBezTo>
                <a:cubicBezTo>
                  <a:pt x="962728" y="61295"/>
                  <a:pt x="974529" y="56175"/>
                  <a:pt x="988729" y="56175"/>
                </a:cubicBezTo>
                <a:cubicBezTo>
                  <a:pt x="1000744" y="56175"/>
                  <a:pt x="1010614" y="60125"/>
                  <a:pt x="1018338" y="68025"/>
                </a:cubicBezTo>
                <a:cubicBezTo>
                  <a:pt x="1026062" y="75922"/>
                  <a:pt x="1029924" y="86484"/>
                  <a:pt x="1029924" y="99711"/>
                </a:cubicBezTo>
                <a:lnTo>
                  <a:pt x="955843" y="99711"/>
                </a:lnTo>
                <a:moveTo>
                  <a:pt x="955843" y="92923"/>
                </a:moveTo>
                <a:lnTo>
                  <a:pt x="1005464" y="92923"/>
                </a:lnTo>
                <a:cubicBezTo>
                  <a:pt x="1005074" y="86057"/>
                  <a:pt x="1004255" y="81220"/>
                  <a:pt x="1003007" y="78411"/>
                </a:cubicBezTo>
                <a:cubicBezTo>
                  <a:pt x="1001056" y="74042"/>
                  <a:pt x="998150" y="70609"/>
                  <a:pt x="994288" y="68113"/>
                </a:cubicBezTo>
                <a:cubicBezTo>
                  <a:pt x="990426" y="65616"/>
                  <a:pt x="986388" y="64368"/>
                  <a:pt x="982175" y="64368"/>
                </a:cubicBezTo>
                <a:cubicBezTo>
                  <a:pt x="975699" y="64368"/>
                  <a:pt x="969906" y="66884"/>
                  <a:pt x="964796" y="71916"/>
                </a:cubicBezTo>
                <a:cubicBezTo>
                  <a:pt x="959685" y="76948"/>
                  <a:pt x="956701" y="83951"/>
                  <a:pt x="955843" y="92923"/>
                </a:cubicBezTo>
                <a:close/>
                <a:moveTo>
                  <a:pt x="1119286" y="154365"/>
                </a:moveTo>
                <a:cubicBezTo>
                  <a:pt x="1114059" y="159827"/>
                  <a:pt x="1108949" y="163747"/>
                  <a:pt x="1103955" y="166127"/>
                </a:cubicBezTo>
                <a:cubicBezTo>
                  <a:pt x="1098962" y="168506"/>
                  <a:pt x="1093578" y="169696"/>
                  <a:pt x="1087805" y="169696"/>
                </a:cubicBezTo>
                <a:cubicBezTo>
                  <a:pt x="1076102" y="169696"/>
                  <a:pt x="1065881" y="164811"/>
                  <a:pt x="1057142" y="155042"/>
                </a:cubicBezTo>
                <a:cubicBezTo>
                  <a:pt x="1048404" y="145270"/>
                  <a:pt x="1044035" y="132713"/>
                  <a:pt x="1044035" y="117372"/>
                </a:cubicBezTo>
                <a:cubicBezTo>
                  <a:pt x="1044035" y="102034"/>
                  <a:pt x="1048872" y="87999"/>
                  <a:pt x="1058547" y="75270"/>
                </a:cubicBezTo>
                <a:cubicBezTo>
                  <a:pt x="1068221" y="62540"/>
                  <a:pt x="1080666" y="56175"/>
                  <a:pt x="1095880" y="56175"/>
                </a:cubicBezTo>
                <a:cubicBezTo>
                  <a:pt x="1105321" y="56175"/>
                  <a:pt x="1113123" y="59179"/>
                  <a:pt x="1119286" y="65187"/>
                </a:cubicBezTo>
                <a:lnTo>
                  <a:pt x="1119286" y="45365"/>
                </a:lnTo>
                <a:cubicBezTo>
                  <a:pt x="1119286" y="33064"/>
                  <a:pt x="1118994" y="25503"/>
                  <a:pt x="1118409" y="22682"/>
                </a:cubicBezTo>
                <a:cubicBezTo>
                  <a:pt x="1117823" y="19861"/>
                  <a:pt x="1116907" y="17942"/>
                  <a:pt x="1115658" y="16926"/>
                </a:cubicBezTo>
                <a:cubicBezTo>
                  <a:pt x="1114410" y="15907"/>
                  <a:pt x="1112850" y="15397"/>
                  <a:pt x="1110977" y="15397"/>
                </a:cubicBezTo>
                <a:cubicBezTo>
                  <a:pt x="1108949" y="15397"/>
                  <a:pt x="1106257" y="16024"/>
                  <a:pt x="1102902" y="17277"/>
                </a:cubicBezTo>
                <a:lnTo>
                  <a:pt x="1101381" y="13162"/>
                </a:lnTo>
                <a:lnTo>
                  <a:pt x="1133330" y="0"/>
                </a:lnTo>
                <a:lnTo>
                  <a:pt x="1138597" y="0"/>
                </a:lnTo>
                <a:lnTo>
                  <a:pt x="1138597" y="123937"/>
                </a:lnTo>
                <a:cubicBezTo>
                  <a:pt x="1138597" y="136498"/>
                  <a:pt x="1138889" y="144164"/>
                  <a:pt x="1139474" y="146934"/>
                </a:cubicBezTo>
                <a:cubicBezTo>
                  <a:pt x="1140060" y="149703"/>
                  <a:pt x="1140996" y="151634"/>
                  <a:pt x="1142283" y="152727"/>
                </a:cubicBezTo>
                <a:cubicBezTo>
                  <a:pt x="1143571" y="153819"/>
                  <a:pt x="1145072" y="154365"/>
                  <a:pt x="1146789" y="154365"/>
                </a:cubicBezTo>
                <a:cubicBezTo>
                  <a:pt x="1148895" y="154365"/>
                  <a:pt x="1151704" y="153702"/>
                  <a:pt x="1155215" y="152376"/>
                </a:cubicBezTo>
                <a:lnTo>
                  <a:pt x="1156503" y="156472"/>
                </a:lnTo>
                <a:lnTo>
                  <a:pt x="1124670" y="169696"/>
                </a:lnTo>
                <a:lnTo>
                  <a:pt x="1119286" y="169696"/>
                </a:lnTo>
                <a:lnTo>
                  <a:pt x="1119286" y="154365"/>
                </a:lnTo>
                <a:moveTo>
                  <a:pt x="1119286" y="146198"/>
                </a:moveTo>
                <a:lnTo>
                  <a:pt x="1119286" y="91098"/>
                </a:lnTo>
                <a:cubicBezTo>
                  <a:pt x="1118818" y="85805"/>
                  <a:pt x="1117414" y="80980"/>
                  <a:pt x="1115073" y="76623"/>
                </a:cubicBezTo>
                <a:cubicBezTo>
                  <a:pt x="1112733" y="72264"/>
                  <a:pt x="1109631" y="68976"/>
                  <a:pt x="1105769" y="66759"/>
                </a:cubicBezTo>
                <a:cubicBezTo>
                  <a:pt x="1101907" y="64541"/>
                  <a:pt x="1098143" y="63431"/>
                  <a:pt x="1094476" y="63431"/>
                </a:cubicBezTo>
                <a:cubicBezTo>
                  <a:pt x="1087610" y="63431"/>
                  <a:pt x="1081485" y="66506"/>
                  <a:pt x="1076102" y="72655"/>
                </a:cubicBezTo>
                <a:cubicBezTo>
                  <a:pt x="1069002" y="80747"/>
                  <a:pt x="1065452" y="92576"/>
                  <a:pt x="1065452" y="108141"/>
                </a:cubicBezTo>
                <a:cubicBezTo>
                  <a:pt x="1065452" y="123862"/>
                  <a:pt x="1068885" y="135907"/>
                  <a:pt x="1075751" y="144275"/>
                </a:cubicBezTo>
                <a:cubicBezTo>
                  <a:pt x="1082616" y="152640"/>
                  <a:pt x="1090262" y="156823"/>
                  <a:pt x="1098689" y="156823"/>
                </a:cubicBezTo>
                <a:cubicBezTo>
                  <a:pt x="1105789" y="156823"/>
                  <a:pt x="1112655" y="153281"/>
                  <a:pt x="1119286" y="146198"/>
                </a:cubicBezTo>
                <a:close/>
                <a:moveTo>
                  <a:pt x="1350231" y="7724"/>
                </a:moveTo>
                <a:lnTo>
                  <a:pt x="1351986" y="44940"/>
                </a:lnTo>
                <a:lnTo>
                  <a:pt x="1347539" y="44940"/>
                </a:lnTo>
                <a:cubicBezTo>
                  <a:pt x="1346681" y="38386"/>
                  <a:pt x="1345510" y="33705"/>
                  <a:pt x="1344028" y="30896"/>
                </a:cubicBezTo>
                <a:cubicBezTo>
                  <a:pt x="1341609" y="26371"/>
                  <a:pt x="1338391" y="23036"/>
                  <a:pt x="1334373" y="20890"/>
                </a:cubicBezTo>
                <a:cubicBezTo>
                  <a:pt x="1330355" y="18745"/>
                  <a:pt x="1325069" y="17672"/>
                  <a:pt x="1318515" y="17672"/>
                </a:cubicBezTo>
                <a:lnTo>
                  <a:pt x="1296162" y="17672"/>
                </a:lnTo>
                <a:lnTo>
                  <a:pt x="1296162" y="138917"/>
                </a:lnTo>
                <a:cubicBezTo>
                  <a:pt x="1296162" y="148670"/>
                  <a:pt x="1297215" y="154755"/>
                  <a:pt x="1299322" y="157174"/>
                </a:cubicBezTo>
                <a:cubicBezTo>
                  <a:pt x="1302287" y="160451"/>
                  <a:pt x="1306851" y="162089"/>
                  <a:pt x="1313014" y="162089"/>
                </a:cubicBezTo>
                <a:lnTo>
                  <a:pt x="1318515" y="162089"/>
                </a:lnTo>
                <a:lnTo>
                  <a:pt x="1318515" y="166419"/>
                </a:lnTo>
                <a:lnTo>
                  <a:pt x="1251222" y="166419"/>
                </a:lnTo>
                <a:lnTo>
                  <a:pt x="1251222" y="162089"/>
                </a:lnTo>
                <a:lnTo>
                  <a:pt x="1256839" y="162089"/>
                </a:lnTo>
                <a:cubicBezTo>
                  <a:pt x="1263549" y="162089"/>
                  <a:pt x="1268308" y="160061"/>
                  <a:pt x="1271117" y="156004"/>
                </a:cubicBezTo>
                <a:cubicBezTo>
                  <a:pt x="1272833" y="153507"/>
                  <a:pt x="1273692" y="147811"/>
                  <a:pt x="1273692" y="138917"/>
                </a:cubicBezTo>
                <a:lnTo>
                  <a:pt x="1273692" y="17672"/>
                </a:lnTo>
                <a:lnTo>
                  <a:pt x="1254616" y="17672"/>
                </a:lnTo>
                <a:cubicBezTo>
                  <a:pt x="1247204" y="17672"/>
                  <a:pt x="1241937" y="18218"/>
                  <a:pt x="1238816" y="19310"/>
                </a:cubicBezTo>
                <a:cubicBezTo>
                  <a:pt x="1234759" y="20793"/>
                  <a:pt x="1231287" y="23640"/>
                  <a:pt x="1228400" y="27854"/>
                </a:cubicBezTo>
                <a:cubicBezTo>
                  <a:pt x="1225514" y="32067"/>
                  <a:pt x="1223797" y="37762"/>
                  <a:pt x="1223251" y="44940"/>
                </a:cubicBezTo>
                <a:lnTo>
                  <a:pt x="1218804" y="44940"/>
                </a:lnTo>
                <a:lnTo>
                  <a:pt x="1220676" y="7724"/>
                </a:lnTo>
                <a:lnTo>
                  <a:pt x="1350231" y="7724"/>
                </a:lnTo>
                <a:close/>
                <a:moveTo>
                  <a:pt x="1401040" y="56175"/>
                </a:moveTo>
                <a:cubicBezTo>
                  <a:pt x="1417268" y="56175"/>
                  <a:pt x="1430298" y="62333"/>
                  <a:pt x="1440129" y="74648"/>
                </a:cubicBezTo>
                <a:cubicBezTo>
                  <a:pt x="1448477" y="85169"/>
                  <a:pt x="1452651" y="97250"/>
                  <a:pt x="1452651" y="110891"/>
                </a:cubicBezTo>
                <a:cubicBezTo>
                  <a:pt x="1452651" y="120478"/>
                  <a:pt x="1450349" y="130182"/>
                  <a:pt x="1445746" y="140003"/>
                </a:cubicBezTo>
                <a:cubicBezTo>
                  <a:pt x="1441143" y="149822"/>
                  <a:pt x="1434804" y="157225"/>
                  <a:pt x="1426729" y="162214"/>
                </a:cubicBezTo>
                <a:cubicBezTo>
                  <a:pt x="1418653" y="167202"/>
                  <a:pt x="1409661" y="169696"/>
                  <a:pt x="1399753" y="169696"/>
                </a:cubicBezTo>
                <a:cubicBezTo>
                  <a:pt x="1383602" y="169696"/>
                  <a:pt x="1370768" y="163266"/>
                  <a:pt x="1361249" y="150404"/>
                </a:cubicBezTo>
                <a:cubicBezTo>
                  <a:pt x="1353213" y="139572"/>
                  <a:pt x="1349195" y="127414"/>
                  <a:pt x="1349195" y="113931"/>
                </a:cubicBezTo>
                <a:cubicBezTo>
                  <a:pt x="1349195" y="104110"/>
                  <a:pt x="1351633" y="94347"/>
                  <a:pt x="1356509" y="84643"/>
                </a:cubicBezTo>
                <a:cubicBezTo>
                  <a:pt x="1361386" y="74939"/>
                  <a:pt x="1367803" y="67769"/>
                  <a:pt x="1375761" y="63131"/>
                </a:cubicBezTo>
                <a:cubicBezTo>
                  <a:pt x="1383719" y="58494"/>
                  <a:pt x="1392146" y="56175"/>
                  <a:pt x="1401040" y="56175"/>
                </a:cubicBezTo>
                <a:moveTo>
                  <a:pt x="1397412" y="63899"/>
                </a:moveTo>
                <a:cubicBezTo>
                  <a:pt x="1393277" y="63899"/>
                  <a:pt x="1389122" y="65127"/>
                  <a:pt x="1384948" y="67582"/>
                </a:cubicBezTo>
                <a:cubicBezTo>
                  <a:pt x="1380774" y="70038"/>
                  <a:pt x="1377400" y="74343"/>
                  <a:pt x="1374825" y="80500"/>
                </a:cubicBezTo>
                <a:cubicBezTo>
                  <a:pt x="1372250" y="86656"/>
                  <a:pt x="1370963" y="94565"/>
                  <a:pt x="1370963" y="104228"/>
                </a:cubicBezTo>
                <a:cubicBezTo>
                  <a:pt x="1370963" y="119813"/>
                  <a:pt x="1374064" y="133255"/>
                  <a:pt x="1380267" y="144556"/>
                </a:cubicBezTo>
                <a:cubicBezTo>
                  <a:pt x="1386470" y="155855"/>
                  <a:pt x="1394642" y="161504"/>
                  <a:pt x="1404785" y="161504"/>
                </a:cubicBezTo>
                <a:cubicBezTo>
                  <a:pt x="1412353" y="161504"/>
                  <a:pt x="1418595" y="158387"/>
                  <a:pt x="1423510" y="152152"/>
                </a:cubicBezTo>
                <a:cubicBezTo>
                  <a:pt x="1428425" y="145918"/>
                  <a:pt x="1430883" y="135204"/>
                  <a:pt x="1430883" y="120009"/>
                </a:cubicBezTo>
                <a:cubicBezTo>
                  <a:pt x="1430883" y="100994"/>
                  <a:pt x="1426787" y="86031"/>
                  <a:pt x="1418595" y="75120"/>
                </a:cubicBezTo>
                <a:cubicBezTo>
                  <a:pt x="1413055" y="67640"/>
                  <a:pt x="1405994" y="63899"/>
                  <a:pt x="1397412" y="63899"/>
                </a:cubicBezTo>
                <a:close/>
                <a:moveTo>
                  <a:pt x="1460726" y="69762"/>
                </a:moveTo>
                <a:lnTo>
                  <a:pt x="1493729" y="56409"/>
                </a:lnTo>
                <a:lnTo>
                  <a:pt x="1498176" y="56409"/>
                </a:lnTo>
                <a:lnTo>
                  <a:pt x="1498176" y="81454"/>
                </a:lnTo>
                <a:cubicBezTo>
                  <a:pt x="1503715" y="72014"/>
                  <a:pt x="1509274" y="65440"/>
                  <a:pt x="1514853" y="61734"/>
                </a:cubicBezTo>
                <a:cubicBezTo>
                  <a:pt x="1520432" y="58028"/>
                  <a:pt x="1526303" y="56175"/>
                  <a:pt x="1532466" y="56175"/>
                </a:cubicBezTo>
                <a:cubicBezTo>
                  <a:pt x="1543233" y="56175"/>
                  <a:pt x="1552206" y="60384"/>
                  <a:pt x="1559384" y="68800"/>
                </a:cubicBezTo>
                <a:cubicBezTo>
                  <a:pt x="1568200" y="79089"/>
                  <a:pt x="1572608" y="92495"/>
                  <a:pt x="1572608" y="109019"/>
                </a:cubicBezTo>
                <a:cubicBezTo>
                  <a:pt x="1572608" y="127490"/>
                  <a:pt x="1567303" y="142767"/>
                  <a:pt x="1556692" y="154848"/>
                </a:cubicBezTo>
                <a:cubicBezTo>
                  <a:pt x="1547954" y="164747"/>
                  <a:pt x="1536953" y="169696"/>
                  <a:pt x="1523689" y="169696"/>
                </a:cubicBezTo>
                <a:cubicBezTo>
                  <a:pt x="1517915" y="169696"/>
                  <a:pt x="1512922" y="168877"/>
                  <a:pt x="1508709" y="167239"/>
                </a:cubicBezTo>
                <a:cubicBezTo>
                  <a:pt x="1505588" y="166068"/>
                  <a:pt x="1502077" y="163728"/>
                  <a:pt x="1498176" y="160217"/>
                </a:cubicBezTo>
                <a:lnTo>
                  <a:pt x="1498176" y="192869"/>
                </a:lnTo>
                <a:cubicBezTo>
                  <a:pt x="1498176" y="200203"/>
                  <a:pt x="1498625" y="204864"/>
                  <a:pt x="1499522" y="206854"/>
                </a:cubicBezTo>
                <a:cubicBezTo>
                  <a:pt x="1500419" y="208843"/>
                  <a:pt x="1501979" y="210423"/>
                  <a:pt x="1504203" y="211594"/>
                </a:cubicBezTo>
                <a:cubicBezTo>
                  <a:pt x="1506427" y="212764"/>
                  <a:pt x="1510464" y="213349"/>
                  <a:pt x="1516316" y="213349"/>
                </a:cubicBezTo>
                <a:lnTo>
                  <a:pt x="1516316" y="217679"/>
                </a:lnTo>
                <a:lnTo>
                  <a:pt x="1460141" y="217679"/>
                </a:lnTo>
                <a:lnTo>
                  <a:pt x="1460141" y="213349"/>
                </a:lnTo>
                <a:lnTo>
                  <a:pt x="1463066" y="213349"/>
                </a:lnTo>
                <a:cubicBezTo>
                  <a:pt x="1467358" y="213427"/>
                  <a:pt x="1471025" y="212607"/>
                  <a:pt x="1474067" y="210888"/>
                </a:cubicBezTo>
                <a:cubicBezTo>
                  <a:pt x="1475550" y="210030"/>
                  <a:pt x="1476701" y="208644"/>
                  <a:pt x="1477520" y="206730"/>
                </a:cubicBezTo>
                <a:cubicBezTo>
                  <a:pt x="1478339" y="204818"/>
                  <a:pt x="1478749" y="199959"/>
                  <a:pt x="1478749" y="192152"/>
                </a:cubicBezTo>
                <a:lnTo>
                  <a:pt x="1478749" y="90725"/>
                </a:lnTo>
                <a:cubicBezTo>
                  <a:pt x="1478749" y="83777"/>
                  <a:pt x="1478437" y="79366"/>
                  <a:pt x="1477812" y="77493"/>
                </a:cubicBezTo>
                <a:cubicBezTo>
                  <a:pt x="1477188" y="75618"/>
                  <a:pt x="1476193" y="74213"/>
                  <a:pt x="1474828" y="73277"/>
                </a:cubicBezTo>
                <a:cubicBezTo>
                  <a:pt x="1473463" y="72338"/>
                  <a:pt x="1471610" y="71869"/>
                  <a:pt x="1469269" y="71869"/>
                </a:cubicBezTo>
                <a:cubicBezTo>
                  <a:pt x="1467397" y="71869"/>
                  <a:pt x="1465017" y="72415"/>
                  <a:pt x="1462130" y="73507"/>
                </a:cubicBezTo>
                <a:lnTo>
                  <a:pt x="1460726" y="69762"/>
                </a:lnTo>
                <a:moveTo>
                  <a:pt x="1498176" y="88571"/>
                </a:moveTo>
                <a:lnTo>
                  <a:pt x="1498176" y="128545"/>
                </a:lnTo>
                <a:cubicBezTo>
                  <a:pt x="1498176" y="137196"/>
                  <a:pt x="1498527" y="142884"/>
                  <a:pt x="1499229" y="145610"/>
                </a:cubicBezTo>
                <a:cubicBezTo>
                  <a:pt x="1500322" y="150130"/>
                  <a:pt x="1502994" y="154104"/>
                  <a:pt x="1507246" y="157532"/>
                </a:cubicBezTo>
                <a:cubicBezTo>
                  <a:pt x="1511498" y="160960"/>
                  <a:pt x="1516862" y="162674"/>
                  <a:pt x="1523338" y="162674"/>
                </a:cubicBezTo>
                <a:cubicBezTo>
                  <a:pt x="1531140" y="162674"/>
                  <a:pt x="1537460" y="159635"/>
                  <a:pt x="1542297" y="153557"/>
                </a:cubicBezTo>
                <a:cubicBezTo>
                  <a:pt x="1548617" y="145611"/>
                  <a:pt x="1551777" y="134429"/>
                  <a:pt x="1551777" y="120013"/>
                </a:cubicBezTo>
                <a:cubicBezTo>
                  <a:pt x="1551777" y="103650"/>
                  <a:pt x="1548188" y="91067"/>
                  <a:pt x="1541010" y="82262"/>
                </a:cubicBezTo>
                <a:cubicBezTo>
                  <a:pt x="1536016" y="76184"/>
                  <a:pt x="1530087" y="73145"/>
                  <a:pt x="1523221" y="73145"/>
                </a:cubicBezTo>
                <a:cubicBezTo>
                  <a:pt x="1519476" y="73145"/>
                  <a:pt x="1515770" y="74080"/>
                  <a:pt x="1512103" y="75950"/>
                </a:cubicBezTo>
                <a:cubicBezTo>
                  <a:pt x="1509294" y="77352"/>
                  <a:pt x="1504652" y="81559"/>
                  <a:pt x="1498176" y="88571"/>
                </a:cubicBezTo>
                <a:close/>
                <a:moveTo>
                  <a:pt x="1590488" y="103690"/>
                </a:moveTo>
                <a:lnTo>
                  <a:pt x="1650993" y="103690"/>
                </a:lnTo>
                <a:lnTo>
                  <a:pt x="1650993" y="121362"/>
                </a:lnTo>
                <a:lnTo>
                  <a:pt x="1590488" y="121362"/>
                </a:lnTo>
                <a:lnTo>
                  <a:pt x="1590488" y="103690"/>
                </a:lnTo>
                <a:close/>
                <a:moveTo>
                  <a:pt x="1731704" y="78411"/>
                </a:moveTo>
                <a:lnTo>
                  <a:pt x="1790220" y="136576"/>
                </a:lnTo>
                <a:cubicBezTo>
                  <a:pt x="1799817" y="146173"/>
                  <a:pt x="1808009" y="152707"/>
                  <a:pt x="1814797" y="156179"/>
                </a:cubicBezTo>
                <a:cubicBezTo>
                  <a:pt x="1821585" y="159651"/>
                  <a:pt x="1828373" y="161621"/>
                  <a:pt x="1835160" y="162089"/>
                </a:cubicBezTo>
                <a:lnTo>
                  <a:pt x="1835160" y="166419"/>
                </a:lnTo>
                <a:lnTo>
                  <a:pt x="1759675" y="166419"/>
                </a:lnTo>
                <a:lnTo>
                  <a:pt x="1759675" y="162089"/>
                </a:lnTo>
                <a:cubicBezTo>
                  <a:pt x="1764200" y="162089"/>
                  <a:pt x="1767457" y="161328"/>
                  <a:pt x="1769447" y="159807"/>
                </a:cubicBezTo>
                <a:cubicBezTo>
                  <a:pt x="1771437" y="158286"/>
                  <a:pt x="1772431" y="156589"/>
                  <a:pt x="1772431" y="154716"/>
                </a:cubicBezTo>
                <a:cubicBezTo>
                  <a:pt x="1772431" y="152844"/>
                  <a:pt x="1772061" y="151166"/>
                  <a:pt x="1771320" y="149684"/>
                </a:cubicBezTo>
                <a:cubicBezTo>
                  <a:pt x="1770578" y="148201"/>
                  <a:pt x="1768140" y="145432"/>
                  <a:pt x="1764005" y="141375"/>
                </a:cubicBezTo>
                <a:lnTo>
                  <a:pt x="1709234" y="87189"/>
                </a:lnTo>
                <a:lnTo>
                  <a:pt x="1709234" y="138332"/>
                </a:lnTo>
                <a:cubicBezTo>
                  <a:pt x="1709234" y="146368"/>
                  <a:pt x="1709741" y="151673"/>
                  <a:pt x="1710756" y="154248"/>
                </a:cubicBezTo>
                <a:cubicBezTo>
                  <a:pt x="1711536" y="156199"/>
                  <a:pt x="1713174" y="157876"/>
                  <a:pt x="1715671" y="159280"/>
                </a:cubicBezTo>
                <a:cubicBezTo>
                  <a:pt x="1719026" y="161153"/>
                  <a:pt x="1722576" y="162089"/>
                  <a:pt x="1726321" y="162089"/>
                </a:cubicBezTo>
                <a:lnTo>
                  <a:pt x="1731704" y="162089"/>
                </a:lnTo>
                <a:lnTo>
                  <a:pt x="1731704" y="166419"/>
                </a:lnTo>
                <a:lnTo>
                  <a:pt x="1664060" y="166419"/>
                </a:lnTo>
                <a:lnTo>
                  <a:pt x="1664060" y="162089"/>
                </a:lnTo>
                <a:lnTo>
                  <a:pt x="1669677" y="162089"/>
                </a:lnTo>
                <a:cubicBezTo>
                  <a:pt x="1676231" y="162089"/>
                  <a:pt x="1680990" y="160178"/>
                  <a:pt x="1683955" y="156355"/>
                </a:cubicBezTo>
                <a:cubicBezTo>
                  <a:pt x="1685828" y="153858"/>
                  <a:pt x="1686764" y="147850"/>
                  <a:pt x="1686764" y="138332"/>
                </a:cubicBezTo>
                <a:lnTo>
                  <a:pt x="1686764" y="35812"/>
                </a:lnTo>
                <a:cubicBezTo>
                  <a:pt x="1686764" y="27776"/>
                  <a:pt x="1686257" y="22431"/>
                  <a:pt x="1685243" y="19778"/>
                </a:cubicBezTo>
                <a:cubicBezTo>
                  <a:pt x="1684462" y="17906"/>
                  <a:pt x="1682863" y="16267"/>
                  <a:pt x="1680444" y="14863"/>
                </a:cubicBezTo>
                <a:cubicBezTo>
                  <a:pt x="1677011" y="12991"/>
                  <a:pt x="1673422" y="12054"/>
                  <a:pt x="1669677" y="12054"/>
                </a:cubicBezTo>
                <a:lnTo>
                  <a:pt x="1664060" y="12054"/>
                </a:lnTo>
                <a:lnTo>
                  <a:pt x="1664060" y="7724"/>
                </a:lnTo>
                <a:lnTo>
                  <a:pt x="1731704" y="7724"/>
                </a:lnTo>
                <a:lnTo>
                  <a:pt x="1731704" y="12054"/>
                </a:lnTo>
                <a:lnTo>
                  <a:pt x="1726321" y="12054"/>
                </a:lnTo>
                <a:cubicBezTo>
                  <a:pt x="1722654" y="12054"/>
                  <a:pt x="1719104" y="12952"/>
                  <a:pt x="1715671" y="14746"/>
                </a:cubicBezTo>
                <a:cubicBezTo>
                  <a:pt x="1713252" y="15994"/>
                  <a:pt x="1711575" y="17867"/>
                  <a:pt x="1710638" y="20364"/>
                </a:cubicBezTo>
                <a:cubicBezTo>
                  <a:pt x="1709702" y="22860"/>
                  <a:pt x="1709234" y="28010"/>
                  <a:pt x="1709234" y="35812"/>
                </a:cubicBezTo>
                <a:lnTo>
                  <a:pt x="1709234" y="84380"/>
                </a:lnTo>
                <a:cubicBezTo>
                  <a:pt x="1710795" y="82898"/>
                  <a:pt x="1716139" y="77943"/>
                  <a:pt x="1725267" y="69517"/>
                </a:cubicBezTo>
                <a:cubicBezTo>
                  <a:pt x="1748440" y="48295"/>
                  <a:pt x="1762445" y="34134"/>
                  <a:pt x="1767282" y="27034"/>
                </a:cubicBezTo>
                <a:cubicBezTo>
                  <a:pt x="1769389" y="23914"/>
                  <a:pt x="1770442" y="21183"/>
                  <a:pt x="1770442" y="18842"/>
                </a:cubicBezTo>
                <a:cubicBezTo>
                  <a:pt x="1770442" y="17048"/>
                  <a:pt x="1769623" y="15468"/>
                  <a:pt x="1767984" y="14102"/>
                </a:cubicBezTo>
                <a:cubicBezTo>
                  <a:pt x="1766346" y="12737"/>
                  <a:pt x="1763576" y="12054"/>
                  <a:pt x="1759675" y="12054"/>
                </a:cubicBezTo>
                <a:lnTo>
                  <a:pt x="1756047" y="12054"/>
                </a:lnTo>
                <a:lnTo>
                  <a:pt x="1756047" y="7724"/>
                </a:lnTo>
                <a:lnTo>
                  <a:pt x="1814329" y="7724"/>
                </a:lnTo>
                <a:lnTo>
                  <a:pt x="1814329" y="12054"/>
                </a:lnTo>
                <a:cubicBezTo>
                  <a:pt x="1810896" y="12132"/>
                  <a:pt x="1807775" y="12600"/>
                  <a:pt x="1804966" y="13459"/>
                </a:cubicBezTo>
                <a:cubicBezTo>
                  <a:pt x="1802157" y="14317"/>
                  <a:pt x="1798724" y="15975"/>
                  <a:pt x="1794667" y="18433"/>
                </a:cubicBezTo>
                <a:cubicBezTo>
                  <a:pt x="1790610" y="20890"/>
                  <a:pt x="1785617" y="24850"/>
                  <a:pt x="1779687" y="30311"/>
                </a:cubicBezTo>
                <a:cubicBezTo>
                  <a:pt x="1777971" y="31872"/>
                  <a:pt x="1770052" y="39869"/>
                  <a:pt x="1755930" y="54303"/>
                </a:cubicBezTo>
                <a:lnTo>
                  <a:pt x="1731704" y="784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Properties">
            <a:extLst xmlns:a="http://schemas.openxmlformats.org/drawingml/2006/main">
              <a:ext uri="{FF2B5EF4-FFF2-40B4-BE49-F238E27FC236}">
                <a16:creationId xmlns:a16="http://schemas.microsoft.com/office/drawing/2014/main" id="{5C63E59C-FE7C-41E6-89C1-C5B0C3A6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871" y="3494722"/>
            <a:ext cx="958535" cy="217679"/>
          </a:xfrm>
          <a:custGeom xmlns:a="http://schemas.openxmlformats.org/drawingml/2006/main">
            <a:pathLst>
              <a:path w="958535" h="217679">
                <a:moveTo>
                  <a:pt x="45174" y="91987"/>
                </a:moveTo>
                <a:lnTo>
                  <a:pt x="45174" y="138291"/>
                </a:lnTo>
                <a:cubicBezTo>
                  <a:pt x="45174" y="148295"/>
                  <a:pt x="46267" y="154509"/>
                  <a:pt x="48451" y="156932"/>
                </a:cubicBezTo>
                <a:cubicBezTo>
                  <a:pt x="51416" y="160370"/>
                  <a:pt x="55902" y="162089"/>
                  <a:pt x="61910" y="162089"/>
                </a:cubicBezTo>
                <a:lnTo>
                  <a:pt x="67996" y="162089"/>
                </a:lnTo>
                <a:lnTo>
                  <a:pt x="67996" y="166419"/>
                </a:lnTo>
                <a:lnTo>
                  <a:pt x="0" y="166419"/>
                </a:lnTo>
                <a:lnTo>
                  <a:pt x="0" y="162089"/>
                </a:lnTo>
                <a:lnTo>
                  <a:pt x="5969" y="162089"/>
                </a:lnTo>
                <a:cubicBezTo>
                  <a:pt x="12678" y="162089"/>
                  <a:pt x="17477" y="159905"/>
                  <a:pt x="20364" y="155535"/>
                </a:cubicBezTo>
                <a:cubicBezTo>
                  <a:pt x="21924" y="153117"/>
                  <a:pt x="22704" y="147382"/>
                  <a:pt x="22704" y="138332"/>
                </a:cubicBezTo>
                <a:lnTo>
                  <a:pt x="22704" y="35812"/>
                </a:lnTo>
                <a:cubicBezTo>
                  <a:pt x="22704" y="25825"/>
                  <a:pt x="21651" y="19622"/>
                  <a:pt x="19544" y="17204"/>
                </a:cubicBezTo>
                <a:cubicBezTo>
                  <a:pt x="16501" y="13771"/>
                  <a:pt x="11976" y="12054"/>
                  <a:pt x="5969" y="12054"/>
                </a:cubicBezTo>
                <a:lnTo>
                  <a:pt x="0" y="12054"/>
                </a:lnTo>
                <a:lnTo>
                  <a:pt x="0" y="7724"/>
                </a:lnTo>
                <a:lnTo>
                  <a:pt x="58165" y="7724"/>
                </a:lnTo>
                <a:cubicBezTo>
                  <a:pt x="72365" y="7724"/>
                  <a:pt x="83561" y="9186"/>
                  <a:pt x="91753" y="12109"/>
                </a:cubicBezTo>
                <a:cubicBezTo>
                  <a:pt x="99945" y="15030"/>
                  <a:pt x="106850" y="19958"/>
                  <a:pt x="112468" y="26892"/>
                </a:cubicBezTo>
                <a:cubicBezTo>
                  <a:pt x="118085" y="33826"/>
                  <a:pt x="120894" y="42046"/>
                  <a:pt x="120894" y="51553"/>
                </a:cubicBezTo>
                <a:cubicBezTo>
                  <a:pt x="120894" y="64487"/>
                  <a:pt x="116622" y="75006"/>
                  <a:pt x="108079" y="83111"/>
                </a:cubicBezTo>
                <a:cubicBezTo>
                  <a:pt x="99536" y="91213"/>
                  <a:pt x="87462" y="95264"/>
                  <a:pt x="71858" y="95264"/>
                </a:cubicBezTo>
                <a:cubicBezTo>
                  <a:pt x="68035" y="95264"/>
                  <a:pt x="63899" y="94991"/>
                  <a:pt x="59452" y="94445"/>
                </a:cubicBezTo>
                <a:cubicBezTo>
                  <a:pt x="55005" y="93899"/>
                  <a:pt x="50246" y="93079"/>
                  <a:pt x="45174" y="91987"/>
                </a:cubicBezTo>
                <a:moveTo>
                  <a:pt x="45174" y="85199"/>
                </a:moveTo>
                <a:cubicBezTo>
                  <a:pt x="49309" y="85979"/>
                  <a:pt x="52976" y="86565"/>
                  <a:pt x="56175" y="86955"/>
                </a:cubicBezTo>
                <a:cubicBezTo>
                  <a:pt x="59374" y="87345"/>
                  <a:pt x="62105" y="87540"/>
                  <a:pt x="64368" y="87540"/>
                </a:cubicBezTo>
                <a:cubicBezTo>
                  <a:pt x="72482" y="87540"/>
                  <a:pt x="79484" y="84400"/>
                  <a:pt x="85375" y="78119"/>
                </a:cubicBezTo>
                <a:cubicBezTo>
                  <a:pt x="91265" y="71838"/>
                  <a:pt x="94211" y="63704"/>
                  <a:pt x="94211" y="53718"/>
                </a:cubicBezTo>
                <a:cubicBezTo>
                  <a:pt x="94211" y="46852"/>
                  <a:pt x="92806" y="40474"/>
                  <a:pt x="89998" y="34583"/>
                </a:cubicBezTo>
                <a:cubicBezTo>
                  <a:pt x="87189" y="28692"/>
                  <a:pt x="83210" y="24284"/>
                  <a:pt x="78060" y="21358"/>
                </a:cubicBezTo>
                <a:cubicBezTo>
                  <a:pt x="72911" y="18433"/>
                  <a:pt x="67059" y="16970"/>
                  <a:pt x="60506" y="16970"/>
                </a:cubicBezTo>
                <a:cubicBezTo>
                  <a:pt x="56526" y="16970"/>
                  <a:pt x="51416" y="17711"/>
                  <a:pt x="45174" y="19193"/>
                </a:cubicBezTo>
                <a:lnTo>
                  <a:pt x="45174" y="85199"/>
                </a:lnTo>
                <a:close/>
                <a:moveTo>
                  <a:pt x="168809" y="56175"/>
                </a:moveTo>
                <a:lnTo>
                  <a:pt x="168809" y="80284"/>
                </a:lnTo>
                <a:cubicBezTo>
                  <a:pt x="177782" y="64212"/>
                  <a:pt x="186988" y="56175"/>
                  <a:pt x="196429" y="56175"/>
                </a:cubicBezTo>
                <a:cubicBezTo>
                  <a:pt x="200720" y="56175"/>
                  <a:pt x="204270" y="57482"/>
                  <a:pt x="207079" y="60096"/>
                </a:cubicBezTo>
                <a:cubicBezTo>
                  <a:pt x="209888" y="62710"/>
                  <a:pt x="211292" y="65733"/>
                  <a:pt x="211292" y="69166"/>
                </a:cubicBezTo>
                <a:cubicBezTo>
                  <a:pt x="211292" y="72209"/>
                  <a:pt x="210278" y="74783"/>
                  <a:pt x="208249" y="76890"/>
                </a:cubicBezTo>
                <a:cubicBezTo>
                  <a:pt x="206221" y="78997"/>
                  <a:pt x="203802" y="80050"/>
                  <a:pt x="200993" y="80050"/>
                </a:cubicBezTo>
                <a:cubicBezTo>
                  <a:pt x="198262" y="80050"/>
                  <a:pt x="195200" y="78704"/>
                  <a:pt x="191806" y="76012"/>
                </a:cubicBezTo>
                <a:cubicBezTo>
                  <a:pt x="188412" y="73320"/>
                  <a:pt x="185896" y="71975"/>
                  <a:pt x="184258" y="71975"/>
                </a:cubicBezTo>
                <a:cubicBezTo>
                  <a:pt x="182853" y="71975"/>
                  <a:pt x="181332" y="72752"/>
                  <a:pt x="179693" y="74308"/>
                </a:cubicBezTo>
                <a:cubicBezTo>
                  <a:pt x="176182" y="77500"/>
                  <a:pt x="172554" y="82753"/>
                  <a:pt x="168809" y="90067"/>
                </a:cubicBezTo>
                <a:lnTo>
                  <a:pt x="168809" y="141312"/>
                </a:lnTo>
                <a:cubicBezTo>
                  <a:pt x="168809" y="147225"/>
                  <a:pt x="169551" y="151699"/>
                  <a:pt x="171033" y="154734"/>
                </a:cubicBezTo>
                <a:cubicBezTo>
                  <a:pt x="172047" y="156836"/>
                  <a:pt x="173842" y="158588"/>
                  <a:pt x="176416" y="159990"/>
                </a:cubicBezTo>
                <a:cubicBezTo>
                  <a:pt x="178991" y="161389"/>
                  <a:pt x="182697" y="162089"/>
                  <a:pt x="187534" y="162089"/>
                </a:cubicBezTo>
                <a:lnTo>
                  <a:pt x="187534" y="166419"/>
                </a:lnTo>
                <a:lnTo>
                  <a:pt x="132647" y="166419"/>
                </a:lnTo>
                <a:lnTo>
                  <a:pt x="132647" y="162089"/>
                </a:lnTo>
                <a:cubicBezTo>
                  <a:pt x="138108" y="162089"/>
                  <a:pt x="142165" y="161233"/>
                  <a:pt x="144818" y="159522"/>
                </a:cubicBezTo>
                <a:cubicBezTo>
                  <a:pt x="146768" y="158276"/>
                  <a:pt x="148134" y="156290"/>
                  <a:pt x="148914" y="153564"/>
                </a:cubicBezTo>
                <a:cubicBezTo>
                  <a:pt x="149304" y="152240"/>
                  <a:pt x="149499" y="148465"/>
                  <a:pt x="149499" y="142238"/>
                </a:cubicBezTo>
                <a:lnTo>
                  <a:pt x="149499" y="100783"/>
                </a:lnTo>
                <a:cubicBezTo>
                  <a:pt x="149499" y="88326"/>
                  <a:pt x="149246" y="80912"/>
                  <a:pt x="148738" y="78539"/>
                </a:cubicBezTo>
                <a:cubicBezTo>
                  <a:pt x="148231" y="76165"/>
                  <a:pt x="147295" y="74432"/>
                  <a:pt x="145930" y="73342"/>
                </a:cubicBezTo>
                <a:cubicBezTo>
                  <a:pt x="144564" y="72253"/>
                  <a:pt x="142867" y="71708"/>
                  <a:pt x="140839" y="71708"/>
                </a:cubicBezTo>
                <a:cubicBezTo>
                  <a:pt x="138420" y="71708"/>
                  <a:pt x="135689" y="72292"/>
                  <a:pt x="132647" y="73459"/>
                </a:cubicBezTo>
                <a:lnTo>
                  <a:pt x="131476" y="69254"/>
                </a:lnTo>
                <a:lnTo>
                  <a:pt x="163894" y="56175"/>
                </a:lnTo>
                <a:lnTo>
                  <a:pt x="168809" y="56175"/>
                </a:lnTo>
                <a:close/>
                <a:moveTo>
                  <a:pt x="269186" y="56175"/>
                </a:moveTo>
                <a:cubicBezTo>
                  <a:pt x="285414" y="56175"/>
                  <a:pt x="298444" y="62333"/>
                  <a:pt x="308275" y="74648"/>
                </a:cubicBezTo>
                <a:cubicBezTo>
                  <a:pt x="316623" y="85169"/>
                  <a:pt x="320797" y="97250"/>
                  <a:pt x="320797" y="110891"/>
                </a:cubicBezTo>
                <a:cubicBezTo>
                  <a:pt x="320797" y="120478"/>
                  <a:pt x="318495" y="130182"/>
                  <a:pt x="313892" y="140003"/>
                </a:cubicBezTo>
                <a:cubicBezTo>
                  <a:pt x="309289" y="149822"/>
                  <a:pt x="302950" y="157225"/>
                  <a:pt x="294874" y="162214"/>
                </a:cubicBezTo>
                <a:cubicBezTo>
                  <a:pt x="286799" y="167202"/>
                  <a:pt x="277807" y="169696"/>
                  <a:pt x="267899" y="169696"/>
                </a:cubicBezTo>
                <a:cubicBezTo>
                  <a:pt x="251748" y="169696"/>
                  <a:pt x="238914" y="163266"/>
                  <a:pt x="229395" y="150404"/>
                </a:cubicBezTo>
                <a:cubicBezTo>
                  <a:pt x="221359" y="139572"/>
                  <a:pt x="217341" y="127414"/>
                  <a:pt x="217341" y="113931"/>
                </a:cubicBezTo>
                <a:cubicBezTo>
                  <a:pt x="217341" y="104110"/>
                  <a:pt x="219779" y="94347"/>
                  <a:pt x="224655" y="84643"/>
                </a:cubicBezTo>
                <a:cubicBezTo>
                  <a:pt x="229532" y="74939"/>
                  <a:pt x="235949" y="67769"/>
                  <a:pt x="243907" y="63131"/>
                </a:cubicBezTo>
                <a:cubicBezTo>
                  <a:pt x="251865" y="58494"/>
                  <a:pt x="260291" y="56175"/>
                  <a:pt x="269186" y="56175"/>
                </a:cubicBezTo>
                <a:moveTo>
                  <a:pt x="265558" y="63899"/>
                </a:moveTo>
                <a:cubicBezTo>
                  <a:pt x="261423" y="63899"/>
                  <a:pt x="257268" y="65127"/>
                  <a:pt x="253094" y="67582"/>
                </a:cubicBezTo>
                <a:cubicBezTo>
                  <a:pt x="248920" y="70038"/>
                  <a:pt x="245545" y="74343"/>
                  <a:pt x="242971" y="80500"/>
                </a:cubicBezTo>
                <a:cubicBezTo>
                  <a:pt x="240396" y="86656"/>
                  <a:pt x="239109" y="94565"/>
                  <a:pt x="239109" y="104228"/>
                </a:cubicBezTo>
                <a:cubicBezTo>
                  <a:pt x="239109" y="119813"/>
                  <a:pt x="242210" y="133255"/>
                  <a:pt x="248413" y="144556"/>
                </a:cubicBezTo>
                <a:cubicBezTo>
                  <a:pt x="254615" y="155855"/>
                  <a:pt x="262788" y="161504"/>
                  <a:pt x="272931" y="161504"/>
                </a:cubicBezTo>
                <a:cubicBezTo>
                  <a:pt x="280499" y="161504"/>
                  <a:pt x="286741" y="158387"/>
                  <a:pt x="291656" y="152152"/>
                </a:cubicBezTo>
                <a:cubicBezTo>
                  <a:pt x="296571" y="145918"/>
                  <a:pt x="299029" y="135204"/>
                  <a:pt x="299029" y="120009"/>
                </a:cubicBezTo>
                <a:cubicBezTo>
                  <a:pt x="299029" y="100994"/>
                  <a:pt x="294933" y="86031"/>
                  <a:pt x="286741" y="75120"/>
                </a:cubicBezTo>
                <a:cubicBezTo>
                  <a:pt x="281201" y="67640"/>
                  <a:pt x="274140" y="63899"/>
                  <a:pt x="265558" y="63899"/>
                </a:cubicBezTo>
                <a:close/>
                <a:moveTo>
                  <a:pt x="328872" y="69762"/>
                </a:moveTo>
                <a:lnTo>
                  <a:pt x="361875" y="56409"/>
                </a:lnTo>
                <a:lnTo>
                  <a:pt x="366323" y="56409"/>
                </a:lnTo>
                <a:lnTo>
                  <a:pt x="366323" y="81454"/>
                </a:lnTo>
                <a:cubicBezTo>
                  <a:pt x="371862" y="72014"/>
                  <a:pt x="377421" y="65440"/>
                  <a:pt x="383000" y="61734"/>
                </a:cubicBezTo>
                <a:cubicBezTo>
                  <a:pt x="388578" y="58028"/>
                  <a:pt x="394449" y="56175"/>
                  <a:pt x="400613" y="56175"/>
                </a:cubicBezTo>
                <a:cubicBezTo>
                  <a:pt x="411380" y="56175"/>
                  <a:pt x="420352" y="60384"/>
                  <a:pt x="427530" y="68800"/>
                </a:cubicBezTo>
                <a:cubicBezTo>
                  <a:pt x="436347" y="79089"/>
                  <a:pt x="440755" y="92495"/>
                  <a:pt x="440755" y="109019"/>
                </a:cubicBezTo>
                <a:cubicBezTo>
                  <a:pt x="440755" y="127490"/>
                  <a:pt x="435450" y="142767"/>
                  <a:pt x="424839" y="154848"/>
                </a:cubicBezTo>
                <a:cubicBezTo>
                  <a:pt x="416100" y="164747"/>
                  <a:pt x="405099" y="169696"/>
                  <a:pt x="391836" y="169696"/>
                </a:cubicBezTo>
                <a:cubicBezTo>
                  <a:pt x="386062" y="169696"/>
                  <a:pt x="381069" y="168877"/>
                  <a:pt x="376856" y="167239"/>
                </a:cubicBezTo>
                <a:cubicBezTo>
                  <a:pt x="373735" y="166068"/>
                  <a:pt x="370224" y="163728"/>
                  <a:pt x="366323" y="160217"/>
                </a:cubicBezTo>
                <a:lnTo>
                  <a:pt x="366323" y="192869"/>
                </a:lnTo>
                <a:cubicBezTo>
                  <a:pt x="366323" y="200203"/>
                  <a:pt x="366771" y="204864"/>
                  <a:pt x="367669" y="206854"/>
                </a:cubicBezTo>
                <a:cubicBezTo>
                  <a:pt x="368566" y="208843"/>
                  <a:pt x="370126" y="210423"/>
                  <a:pt x="372350" y="211594"/>
                </a:cubicBezTo>
                <a:cubicBezTo>
                  <a:pt x="374573" y="212764"/>
                  <a:pt x="378611" y="213349"/>
                  <a:pt x="384463" y="213349"/>
                </a:cubicBezTo>
                <a:lnTo>
                  <a:pt x="384463" y="217679"/>
                </a:lnTo>
                <a:lnTo>
                  <a:pt x="328287" y="217679"/>
                </a:lnTo>
                <a:lnTo>
                  <a:pt x="328287" y="213349"/>
                </a:lnTo>
                <a:lnTo>
                  <a:pt x="331213" y="213349"/>
                </a:lnTo>
                <a:cubicBezTo>
                  <a:pt x="335504" y="213427"/>
                  <a:pt x="339171" y="212607"/>
                  <a:pt x="342214" y="210888"/>
                </a:cubicBezTo>
                <a:cubicBezTo>
                  <a:pt x="343697" y="210030"/>
                  <a:pt x="344847" y="208644"/>
                  <a:pt x="345667" y="206730"/>
                </a:cubicBezTo>
                <a:cubicBezTo>
                  <a:pt x="346486" y="204818"/>
                  <a:pt x="346895" y="199959"/>
                  <a:pt x="346895" y="192152"/>
                </a:cubicBezTo>
                <a:lnTo>
                  <a:pt x="346895" y="90725"/>
                </a:lnTo>
                <a:cubicBezTo>
                  <a:pt x="346895" y="83777"/>
                  <a:pt x="346583" y="79366"/>
                  <a:pt x="345959" y="77493"/>
                </a:cubicBezTo>
                <a:cubicBezTo>
                  <a:pt x="345335" y="75618"/>
                  <a:pt x="344340" y="74213"/>
                  <a:pt x="342975" y="73277"/>
                </a:cubicBezTo>
                <a:cubicBezTo>
                  <a:pt x="341609" y="72338"/>
                  <a:pt x="339756" y="71869"/>
                  <a:pt x="337416" y="71869"/>
                </a:cubicBezTo>
                <a:cubicBezTo>
                  <a:pt x="335543" y="71869"/>
                  <a:pt x="333164" y="72415"/>
                  <a:pt x="330277" y="73507"/>
                </a:cubicBezTo>
                <a:lnTo>
                  <a:pt x="328872" y="69762"/>
                </a:lnTo>
                <a:moveTo>
                  <a:pt x="366323" y="88571"/>
                </a:moveTo>
                <a:lnTo>
                  <a:pt x="366323" y="128545"/>
                </a:lnTo>
                <a:cubicBezTo>
                  <a:pt x="366323" y="137196"/>
                  <a:pt x="366674" y="142884"/>
                  <a:pt x="367376" y="145610"/>
                </a:cubicBezTo>
                <a:cubicBezTo>
                  <a:pt x="368468" y="150130"/>
                  <a:pt x="371141" y="154104"/>
                  <a:pt x="375393" y="157532"/>
                </a:cubicBezTo>
                <a:cubicBezTo>
                  <a:pt x="379645" y="160960"/>
                  <a:pt x="385009" y="162674"/>
                  <a:pt x="391485" y="162674"/>
                </a:cubicBezTo>
                <a:cubicBezTo>
                  <a:pt x="399287" y="162674"/>
                  <a:pt x="405606" y="159635"/>
                  <a:pt x="410444" y="153557"/>
                </a:cubicBezTo>
                <a:cubicBezTo>
                  <a:pt x="416763" y="145611"/>
                  <a:pt x="419923" y="134429"/>
                  <a:pt x="419923" y="120013"/>
                </a:cubicBezTo>
                <a:cubicBezTo>
                  <a:pt x="419923" y="103650"/>
                  <a:pt x="416334" y="91067"/>
                  <a:pt x="409156" y="82262"/>
                </a:cubicBezTo>
                <a:cubicBezTo>
                  <a:pt x="404163" y="76184"/>
                  <a:pt x="398233" y="73145"/>
                  <a:pt x="391368" y="73145"/>
                </a:cubicBezTo>
                <a:cubicBezTo>
                  <a:pt x="387623" y="73145"/>
                  <a:pt x="383916" y="74080"/>
                  <a:pt x="380249" y="75950"/>
                </a:cubicBezTo>
                <a:cubicBezTo>
                  <a:pt x="377441" y="77352"/>
                  <a:pt x="372798" y="81559"/>
                  <a:pt x="366323" y="88571"/>
                </a:cubicBezTo>
                <a:close/>
                <a:moveTo>
                  <a:pt x="474460" y="99711"/>
                </a:moveTo>
                <a:cubicBezTo>
                  <a:pt x="474382" y="115591"/>
                  <a:pt x="478244" y="128046"/>
                  <a:pt x="486046" y="137077"/>
                </a:cubicBezTo>
                <a:cubicBezTo>
                  <a:pt x="493848" y="146106"/>
                  <a:pt x="503016" y="150620"/>
                  <a:pt x="513549" y="150620"/>
                </a:cubicBezTo>
                <a:cubicBezTo>
                  <a:pt x="520571" y="150620"/>
                  <a:pt x="526676" y="148689"/>
                  <a:pt x="531864" y="144827"/>
                </a:cubicBezTo>
                <a:cubicBezTo>
                  <a:pt x="537053" y="140965"/>
                  <a:pt x="541402" y="134353"/>
                  <a:pt x="544913" y="124990"/>
                </a:cubicBezTo>
                <a:lnTo>
                  <a:pt x="548541" y="127331"/>
                </a:lnTo>
                <a:cubicBezTo>
                  <a:pt x="546903" y="138020"/>
                  <a:pt x="542144" y="147753"/>
                  <a:pt x="534264" y="156530"/>
                </a:cubicBezTo>
                <a:cubicBezTo>
                  <a:pt x="526383" y="165308"/>
                  <a:pt x="516514" y="169696"/>
                  <a:pt x="504654" y="169696"/>
                </a:cubicBezTo>
                <a:cubicBezTo>
                  <a:pt x="491781" y="169696"/>
                  <a:pt x="480760" y="164694"/>
                  <a:pt x="471593" y="154691"/>
                </a:cubicBezTo>
                <a:cubicBezTo>
                  <a:pt x="462425" y="144684"/>
                  <a:pt x="457842" y="131233"/>
                  <a:pt x="457842" y="114337"/>
                </a:cubicBezTo>
                <a:cubicBezTo>
                  <a:pt x="457842" y="96041"/>
                  <a:pt x="462542" y="81774"/>
                  <a:pt x="471944" y="71536"/>
                </a:cubicBezTo>
                <a:cubicBezTo>
                  <a:pt x="481346" y="61295"/>
                  <a:pt x="493146" y="56175"/>
                  <a:pt x="507346" y="56175"/>
                </a:cubicBezTo>
                <a:cubicBezTo>
                  <a:pt x="519361" y="56175"/>
                  <a:pt x="529231" y="60125"/>
                  <a:pt x="536955" y="68025"/>
                </a:cubicBezTo>
                <a:cubicBezTo>
                  <a:pt x="544679" y="75922"/>
                  <a:pt x="548541" y="86484"/>
                  <a:pt x="548541" y="99711"/>
                </a:cubicBezTo>
                <a:lnTo>
                  <a:pt x="474460" y="99711"/>
                </a:lnTo>
                <a:moveTo>
                  <a:pt x="474460" y="92923"/>
                </a:moveTo>
                <a:lnTo>
                  <a:pt x="524082" y="92923"/>
                </a:lnTo>
                <a:cubicBezTo>
                  <a:pt x="523692" y="86057"/>
                  <a:pt x="522872" y="81220"/>
                  <a:pt x="521624" y="78411"/>
                </a:cubicBezTo>
                <a:cubicBezTo>
                  <a:pt x="519674" y="74042"/>
                  <a:pt x="516767" y="70609"/>
                  <a:pt x="512905" y="68113"/>
                </a:cubicBezTo>
                <a:cubicBezTo>
                  <a:pt x="509043" y="65616"/>
                  <a:pt x="505006" y="64368"/>
                  <a:pt x="500792" y="64368"/>
                </a:cubicBezTo>
                <a:cubicBezTo>
                  <a:pt x="494317" y="64368"/>
                  <a:pt x="488524" y="66884"/>
                  <a:pt x="483413" y="71916"/>
                </a:cubicBezTo>
                <a:cubicBezTo>
                  <a:pt x="478303" y="76948"/>
                  <a:pt x="475318" y="83951"/>
                  <a:pt x="474460" y="92923"/>
                </a:cubicBezTo>
                <a:close/>
                <a:moveTo>
                  <a:pt x="593549" y="56175"/>
                </a:moveTo>
                <a:lnTo>
                  <a:pt x="593549" y="80284"/>
                </a:lnTo>
                <a:cubicBezTo>
                  <a:pt x="602521" y="64212"/>
                  <a:pt x="611728" y="56175"/>
                  <a:pt x="621169" y="56175"/>
                </a:cubicBezTo>
                <a:cubicBezTo>
                  <a:pt x="625460" y="56175"/>
                  <a:pt x="629010" y="57482"/>
                  <a:pt x="631818" y="60096"/>
                </a:cubicBezTo>
                <a:cubicBezTo>
                  <a:pt x="634627" y="62710"/>
                  <a:pt x="636032" y="65733"/>
                  <a:pt x="636032" y="69166"/>
                </a:cubicBezTo>
                <a:cubicBezTo>
                  <a:pt x="636032" y="72209"/>
                  <a:pt x="635017" y="74783"/>
                  <a:pt x="632989" y="76890"/>
                </a:cubicBezTo>
                <a:cubicBezTo>
                  <a:pt x="630960" y="78997"/>
                  <a:pt x="628542" y="80050"/>
                  <a:pt x="625733" y="80050"/>
                </a:cubicBezTo>
                <a:cubicBezTo>
                  <a:pt x="623002" y="80050"/>
                  <a:pt x="619940" y="78704"/>
                  <a:pt x="616546" y="76012"/>
                </a:cubicBezTo>
                <a:cubicBezTo>
                  <a:pt x="613152" y="73320"/>
                  <a:pt x="610636" y="71975"/>
                  <a:pt x="608997" y="71975"/>
                </a:cubicBezTo>
                <a:cubicBezTo>
                  <a:pt x="607593" y="71975"/>
                  <a:pt x="606071" y="72752"/>
                  <a:pt x="604433" y="74308"/>
                </a:cubicBezTo>
                <a:cubicBezTo>
                  <a:pt x="600922" y="77500"/>
                  <a:pt x="597294" y="82753"/>
                  <a:pt x="593549" y="90067"/>
                </a:cubicBezTo>
                <a:lnTo>
                  <a:pt x="593549" y="141312"/>
                </a:lnTo>
                <a:cubicBezTo>
                  <a:pt x="593549" y="147225"/>
                  <a:pt x="594290" y="151699"/>
                  <a:pt x="595773" y="154734"/>
                </a:cubicBezTo>
                <a:cubicBezTo>
                  <a:pt x="596787" y="156836"/>
                  <a:pt x="598581" y="158588"/>
                  <a:pt x="601156" y="159990"/>
                </a:cubicBezTo>
                <a:cubicBezTo>
                  <a:pt x="603731" y="161389"/>
                  <a:pt x="607437" y="162089"/>
                  <a:pt x="612274" y="162089"/>
                </a:cubicBezTo>
                <a:lnTo>
                  <a:pt x="612274" y="166419"/>
                </a:lnTo>
                <a:lnTo>
                  <a:pt x="557386" y="166419"/>
                </a:lnTo>
                <a:lnTo>
                  <a:pt x="557386" y="162089"/>
                </a:lnTo>
                <a:cubicBezTo>
                  <a:pt x="562848" y="162089"/>
                  <a:pt x="566905" y="161233"/>
                  <a:pt x="569558" y="159522"/>
                </a:cubicBezTo>
                <a:cubicBezTo>
                  <a:pt x="571508" y="158276"/>
                  <a:pt x="572873" y="156290"/>
                  <a:pt x="573654" y="153564"/>
                </a:cubicBezTo>
                <a:cubicBezTo>
                  <a:pt x="574044" y="152240"/>
                  <a:pt x="574239" y="148465"/>
                  <a:pt x="574239" y="142238"/>
                </a:cubicBezTo>
                <a:lnTo>
                  <a:pt x="574239" y="100783"/>
                </a:lnTo>
                <a:cubicBezTo>
                  <a:pt x="574239" y="88326"/>
                  <a:pt x="573985" y="80912"/>
                  <a:pt x="573478" y="78539"/>
                </a:cubicBezTo>
                <a:cubicBezTo>
                  <a:pt x="572971" y="76165"/>
                  <a:pt x="572035" y="74432"/>
                  <a:pt x="570669" y="73342"/>
                </a:cubicBezTo>
                <a:cubicBezTo>
                  <a:pt x="569304" y="72253"/>
                  <a:pt x="567607" y="71708"/>
                  <a:pt x="565578" y="71708"/>
                </a:cubicBezTo>
                <a:cubicBezTo>
                  <a:pt x="563160" y="71708"/>
                  <a:pt x="560429" y="72292"/>
                  <a:pt x="557386" y="73459"/>
                </a:cubicBezTo>
                <a:lnTo>
                  <a:pt x="556216" y="69254"/>
                </a:lnTo>
                <a:lnTo>
                  <a:pt x="588634" y="56175"/>
                </a:lnTo>
                <a:lnTo>
                  <a:pt x="593549" y="56175"/>
                </a:lnTo>
                <a:close/>
                <a:moveTo>
                  <a:pt x="672626" y="23875"/>
                </a:moveTo>
                <a:lnTo>
                  <a:pt x="672626" y="59218"/>
                </a:lnTo>
                <a:lnTo>
                  <a:pt x="697671" y="59218"/>
                </a:lnTo>
                <a:lnTo>
                  <a:pt x="697671" y="67410"/>
                </a:lnTo>
                <a:lnTo>
                  <a:pt x="672626" y="67410"/>
                </a:lnTo>
                <a:lnTo>
                  <a:pt x="672626" y="136832"/>
                </a:lnTo>
                <a:cubicBezTo>
                  <a:pt x="672626" y="143769"/>
                  <a:pt x="673621" y="148445"/>
                  <a:pt x="675610" y="150861"/>
                </a:cubicBezTo>
                <a:cubicBezTo>
                  <a:pt x="677600" y="153275"/>
                  <a:pt x="680155" y="154482"/>
                  <a:pt x="683276" y="154482"/>
                </a:cubicBezTo>
                <a:cubicBezTo>
                  <a:pt x="685851" y="154482"/>
                  <a:pt x="688347" y="153682"/>
                  <a:pt x="690766" y="152083"/>
                </a:cubicBezTo>
                <a:cubicBezTo>
                  <a:pt x="693185" y="150484"/>
                  <a:pt x="695057" y="148123"/>
                  <a:pt x="696384" y="145003"/>
                </a:cubicBezTo>
                <a:lnTo>
                  <a:pt x="700948" y="145003"/>
                </a:lnTo>
                <a:cubicBezTo>
                  <a:pt x="698217" y="152671"/>
                  <a:pt x="694355" y="158470"/>
                  <a:pt x="689362" y="162400"/>
                </a:cubicBezTo>
                <a:cubicBezTo>
                  <a:pt x="684368" y="166328"/>
                  <a:pt x="679219" y="168292"/>
                  <a:pt x="673913" y="168292"/>
                </a:cubicBezTo>
                <a:cubicBezTo>
                  <a:pt x="670324" y="168292"/>
                  <a:pt x="666813" y="167296"/>
                  <a:pt x="663381" y="165304"/>
                </a:cubicBezTo>
                <a:cubicBezTo>
                  <a:pt x="659948" y="163312"/>
                  <a:pt x="657412" y="160462"/>
                  <a:pt x="655773" y="156753"/>
                </a:cubicBezTo>
                <a:cubicBezTo>
                  <a:pt x="654135" y="153042"/>
                  <a:pt x="653316" y="147320"/>
                  <a:pt x="653316" y="139586"/>
                </a:cubicBezTo>
                <a:lnTo>
                  <a:pt x="653316" y="67410"/>
                </a:lnTo>
                <a:lnTo>
                  <a:pt x="636346" y="67410"/>
                </a:lnTo>
                <a:lnTo>
                  <a:pt x="636346" y="63548"/>
                </a:lnTo>
                <a:cubicBezTo>
                  <a:pt x="640637" y="61827"/>
                  <a:pt x="645026" y="58912"/>
                  <a:pt x="649512" y="54804"/>
                </a:cubicBezTo>
                <a:cubicBezTo>
                  <a:pt x="653998" y="50696"/>
                  <a:pt x="657997" y="45824"/>
                  <a:pt x="661508" y="40189"/>
                </a:cubicBezTo>
                <a:cubicBezTo>
                  <a:pt x="663302" y="37217"/>
                  <a:pt x="665799" y="31779"/>
                  <a:pt x="668998" y="23875"/>
                </a:cubicBezTo>
                <a:lnTo>
                  <a:pt x="672626" y="23875"/>
                </a:lnTo>
                <a:close/>
                <a:moveTo>
                  <a:pt x="735730" y="0"/>
                </a:moveTo>
                <a:cubicBezTo>
                  <a:pt x="739007" y="0"/>
                  <a:pt x="741797" y="1157"/>
                  <a:pt x="744098" y="3471"/>
                </a:cubicBezTo>
                <a:cubicBezTo>
                  <a:pt x="746400" y="5782"/>
                  <a:pt x="747551" y="8585"/>
                  <a:pt x="747551" y="11879"/>
                </a:cubicBezTo>
                <a:cubicBezTo>
                  <a:pt x="747551" y="15173"/>
                  <a:pt x="746400" y="17996"/>
                  <a:pt x="744098" y="20349"/>
                </a:cubicBezTo>
                <a:cubicBezTo>
                  <a:pt x="741797" y="22699"/>
                  <a:pt x="739007" y="23875"/>
                  <a:pt x="735730" y="23875"/>
                </a:cubicBezTo>
                <a:cubicBezTo>
                  <a:pt x="732453" y="23875"/>
                  <a:pt x="729645" y="22699"/>
                  <a:pt x="727304" y="20349"/>
                </a:cubicBezTo>
                <a:cubicBezTo>
                  <a:pt x="724963" y="17996"/>
                  <a:pt x="723793" y="15173"/>
                  <a:pt x="723793" y="11879"/>
                </a:cubicBezTo>
                <a:cubicBezTo>
                  <a:pt x="723793" y="8585"/>
                  <a:pt x="724944" y="5782"/>
                  <a:pt x="727246" y="3471"/>
                </a:cubicBezTo>
                <a:cubicBezTo>
                  <a:pt x="729547" y="1157"/>
                  <a:pt x="732375" y="0"/>
                  <a:pt x="735730" y="0"/>
                </a:cubicBezTo>
                <a:moveTo>
                  <a:pt x="745444" y="56175"/>
                </a:moveTo>
                <a:lnTo>
                  <a:pt x="745444" y="142121"/>
                </a:lnTo>
                <a:cubicBezTo>
                  <a:pt x="745444" y="148816"/>
                  <a:pt x="745932" y="153273"/>
                  <a:pt x="746907" y="155492"/>
                </a:cubicBezTo>
                <a:cubicBezTo>
                  <a:pt x="747882" y="157710"/>
                  <a:pt x="749326" y="159365"/>
                  <a:pt x="751237" y="160454"/>
                </a:cubicBezTo>
                <a:cubicBezTo>
                  <a:pt x="753149" y="161544"/>
                  <a:pt x="756640" y="162089"/>
                  <a:pt x="761711" y="162089"/>
                </a:cubicBezTo>
                <a:lnTo>
                  <a:pt x="761711" y="166419"/>
                </a:lnTo>
                <a:lnTo>
                  <a:pt x="709632" y="166419"/>
                </a:lnTo>
                <a:lnTo>
                  <a:pt x="709632" y="162089"/>
                </a:lnTo>
                <a:cubicBezTo>
                  <a:pt x="714860" y="162089"/>
                  <a:pt x="718371" y="161583"/>
                  <a:pt x="720165" y="160571"/>
                </a:cubicBezTo>
                <a:cubicBezTo>
                  <a:pt x="721960" y="159560"/>
                  <a:pt x="723383" y="157886"/>
                  <a:pt x="724437" y="155550"/>
                </a:cubicBezTo>
                <a:cubicBezTo>
                  <a:pt x="725490" y="153214"/>
                  <a:pt x="726017" y="148738"/>
                  <a:pt x="726017" y="142121"/>
                </a:cubicBezTo>
                <a:lnTo>
                  <a:pt x="726017" y="100900"/>
                </a:lnTo>
                <a:cubicBezTo>
                  <a:pt x="726017" y="89299"/>
                  <a:pt x="725666" y="81787"/>
                  <a:pt x="724963" y="78364"/>
                </a:cubicBezTo>
                <a:cubicBezTo>
                  <a:pt x="724417" y="75872"/>
                  <a:pt x="723559" y="74140"/>
                  <a:pt x="722389" y="73167"/>
                </a:cubicBezTo>
                <a:cubicBezTo>
                  <a:pt x="721218" y="72194"/>
                  <a:pt x="719619" y="71708"/>
                  <a:pt x="717590" y="71708"/>
                </a:cubicBezTo>
                <a:cubicBezTo>
                  <a:pt x="715406" y="71708"/>
                  <a:pt x="712753" y="72292"/>
                  <a:pt x="709632" y="73459"/>
                </a:cubicBezTo>
                <a:lnTo>
                  <a:pt x="707994" y="69254"/>
                </a:lnTo>
                <a:lnTo>
                  <a:pt x="740295" y="56175"/>
                </a:lnTo>
                <a:lnTo>
                  <a:pt x="745444" y="56175"/>
                </a:lnTo>
                <a:close/>
                <a:moveTo>
                  <a:pt x="793451" y="99711"/>
                </a:moveTo>
                <a:cubicBezTo>
                  <a:pt x="793373" y="115591"/>
                  <a:pt x="797236" y="128046"/>
                  <a:pt x="805038" y="137077"/>
                </a:cubicBezTo>
                <a:cubicBezTo>
                  <a:pt x="812840" y="146106"/>
                  <a:pt x="822007" y="150620"/>
                  <a:pt x="832540" y="150620"/>
                </a:cubicBezTo>
                <a:cubicBezTo>
                  <a:pt x="839562" y="150620"/>
                  <a:pt x="845667" y="148689"/>
                  <a:pt x="850856" y="144827"/>
                </a:cubicBezTo>
                <a:cubicBezTo>
                  <a:pt x="856044" y="140965"/>
                  <a:pt x="860394" y="134353"/>
                  <a:pt x="863905" y="124990"/>
                </a:cubicBezTo>
                <a:lnTo>
                  <a:pt x="867533" y="127331"/>
                </a:lnTo>
                <a:cubicBezTo>
                  <a:pt x="865894" y="138020"/>
                  <a:pt x="861135" y="147753"/>
                  <a:pt x="853255" y="156530"/>
                </a:cubicBezTo>
                <a:cubicBezTo>
                  <a:pt x="845375" y="165308"/>
                  <a:pt x="835505" y="169696"/>
                  <a:pt x="823646" y="169696"/>
                </a:cubicBezTo>
                <a:cubicBezTo>
                  <a:pt x="810772" y="169696"/>
                  <a:pt x="799752" y="164694"/>
                  <a:pt x="790584" y="154691"/>
                </a:cubicBezTo>
                <a:cubicBezTo>
                  <a:pt x="781417" y="144684"/>
                  <a:pt x="776833" y="131233"/>
                  <a:pt x="776833" y="114337"/>
                </a:cubicBezTo>
                <a:cubicBezTo>
                  <a:pt x="776833" y="96041"/>
                  <a:pt x="781534" y="81774"/>
                  <a:pt x="790935" y="71536"/>
                </a:cubicBezTo>
                <a:cubicBezTo>
                  <a:pt x="800337" y="61295"/>
                  <a:pt x="812138" y="56175"/>
                  <a:pt x="826337" y="56175"/>
                </a:cubicBezTo>
                <a:cubicBezTo>
                  <a:pt x="838353" y="56175"/>
                  <a:pt x="848222" y="60125"/>
                  <a:pt x="855947" y="68025"/>
                </a:cubicBezTo>
                <a:cubicBezTo>
                  <a:pt x="863671" y="75922"/>
                  <a:pt x="867533" y="86484"/>
                  <a:pt x="867533" y="99711"/>
                </a:cubicBezTo>
                <a:lnTo>
                  <a:pt x="793451" y="99711"/>
                </a:lnTo>
                <a:moveTo>
                  <a:pt x="793451" y="92923"/>
                </a:moveTo>
                <a:lnTo>
                  <a:pt x="843073" y="92923"/>
                </a:lnTo>
                <a:cubicBezTo>
                  <a:pt x="842683" y="86057"/>
                  <a:pt x="841864" y="81220"/>
                  <a:pt x="840615" y="78411"/>
                </a:cubicBezTo>
                <a:cubicBezTo>
                  <a:pt x="838665" y="74042"/>
                  <a:pt x="835759" y="70609"/>
                  <a:pt x="831896" y="68113"/>
                </a:cubicBezTo>
                <a:cubicBezTo>
                  <a:pt x="828034" y="65616"/>
                  <a:pt x="823997" y="64368"/>
                  <a:pt x="819784" y="64368"/>
                </a:cubicBezTo>
                <a:cubicBezTo>
                  <a:pt x="813308" y="64368"/>
                  <a:pt x="807515" y="66884"/>
                  <a:pt x="802404" y="71916"/>
                </a:cubicBezTo>
                <a:cubicBezTo>
                  <a:pt x="797294" y="76948"/>
                  <a:pt x="794310" y="83951"/>
                  <a:pt x="793451" y="92923"/>
                </a:cubicBezTo>
                <a:close/>
                <a:moveTo>
                  <a:pt x="950460" y="56175"/>
                </a:moveTo>
                <a:lnTo>
                  <a:pt x="950460" y="92455"/>
                </a:lnTo>
                <a:lnTo>
                  <a:pt x="946597" y="92455"/>
                </a:lnTo>
                <a:cubicBezTo>
                  <a:pt x="943633" y="81076"/>
                  <a:pt x="939829" y="73336"/>
                  <a:pt x="935187" y="69235"/>
                </a:cubicBezTo>
                <a:cubicBezTo>
                  <a:pt x="930545" y="65132"/>
                  <a:pt x="924635" y="63080"/>
                  <a:pt x="917457" y="63080"/>
                </a:cubicBezTo>
                <a:cubicBezTo>
                  <a:pt x="911995" y="63080"/>
                  <a:pt x="907587" y="64522"/>
                  <a:pt x="904232" y="67407"/>
                </a:cubicBezTo>
                <a:cubicBezTo>
                  <a:pt x="900877" y="70289"/>
                  <a:pt x="899200" y="73484"/>
                  <a:pt x="899200" y="76992"/>
                </a:cubicBezTo>
                <a:cubicBezTo>
                  <a:pt x="899200" y="81357"/>
                  <a:pt x="900448" y="85097"/>
                  <a:pt x="902945" y="88213"/>
                </a:cubicBezTo>
                <a:cubicBezTo>
                  <a:pt x="905363" y="91409"/>
                  <a:pt x="910279" y="94800"/>
                  <a:pt x="917691" y="98384"/>
                </a:cubicBezTo>
                <a:lnTo>
                  <a:pt x="934777" y="106686"/>
                </a:lnTo>
                <a:cubicBezTo>
                  <a:pt x="950616" y="114400"/>
                  <a:pt x="958535" y="124571"/>
                  <a:pt x="958535" y="137198"/>
                </a:cubicBezTo>
                <a:cubicBezTo>
                  <a:pt x="958535" y="146938"/>
                  <a:pt x="954848" y="154791"/>
                  <a:pt x="947475" y="160754"/>
                </a:cubicBezTo>
                <a:cubicBezTo>
                  <a:pt x="940102" y="166716"/>
                  <a:pt x="931851" y="169696"/>
                  <a:pt x="922723" y="169696"/>
                </a:cubicBezTo>
                <a:cubicBezTo>
                  <a:pt x="916169" y="169696"/>
                  <a:pt x="908679" y="168526"/>
                  <a:pt x="900253" y="166185"/>
                </a:cubicBezTo>
                <a:cubicBezTo>
                  <a:pt x="897678" y="165405"/>
                  <a:pt x="895572" y="165015"/>
                  <a:pt x="893933" y="165015"/>
                </a:cubicBezTo>
                <a:cubicBezTo>
                  <a:pt x="892139" y="165015"/>
                  <a:pt x="890734" y="166029"/>
                  <a:pt x="889720" y="168058"/>
                </a:cubicBezTo>
                <a:lnTo>
                  <a:pt x="885858" y="168058"/>
                </a:lnTo>
                <a:lnTo>
                  <a:pt x="885858" y="129671"/>
                </a:lnTo>
                <a:lnTo>
                  <a:pt x="889720" y="129671"/>
                </a:lnTo>
                <a:cubicBezTo>
                  <a:pt x="891905" y="140633"/>
                  <a:pt x="896079" y="148894"/>
                  <a:pt x="902242" y="154453"/>
                </a:cubicBezTo>
                <a:cubicBezTo>
                  <a:pt x="908406" y="160012"/>
                  <a:pt x="915311" y="162791"/>
                  <a:pt x="922957" y="162791"/>
                </a:cubicBezTo>
                <a:cubicBezTo>
                  <a:pt x="928341" y="162791"/>
                  <a:pt x="932729" y="161214"/>
                  <a:pt x="936123" y="158059"/>
                </a:cubicBezTo>
                <a:cubicBezTo>
                  <a:pt x="939517" y="154901"/>
                  <a:pt x="941214" y="151102"/>
                  <a:pt x="941214" y="146659"/>
                </a:cubicBezTo>
                <a:cubicBezTo>
                  <a:pt x="941214" y="141281"/>
                  <a:pt x="939322" y="136760"/>
                  <a:pt x="935538" y="133098"/>
                </a:cubicBezTo>
                <a:cubicBezTo>
                  <a:pt x="931754" y="129436"/>
                  <a:pt x="924205" y="124800"/>
                  <a:pt x="912892" y="119190"/>
                </a:cubicBezTo>
                <a:cubicBezTo>
                  <a:pt x="901579" y="113577"/>
                  <a:pt x="894167" y="108511"/>
                  <a:pt x="890656" y="103990"/>
                </a:cubicBezTo>
                <a:cubicBezTo>
                  <a:pt x="887145" y="99548"/>
                  <a:pt x="885390" y="93936"/>
                  <a:pt x="885390" y="87156"/>
                </a:cubicBezTo>
                <a:cubicBezTo>
                  <a:pt x="885390" y="78349"/>
                  <a:pt x="888413" y="70985"/>
                  <a:pt x="894460" y="65062"/>
                </a:cubicBezTo>
                <a:cubicBezTo>
                  <a:pt x="900506" y="59138"/>
                  <a:pt x="908328" y="56175"/>
                  <a:pt x="917925" y="56175"/>
                </a:cubicBezTo>
                <a:cubicBezTo>
                  <a:pt x="922138" y="56175"/>
                  <a:pt x="927248" y="57073"/>
                  <a:pt x="933256" y="58867"/>
                </a:cubicBezTo>
                <a:cubicBezTo>
                  <a:pt x="937235" y="60037"/>
                  <a:pt x="939888" y="60623"/>
                  <a:pt x="941214" y="60623"/>
                </a:cubicBezTo>
                <a:cubicBezTo>
                  <a:pt x="942462" y="60623"/>
                  <a:pt x="943438" y="60349"/>
                  <a:pt x="944140" y="59803"/>
                </a:cubicBezTo>
                <a:cubicBezTo>
                  <a:pt x="944842" y="59257"/>
                  <a:pt x="945661" y="58048"/>
                  <a:pt x="946597" y="56175"/>
                </a:cubicBezTo>
                <a:lnTo>
                  <a:pt x="950460" y="561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8a6e9f80e434a"/>
          <a:stretch xmlns:a="http://schemas.openxmlformats.org/drawingml/2006/main"/>
        </p:blipFill>
        <p:spPr>
          <a:xfrm xmlns:a="http://schemas.openxmlformats.org/drawingml/2006/main">
            <a:off x="7651606" y="1629907"/>
            <a:ext cx="399655" cy="399655"/>
          </a:xfrm>
          <a:prstGeom xmlns:a="http://schemas.openxmlformats.org/drawingml/2006/main" prst="rect">
            <a:avLst/>
          </a:prstGeom>
        </p:spPr>
      </p:pic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767582-460B-4370-B023-BAC198B9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286" y="3368825"/>
            <a:ext cx="240598" cy="114795"/>
          </a:xfrm>
          <a:custGeom xmlns:a="http://schemas.openxmlformats.org/drawingml/2006/main">
            <a:pathLst>
              <a:path w="240598" h="114795">
                <a:moveTo>
                  <a:pt x="138461" y="100653"/>
                </a:moveTo>
                <a:lnTo>
                  <a:pt x="138052" y="100911"/>
                </a:lnTo>
                <a:lnTo>
                  <a:pt x="137667" y="101191"/>
                </a:lnTo>
                <a:lnTo>
                  <a:pt x="137306" y="101493"/>
                </a:lnTo>
                <a:lnTo>
                  <a:pt x="136969" y="101816"/>
                </a:lnTo>
                <a:lnTo>
                  <a:pt x="136657" y="102157"/>
                </a:lnTo>
                <a:lnTo>
                  <a:pt x="136370" y="102515"/>
                </a:lnTo>
                <a:lnTo>
                  <a:pt x="136109" y="102889"/>
                </a:lnTo>
                <a:lnTo>
                  <a:pt x="135873" y="103278"/>
                </a:lnTo>
                <a:lnTo>
                  <a:pt x="135663" y="103680"/>
                </a:lnTo>
                <a:lnTo>
                  <a:pt x="135480" y="104093"/>
                </a:lnTo>
                <a:lnTo>
                  <a:pt x="135325" y="104517"/>
                </a:lnTo>
                <a:lnTo>
                  <a:pt x="135196" y="104949"/>
                </a:lnTo>
                <a:lnTo>
                  <a:pt x="135095" y="105389"/>
                </a:lnTo>
                <a:lnTo>
                  <a:pt x="135022" y="105834"/>
                </a:lnTo>
                <a:lnTo>
                  <a:pt x="134978" y="106284"/>
                </a:lnTo>
                <a:lnTo>
                  <a:pt x="134963" y="106737"/>
                </a:lnTo>
                <a:lnTo>
                  <a:pt x="134977" y="107191"/>
                </a:lnTo>
                <a:lnTo>
                  <a:pt x="135020" y="107646"/>
                </a:lnTo>
                <a:lnTo>
                  <a:pt x="135094" y="108099"/>
                </a:lnTo>
                <a:lnTo>
                  <a:pt x="135198" y="108550"/>
                </a:lnTo>
                <a:lnTo>
                  <a:pt x="135332" y="108996"/>
                </a:lnTo>
                <a:lnTo>
                  <a:pt x="135498" y="109437"/>
                </a:lnTo>
                <a:lnTo>
                  <a:pt x="135695" y="109871"/>
                </a:lnTo>
                <a:lnTo>
                  <a:pt x="135925" y="110296"/>
                </a:lnTo>
                <a:lnTo>
                  <a:pt x="136182" y="110704"/>
                </a:lnTo>
                <a:lnTo>
                  <a:pt x="136462" y="111089"/>
                </a:lnTo>
                <a:lnTo>
                  <a:pt x="136764" y="111451"/>
                </a:lnTo>
                <a:lnTo>
                  <a:pt x="137086" y="111787"/>
                </a:lnTo>
                <a:lnTo>
                  <a:pt x="137427" y="112100"/>
                </a:lnTo>
                <a:lnTo>
                  <a:pt x="137786" y="112387"/>
                </a:lnTo>
                <a:lnTo>
                  <a:pt x="138160" y="112648"/>
                </a:lnTo>
                <a:lnTo>
                  <a:pt x="138549" y="112884"/>
                </a:lnTo>
                <a:lnTo>
                  <a:pt x="138950" y="113093"/>
                </a:lnTo>
                <a:lnTo>
                  <a:pt x="139364" y="113276"/>
                </a:lnTo>
                <a:lnTo>
                  <a:pt x="139787" y="113432"/>
                </a:lnTo>
                <a:lnTo>
                  <a:pt x="140220" y="113561"/>
                </a:lnTo>
                <a:lnTo>
                  <a:pt x="140659" y="113662"/>
                </a:lnTo>
                <a:lnTo>
                  <a:pt x="141105" y="113734"/>
                </a:lnTo>
                <a:lnTo>
                  <a:pt x="141555" y="113779"/>
                </a:lnTo>
                <a:lnTo>
                  <a:pt x="142007" y="113794"/>
                </a:lnTo>
                <a:lnTo>
                  <a:pt x="142462" y="113780"/>
                </a:lnTo>
                <a:lnTo>
                  <a:pt x="142916" y="113737"/>
                </a:lnTo>
                <a:lnTo>
                  <a:pt x="143370" y="113663"/>
                </a:lnTo>
                <a:lnTo>
                  <a:pt x="143820" y="113559"/>
                </a:lnTo>
                <a:lnTo>
                  <a:pt x="144266" y="113425"/>
                </a:lnTo>
                <a:lnTo>
                  <a:pt x="144707" y="113259"/>
                </a:lnTo>
                <a:lnTo>
                  <a:pt x="145140" y="113061"/>
                </a:lnTo>
                <a:lnTo>
                  <a:pt x="145566" y="112832"/>
                </a:lnTo>
                <a:lnTo>
                  <a:pt x="240598" y="57397"/>
                </a:lnTo>
                <a:lnTo>
                  <a:pt x="145566" y="1961"/>
                </a:lnTo>
                <a:lnTo>
                  <a:pt x="145140" y="1732"/>
                </a:lnTo>
                <a:lnTo>
                  <a:pt x="144707" y="1535"/>
                </a:lnTo>
                <a:lnTo>
                  <a:pt x="144266" y="1369"/>
                </a:lnTo>
                <a:lnTo>
                  <a:pt x="143820" y="1235"/>
                </a:lnTo>
                <a:lnTo>
                  <a:pt x="143369" y="1131"/>
                </a:lnTo>
                <a:lnTo>
                  <a:pt x="142916" y="1057"/>
                </a:lnTo>
                <a:lnTo>
                  <a:pt x="142461" y="1014"/>
                </a:lnTo>
                <a:lnTo>
                  <a:pt x="142007" y="1000"/>
                </a:lnTo>
                <a:lnTo>
                  <a:pt x="141554" y="1016"/>
                </a:lnTo>
                <a:lnTo>
                  <a:pt x="141104" y="1060"/>
                </a:lnTo>
                <a:lnTo>
                  <a:pt x="140658" y="1133"/>
                </a:lnTo>
                <a:lnTo>
                  <a:pt x="140219" y="1234"/>
                </a:lnTo>
                <a:lnTo>
                  <a:pt x="139787" y="1362"/>
                </a:lnTo>
                <a:lnTo>
                  <a:pt x="139363" y="1518"/>
                </a:lnTo>
                <a:lnTo>
                  <a:pt x="138950" y="1701"/>
                </a:lnTo>
                <a:lnTo>
                  <a:pt x="138548" y="1911"/>
                </a:lnTo>
                <a:lnTo>
                  <a:pt x="138159" y="2146"/>
                </a:lnTo>
                <a:lnTo>
                  <a:pt x="137785" y="2408"/>
                </a:lnTo>
                <a:lnTo>
                  <a:pt x="137426" y="2695"/>
                </a:lnTo>
                <a:lnTo>
                  <a:pt x="137085" y="3007"/>
                </a:lnTo>
                <a:lnTo>
                  <a:pt x="136763" y="3344"/>
                </a:lnTo>
                <a:lnTo>
                  <a:pt x="136461" y="3705"/>
                </a:lnTo>
                <a:lnTo>
                  <a:pt x="136181" y="4090"/>
                </a:lnTo>
                <a:lnTo>
                  <a:pt x="135923" y="4499"/>
                </a:lnTo>
                <a:lnTo>
                  <a:pt x="135694" y="4924"/>
                </a:lnTo>
                <a:lnTo>
                  <a:pt x="135497" y="5358"/>
                </a:lnTo>
                <a:lnTo>
                  <a:pt x="135331" y="5798"/>
                </a:lnTo>
                <a:lnTo>
                  <a:pt x="135197" y="6244"/>
                </a:lnTo>
                <a:lnTo>
                  <a:pt x="135093" y="6695"/>
                </a:lnTo>
                <a:lnTo>
                  <a:pt x="135020" y="7148"/>
                </a:lnTo>
                <a:lnTo>
                  <a:pt x="134976" y="7603"/>
                </a:lnTo>
                <a:lnTo>
                  <a:pt x="134962" y="8057"/>
                </a:lnTo>
                <a:lnTo>
                  <a:pt x="134978" y="8510"/>
                </a:lnTo>
                <a:lnTo>
                  <a:pt x="135022" y="8960"/>
                </a:lnTo>
                <a:lnTo>
                  <a:pt x="135095" y="9405"/>
                </a:lnTo>
                <a:lnTo>
                  <a:pt x="135196" y="9845"/>
                </a:lnTo>
                <a:lnTo>
                  <a:pt x="135324" y="10277"/>
                </a:lnTo>
                <a:lnTo>
                  <a:pt x="135480" y="10701"/>
                </a:lnTo>
                <a:lnTo>
                  <a:pt x="135663" y="11114"/>
                </a:lnTo>
                <a:lnTo>
                  <a:pt x="135873" y="11516"/>
                </a:lnTo>
                <a:lnTo>
                  <a:pt x="136109" y="11905"/>
                </a:lnTo>
                <a:lnTo>
                  <a:pt x="136370" y="12279"/>
                </a:lnTo>
                <a:lnTo>
                  <a:pt x="136657" y="12637"/>
                </a:lnTo>
                <a:lnTo>
                  <a:pt x="136969" y="12978"/>
                </a:lnTo>
                <a:lnTo>
                  <a:pt x="137306" y="13300"/>
                </a:lnTo>
                <a:lnTo>
                  <a:pt x="137667" y="13602"/>
                </a:lnTo>
                <a:lnTo>
                  <a:pt x="138052" y="13883"/>
                </a:lnTo>
                <a:lnTo>
                  <a:pt x="138461" y="14140"/>
                </a:lnTo>
                <a:lnTo>
                  <a:pt x="200531" y="50347"/>
                </a:lnTo>
                <a:lnTo>
                  <a:pt x="0" y="50349"/>
                </a:lnTo>
                <a:lnTo>
                  <a:pt x="0" y="64448"/>
                </a:lnTo>
                <a:lnTo>
                  <a:pt x="200531" y="64446"/>
                </a:lnTo>
                <a:lnTo>
                  <a:pt x="138461" y="1006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5.Generate">
            <a:extLst xmlns:a="http://schemas.openxmlformats.org/drawingml/2006/main">
              <a:ext uri="{FF2B5EF4-FFF2-40B4-BE49-F238E27FC236}">
                <a16:creationId xmlns:a16="http://schemas.microsoft.com/office/drawing/2014/main" id="{C90CB632-CD29-48DD-93EF-E90005B2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1452" y="2751130"/>
            <a:ext cx="1083881" cy="165717"/>
          </a:xfrm>
          <a:custGeom xmlns:a="http://schemas.openxmlformats.org/drawingml/2006/main">
            <a:pathLst>
              <a:path w="1083881" h="165717">
                <a:moveTo>
                  <a:pt x="92572" y="3511"/>
                </a:moveTo>
                <a:lnTo>
                  <a:pt x="83444" y="23640"/>
                </a:lnTo>
                <a:lnTo>
                  <a:pt x="35695" y="23640"/>
                </a:lnTo>
                <a:lnTo>
                  <a:pt x="25279" y="44706"/>
                </a:lnTo>
                <a:cubicBezTo>
                  <a:pt x="45955" y="47749"/>
                  <a:pt x="62339" y="55434"/>
                  <a:pt x="74432" y="67761"/>
                </a:cubicBezTo>
                <a:cubicBezTo>
                  <a:pt x="84809" y="78372"/>
                  <a:pt x="89998" y="90856"/>
                  <a:pt x="89998" y="105212"/>
                </a:cubicBezTo>
                <a:cubicBezTo>
                  <a:pt x="89998" y="113560"/>
                  <a:pt x="88301" y="121284"/>
                  <a:pt x="84907" y="128384"/>
                </a:cubicBezTo>
                <a:cubicBezTo>
                  <a:pt x="81513" y="135484"/>
                  <a:pt x="77241" y="141531"/>
                  <a:pt x="72092" y="146524"/>
                </a:cubicBezTo>
                <a:cubicBezTo>
                  <a:pt x="66942" y="151517"/>
                  <a:pt x="61208" y="155535"/>
                  <a:pt x="54888" y="158578"/>
                </a:cubicBezTo>
                <a:cubicBezTo>
                  <a:pt x="45916" y="162869"/>
                  <a:pt x="36709" y="165015"/>
                  <a:pt x="27268" y="165015"/>
                </a:cubicBezTo>
                <a:cubicBezTo>
                  <a:pt x="17750" y="165015"/>
                  <a:pt x="10825" y="163396"/>
                  <a:pt x="6495" y="160158"/>
                </a:cubicBezTo>
                <a:cubicBezTo>
                  <a:pt x="2165" y="156920"/>
                  <a:pt x="0" y="153351"/>
                  <a:pt x="0" y="149450"/>
                </a:cubicBezTo>
                <a:cubicBezTo>
                  <a:pt x="0" y="147265"/>
                  <a:pt x="897" y="145334"/>
                  <a:pt x="2692" y="143657"/>
                </a:cubicBezTo>
                <a:cubicBezTo>
                  <a:pt x="4486" y="141979"/>
                  <a:pt x="6749" y="141140"/>
                  <a:pt x="9480" y="141140"/>
                </a:cubicBezTo>
                <a:cubicBezTo>
                  <a:pt x="11508" y="141140"/>
                  <a:pt x="13283" y="141453"/>
                  <a:pt x="14805" y="142077"/>
                </a:cubicBezTo>
                <a:cubicBezTo>
                  <a:pt x="16326" y="142701"/>
                  <a:pt x="18920" y="144300"/>
                  <a:pt x="22587" y="146875"/>
                </a:cubicBezTo>
                <a:cubicBezTo>
                  <a:pt x="28439" y="150932"/>
                  <a:pt x="34368" y="152961"/>
                  <a:pt x="40376" y="152961"/>
                </a:cubicBezTo>
                <a:cubicBezTo>
                  <a:pt x="49505" y="152961"/>
                  <a:pt x="57521" y="149508"/>
                  <a:pt x="64426" y="142603"/>
                </a:cubicBezTo>
                <a:cubicBezTo>
                  <a:pt x="71331" y="135699"/>
                  <a:pt x="74783" y="127292"/>
                  <a:pt x="74783" y="117383"/>
                </a:cubicBezTo>
                <a:cubicBezTo>
                  <a:pt x="74783" y="107786"/>
                  <a:pt x="71702" y="98833"/>
                  <a:pt x="65538" y="90524"/>
                </a:cubicBezTo>
                <a:cubicBezTo>
                  <a:pt x="59374" y="82215"/>
                  <a:pt x="50870" y="75798"/>
                  <a:pt x="40025" y="71272"/>
                </a:cubicBezTo>
                <a:cubicBezTo>
                  <a:pt x="31521" y="67761"/>
                  <a:pt x="19934" y="65733"/>
                  <a:pt x="5266" y="65187"/>
                </a:cubicBezTo>
                <a:lnTo>
                  <a:pt x="35695" y="3511"/>
                </a:lnTo>
                <a:lnTo>
                  <a:pt x="92572" y="3511"/>
                </a:lnTo>
                <a:close/>
                <a:moveTo>
                  <a:pt x="138331" y="139502"/>
                </a:moveTo>
                <a:cubicBezTo>
                  <a:pt x="141998" y="139502"/>
                  <a:pt x="145080" y="140770"/>
                  <a:pt x="147577" y="143306"/>
                </a:cubicBezTo>
                <a:cubicBezTo>
                  <a:pt x="150074" y="145841"/>
                  <a:pt x="151322" y="148904"/>
                  <a:pt x="151322" y="152493"/>
                </a:cubicBezTo>
                <a:cubicBezTo>
                  <a:pt x="151322" y="156082"/>
                  <a:pt x="150054" y="159144"/>
                  <a:pt x="147518" y="161680"/>
                </a:cubicBezTo>
                <a:cubicBezTo>
                  <a:pt x="144983" y="164215"/>
                  <a:pt x="141920" y="165483"/>
                  <a:pt x="138331" y="165483"/>
                </a:cubicBezTo>
                <a:cubicBezTo>
                  <a:pt x="134742" y="165483"/>
                  <a:pt x="131680" y="164215"/>
                  <a:pt x="129144" y="161680"/>
                </a:cubicBezTo>
                <a:cubicBezTo>
                  <a:pt x="126609" y="159144"/>
                  <a:pt x="125341" y="156082"/>
                  <a:pt x="125341" y="152493"/>
                </a:cubicBezTo>
                <a:cubicBezTo>
                  <a:pt x="125341" y="148826"/>
                  <a:pt x="126609" y="145744"/>
                  <a:pt x="129144" y="143247"/>
                </a:cubicBezTo>
                <a:cubicBezTo>
                  <a:pt x="131680" y="140750"/>
                  <a:pt x="134742" y="139502"/>
                  <a:pt x="138331" y="139502"/>
                </a:cubicBezTo>
                <a:close/>
                <a:moveTo>
                  <a:pt x="375321" y="0"/>
                </a:moveTo>
                <a:lnTo>
                  <a:pt x="379417" y="50090"/>
                </a:lnTo>
                <a:lnTo>
                  <a:pt x="375321" y="50090"/>
                </a:lnTo>
                <a:cubicBezTo>
                  <a:pt x="371186" y="37606"/>
                  <a:pt x="365842" y="28205"/>
                  <a:pt x="359288" y="21885"/>
                </a:cubicBezTo>
                <a:cubicBezTo>
                  <a:pt x="349847" y="12756"/>
                  <a:pt x="337715" y="8192"/>
                  <a:pt x="322891" y="8192"/>
                </a:cubicBezTo>
                <a:cubicBezTo>
                  <a:pt x="302684" y="8192"/>
                  <a:pt x="287313" y="16189"/>
                  <a:pt x="276781" y="32184"/>
                </a:cubicBezTo>
                <a:cubicBezTo>
                  <a:pt x="267964" y="45681"/>
                  <a:pt x="263556" y="61754"/>
                  <a:pt x="263556" y="80401"/>
                </a:cubicBezTo>
                <a:cubicBezTo>
                  <a:pt x="263556" y="95537"/>
                  <a:pt x="266482" y="109347"/>
                  <a:pt x="272333" y="121830"/>
                </a:cubicBezTo>
                <a:cubicBezTo>
                  <a:pt x="278185" y="134314"/>
                  <a:pt x="285850" y="143462"/>
                  <a:pt x="295330" y="149274"/>
                </a:cubicBezTo>
                <a:cubicBezTo>
                  <a:pt x="304810" y="155087"/>
                  <a:pt x="314543" y="157993"/>
                  <a:pt x="324530" y="157993"/>
                </a:cubicBezTo>
                <a:cubicBezTo>
                  <a:pt x="330381" y="157993"/>
                  <a:pt x="336038" y="157249"/>
                  <a:pt x="341499" y="155762"/>
                </a:cubicBezTo>
                <a:cubicBezTo>
                  <a:pt x="346961" y="154275"/>
                  <a:pt x="352227" y="152084"/>
                  <a:pt x="357298" y="149190"/>
                </a:cubicBezTo>
                <a:lnTo>
                  <a:pt x="357298" y="103175"/>
                </a:lnTo>
                <a:cubicBezTo>
                  <a:pt x="357298" y="95192"/>
                  <a:pt x="356694" y="89968"/>
                  <a:pt x="355484" y="87503"/>
                </a:cubicBezTo>
                <a:cubicBezTo>
                  <a:pt x="354275" y="85038"/>
                  <a:pt x="352403" y="83161"/>
                  <a:pt x="349867" y="81871"/>
                </a:cubicBezTo>
                <a:cubicBezTo>
                  <a:pt x="347331" y="80579"/>
                  <a:pt x="342865" y="79933"/>
                  <a:pt x="336467" y="79933"/>
                </a:cubicBezTo>
                <a:lnTo>
                  <a:pt x="336467" y="75603"/>
                </a:lnTo>
                <a:lnTo>
                  <a:pt x="397909" y="75603"/>
                </a:lnTo>
                <a:lnTo>
                  <a:pt x="397909" y="79933"/>
                </a:lnTo>
                <a:lnTo>
                  <a:pt x="394983" y="79933"/>
                </a:lnTo>
                <a:cubicBezTo>
                  <a:pt x="388897" y="79933"/>
                  <a:pt x="384723" y="81961"/>
                  <a:pt x="382460" y="86018"/>
                </a:cubicBezTo>
                <a:cubicBezTo>
                  <a:pt x="380900" y="88905"/>
                  <a:pt x="380120" y="94601"/>
                  <a:pt x="380120" y="103105"/>
                </a:cubicBezTo>
                <a:lnTo>
                  <a:pt x="380120" y="151673"/>
                </a:lnTo>
                <a:cubicBezTo>
                  <a:pt x="371147" y="156511"/>
                  <a:pt x="362292" y="160061"/>
                  <a:pt x="353553" y="162323"/>
                </a:cubicBezTo>
                <a:cubicBezTo>
                  <a:pt x="344815" y="164586"/>
                  <a:pt x="335101" y="165717"/>
                  <a:pt x="324412" y="165717"/>
                </a:cubicBezTo>
                <a:cubicBezTo>
                  <a:pt x="293750" y="165717"/>
                  <a:pt x="270461" y="155900"/>
                  <a:pt x="254544" y="136265"/>
                </a:cubicBezTo>
                <a:cubicBezTo>
                  <a:pt x="242607" y="121541"/>
                  <a:pt x="236639" y="104557"/>
                  <a:pt x="236639" y="85313"/>
                </a:cubicBezTo>
                <a:cubicBezTo>
                  <a:pt x="236639" y="71366"/>
                  <a:pt x="239993" y="58005"/>
                  <a:pt x="246703" y="45229"/>
                </a:cubicBezTo>
                <a:cubicBezTo>
                  <a:pt x="254661" y="30035"/>
                  <a:pt x="265584" y="18347"/>
                  <a:pt x="279472" y="10167"/>
                </a:cubicBezTo>
                <a:cubicBezTo>
                  <a:pt x="291097" y="3389"/>
                  <a:pt x="304829" y="0"/>
                  <a:pt x="320667" y="0"/>
                </a:cubicBezTo>
                <a:cubicBezTo>
                  <a:pt x="326441" y="0"/>
                  <a:pt x="331688" y="468"/>
                  <a:pt x="336408" y="1404"/>
                </a:cubicBezTo>
                <a:cubicBezTo>
                  <a:pt x="341129" y="2341"/>
                  <a:pt x="347819" y="4408"/>
                  <a:pt x="356479" y="7607"/>
                </a:cubicBezTo>
                <a:cubicBezTo>
                  <a:pt x="360848" y="9246"/>
                  <a:pt x="363774" y="10065"/>
                  <a:pt x="365257" y="10065"/>
                </a:cubicBezTo>
                <a:cubicBezTo>
                  <a:pt x="366739" y="10065"/>
                  <a:pt x="368007" y="9382"/>
                  <a:pt x="369060" y="8017"/>
                </a:cubicBezTo>
                <a:cubicBezTo>
                  <a:pt x="370113" y="6651"/>
                  <a:pt x="370757" y="3979"/>
                  <a:pt x="370991" y="0"/>
                </a:cubicBezTo>
                <a:lnTo>
                  <a:pt x="375321" y="0"/>
                </a:lnTo>
                <a:close/>
                <a:moveTo>
                  <a:pt x="426440" y="95498"/>
                </a:moveTo>
                <a:cubicBezTo>
                  <a:pt x="426362" y="111378"/>
                  <a:pt x="430224" y="123833"/>
                  <a:pt x="438026" y="132864"/>
                </a:cubicBezTo>
                <a:cubicBezTo>
                  <a:pt x="445828" y="141893"/>
                  <a:pt x="454995" y="146407"/>
                  <a:pt x="465528" y="146407"/>
                </a:cubicBezTo>
                <a:cubicBezTo>
                  <a:pt x="472550" y="146407"/>
                  <a:pt x="478655" y="144476"/>
                  <a:pt x="483844" y="140614"/>
                </a:cubicBezTo>
                <a:cubicBezTo>
                  <a:pt x="489032" y="136752"/>
                  <a:pt x="493382" y="130139"/>
                  <a:pt x="496893" y="120777"/>
                </a:cubicBezTo>
                <a:lnTo>
                  <a:pt x="500521" y="123118"/>
                </a:lnTo>
                <a:cubicBezTo>
                  <a:pt x="498882" y="133806"/>
                  <a:pt x="494123" y="143540"/>
                  <a:pt x="486243" y="152317"/>
                </a:cubicBezTo>
                <a:cubicBezTo>
                  <a:pt x="478363" y="161094"/>
                  <a:pt x="468493" y="165483"/>
                  <a:pt x="456634" y="165483"/>
                </a:cubicBezTo>
                <a:cubicBezTo>
                  <a:pt x="443760" y="165483"/>
                  <a:pt x="432740" y="160481"/>
                  <a:pt x="423572" y="150477"/>
                </a:cubicBezTo>
                <a:cubicBezTo>
                  <a:pt x="414405" y="140471"/>
                  <a:pt x="409821" y="127020"/>
                  <a:pt x="409821" y="110123"/>
                </a:cubicBezTo>
                <a:cubicBezTo>
                  <a:pt x="409821" y="91827"/>
                  <a:pt x="414522" y="77560"/>
                  <a:pt x="423923" y="67323"/>
                </a:cubicBezTo>
                <a:cubicBezTo>
                  <a:pt x="433325" y="57082"/>
                  <a:pt x="445126" y="51962"/>
                  <a:pt x="459326" y="51962"/>
                </a:cubicBezTo>
                <a:cubicBezTo>
                  <a:pt x="471341" y="51962"/>
                  <a:pt x="481211" y="55912"/>
                  <a:pt x="488935" y="63812"/>
                </a:cubicBezTo>
                <a:cubicBezTo>
                  <a:pt x="496659" y="71709"/>
                  <a:pt x="500521" y="82271"/>
                  <a:pt x="500521" y="95498"/>
                </a:cubicBezTo>
                <a:lnTo>
                  <a:pt x="426440" y="95498"/>
                </a:lnTo>
                <a:moveTo>
                  <a:pt x="426440" y="88710"/>
                </a:moveTo>
                <a:lnTo>
                  <a:pt x="476061" y="88710"/>
                </a:lnTo>
                <a:cubicBezTo>
                  <a:pt x="475671" y="81844"/>
                  <a:pt x="474852" y="77007"/>
                  <a:pt x="473604" y="74198"/>
                </a:cubicBezTo>
                <a:cubicBezTo>
                  <a:pt x="471653" y="69829"/>
                  <a:pt x="468747" y="66396"/>
                  <a:pt x="464885" y="63899"/>
                </a:cubicBezTo>
                <a:cubicBezTo>
                  <a:pt x="461023" y="61403"/>
                  <a:pt x="456985" y="60154"/>
                  <a:pt x="452772" y="60154"/>
                </a:cubicBezTo>
                <a:cubicBezTo>
                  <a:pt x="446296" y="60154"/>
                  <a:pt x="440503" y="62671"/>
                  <a:pt x="435393" y="67703"/>
                </a:cubicBezTo>
                <a:cubicBezTo>
                  <a:pt x="430282" y="72735"/>
                  <a:pt x="427298" y="79738"/>
                  <a:pt x="426440" y="88710"/>
                </a:cubicBezTo>
                <a:close/>
                <a:moveTo>
                  <a:pt x="545412" y="74666"/>
                </a:moveTo>
                <a:cubicBezTo>
                  <a:pt x="557973" y="59530"/>
                  <a:pt x="569949" y="51962"/>
                  <a:pt x="581341" y="51962"/>
                </a:cubicBezTo>
                <a:cubicBezTo>
                  <a:pt x="587192" y="51962"/>
                  <a:pt x="592225" y="53423"/>
                  <a:pt x="596438" y="56344"/>
                </a:cubicBezTo>
                <a:cubicBezTo>
                  <a:pt x="600651" y="59262"/>
                  <a:pt x="604006" y="64069"/>
                  <a:pt x="606502" y="70764"/>
                </a:cubicBezTo>
                <a:cubicBezTo>
                  <a:pt x="608219" y="75433"/>
                  <a:pt x="609077" y="82595"/>
                  <a:pt x="609077" y="92250"/>
                </a:cubicBezTo>
                <a:lnTo>
                  <a:pt x="609077" y="137907"/>
                </a:lnTo>
                <a:cubicBezTo>
                  <a:pt x="609077" y="144681"/>
                  <a:pt x="609623" y="149274"/>
                  <a:pt x="610716" y="151688"/>
                </a:cubicBezTo>
                <a:cubicBezTo>
                  <a:pt x="611574" y="153634"/>
                  <a:pt x="612959" y="155151"/>
                  <a:pt x="614870" y="156241"/>
                </a:cubicBezTo>
                <a:cubicBezTo>
                  <a:pt x="616782" y="157331"/>
                  <a:pt x="620312" y="157876"/>
                  <a:pt x="625462" y="157876"/>
                </a:cubicBezTo>
                <a:lnTo>
                  <a:pt x="625462" y="162206"/>
                </a:lnTo>
                <a:lnTo>
                  <a:pt x="572446" y="162206"/>
                </a:lnTo>
                <a:lnTo>
                  <a:pt x="572446" y="157876"/>
                </a:lnTo>
                <a:lnTo>
                  <a:pt x="574670" y="157876"/>
                </a:lnTo>
                <a:cubicBezTo>
                  <a:pt x="579663" y="157876"/>
                  <a:pt x="583155" y="157119"/>
                  <a:pt x="585144" y="155605"/>
                </a:cubicBezTo>
                <a:cubicBezTo>
                  <a:pt x="587134" y="154091"/>
                  <a:pt x="588519" y="151860"/>
                  <a:pt x="589299" y="148912"/>
                </a:cubicBezTo>
                <a:cubicBezTo>
                  <a:pt x="589611" y="147747"/>
                  <a:pt x="589767" y="144098"/>
                  <a:pt x="589767" y="137966"/>
                </a:cubicBezTo>
                <a:lnTo>
                  <a:pt x="589767" y="94302"/>
                </a:lnTo>
                <a:cubicBezTo>
                  <a:pt x="589767" y="84601"/>
                  <a:pt x="588499" y="77557"/>
                  <a:pt x="585963" y="73171"/>
                </a:cubicBezTo>
                <a:cubicBezTo>
                  <a:pt x="583428" y="68784"/>
                  <a:pt x="579156" y="66591"/>
                  <a:pt x="573148" y="66591"/>
                </a:cubicBezTo>
                <a:cubicBezTo>
                  <a:pt x="563864" y="66591"/>
                  <a:pt x="554618" y="71637"/>
                  <a:pt x="545412" y="81728"/>
                </a:cubicBezTo>
                <a:lnTo>
                  <a:pt x="545412" y="137966"/>
                </a:lnTo>
                <a:cubicBezTo>
                  <a:pt x="545412" y="145185"/>
                  <a:pt x="545841" y="149648"/>
                  <a:pt x="546699" y="151355"/>
                </a:cubicBezTo>
                <a:cubicBezTo>
                  <a:pt x="547791" y="153606"/>
                  <a:pt x="549293" y="155255"/>
                  <a:pt x="551205" y="156303"/>
                </a:cubicBezTo>
                <a:cubicBezTo>
                  <a:pt x="553116" y="157352"/>
                  <a:pt x="556998" y="157876"/>
                  <a:pt x="562850" y="157876"/>
                </a:cubicBezTo>
                <a:lnTo>
                  <a:pt x="562850" y="162206"/>
                </a:lnTo>
                <a:lnTo>
                  <a:pt x="509834" y="162206"/>
                </a:lnTo>
                <a:lnTo>
                  <a:pt x="509834" y="157876"/>
                </a:lnTo>
                <a:lnTo>
                  <a:pt x="512175" y="157876"/>
                </a:lnTo>
                <a:cubicBezTo>
                  <a:pt x="517636" y="157876"/>
                  <a:pt x="521323" y="156495"/>
                  <a:pt x="523234" y="153732"/>
                </a:cubicBezTo>
                <a:cubicBezTo>
                  <a:pt x="525146" y="150968"/>
                  <a:pt x="526102" y="145693"/>
                  <a:pt x="526102" y="137907"/>
                </a:cubicBezTo>
                <a:lnTo>
                  <a:pt x="526102" y="98204"/>
                </a:lnTo>
                <a:cubicBezTo>
                  <a:pt x="526102" y="85360"/>
                  <a:pt x="525809" y="77537"/>
                  <a:pt x="525224" y="74736"/>
                </a:cubicBezTo>
                <a:cubicBezTo>
                  <a:pt x="524639" y="71932"/>
                  <a:pt x="523741" y="70024"/>
                  <a:pt x="522532" y="69012"/>
                </a:cubicBezTo>
                <a:cubicBezTo>
                  <a:pt x="521323" y="68000"/>
                  <a:pt x="519704" y="67494"/>
                  <a:pt x="517675" y="67494"/>
                </a:cubicBezTo>
                <a:cubicBezTo>
                  <a:pt x="515491" y="67494"/>
                  <a:pt x="512877" y="68078"/>
                  <a:pt x="509834" y="69246"/>
                </a:cubicBezTo>
                <a:lnTo>
                  <a:pt x="508079" y="65040"/>
                </a:lnTo>
                <a:lnTo>
                  <a:pt x="540379" y="51962"/>
                </a:lnTo>
                <a:lnTo>
                  <a:pt x="545412" y="51962"/>
                </a:lnTo>
                <a:lnTo>
                  <a:pt x="545412" y="74666"/>
                </a:lnTo>
                <a:close/>
                <a:moveTo>
                  <a:pt x="652028" y="95498"/>
                </a:moveTo>
                <a:cubicBezTo>
                  <a:pt x="651950" y="111378"/>
                  <a:pt x="655812" y="123833"/>
                  <a:pt x="663614" y="132864"/>
                </a:cubicBezTo>
                <a:cubicBezTo>
                  <a:pt x="671416" y="141893"/>
                  <a:pt x="680583" y="146407"/>
                  <a:pt x="691116" y="146407"/>
                </a:cubicBezTo>
                <a:cubicBezTo>
                  <a:pt x="698138" y="146407"/>
                  <a:pt x="704243" y="144476"/>
                  <a:pt x="709432" y="140614"/>
                </a:cubicBezTo>
                <a:cubicBezTo>
                  <a:pt x="714620" y="136752"/>
                  <a:pt x="718970" y="130139"/>
                  <a:pt x="722481" y="120777"/>
                </a:cubicBezTo>
                <a:lnTo>
                  <a:pt x="726109" y="123118"/>
                </a:lnTo>
                <a:cubicBezTo>
                  <a:pt x="724470" y="133806"/>
                  <a:pt x="719711" y="143540"/>
                  <a:pt x="711831" y="152317"/>
                </a:cubicBezTo>
                <a:cubicBezTo>
                  <a:pt x="703951" y="161094"/>
                  <a:pt x="694081" y="165483"/>
                  <a:pt x="682222" y="165483"/>
                </a:cubicBezTo>
                <a:cubicBezTo>
                  <a:pt x="669348" y="165483"/>
                  <a:pt x="658328" y="160481"/>
                  <a:pt x="649160" y="150477"/>
                </a:cubicBezTo>
                <a:cubicBezTo>
                  <a:pt x="639993" y="140471"/>
                  <a:pt x="635409" y="127020"/>
                  <a:pt x="635409" y="110123"/>
                </a:cubicBezTo>
                <a:cubicBezTo>
                  <a:pt x="635409" y="91827"/>
                  <a:pt x="640110" y="77560"/>
                  <a:pt x="649511" y="67323"/>
                </a:cubicBezTo>
                <a:cubicBezTo>
                  <a:pt x="658913" y="57082"/>
                  <a:pt x="670714" y="51962"/>
                  <a:pt x="684914" y="51962"/>
                </a:cubicBezTo>
                <a:cubicBezTo>
                  <a:pt x="696929" y="51962"/>
                  <a:pt x="706799" y="55912"/>
                  <a:pt x="714523" y="63812"/>
                </a:cubicBezTo>
                <a:cubicBezTo>
                  <a:pt x="722247" y="71709"/>
                  <a:pt x="726109" y="82271"/>
                  <a:pt x="726109" y="95498"/>
                </a:cubicBezTo>
                <a:lnTo>
                  <a:pt x="652028" y="95498"/>
                </a:lnTo>
                <a:moveTo>
                  <a:pt x="652028" y="88710"/>
                </a:moveTo>
                <a:lnTo>
                  <a:pt x="701649" y="88710"/>
                </a:lnTo>
                <a:cubicBezTo>
                  <a:pt x="701259" y="81844"/>
                  <a:pt x="700440" y="77007"/>
                  <a:pt x="699191" y="74198"/>
                </a:cubicBezTo>
                <a:cubicBezTo>
                  <a:pt x="697241" y="69829"/>
                  <a:pt x="694335" y="66396"/>
                  <a:pt x="690473" y="63899"/>
                </a:cubicBezTo>
                <a:cubicBezTo>
                  <a:pt x="686610" y="61403"/>
                  <a:pt x="682573" y="60154"/>
                  <a:pt x="678360" y="60154"/>
                </a:cubicBezTo>
                <a:cubicBezTo>
                  <a:pt x="671884" y="60154"/>
                  <a:pt x="666091" y="62671"/>
                  <a:pt x="660981" y="67703"/>
                </a:cubicBezTo>
                <a:cubicBezTo>
                  <a:pt x="655870" y="72735"/>
                  <a:pt x="652886" y="79738"/>
                  <a:pt x="652028" y="88710"/>
                </a:cubicBezTo>
                <a:close/>
                <a:moveTo>
                  <a:pt x="771117" y="51962"/>
                </a:moveTo>
                <a:lnTo>
                  <a:pt x="771117" y="76071"/>
                </a:lnTo>
                <a:cubicBezTo>
                  <a:pt x="780089" y="59998"/>
                  <a:pt x="789296" y="51962"/>
                  <a:pt x="798737" y="51962"/>
                </a:cubicBezTo>
                <a:cubicBezTo>
                  <a:pt x="803028" y="51962"/>
                  <a:pt x="806578" y="53269"/>
                  <a:pt x="809386" y="55883"/>
                </a:cubicBezTo>
                <a:cubicBezTo>
                  <a:pt x="812195" y="58496"/>
                  <a:pt x="813600" y="61520"/>
                  <a:pt x="813600" y="64953"/>
                </a:cubicBezTo>
                <a:cubicBezTo>
                  <a:pt x="813600" y="67996"/>
                  <a:pt x="812585" y="70570"/>
                  <a:pt x="810557" y="72677"/>
                </a:cubicBezTo>
                <a:cubicBezTo>
                  <a:pt x="808528" y="74783"/>
                  <a:pt x="806110" y="75837"/>
                  <a:pt x="803301" y="75837"/>
                </a:cubicBezTo>
                <a:cubicBezTo>
                  <a:pt x="800570" y="75837"/>
                  <a:pt x="797508" y="74491"/>
                  <a:pt x="794114" y="71799"/>
                </a:cubicBezTo>
                <a:cubicBezTo>
                  <a:pt x="790720" y="69107"/>
                  <a:pt x="788204" y="67761"/>
                  <a:pt x="786565" y="67761"/>
                </a:cubicBezTo>
                <a:cubicBezTo>
                  <a:pt x="785161" y="67761"/>
                  <a:pt x="783639" y="68539"/>
                  <a:pt x="782001" y="70095"/>
                </a:cubicBezTo>
                <a:cubicBezTo>
                  <a:pt x="778490" y="73286"/>
                  <a:pt x="774862" y="78539"/>
                  <a:pt x="771117" y="85854"/>
                </a:cubicBezTo>
                <a:lnTo>
                  <a:pt x="771117" y="137099"/>
                </a:lnTo>
                <a:cubicBezTo>
                  <a:pt x="771117" y="143012"/>
                  <a:pt x="771858" y="147486"/>
                  <a:pt x="773341" y="150521"/>
                </a:cubicBezTo>
                <a:cubicBezTo>
                  <a:pt x="774355" y="152623"/>
                  <a:pt x="776149" y="154375"/>
                  <a:pt x="778724" y="155777"/>
                </a:cubicBezTo>
                <a:cubicBezTo>
                  <a:pt x="781299" y="157176"/>
                  <a:pt x="785005" y="157876"/>
                  <a:pt x="789842" y="157876"/>
                </a:cubicBezTo>
                <a:lnTo>
                  <a:pt x="789842" y="162206"/>
                </a:lnTo>
                <a:lnTo>
                  <a:pt x="734954" y="162206"/>
                </a:lnTo>
                <a:lnTo>
                  <a:pt x="734954" y="157876"/>
                </a:lnTo>
                <a:cubicBezTo>
                  <a:pt x="740416" y="157876"/>
                  <a:pt x="744473" y="157020"/>
                  <a:pt x="747125" y="155309"/>
                </a:cubicBezTo>
                <a:cubicBezTo>
                  <a:pt x="749076" y="154063"/>
                  <a:pt x="750441" y="152077"/>
                  <a:pt x="751222" y="149351"/>
                </a:cubicBezTo>
                <a:cubicBezTo>
                  <a:pt x="751612" y="148027"/>
                  <a:pt x="751807" y="144252"/>
                  <a:pt x="751807" y="138025"/>
                </a:cubicBezTo>
                <a:lnTo>
                  <a:pt x="751807" y="96570"/>
                </a:lnTo>
                <a:cubicBezTo>
                  <a:pt x="751807" y="84113"/>
                  <a:pt x="751553" y="76699"/>
                  <a:pt x="751046" y="74326"/>
                </a:cubicBezTo>
                <a:cubicBezTo>
                  <a:pt x="750539" y="71951"/>
                  <a:pt x="749603" y="70219"/>
                  <a:pt x="748237" y="69129"/>
                </a:cubicBezTo>
                <a:cubicBezTo>
                  <a:pt x="746872" y="68039"/>
                  <a:pt x="745175" y="67494"/>
                  <a:pt x="743146" y="67494"/>
                </a:cubicBezTo>
                <a:cubicBezTo>
                  <a:pt x="740728" y="67494"/>
                  <a:pt x="737997" y="68078"/>
                  <a:pt x="734954" y="69246"/>
                </a:cubicBezTo>
                <a:lnTo>
                  <a:pt x="733784" y="65040"/>
                </a:lnTo>
                <a:lnTo>
                  <a:pt x="766202" y="51962"/>
                </a:lnTo>
                <a:lnTo>
                  <a:pt x="771117" y="51962"/>
                </a:lnTo>
                <a:close/>
                <a:moveTo>
                  <a:pt x="879802" y="146758"/>
                </a:moveTo>
                <a:cubicBezTo>
                  <a:pt x="868801" y="155262"/>
                  <a:pt x="861896" y="160178"/>
                  <a:pt x="859087" y="161504"/>
                </a:cubicBezTo>
                <a:cubicBezTo>
                  <a:pt x="854874" y="163533"/>
                  <a:pt x="850388" y="164547"/>
                  <a:pt x="845629" y="164547"/>
                </a:cubicBezTo>
                <a:cubicBezTo>
                  <a:pt x="838217" y="164547"/>
                  <a:pt x="832111" y="162011"/>
                  <a:pt x="827313" y="156940"/>
                </a:cubicBezTo>
                <a:cubicBezTo>
                  <a:pt x="822515" y="151868"/>
                  <a:pt x="820116" y="145198"/>
                  <a:pt x="820116" y="136927"/>
                </a:cubicBezTo>
                <a:cubicBezTo>
                  <a:pt x="820116" y="131700"/>
                  <a:pt x="821286" y="127175"/>
                  <a:pt x="823627" y="123352"/>
                </a:cubicBezTo>
                <a:cubicBezTo>
                  <a:pt x="826825" y="118046"/>
                  <a:pt x="832384" y="113053"/>
                  <a:pt x="840304" y="108372"/>
                </a:cubicBezTo>
                <a:cubicBezTo>
                  <a:pt x="848223" y="103690"/>
                  <a:pt x="861389" y="97995"/>
                  <a:pt x="879802" y="91285"/>
                </a:cubicBezTo>
                <a:lnTo>
                  <a:pt x="879802" y="87072"/>
                </a:lnTo>
                <a:cubicBezTo>
                  <a:pt x="879802" y="76383"/>
                  <a:pt x="878105" y="69049"/>
                  <a:pt x="874711" y="65070"/>
                </a:cubicBezTo>
                <a:cubicBezTo>
                  <a:pt x="871317" y="61091"/>
                  <a:pt x="866382" y="59101"/>
                  <a:pt x="859906" y="59101"/>
                </a:cubicBezTo>
                <a:cubicBezTo>
                  <a:pt x="854991" y="59101"/>
                  <a:pt x="851090" y="60423"/>
                  <a:pt x="848203" y="63066"/>
                </a:cubicBezTo>
                <a:cubicBezTo>
                  <a:pt x="845238" y="65709"/>
                  <a:pt x="843756" y="68740"/>
                  <a:pt x="843756" y="72161"/>
                </a:cubicBezTo>
                <a:lnTo>
                  <a:pt x="843990" y="78923"/>
                </a:lnTo>
                <a:cubicBezTo>
                  <a:pt x="843990" y="82498"/>
                  <a:pt x="843073" y="85257"/>
                  <a:pt x="841240" y="87200"/>
                </a:cubicBezTo>
                <a:cubicBezTo>
                  <a:pt x="839406" y="89143"/>
                  <a:pt x="837007" y="90115"/>
                  <a:pt x="834042" y="90115"/>
                </a:cubicBezTo>
                <a:cubicBezTo>
                  <a:pt x="831156" y="90115"/>
                  <a:pt x="828796" y="89104"/>
                  <a:pt x="826962" y="87083"/>
                </a:cubicBezTo>
                <a:cubicBezTo>
                  <a:pt x="825129" y="85059"/>
                  <a:pt x="824212" y="82297"/>
                  <a:pt x="824212" y="78795"/>
                </a:cubicBezTo>
                <a:cubicBezTo>
                  <a:pt x="824212" y="72108"/>
                  <a:pt x="827645" y="65963"/>
                  <a:pt x="834511" y="60363"/>
                </a:cubicBezTo>
                <a:cubicBezTo>
                  <a:pt x="841376" y="54762"/>
                  <a:pt x="851012" y="51962"/>
                  <a:pt x="863417" y="51962"/>
                </a:cubicBezTo>
                <a:cubicBezTo>
                  <a:pt x="872936" y="51962"/>
                  <a:pt x="880738" y="53559"/>
                  <a:pt x="886824" y="56753"/>
                </a:cubicBezTo>
                <a:cubicBezTo>
                  <a:pt x="891427" y="59169"/>
                  <a:pt x="894821" y="62950"/>
                  <a:pt x="897006" y="68094"/>
                </a:cubicBezTo>
                <a:cubicBezTo>
                  <a:pt x="898410" y="71444"/>
                  <a:pt x="899112" y="78302"/>
                  <a:pt x="899112" y="88666"/>
                </a:cubicBezTo>
                <a:lnTo>
                  <a:pt x="899112" y="125019"/>
                </a:lnTo>
                <a:cubicBezTo>
                  <a:pt x="899112" y="135228"/>
                  <a:pt x="899307" y="141482"/>
                  <a:pt x="899697" y="143781"/>
                </a:cubicBezTo>
                <a:cubicBezTo>
                  <a:pt x="900087" y="146080"/>
                  <a:pt x="900731" y="147620"/>
                  <a:pt x="901628" y="148400"/>
                </a:cubicBezTo>
                <a:cubicBezTo>
                  <a:pt x="902526" y="149178"/>
                  <a:pt x="903559" y="149567"/>
                  <a:pt x="904730" y="149567"/>
                </a:cubicBezTo>
                <a:cubicBezTo>
                  <a:pt x="905978" y="149567"/>
                  <a:pt x="907070" y="149294"/>
                  <a:pt x="908007" y="148748"/>
                </a:cubicBezTo>
                <a:cubicBezTo>
                  <a:pt x="909645" y="147733"/>
                  <a:pt x="912805" y="144886"/>
                  <a:pt x="917486" y="140204"/>
                </a:cubicBezTo>
                <a:lnTo>
                  <a:pt x="917486" y="146758"/>
                </a:lnTo>
                <a:cubicBezTo>
                  <a:pt x="908748" y="158461"/>
                  <a:pt x="900400" y="164313"/>
                  <a:pt x="892441" y="164313"/>
                </a:cubicBezTo>
                <a:cubicBezTo>
                  <a:pt x="888618" y="164313"/>
                  <a:pt x="885575" y="162986"/>
                  <a:pt x="883313" y="160334"/>
                </a:cubicBezTo>
                <a:cubicBezTo>
                  <a:pt x="881050" y="157681"/>
                  <a:pt x="879880" y="153156"/>
                  <a:pt x="879802" y="146758"/>
                </a:cubicBezTo>
                <a:moveTo>
                  <a:pt x="879802" y="139085"/>
                </a:moveTo>
                <a:lnTo>
                  <a:pt x="879802" y="98424"/>
                </a:lnTo>
                <a:cubicBezTo>
                  <a:pt x="868021" y="103083"/>
                  <a:pt x="860414" y="106384"/>
                  <a:pt x="856981" y="108328"/>
                </a:cubicBezTo>
                <a:cubicBezTo>
                  <a:pt x="850817" y="111746"/>
                  <a:pt x="846409" y="115319"/>
                  <a:pt x="843756" y="119047"/>
                </a:cubicBezTo>
                <a:cubicBezTo>
                  <a:pt x="841103" y="122775"/>
                  <a:pt x="839777" y="126853"/>
                  <a:pt x="839777" y="131281"/>
                </a:cubicBezTo>
                <a:cubicBezTo>
                  <a:pt x="839777" y="136874"/>
                  <a:pt x="841454" y="141515"/>
                  <a:pt x="844809" y="145204"/>
                </a:cubicBezTo>
                <a:cubicBezTo>
                  <a:pt x="848164" y="148893"/>
                  <a:pt x="852026" y="150737"/>
                  <a:pt x="856396" y="150737"/>
                </a:cubicBezTo>
                <a:cubicBezTo>
                  <a:pt x="862325" y="150737"/>
                  <a:pt x="870127" y="146853"/>
                  <a:pt x="879802" y="139085"/>
                </a:cubicBezTo>
                <a:close/>
                <a:moveTo>
                  <a:pt x="955941" y="19661"/>
                </a:moveTo>
                <a:lnTo>
                  <a:pt x="955941" y="55005"/>
                </a:lnTo>
                <a:lnTo>
                  <a:pt x="980986" y="55005"/>
                </a:lnTo>
                <a:lnTo>
                  <a:pt x="980986" y="63197"/>
                </a:lnTo>
                <a:lnTo>
                  <a:pt x="955941" y="63197"/>
                </a:lnTo>
                <a:lnTo>
                  <a:pt x="955941" y="132619"/>
                </a:lnTo>
                <a:cubicBezTo>
                  <a:pt x="955941" y="139556"/>
                  <a:pt x="956936" y="144232"/>
                  <a:pt x="958926" y="146648"/>
                </a:cubicBezTo>
                <a:cubicBezTo>
                  <a:pt x="960915" y="149062"/>
                  <a:pt x="963470" y="150269"/>
                  <a:pt x="966591" y="150269"/>
                </a:cubicBezTo>
                <a:cubicBezTo>
                  <a:pt x="969166" y="150269"/>
                  <a:pt x="971662" y="149469"/>
                  <a:pt x="974081" y="147870"/>
                </a:cubicBezTo>
                <a:cubicBezTo>
                  <a:pt x="976500" y="146270"/>
                  <a:pt x="978372" y="143910"/>
                  <a:pt x="979699" y="140789"/>
                </a:cubicBezTo>
                <a:lnTo>
                  <a:pt x="984263" y="140789"/>
                </a:lnTo>
                <a:cubicBezTo>
                  <a:pt x="981532" y="148457"/>
                  <a:pt x="977670" y="154257"/>
                  <a:pt x="972677" y="158187"/>
                </a:cubicBezTo>
                <a:cubicBezTo>
                  <a:pt x="967683" y="162115"/>
                  <a:pt x="962534" y="164079"/>
                  <a:pt x="957229" y="164079"/>
                </a:cubicBezTo>
                <a:cubicBezTo>
                  <a:pt x="953640" y="164079"/>
                  <a:pt x="950129" y="163083"/>
                  <a:pt x="946696" y="161091"/>
                </a:cubicBezTo>
                <a:cubicBezTo>
                  <a:pt x="943263" y="159099"/>
                  <a:pt x="940727" y="156249"/>
                  <a:pt x="939089" y="152540"/>
                </a:cubicBezTo>
                <a:cubicBezTo>
                  <a:pt x="937450" y="148829"/>
                  <a:pt x="936631" y="143107"/>
                  <a:pt x="936631" y="135373"/>
                </a:cubicBezTo>
                <a:lnTo>
                  <a:pt x="936631" y="63197"/>
                </a:lnTo>
                <a:lnTo>
                  <a:pt x="919661" y="63197"/>
                </a:lnTo>
                <a:lnTo>
                  <a:pt x="919661" y="59335"/>
                </a:lnTo>
                <a:cubicBezTo>
                  <a:pt x="923952" y="57614"/>
                  <a:pt x="928341" y="54699"/>
                  <a:pt x="932827" y="50591"/>
                </a:cubicBezTo>
                <a:cubicBezTo>
                  <a:pt x="937314" y="46482"/>
                  <a:pt x="941312" y="41611"/>
                  <a:pt x="944823" y="35976"/>
                </a:cubicBezTo>
                <a:cubicBezTo>
                  <a:pt x="946618" y="33004"/>
                  <a:pt x="949114" y="27566"/>
                  <a:pt x="952313" y="19661"/>
                </a:cubicBezTo>
                <a:lnTo>
                  <a:pt x="955941" y="19661"/>
                </a:lnTo>
                <a:close/>
                <a:moveTo>
                  <a:pt x="1009800" y="95498"/>
                </a:moveTo>
                <a:cubicBezTo>
                  <a:pt x="1009722" y="111378"/>
                  <a:pt x="1013584" y="123833"/>
                  <a:pt x="1021386" y="132864"/>
                </a:cubicBezTo>
                <a:cubicBezTo>
                  <a:pt x="1029188" y="141893"/>
                  <a:pt x="1038356" y="146407"/>
                  <a:pt x="1048889" y="146407"/>
                </a:cubicBezTo>
                <a:cubicBezTo>
                  <a:pt x="1055911" y="146407"/>
                  <a:pt x="1062016" y="144476"/>
                  <a:pt x="1067204" y="140614"/>
                </a:cubicBezTo>
                <a:cubicBezTo>
                  <a:pt x="1072393" y="136752"/>
                  <a:pt x="1076742" y="130139"/>
                  <a:pt x="1080253" y="120777"/>
                </a:cubicBezTo>
                <a:lnTo>
                  <a:pt x="1083881" y="123118"/>
                </a:lnTo>
                <a:cubicBezTo>
                  <a:pt x="1082243" y="133806"/>
                  <a:pt x="1077483" y="143540"/>
                  <a:pt x="1069603" y="152317"/>
                </a:cubicBezTo>
                <a:cubicBezTo>
                  <a:pt x="1061723" y="161094"/>
                  <a:pt x="1051853" y="165483"/>
                  <a:pt x="1039994" y="165483"/>
                </a:cubicBezTo>
                <a:cubicBezTo>
                  <a:pt x="1027121" y="165483"/>
                  <a:pt x="1016100" y="160481"/>
                  <a:pt x="1006933" y="150477"/>
                </a:cubicBezTo>
                <a:cubicBezTo>
                  <a:pt x="997765" y="140471"/>
                  <a:pt x="993181" y="127020"/>
                  <a:pt x="993181" y="110123"/>
                </a:cubicBezTo>
                <a:cubicBezTo>
                  <a:pt x="993181" y="91827"/>
                  <a:pt x="997882" y="77560"/>
                  <a:pt x="1007284" y="67323"/>
                </a:cubicBezTo>
                <a:cubicBezTo>
                  <a:pt x="1016685" y="57082"/>
                  <a:pt x="1028486" y="51962"/>
                  <a:pt x="1042686" y="51962"/>
                </a:cubicBezTo>
                <a:cubicBezTo>
                  <a:pt x="1054701" y="51962"/>
                  <a:pt x="1064571" y="55912"/>
                  <a:pt x="1072295" y="63812"/>
                </a:cubicBezTo>
                <a:cubicBezTo>
                  <a:pt x="1080019" y="71709"/>
                  <a:pt x="1083881" y="82271"/>
                  <a:pt x="1083881" y="95498"/>
                </a:cubicBezTo>
                <a:lnTo>
                  <a:pt x="1009800" y="95498"/>
                </a:lnTo>
                <a:moveTo>
                  <a:pt x="1009800" y="88710"/>
                </a:moveTo>
                <a:lnTo>
                  <a:pt x="1059422" y="88710"/>
                </a:lnTo>
                <a:cubicBezTo>
                  <a:pt x="1059031" y="81844"/>
                  <a:pt x="1058212" y="77007"/>
                  <a:pt x="1056964" y="74198"/>
                </a:cubicBezTo>
                <a:cubicBezTo>
                  <a:pt x="1055013" y="69829"/>
                  <a:pt x="1052107" y="66396"/>
                  <a:pt x="1048245" y="63899"/>
                </a:cubicBezTo>
                <a:cubicBezTo>
                  <a:pt x="1044383" y="61403"/>
                  <a:pt x="1040345" y="60154"/>
                  <a:pt x="1036132" y="60154"/>
                </a:cubicBezTo>
                <a:cubicBezTo>
                  <a:pt x="1029656" y="60154"/>
                  <a:pt x="1023863" y="62671"/>
                  <a:pt x="1018753" y="67703"/>
                </a:cubicBezTo>
                <a:cubicBezTo>
                  <a:pt x="1013643" y="72735"/>
                  <a:pt x="1010658" y="79738"/>
                  <a:pt x="1009800" y="887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PropertyGPT">
            <a:extLst xmlns:a="http://schemas.openxmlformats.org/drawingml/2006/main">
              <a:ext uri="{FF2B5EF4-FFF2-40B4-BE49-F238E27FC236}">
                <a16:creationId xmlns:a16="http://schemas.microsoft.com/office/drawing/2014/main" id="{B1F7551D-5424-463B-A68A-37FB7644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174" y="121965"/>
            <a:ext cx="1390337" cy="213934"/>
          </a:xfrm>
          <a:custGeom xmlns:a="http://schemas.openxmlformats.org/drawingml/2006/main">
            <a:pathLst>
              <a:path w="1390337" h="213934">
                <a:moveTo>
                  <a:pt x="58633" y="90349"/>
                </a:moveTo>
                <a:lnTo>
                  <a:pt x="58633" y="134353"/>
                </a:lnTo>
                <a:cubicBezTo>
                  <a:pt x="58633" y="142979"/>
                  <a:pt x="59160" y="148410"/>
                  <a:pt x="60213" y="150646"/>
                </a:cubicBezTo>
                <a:cubicBezTo>
                  <a:pt x="61266" y="152879"/>
                  <a:pt x="63139" y="154663"/>
                  <a:pt x="65830" y="155996"/>
                </a:cubicBezTo>
                <a:cubicBezTo>
                  <a:pt x="68522" y="157327"/>
                  <a:pt x="73457" y="157993"/>
                  <a:pt x="80635" y="157993"/>
                </a:cubicBezTo>
                <a:lnTo>
                  <a:pt x="80635" y="162206"/>
                </a:lnTo>
                <a:lnTo>
                  <a:pt x="0" y="162206"/>
                </a:lnTo>
                <a:lnTo>
                  <a:pt x="0" y="157993"/>
                </a:lnTo>
                <a:cubicBezTo>
                  <a:pt x="7334" y="157993"/>
                  <a:pt x="12308" y="157307"/>
                  <a:pt x="14922" y="155934"/>
                </a:cubicBezTo>
                <a:cubicBezTo>
                  <a:pt x="17535" y="154561"/>
                  <a:pt x="19369" y="152778"/>
                  <a:pt x="20422" y="150583"/>
                </a:cubicBezTo>
                <a:cubicBezTo>
                  <a:pt x="21475" y="148389"/>
                  <a:pt x="22002" y="142979"/>
                  <a:pt x="22002" y="134353"/>
                </a:cubicBezTo>
                <a:lnTo>
                  <a:pt x="22002" y="31365"/>
                </a:lnTo>
                <a:cubicBezTo>
                  <a:pt x="22002" y="22738"/>
                  <a:pt x="21475" y="17309"/>
                  <a:pt x="20422" y="15075"/>
                </a:cubicBezTo>
                <a:cubicBezTo>
                  <a:pt x="19369" y="12839"/>
                  <a:pt x="17516" y="11056"/>
                  <a:pt x="14863" y="9725"/>
                </a:cubicBezTo>
                <a:cubicBezTo>
                  <a:pt x="12210" y="8391"/>
                  <a:pt x="7256" y="7724"/>
                  <a:pt x="0" y="7724"/>
                </a:cubicBezTo>
                <a:lnTo>
                  <a:pt x="0" y="3511"/>
                </a:lnTo>
                <a:lnTo>
                  <a:pt x="69166" y="3511"/>
                </a:lnTo>
                <a:cubicBezTo>
                  <a:pt x="91948" y="3511"/>
                  <a:pt x="108294" y="7568"/>
                  <a:pt x="118202" y="15682"/>
                </a:cubicBezTo>
                <a:cubicBezTo>
                  <a:pt x="128111" y="23796"/>
                  <a:pt x="133065" y="33939"/>
                  <a:pt x="133065" y="46111"/>
                </a:cubicBezTo>
                <a:cubicBezTo>
                  <a:pt x="133065" y="56409"/>
                  <a:pt x="129866" y="65226"/>
                  <a:pt x="123469" y="72560"/>
                </a:cubicBezTo>
                <a:cubicBezTo>
                  <a:pt x="117071" y="79894"/>
                  <a:pt x="108255" y="84887"/>
                  <a:pt x="97019" y="87540"/>
                </a:cubicBezTo>
                <a:cubicBezTo>
                  <a:pt x="89451" y="89412"/>
                  <a:pt x="76656" y="90349"/>
                  <a:pt x="58633" y="90349"/>
                </a:cubicBezTo>
                <a:moveTo>
                  <a:pt x="58633" y="12639"/>
                </a:moveTo>
                <a:lnTo>
                  <a:pt x="58633" y="81220"/>
                </a:lnTo>
                <a:cubicBezTo>
                  <a:pt x="61208" y="81376"/>
                  <a:pt x="63158" y="81454"/>
                  <a:pt x="64485" y="81454"/>
                </a:cubicBezTo>
                <a:cubicBezTo>
                  <a:pt x="74003" y="81454"/>
                  <a:pt x="81337" y="78626"/>
                  <a:pt x="86487" y="72969"/>
                </a:cubicBezTo>
                <a:cubicBezTo>
                  <a:pt x="91636" y="67313"/>
                  <a:pt x="94211" y="58555"/>
                  <a:pt x="94211" y="46696"/>
                </a:cubicBezTo>
                <a:cubicBezTo>
                  <a:pt x="94211" y="34915"/>
                  <a:pt x="91636" y="26293"/>
                  <a:pt x="86487" y="20832"/>
                </a:cubicBezTo>
                <a:cubicBezTo>
                  <a:pt x="81337" y="15370"/>
                  <a:pt x="73652" y="12639"/>
                  <a:pt x="63431" y="12639"/>
                </a:cubicBezTo>
                <a:lnTo>
                  <a:pt x="58633" y="12639"/>
                </a:lnTo>
                <a:close/>
                <a:moveTo>
                  <a:pt x="193676" y="52664"/>
                </a:moveTo>
                <a:lnTo>
                  <a:pt x="193676" y="77475"/>
                </a:lnTo>
                <a:cubicBezTo>
                  <a:pt x="200932" y="66162"/>
                  <a:pt x="207290" y="58652"/>
                  <a:pt x="212752" y="54946"/>
                </a:cubicBezTo>
                <a:cubicBezTo>
                  <a:pt x="218213" y="51240"/>
                  <a:pt x="223480" y="49387"/>
                  <a:pt x="228551" y="49387"/>
                </a:cubicBezTo>
                <a:cubicBezTo>
                  <a:pt x="232920" y="49387"/>
                  <a:pt x="236412" y="50738"/>
                  <a:pt x="239026" y="53440"/>
                </a:cubicBezTo>
                <a:cubicBezTo>
                  <a:pt x="241639" y="56141"/>
                  <a:pt x="242946" y="59958"/>
                  <a:pt x="242946" y="64891"/>
                </a:cubicBezTo>
                <a:cubicBezTo>
                  <a:pt x="242946" y="70137"/>
                  <a:pt x="241678" y="74210"/>
                  <a:pt x="239143" y="77109"/>
                </a:cubicBezTo>
                <a:cubicBezTo>
                  <a:pt x="236607" y="80006"/>
                  <a:pt x="233545" y="81454"/>
                  <a:pt x="229956" y="81454"/>
                </a:cubicBezTo>
                <a:cubicBezTo>
                  <a:pt x="225820" y="81454"/>
                  <a:pt x="222231" y="80128"/>
                  <a:pt x="219189" y="77475"/>
                </a:cubicBezTo>
                <a:cubicBezTo>
                  <a:pt x="216146" y="74822"/>
                  <a:pt x="214351" y="73340"/>
                  <a:pt x="213805" y="73028"/>
                </a:cubicBezTo>
                <a:cubicBezTo>
                  <a:pt x="213025" y="72560"/>
                  <a:pt x="212128" y="72326"/>
                  <a:pt x="211113" y="72326"/>
                </a:cubicBezTo>
                <a:cubicBezTo>
                  <a:pt x="208851" y="72326"/>
                  <a:pt x="206705" y="73184"/>
                  <a:pt x="204677" y="74900"/>
                </a:cubicBezTo>
                <a:cubicBezTo>
                  <a:pt x="201478" y="77553"/>
                  <a:pt x="199059" y="81337"/>
                  <a:pt x="197421" y="86253"/>
                </a:cubicBezTo>
                <a:cubicBezTo>
                  <a:pt x="194924" y="93821"/>
                  <a:pt x="193676" y="102169"/>
                  <a:pt x="193676" y="111297"/>
                </a:cubicBezTo>
                <a:lnTo>
                  <a:pt x="193676" y="136459"/>
                </a:lnTo>
                <a:lnTo>
                  <a:pt x="193793" y="143013"/>
                </a:lnTo>
                <a:cubicBezTo>
                  <a:pt x="193793" y="147460"/>
                  <a:pt x="194066" y="150308"/>
                  <a:pt x="194612" y="151556"/>
                </a:cubicBezTo>
                <a:cubicBezTo>
                  <a:pt x="195548" y="153663"/>
                  <a:pt x="196933" y="155204"/>
                  <a:pt x="198767" y="156179"/>
                </a:cubicBezTo>
                <a:cubicBezTo>
                  <a:pt x="200600" y="157154"/>
                  <a:pt x="203701" y="157759"/>
                  <a:pt x="208071" y="157993"/>
                </a:cubicBezTo>
                <a:lnTo>
                  <a:pt x="208071" y="162206"/>
                </a:lnTo>
                <a:lnTo>
                  <a:pt x="148969" y="162206"/>
                </a:lnTo>
                <a:lnTo>
                  <a:pt x="148969" y="157993"/>
                </a:lnTo>
                <a:cubicBezTo>
                  <a:pt x="153729" y="157603"/>
                  <a:pt x="156947" y="156296"/>
                  <a:pt x="158625" y="154073"/>
                </a:cubicBezTo>
                <a:cubicBezTo>
                  <a:pt x="160302" y="151849"/>
                  <a:pt x="161141" y="145978"/>
                  <a:pt x="161141" y="136459"/>
                </a:cubicBezTo>
                <a:lnTo>
                  <a:pt x="161141" y="75837"/>
                </a:lnTo>
                <a:cubicBezTo>
                  <a:pt x="161141" y="69556"/>
                  <a:pt x="160829" y="65552"/>
                  <a:pt x="160205" y="63826"/>
                </a:cubicBezTo>
                <a:cubicBezTo>
                  <a:pt x="159424" y="61627"/>
                  <a:pt x="158293" y="60018"/>
                  <a:pt x="156811" y="58999"/>
                </a:cubicBezTo>
                <a:cubicBezTo>
                  <a:pt x="155328" y="57977"/>
                  <a:pt x="152714" y="57270"/>
                  <a:pt x="148969" y="56878"/>
                </a:cubicBezTo>
                <a:lnTo>
                  <a:pt x="148969" y="52664"/>
                </a:lnTo>
                <a:lnTo>
                  <a:pt x="193676" y="52664"/>
                </a:lnTo>
                <a:close/>
                <a:moveTo>
                  <a:pt x="301312" y="49387"/>
                </a:moveTo>
                <a:cubicBezTo>
                  <a:pt x="310830" y="49387"/>
                  <a:pt x="319686" y="51848"/>
                  <a:pt x="327878" y="56768"/>
                </a:cubicBezTo>
                <a:cubicBezTo>
                  <a:pt x="336070" y="61688"/>
                  <a:pt x="342292" y="68678"/>
                  <a:pt x="346544" y="77738"/>
                </a:cubicBezTo>
                <a:cubicBezTo>
                  <a:pt x="350797" y="86799"/>
                  <a:pt x="352923" y="96717"/>
                  <a:pt x="352923" y="107494"/>
                </a:cubicBezTo>
                <a:cubicBezTo>
                  <a:pt x="352923" y="123035"/>
                  <a:pt x="348983" y="136039"/>
                  <a:pt x="341102" y="146506"/>
                </a:cubicBezTo>
                <a:cubicBezTo>
                  <a:pt x="331584" y="159157"/>
                  <a:pt x="318437" y="165483"/>
                  <a:pt x="301663" y="165483"/>
                </a:cubicBezTo>
                <a:cubicBezTo>
                  <a:pt x="285200" y="165483"/>
                  <a:pt x="272522" y="159703"/>
                  <a:pt x="263627" y="148144"/>
                </a:cubicBezTo>
                <a:cubicBezTo>
                  <a:pt x="254733" y="136585"/>
                  <a:pt x="250286" y="123191"/>
                  <a:pt x="250286" y="107962"/>
                </a:cubicBezTo>
                <a:cubicBezTo>
                  <a:pt x="250286" y="92265"/>
                  <a:pt x="254830" y="78578"/>
                  <a:pt x="263920" y="66902"/>
                </a:cubicBezTo>
                <a:cubicBezTo>
                  <a:pt x="273009" y="55226"/>
                  <a:pt x="285473" y="49387"/>
                  <a:pt x="301312" y="49387"/>
                </a:cubicBezTo>
                <a:moveTo>
                  <a:pt x="301780" y="57580"/>
                </a:moveTo>
                <a:cubicBezTo>
                  <a:pt x="297801" y="57580"/>
                  <a:pt x="294387" y="59084"/>
                  <a:pt x="291539" y="62093"/>
                </a:cubicBezTo>
                <a:cubicBezTo>
                  <a:pt x="288692" y="65099"/>
                  <a:pt x="286819" y="71035"/>
                  <a:pt x="285922" y="79900"/>
                </a:cubicBezTo>
                <a:cubicBezTo>
                  <a:pt x="285025" y="88765"/>
                  <a:pt x="284576" y="101088"/>
                  <a:pt x="284576" y="116867"/>
                </a:cubicBezTo>
                <a:cubicBezTo>
                  <a:pt x="284576" y="125225"/>
                  <a:pt x="285122" y="133037"/>
                  <a:pt x="286214" y="140303"/>
                </a:cubicBezTo>
                <a:cubicBezTo>
                  <a:pt x="287073" y="145847"/>
                  <a:pt x="288906" y="150065"/>
                  <a:pt x="291715" y="152957"/>
                </a:cubicBezTo>
                <a:cubicBezTo>
                  <a:pt x="294524" y="155846"/>
                  <a:pt x="297723" y="157291"/>
                  <a:pt x="301312" y="157291"/>
                </a:cubicBezTo>
                <a:cubicBezTo>
                  <a:pt x="304823" y="157291"/>
                  <a:pt x="307748" y="156314"/>
                  <a:pt x="310089" y="154361"/>
                </a:cubicBezTo>
                <a:cubicBezTo>
                  <a:pt x="313132" y="151706"/>
                  <a:pt x="315160" y="147995"/>
                  <a:pt x="316175" y="143229"/>
                </a:cubicBezTo>
                <a:cubicBezTo>
                  <a:pt x="317735" y="135809"/>
                  <a:pt x="318515" y="120812"/>
                  <a:pt x="318515" y="98237"/>
                </a:cubicBezTo>
                <a:cubicBezTo>
                  <a:pt x="318515" y="84959"/>
                  <a:pt x="317774" y="75840"/>
                  <a:pt x="316292" y="70881"/>
                </a:cubicBezTo>
                <a:cubicBezTo>
                  <a:pt x="314809" y="65919"/>
                  <a:pt x="312625" y="62306"/>
                  <a:pt x="309738" y="60041"/>
                </a:cubicBezTo>
                <a:cubicBezTo>
                  <a:pt x="307709" y="58400"/>
                  <a:pt x="305057" y="57580"/>
                  <a:pt x="301780" y="57580"/>
                </a:cubicBezTo>
                <a:close/>
                <a:moveTo>
                  <a:pt x="411906" y="151088"/>
                </a:moveTo>
                <a:lnTo>
                  <a:pt x="411906" y="191698"/>
                </a:lnTo>
                <a:cubicBezTo>
                  <a:pt x="411906" y="197391"/>
                  <a:pt x="412355" y="201266"/>
                  <a:pt x="413252" y="203321"/>
                </a:cubicBezTo>
                <a:cubicBezTo>
                  <a:pt x="414150" y="205379"/>
                  <a:pt x="415534" y="206882"/>
                  <a:pt x="417407" y="207830"/>
                </a:cubicBezTo>
                <a:cubicBezTo>
                  <a:pt x="419279" y="208779"/>
                  <a:pt x="422946" y="209253"/>
                  <a:pt x="428408" y="209253"/>
                </a:cubicBezTo>
                <a:lnTo>
                  <a:pt x="428408" y="213466"/>
                </a:lnTo>
                <a:lnTo>
                  <a:pt x="366030" y="213466"/>
                </a:lnTo>
                <a:lnTo>
                  <a:pt x="366030" y="209253"/>
                </a:lnTo>
                <a:cubicBezTo>
                  <a:pt x="370867" y="209095"/>
                  <a:pt x="374456" y="207711"/>
                  <a:pt x="376797" y="205102"/>
                </a:cubicBezTo>
                <a:cubicBezTo>
                  <a:pt x="378357" y="203286"/>
                  <a:pt x="379138" y="198584"/>
                  <a:pt x="379138" y="190996"/>
                </a:cubicBezTo>
                <a:lnTo>
                  <a:pt x="379138" y="75603"/>
                </a:lnTo>
                <a:cubicBezTo>
                  <a:pt x="379138" y="67781"/>
                  <a:pt x="378240" y="62784"/>
                  <a:pt x="376446" y="60612"/>
                </a:cubicBezTo>
                <a:cubicBezTo>
                  <a:pt x="374651" y="58439"/>
                  <a:pt x="371179" y="57194"/>
                  <a:pt x="366030" y="56878"/>
                </a:cubicBezTo>
                <a:lnTo>
                  <a:pt x="366030" y="52664"/>
                </a:lnTo>
                <a:lnTo>
                  <a:pt x="411906" y="52664"/>
                </a:lnTo>
                <a:lnTo>
                  <a:pt x="411906" y="67059"/>
                </a:lnTo>
                <a:cubicBezTo>
                  <a:pt x="415730" y="61442"/>
                  <a:pt x="419631" y="57385"/>
                  <a:pt x="423610" y="54888"/>
                </a:cubicBezTo>
                <a:cubicBezTo>
                  <a:pt x="429305" y="51221"/>
                  <a:pt x="435508" y="49387"/>
                  <a:pt x="442218" y="49387"/>
                </a:cubicBezTo>
                <a:cubicBezTo>
                  <a:pt x="450254" y="49387"/>
                  <a:pt x="457568" y="51926"/>
                  <a:pt x="464161" y="57002"/>
                </a:cubicBezTo>
                <a:cubicBezTo>
                  <a:pt x="470754" y="62078"/>
                  <a:pt x="475767" y="69088"/>
                  <a:pt x="479200" y="78031"/>
                </a:cubicBezTo>
                <a:cubicBezTo>
                  <a:pt x="482633" y="86974"/>
                  <a:pt x="484349" y="96600"/>
                  <a:pt x="484349" y="106909"/>
                </a:cubicBezTo>
                <a:cubicBezTo>
                  <a:pt x="484349" y="117997"/>
                  <a:pt x="482574" y="128130"/>
                  <a:pt x="479024" y="137308"/>
                </a:cubicBezTo>
                <a:cubicBezTo>
                  <a:pt x="475474" y="146485"/>
                  <a:pt x="470325" y="153475"/>
                  <a:pt x="463576" y="158278"/>
                </a:cubicBezTo>
                <a:cubicBezTo>
                  <a:pt x="456827" y="163082"/>
                  <a:pt x="449318" y="165483"/>
                  <a:pt x="441047" y="165483"/>
                </a:cubicBezTo>
                <a:cubicBezTo>
                  <a:pt x="435040" y="165483"/>
                  <a:pt x="429422" y="164157"/>
                  <a:pt x="424195" y="161504"/>
                </a:cubicBezTo>
                <a:cubicBezTo>
                  <a:pt x="420294" y="159475"/>
                  <a:pt x="416198" y="156004"/>
                  <a:pt x="411906" y="151088"/>
                </a:cubicBezTo>
                <a:moveTo>
                  <a:pt x="411906" y="139250"/>
                </a:moveTo>
                <a:cubicBezTo>
                  <a:pt x="418616" y="148780"/>
                  <a:pt x="425794" y="153546"/>
                  <a:pt x="433440" y="153546"/>
                </a:cubicBezTo>
                <a:cubicBezTo>
                  <a:pt x="437653" y="153546"/>
                  <a:pt x="441125" y="151320"/>
                  <a:pt x="443856" y="146868"/>
                </a:cubicBezTo>
                <a:cubicBezTo>
                  <a:pt x="447913" y="140304"/>
                  <a:pt x="449942" y="127804"/>
                  <a:pt x="449942" y="109366"/>
                </a:cubicBezTo>
                <a:cubicBezTo>
                  <a:pt x="449942" y="90461"/>
                  <a:pt x="447718" y="77531"/>
                  <a:pt x="443271" y="70578"/>
                </a:cubicBezTo>
                <a:cubicBezTo>
                  <a:pt x="440306" y="65969"/>
                  <a:pt x="436327" y="63665"/>
                  <a:pt x="431334" y="63665"/>
                </a:cubicBezTo>
                <a:cubicBezTo>
                  <a:pt x="423454" y="63665"/>
                  <a:pt x="416978" y="69368"/>
                  <a:pt x="411906" y="80774"/>
                </a:cubicBezTo>
                <a:lnTo>
                  <a:pt x="411906" y="139250"/>
                </a:lnTo>
                <a:close/>
                <a:moveTo>
                  <a:pt x="596164" y="103456"/>
                </a:moveTo>
                <a:lnTo>
                  <a:pt x="536127" y="103456"/>
                </a:lnTo>
                <a:cubicBezTo>
                  <a:pt x="536829" y="118007"/>
                  <a:pt x="540691" y="129507"/>
                  <a:pt x="547713" y="137955"/>
                </a:cubicBezTo>
                <a:cubicBezTo>
                  <a:pt x="553096" y="144448"/>
                  <a:pt x="559572" y="147694"/>
                  <a:pt x="567140" y="147694"/>
                </a:cubicBezTo>
                <a:cubicBezTo>
                  <a:pt x="571821" y="147694"/>
                  <a:pt x="576074" y="146387"/>
                  <a:pt x="579897" y="143774"/>
                </a:cubicBezTo>
                <a:cubicBezTo>
                  <a:pt x="583720" y="141160"/>
                  <a:pt x="587816" y="136459"/>
                  <a:pt x="592185" y="129671"/>
                </a:cubicBezTo>
                <a:lnTo>
                  <a:pt x="596164" y="132246"/>
                </a:lnTo>
                <a:cubicBezTo>
                  <a:pt x="590234" y="144339"/>
                  <a:pt x="583681" y="152902"/>
                  <a:pt x="576503" y="157935"/>
                </a:cubicBezTo>
                <a:cubicBezTo>
                  <a:pt x="569325" y="162967"/>
                  <a:pt x="561015" y="165483"/>
                  <a:pt x="551575" y="165483"/>
                </a:cubicBezTo>
                <a:cubicBezTo>
                  <a:pt x="535346" y="165483"/>
                  <a:pt x="523058" y="159235"/>
                  <a:pt x="514710" y="146740"/>
                </a:cubicBezTo>
                <a:cubicBezTo>
                  <a:pt x="508000" y="136665"/>
                  <a:pt x="504645" y="124170"/>
                  <a:pt x="504645" y="109253"/>
                </a:cubicBezTo>
                <a:cubicBezTo>
                  <a:pt x="504645" y="90976"/>
                  <a:pt x="509580" y="76430"/>
                  <a:pt x="519450" y="65615"/>
                </a:cubicBezTo>
                <a:cubicBezTo>
                  <a:pt x="529319" y="54797"/>
                  <a:pt x="540886" y="49387"/>
                  <a:pt x="554150" y="49387"/>
                </a:cubicBezTo>
                <a:cubicBezTo>
                  <a:pt x="565229" y="49387"/>
                  <a:pt x="574845" y="53932"/>
                  <a:pt x="582998" y="63022"/>
                </a:cubicBezTo>
                <a:cubicBezTo>
                  <a:pt x="591151" y="72111"/>
                  <a:pt x="595540" y="85589"/>
                  <a:pt x="596164" y="103456"/>
                </a:cubicBezTo>
                <a:moveTo>
                  <a:pt x="567374" y="95732"/>
                </a:moveTo>
                <a:cubicBezTo>
                  <a:pt x="567374" y="83171"/>
                  <a:pt x="566692" y="74549"/>
                  <a:pt x="565326" y="69868"/>
                </a:cubicBezTo>
                <a:cubicBezTo>
                  <a:pt x="563961" y="65187"/>
                  <a:pt x="561835" y="61637"/>
                  <a:pt x="558948" y="59218"/>
                </a:cubicBezTo>
                <a:cubicBezTo>
                  <a:pt x="557309" y="57814"/>
                  <a:pt x="555125" y="57112"/>
                  <a:pt x="552394" y="57112"/>
                </a:cubicBezTo>
                <a:cubicBezTo>
                  <a:pt x="548337" y="57112"/>
                  <a:pt x="545021" y="59101"/>
                  <a:pt x="542446" y="63080"/>
                </a:cubicBezTo>
                <a:cubicBezTo>
                  <a:pt x="537843" y="70024"/>
                  <a:pt x="535542" y="79543"/>
                  <a:pt x="535542" y="91636"/>
                </a:cubicBezTo>
                <a:lnTo>
                  <a:pt x="535542" y="95732"/>
                </a:lnTo>
                <a:lnTo>
                  <a:pt x="567374" y="95732"/>
                </a:lnTo>
                <a:close/>
                <a:moveTo>
                  <a:pt x="654631" y="52664"/>
                </a:moveTo>
                <a:lnTo>
                  <a:pt x="654631" y="77475"/>
                </a:lnTo>
                <a:cubicBezTo>
                  <a:pt x="661887" y="66162"/>
                  <a:pt x="668245" y="58652"/>
                  <a:pt x="673707" y="54946"/>
                </a:cubicBezTo>
                <a:cubicBezTo>
                  <a:pt x="679168" y="51240"/>
                  <a:pt x="684435" y="49387"/>
                  <a:pt x="689506" y="49387"/>
                </a:cubicBezTo>
                <a:cubicBezTo>
                  <a:pt x="693875" y="49387"/>
                  <a:pt x="697367" y="50738"/>
                  <a:pt x="699981" y="53440"/>
                </a:cubicBezTo>
                <a:cubicBezTo>
                  <a:pt x="702594" y="56141"/>
                  <a:pt x="703901" y="59958"/>
                  <a:pt x="703901" y="64891"/>
                </a:cubicBezTo>
                <a:cubicBezTo>
                  <a:pt x="703901" y="70137"/>
                  <a:pt x="702633" y="74210"/>
                  <a:pt x="700098" y="77109"/>
                </a:cubicBezTo>
                <a:cubicBezTo>
                  <a:pt x="697562" y="80006"/>
                  <a:pt x="694500" y="81454"/>
                  <a:pt x="690911" y="81454"/>
                </a:cubicBezTo>
                <a:cubicBezTo>
                  <a:pt x="686775" y="81454"/>
                  <a:pt x="683186" y="80128"/>
                  <a:pt x="680144" y="77475"/>
                </a:cubicBezTo>
                <a:cubicBezTo>
                  <a:pt x="677101" y="74822"/>
                  <a:pt x="675306" y="73340"/>
                  <a:pt x="674760" y="73028"/>
                </a:cubicBezTo>
                <a:cubicBezTo>
                  <a:pt x="673980" y="72560"/>
                  <a:pt x="673083" y="72326"/>
                  <a:pt x="672068" y="72326"/>
                </a:cubicBezTo>
                <a:cubicBezTo>
                  <a:pt x="669806" y="72326"/>
                  <a:pt x="667660" y="73184"/>
                  <a:pt x="665632" y="74900"/>
                </a:cubicBezTo>
                <a:cubicBezTo>
                  <a:pt x="662433" y="77553"/>
                  <a:pt x="660014" y="81337"/>
                  <a:pt x="658376" y="86253"/>
                </a:cubicBezTo>
                <a:cubicBezTo>
                  <a:pt x="655879" y="93821"/>
                  <a:pt x="654631" y="102169"/>
                  <a:pt x="654631" y="111297"/>
                </a:cubicBezTo>
                <a:lnTo>
                  <a:pt x="654631" y="136459"/>
                </a:lnTo>
                <a:lnTo>
                  <a:pt x="654748" y="143013"/>
                </a:lnTo>
                <a:cubicBezTo>
                  <a:pt x="654748" y="147460"/>
                  <a:pt x="655021" y="150308"/>
                  <a:pt x="655567" y="151556"/>
                </a:cubicBezTo>
                <a:cubicBezTo>
                  <a:pt x="656503" y="153663"/>
                  <a:pt x="657888" y="155204"/>
                  <a:pt x="659722" y="156179"/>
                </a:cubicBezTo>
                <a:cubicBezTo>
                  <a:pt x="661555" y="157154"/>
                  <a:pt x="664656" y="157759"/>
                  <a:pt x="669026" y="157993"/>
                </a:cubicBezTo>
                <a:lnTo>
                  <a:pt x="669026" y="162206"/>
                </a:lnTo>
                <a:lnTo>
                  <a:pt x="609924" y="162206"/>
                </a:lnTo>
                <a:lnTo>
                  <a:pt x="609924" y="157993"/>
                </a:lnTo>
                <a:cubicBezTo>
                  <a:pt x="614684" y="157603"/>
                  <a:pt x="617902" y="156296"/>
                  <a:pt x="619580" y="154073"/>
                </a:cubicBezTo>
                <a:cubicBezTo>
                  <a:pt x="621257" y="151849"/>
                  <a:pt x="622096" y="145978"/>
                  <a:pt x="622096" y="136459"/>
                </a:cubicBezTo>
                <a:lnTo>
                  <a:pt x="622096" y="75837"/>
                </a:lnTo>
                <a:cubicBezTo>
                  <a:pt x="622096" y="69556"/>
                  <a:pt x="621784" y="65552"/>
                  <a:pt x="621160" y="63826"/>
                </a:cubicBezTo>
                <a:cubicBezTo>
                  <a:pt x="620379" y="61627"/>
                  <a:pt x="619248" y="60018"/>
                  <a:pt x="617766" y="58999"/>
                </a:cubicBezTo>
                <a:cubicBezTo>
                  <a:pt x="616283" y="57977"/>
                  <a:pt x="613670" y="57270"/>
                  <a:pt x="609924" y="56878"/>
                </a:cubicBezTo>
                <a:lnTo>
                  <a:pt x="609924" y="52664"/>
                </a:lnTo>
                <a:lnTo>
                  <a:pt x="654631" y="52664"/>
                </a:lnTo>
                <a:close/>
                <a:moveTo>
                  <a:pt x="758389" y="12405"/>
                </a:moveTo>
                <a:lnTo>
                  <a:pt x="758389" y="52664"/>
                </a:lnTo>
                <a:lnTo>
                  <a:pt x="784370" y="52664"/>
                </a:lnTo>
                <a:lnTo>
                  <a:pt x="784370" y="64133"/>
                </a:lnTo>
                <a:lnTo>
                  <a:pt x="758389" y="64133"/>
                </a:lnTo>
                <a:lnTo>
                  <a:pt x="758389" y="131844"/>
                </a:lnTo>
                <a:cubicBezTo>
                  <a:pt x="758389" y="138181"/>
                  <a:pt x="758681" y="142268"/>
                  <a:pt x="759266" y="144107"/>
                </a:cubicBezTo>
                <a:cubicBezTo>
                  <a:pt x="759852" y="145945"/>
                  <a:pt x="760885" y="147432"/>
                  <a:pt x="762368" y="148568"/>
                </a:cubicBezTo>
                <a:cubicBezTo>
                  <a:pt x="763850" y="149702"/>
                  <a:pt x="765215" y="150269"/>
                  <a:pt x="766464" y="150269"/>
                </a:cubicBezTo>
                <a:cubicBezTo>
                  <a:pt x="771535" y="150269"/>
                  <a:pt x="776334" y="146368"/>
                  <a:pt x="780859" y="138566"/>
                </a:cubicBezTo>
                <a:lnTo>
                  <a:pt x="784370" y="141166"/>
                </a:lnTo>
                <a:cubicBezTo>
                  <a:pt x="778050" y="156285"/>
                  <a:pt x="767790" y="163845"/>
                  <a:pt x="753590" y="163845"/>
                </a:cubicBezTo>
                <a:cubicBezTo>
                  <a:pt x="746646" y="163845"/>
                  <a:pt x="740775" y="161908"/>
                  <a:pt x="735977" y="158033"/>
                </a:cubicBezTo>
                <a:cubicBezTo>
                  <a:pt x="731179" y="154157"/>
                  <a:pt x="728116" y="149830"/>
                  <a:pt x="726790" y="145054"/>
                </a:cubicBezTo>
                <a:cubicBezTo>
                  <a:pt x="726010" y="142391"/>
                  <a:pt x="725620" y="135188"/>
                  <a:pt x="725620" y="123443"/>
                </a:cubicBezTo>
                <a:lnTo>
                  <a:pt x="725620" y="64133"/>
                </a:lnTo>
                <a:lnTo>
                  <a:pt x="711342" y="64133"/>
                </a:lnTo>
                <a:lnTo>
                  <a:pt x="711342" y="60026"/>
                </a:lnTo>
                <a:cubicBezTo>
                  <a:pt x="721172" y="53068"/>
                  <a:pt x="729540" y="45757"/>
                  <a:pt x="736445" y="38094"/>
                </a:cubicBezTo>
                <a:cubicBezTo>
                  <a:pt x="743350" y="30431"/>
                  <a:pt x="749377" y="21868"/>
                  <a:pt x="754527" y="12405"/>
                </a:cubicBezTo>
                <a:lnTo>
                  <a:pt x="758389" y="12405"/>
                </a:lnTo>
                <a:close/>
                <a:moveTo>
                  <a:pt x="844487" y="166760"/>
                </a:moveTo>
                <a:lnTo>
                  <a:pt x="809144" y="85466"/>
                </a:lnTo>
                <a:cubicBezTo>
                  <a:pt x="803838" y="73153"/>
                  <a:pt x="799918" y="65585"/>
                  <a:pt x="797382" y="62762"/>
                </a:cubicBezTo>
                <a:cubicBezTo>
                  <a:pt x="794846" y="59936"/>
                  <a:pt x="791784" y="57975"/>
                  <a:pt x="788195" y="56878"/>
                </a:cubicBezTo>
                <a:lnTo>
                  <a:pt x="788195" y="52664"/>
                </a:lnTo>
                <a:lnTo>
                  <a:pt x="846360" y="52664"/>
                </a:lnTo>
                <a:lnTo>
                  <a:pt x="846360" y="56878"/>
                </a:lnTo>
                <a:cubicBezTo>
                  <a:pt x="842537" y="57034"/>
                  <a:pt x="839845" y="57778"/>
                  <a:pt x="838285" y="59112"/>
                </a:cubicBezTo>
                <a:cubicBezTo>
                  <a:pt x="836724" y="60443"/>
                  <a:pt x="835944" y="62050"/>
                  <a:pt x="835944" y="63932"/>
                </a:cubicBezTo>
                <a:cubicBezTo>
                  <a:pt x="835944" y="66909"/>
                  <a:pt x="837894" y="72788"/>
                  <a:pt x="841796" y="81568"/>
                </a:cubicBezTo>
                <a:lnTo>
                  <a:pt x="860521" y="124602"/>
                </a:lnTo>
                <a:lnTo>
                  <a:pt x="873277" y="91347"/>
                </a:lnTo>
                <a:cubicBezTo>
                  <a:pt x="877880" y="79505"/>
                  <a:pt x="880182" y="71270"/>
                  <a:pt x="880182" y="66642"/>
                </a:cubicBezTo>
                <a:cubicBezTo>
                  <a:pt x="880182" y="63741"/>
                  <a:pt x="879226" y="61427"/>
                  <a:pt x="877315" y="59701"/>
                </a:cubicBezTo>
                <a:cubicBezTo>
                  <a:pt x="875403" y="57975"/>
                  <a:pt x="872029" y="57034"/>
                  <a:pt x="867191" y="56878"/>
                </a:cubicBezTo>
                <a:lnTo>
                  <a:pt x="867191" y="52664"/>
                </a:lnTo>
                <a:lnTo>
                  <a:pt x="903822" y="52664"/>
                </a:lnTo>
                <a:lnTo>
                  <a:pt x="903822" y="56878"/>
                </a:lnTo>
                <a:cubicBezTo>
                  <a:pt x="900233" y="57270"/>
                  <a:pt x="897308" y="58662"/>
                  <a:pt x="895045" y="61054"/>
                </a:cubicBezTo>
                <a:cubicBezTo>
                  <a:pt x="892782" y="63446"/>
                  <a:pt x="888998" y="71583"/>
                  <a:pt x="883693" y="85466"/>
                </a:cubicBezTo>
                <a:lnTo>
                  <a:pt x="852445" y="166653"/>
                </a:lnTo>
                <a:cubicBezTo>
                  <a:pt x="844565" y="186939"/>
                  <a:pt x="838714" y="199422"/>
                  <a:pt x="834891" y="204104"/>
                </a:cubicBezTo>
                <a:cubicBezTo>
                  <a:pt x="829507" y="210657"/>
                  <a:pt x="822758" y="213934"/>
                  <a:pt x="814644" y="213934"/>
                </a:cubicBezTo>
                <a:cubicBezTo>
                  <a:pt x="808168" y="213934"/>
                  <a:pt x="802921" y="212081"/>
                  <a:pt x="798903" y="208375"/>
                </a:cubicBezTo>
                <a:cubicBezTo>
                  <a:pt x="794885" y="204669"/>
                  <a:pt x="792876" y="200203"/>
                  <a:pt x="792876" y="194975"/>
                </a:cubicBezTo>
                <a:cubicBezTo>
                  <a:pt x="792876" y="190450"/>
                  <a:pt x="794261" y="186705"/>
                  <a:pt x="797031" y="183740"/>
                </a:cubicBezTo>
                <a:cubicBezTo>
                  <a:pt x="799801" y="180775"/>
                  <a:pt x="803214" y="179293"/>
                  <a:pt x="807271" y="179293"/>
                </a:cubicBezTo>
                <a:cubicBezTo>
                  <a:pt x="811172" y="179293"/>
                  <a:pt x="814313" y="180534"/>
                  <a:pt x="816692" y="183016"/>
                </a:cubicBezTo>
                <a:cubicBezTo>
                  <a:pt x="819072" y="185500"/>
                  <a:pt x="820301" y="189343"/>
                  <a:pt x="820379" y="194544"/>
                </a:cubicBezTo>
                <a:cubicBezTo>
                  <a:pt x="820457" y="197494"/>
                  <a:pt x="820808" y="199396"/>
                  <a:pt x="821432" y="200249"/>
                </a:cubicBezTo>
                <a:cubicBezTo>
                  <a:pt x="822056" y="201102"/>
                  <a:pt x="822953" y="201529"/>
                  <a:pt x="824124" y="201529"/>
                </a:cubicBezTo>
                <a:cubicBezTo>
                  <a:pt x="825996" y="201529"/>
                  <a:pt x="827986" y="200403"/>
                  <a:pt x="830092" y="198150"/>
                </a:cubicBezTo>
                <a:cubicBezTo>
                  <a:pt x="833213" y="194887"/>
                  <a:pt x="836880" y="187431"/>
                  <a:pt x="841093" y="175782"/>
                </a:cubicBezTo>
                <a:lnTo>
                  <a:pt x="844487" y="166760"/>
                </a:lnTo>
                <a:close/>
                <a:moveTo>
                  <a:pt x="1071412" y="0"/>
                </a:moveTo>
                <a:lnTo>
                  <a:pt x="1071412" y="55941"/>
                </a:lnTo>
                <a:lnTo>
                  <a:pt x="1067082" y="55941"/>
                </a:lnTo>
                <a:cubicBezTo>
                  <a:pt x="1061854" y="40725"/>
                  <a:pt x="1054013" y="29158"/>
                  <a:pt x="1043558" y="21241"/>
                </a:cubicBezTo>
                <a:cubicBezTo>
                  <a:pt x="1033103" y="13322"/>
                  <a:pt x="1021673" y="9363"/>
                  <a:pt x="1009268" y="9363"/>
                </a:cubicBezTo>
                <a:cubicBezTo>
                  <a:pt x="997409" y="9363"/>
                  <a:pt x="987539" y="12685"/>
                  <a:pt x="979659" y="19329"/>
                </a:cubicBezTo>
                <a:cubicBezTo>
                  <a:pt x="971779" y="25973"/>
                  <a:pt x="966200" y="35240"/>
                  <a:pt x="962923" y="47131"/>
                </a:cubicBezTo>
                <a:cubicBezTo>
                  <a:pt x="959646" y="59022"/>
                  <a:pt x="958008" y="71222"/>
                  <a:pt x="958008" y="83733"/>
                </a:cubicBezTo>
                <a:cubicBezTo>
                  <a:pt x="958008" y="98888"/>
                  <a:pt x="959802" y="112178"/>
                  <a:pt x="963391" y="123600"/>
                </a:cubicBezTo>
                <a:cubicBezTo>
                  <a:pt x="966980" y="135023"/>
                  <a:pt x="972773" y="143417"/>
                  <a:pt x="980771" y="148780"/>
                </a:cubicBezTo>
                <a:cubicBezTo>
                  <a:pt x="988768" y="154142"/>
                  <a:pt x="998267" y="156823"/>
                  <a:pt x="1009268" y="156823"/>
                </a:cubicBezTo>
                <a:cubicBezTo>
                  <a:pt x="1013091" y="156823"/>
                  <a:pt x="1017012" y="156414"/>
                  <a:pt x="1021030" y="155598"/>
                </a:cubicBezTo>
                <a:cubicBezTo>
                  <a:pt x="1025048" y="154778"/>
                  <a:pt x="1029163" y="153590"/>
                  <a:pt x="1033376" y="152032"/>
                </a:cubicBezTo>
                <a:lnTo>
                  <a:pt x="1033376" y="119138"/>
                </a:lnTo>
                <a:cubicBezTo>
                  <a:pt x="1033376" y="112858"/>
                  <a:pt x="1032947" y="108796"/>
                  <a:pt x="1032089" y="106953"/>
                </a:cubicBezTo>
                <a:cubicBezTo>
                  <a:pt x="1031231" y="105107"/>
                  <a:pt x="1029456" y="103439"/>
                  <a:pt x="1026764" y="101949"/>
                </a:cubicBezTo>
                <a:cubicBezTo>
                  <a:pt x="1024072" y="100457"/>
                  <a:pt x="1020815" y="99711"/>
                  <a:pt x="1016992" y="99711"/>
                </a:cubicBezTo>
                <a:lnTo>
                  <a:pt x="1012896" y="99711"/>
                </a:lnTo>
                <a:lnTo>
                  <a:pt x="1012896" y="95498"/>
                </a:lnTo>
                <a:lnTo>
                  <a:pt x="1090020" y="95498"/>
                </a:lnTo>
                <a:lnTo>
                  <a:pt x="1090020" y="99711"/>
                </a:lnTo>
                <a:cubicBezTo>
                  <a:pt x="1084168" y="100104"/>
                  <a:pt x="1080092" y="100908"/>
                  <a:pt x="1077790" y="102125"/>
                </a:cubicBezTo>
                <a:cubicBezTo>
                  <a:pt x="1075488" y="103342"/>
                  <a:pt x="1073713" y="105363"/>
                  <a:pt x="1072465" y="108189"/>
                </a:cubicBezTo>
                <a:cubicBezTo>
                  <a:pt x="1071763" y="109681"/>
                  <a:pt x="1071412" y="113331"/>
                  <a:pt x="1071412" y="119138"/>
                </a:cubicBezTo>
                <a:lnTo>
                  <a:pt x="1071412" y="152032"/>
                </a:lnTo>
                <a:cubicBezTo>
                  <a:pt x="1061269" y="156555"/>
                  <a:pt x="1050717" y="159966"/>
                  <a:pt x="1039755" y="162265"/>
                </a:cubicBezTo>
                <a:cubicBezTo>
                  <a:pt x="1028793" y="164566"/>
                  <a:pt x="1017421" y="165717"/>
                  <a:pt x="1005640" y="165717"/>
                </a:cubicBezTo>
                <a:cubicBezTo>
                  <a:pt x="990582" y="165717"/>
                  <a:pt x="978079" y="163675"/>
                  <a:pt x="968131" y="159591"/>
                </a:cubicBezTo>
                <a:cubicBezTo>
                  <a:pt x="958183" y="155505"/>
                  <a:pt x="949406" y="150136"/>
                  <a:pt x="941799" y="143485"/>
                </a:cubicBezTo>
                <a:cubicBezTo>
                  <a:pt x="934192" y="136833"/>
                  <a:pt x="928243" y="129346"/>
                  <a:pt x="923952" y="121022"/>
                </a:cubicBezTo>
                <a:cubicBezTo>
                  <a:pt x="918490" y="110284"/>
                  <a:pt x="915759" y="98263"/>
                  <a:pt x="915759" y="84958"/>
                </a:cubicBezTo>
                <a:cubicBezTo>
                  <a:pt x="915759" y="61152"/>
                  <a:pt x="924147" y="41040"/>
                  <a:pt x="940921" y="24624"/>
                </a:cubicBezTo>
                <a:cubicBezTo>
                  <a:pt x="957696" y="8208"/>
                  <a:pt x="978801" y="0"/>
                  <a:pt x="1004236" y="0"/>
                </a:cubicBezTo>
                <a:cubicBezTo>
                  <a:pt x="1012116" y="0"/>
                  <a:pt x="1019216" y="630"/>
                  <a:pt x="1025535" y="1891"/>
                </a:cubicBezTo>
                <a:cubicBezTo>
                  <a:pt x="1028968" y="2522"/>
                  <a:pt x="1034527" y="4316"/>
                  <a:pt x="1042212" y="7271"/>
                </a:cubicBezTo>
                <a:cubicBezTo>
                  <a:pt x="1049897" y="10226"/>
                  <a:pt x="1054442" y="11703"/>
                  <a:pt x="1055847" y="11703"/>
                </a:cubicBezTo>
                <a:cubicBezTo>
                  <a:pt x="1058031" y="11703"/>
                  <a:pt x="1060060" y="10888"/>
                  <a:pt x="1061932" y="9256"/>
                </a:cubicBezTo>
                <a:cubicBezTo>
                  <a:pt x="1063805" y="7623"/>
                  <a:pt x="1065521" y="4537"/>
                  <a:pt x="1067082" y="0"/>
                </a:cubicBezTo>
                <a:lnTo>
                  <a:pt x="1071412" y="0"/>
                </a:lnTo>
                <a:close/>
                <a:moveTo>
                  <a:pt x="1157572" y="90349"/>
                </a:moveTo>
                <a:lnTo>
                  <a:pt x="1157572" y="134353"/>
                </a:lnTo>
                <a:cubicBezTo>
                  <a:pt x="1157572" y="142979"/>
                  <a:pt x="1158099" y="148410"/>
                  <a:pt x="1159152" y="150646"/>
                </a:cubicBezTo>
                <a:cubicBezTo>
                  <a:pt x="1160205" y="152879"/>
                  <a:pt x="1162078" y="154663"/>
                  <a:pt x="1164770" y="155996"/>
                </a:cubicBezTo>
                <a:cubicBezTo>
                  <a:pt x="1167461" y="157327"/>
                  <a:pt x="1172396" y="157993"/>
                  <a:pt x="1179574" y="157993"/>
                </a:cubicBezTo>
                <a:lnTo>
                  <a:pt x="1179574" y="162206"/>
                </a:lnTo>
                <a:lnTo>
                  <a:pt x="1098939" y="162206"/>
                </a:lnTo>
                <a:lnTo>
                  <a:pt x="1098939" y="157993"/>
                </a:lnTo>
                <a:cubicBezTo>
                  <a:pt x="1106273" y="157993"/>
                  <a:pt x="1111247" y="157307"/>
                  <a:pt x="1113861" y="155934"/>
                </a:cubicBezTo>
                <a:cubicBezTo>
                  <a:pt x="1116474" y="154561"/>
                  <a:pt x="1118308" y="152778"/>
                  <a:pt x="1119361" y="150583"/>
                </a:cubicBezTo>
                <a:cubicBezTo>
                  <a:pt x="1120414" y="148389"/>
                  <a:pt x="1120941" y="142979"/>
                  <a:pt x="1120941" y="134353"/>
                </a:cubicBezTo>
                <a:lnTo>
                  <a:pt x="1120941" y="31365"/>
                </a:lnTo>
                <a:cubicBezTo>
                  <a:pt x="1120941" y="22738"/>
                  <a:pt x="1120414" y="17309"/>
                  <a:pt x="1119361" y="15075"/>
                </a:cubicBezTo>
                <a:cubicBezTo>
                  <a:pt x="1118308" y="12839"/>
                  <a:pt x="1116455" y="11056"/>
                  <a:pt x="1113802" y="9725"/>
                </a:cubicBezTo>
                <a:cubicBezTo>
                  <a:pt x="1111149" y="8391"/>
                  <a:pt x="1106195" y="7724"/>
                  <a:pt x="1098939" y="7724"/>
                </a:cubicBezTo>
                <a:lnTo>
                  <a:pt x="1098939" y="3511"/>
                </a:lnTo>
                <a:lnTo>
                  <a:pt x="1168105" y="3511"/>
                </a:lnTo>
                <a:cubicBezTo>
                  <a:pt x="1190887" y="3511"/>
                  <a:pt x="1207233" y="7568"/>
                  <a:pt x="1217141" y="15682"/>
                </a:cubicBezTo>
                <a:cubicBezTo>
                  <a:pt x="1227050" y="23796"/>
                  <a:pt x="1232004" y="33939"/>
                  <a:pt x="1232004" y="46111"/>
                </a:cubicBezTo>
                <a:cubicBezTo>
                  <a:pt x="1232004" y="56409"/>
                  <a:pt x="1228805" y="65226"/>
                  <a:pt x="1222408" y="72560"/>
                </a:cubicBezTo>
                <a:cubicBezTo>
                  <a:pt x="1216010" y="79894"/>
                  <a:pt x="1207194" y="84887"/>
                  <a:pt x="1195959" y="87540"/>
                </a:cubicBezTo>
                <a:cubicBezTo>
                  <a:pt x="1188390" y="89412"/>
                  <a:pt x="1175595" y="90349"/>
                  <a:pt x="1157572" y="90349"/>
                </a:cubicBezTo>
                <a:moveTo>
                  <a:pt x="1157572" y="12639"/>
                </a:moveTo>
                <a:lnTo>
                  <a:pt x="1157572" y="81220"/>
                </a:lnTo>
                <a:cubicBezTo>
                  <a:pt x="1160147" y="81376"/>
                  <a:pt x="1162097" y="81454"/>
                  <a:pt x="1163424" y="81454"/>
                </a:cubicBezTo>
                <a:cubicBezTo>
                  <a:pt x="1172942" y="81454"/>
                  <a:pt x="1180276" y="78626"/>
                  <a:pt x="1185426" y="72969"/>
                </a:cubicBezTo>
                <a:cubicBezTo>
                  <a:pt x="1190575" y="67313"/>
                  <a:pt x="1193150" y="58555"/>
                  <a:pt x="1193150" y="46696"/>
                </a:cubicBezTo>
                <a:cubicBezTo>
                  <a:pt x="1193150" y="34915"/>
                  <a:pt x="1190575" y="26293"/>
                  <a:pt x="1185426" y="20832"/>
                </a:cubicBezTo>
                <a:cubicBezTo>
                  <a:pt x="1180276" y="15370"/>
                  <a:pt x="1172591" y="12639"/>
                  <a:pt x="1162370" y="12639"/>
                </a:cubicBezTo>
                <a:lnTo>
                  <a:pt x="1157572" y="12639"/>
                </a:lnTo>
                <a:close/>
                <a:moveTo>
                  <a:pt x="1390337" y="3511"/>
                </a:moveTo>
                <a:lnTo>
                  <a:pt x="1390337" y="46579"/>
                </a:lnTo>
                <a:lnTo>
                  <a:pt x="1386124" y="46579"/>
                </a:lnTo>
                <a:cubicBezTo>
                  <a:pt x="1383627" y="36636"/>
                  <a:pt x="1380857" y="29492"/>
                  <a:pt x="1377815" y="25147"/>
                </a:cubicBezTo>
                <a:cubicBezTo>
                  <a:pt x="1374772" y="20802"/>
                  <a:pt x="1370598" y="17338"/>
                  <a:pt x="1365292" y="14753"/>
                </a:cubicBezTo>
                <a:cubicBezTo>
                  <a:pt x="1362327" y="13344"/>
                  <a:pt x="1357139" y="12639"/>
                  <a:pt x="1349727" y="12639"/>
                </a:cubicBezTo>
                <a:lnTo>
                  <a:pt x="1337907" y="12639"/>
                </a:lnTo>
                <a:lnTo>
                  <a:pt x="1337907" y="135055"/>
                </a:lnTo>
                <a:cubicBezTo>
                  <a:pt x="1337907" y="143210"/>
                  <a:pt x="1338355" y="148309"/>
                  <a:pt x="1339252" y="150349"/>
                </a:cubicBezTo>
                <a:cubicBezTo>
                  <a:pt x="1340150" y="152388"/>
                  <a:pt x="1341905" y="154171"/>
                  <a:pt x="1344519" y="155700"/>
                </a:cubicBezTo>
                <a:cubicBezTo>
                  <a:pt x="1347133" y="157229"/>
                  <a:pt x="1350702" y="157993"/>
                  <a:pt x="1355227" y="157993"/>
                </a:cubicBezTo>
                <a:lnTo>
                  <a:pt x="1360494" y="157993"/>
                </a:lnTo>
                <a:lnTo>
                  <a:pt x="1360494" y="162206"/>
                </a:lnTo>
                <a:lnTo>
                  <a:pt x="1277401" y="162206"/>
                </a:lnTo>
                <a:lnTo>
                  <a:pt x="1277401" y="157993"/>
                </a:lnTo>
                <a:lnTo>
                  <a:pt x="1282668" y="157993"/>
                </a:lnTo>
                <a:cubicBezTo>
                  <a:pt x="1287271" y="157993"/>
                  <a:pt x="1290977" y="157170"/>
                  <a:pt x="1293786" y="155524"/>
                </a:cubicBezTo>
                <a:cubicBezTo>
                  <a:pt x="1295814" y="154425"/>
                  <a:pt x="1297414" y="152543"/>
                  <a:pt x="1298584" y="149878"/>
                </a:cubicBezTo>
                <a:cubicBezTo>
                  <a:pt x="1299442" y="147995"/>
                  <a:pt x="1299871" y="143054"/>
                  <a:pt x="1299871" y="135055"/>
                </a:cubicBezTo>
                <a:lnTo>
                  <a:pt x="1299871" y="12639"/>
                </a:lnTo>
                <a:lnTo>
                  <a:pt x="1288402" y="12639"/>
                </a:lnTo>
                <a:cubicBezTo>
                  <a:pt x="1277713" y="12639"/>
                  <a:pt x="1269950" y="14909"/>
                  <a:pt x="1265113" y="19449"/>
                </a:cubicBezTo>
                <a:cubicBezTo>
                  <a:pt x="1258325" y="25791"/>
                  <a:pt x="1254034" y="34834"/>
                  <a:pt x="1252239" y="46579"/>
                </a:cubicBezTo>
                <a:lnTo>
                  <a:pt x="1247792" y="46579"/>
                </a:lnTo>
                <a:lnTo>
                  <a:pt x="1247792" y="3511"/>
                </a:lnTo>
                <a:lnTo>
                  <a:pt x="1390337" y="35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205825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2026-09-05T08:52:43.8380000Z</dcterms:created>
  <dcterms:modified xsi:type="dcterms:W3CDTF">2026-09-05T08:52:43.8380000Z</dcterms:modified>
</coreProperties>
</file>