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c8f0f2a9e14403" /><Relationship Type="http://schemas.openxmlformats.org/officeDocument/2006/relationships/extended-properties" Target="/docProps/app.xml" Id="Ree536007b2654429" /><Relationship Type="http://schemas.openxmlformats.org/officeDocument/2006/relationships/officeDocument" Target="/ppt/presentation.xml" Id="R040b062a76c841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f93f3854ee4774"/>
  </p:sldMasterIdLst>
  <p:notesMasterIdLst>
    <p:notesMasterId xmlns:r="http://schemas.openxmlformats.org/officeDocument/2006/relationships" r:id="R2ebfa1465cda40e1"/>
  </p:notesMasterIdLst>
  <p:sldIdLst>
    <p:sldId xmlns:r="http://schemas.openxmlformats.org/officeDocument/2006/relationships" id="256" r:id="R4a7dbcd21e314763"/>
  </p:sldIdLst>
  <p:sldSz cx="14487525" cy="2743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859cc0da224da5" /><Relationship Type="http://schemas.openxmlformats.org/officeDocument/2006/relationships/slideMaster" Target="/ppt/slideMasters/slideMaster1.xml" Id="Recf93f3854ee4774" /><Relationship Type="http://schemas.openxmlformats.org/officeDocument/2006/relationships/notesMaster" Target="/ppt/notesMasters/notesMaster1.xml" Id="R2ebfa1465cda40e1" /><Relationship Type="http://schemas.openxmlformats.org/officeDocument/2006/relationships/presProps" Target="/ppt/presProps.xml" Id="R02ac478e37e94bb8" /><Relationship Type="http://schemas.openxmlformats.org/officeDocument/2006/relationships/tableStyles" Target="/ppt/tableStyles.xml" Id="Rc8c2006453ca4d27" /><Relationship Type="http://schemas.openxmlformats.org/officeDocument/2006/relationships/slide" Target="/ppt/slides/slide1.xml" Id="R4a7dbcd21e3147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15dc5f508a4d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57a67942e54060" /><Relationship Type="http://schemas.openxmlformats.org/officeDocument/2006/relationships/notesMaster" Target="/ppt/notesMasters/notesMaster1.xml" Id="R24e28767414a4ab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素材ID：SEC-044</ns1:t>
            </ns1:r>
          </ns1:p>
          <ns1:p>
            <ns1:r>
              <ns1:t>论文：ERACAN: Defending Against an Emerging CAN Threat Model</ns1:t>
            </ns1:r>
          </ns1:p>
          <ns1:p>
            <ns1:r>
              <ns1:t>会议：CCS 2024</ns1:t>
            </ns1:r>
          </ns1:p>
          <ns1:p>
            <ns1:r>
              <ns1:t>奖项：Distinguished Paper Award</ns1:t>
            </ns1:r>
          </ns1:p>
          <ns1:p>
            <ns1:r>
              <ns1:t>图号：Figure 5，PDF第6页</ns1:t>
            </ns1:r>
          </ns1:p>
          <ns1:p>
            <ns1:r>
              <ns1:t>类型：系统架构</ns1:t>
            </ns1:r>
          </ns1:p>
          <ns1:p>
            <ns1:r>
              <ns1:t>借鉴点：左侧总线与物理采样器连接右侧六步状态流，红虚线信号和黑实线控制流共同解释软硬件协作。</ns1:t>
            </ns1:r>
          </ns1:p>
          <ns1:p>
            <ns1:r>
              <ns1:t>论文URL：https://khaled-alsharif.github.io/assets/ERACAN-2.pdf</ns1:t>
            </ns1:r>
          </ns1:p>
          <ns1:p>
            <ns1:r>
              <ns1:t>官方获奖URL：https://www.sigsac.org/ccs/CCS2024/program/awards.html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64a85da5548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4cf93a6bb44922" /><Relationship Type="http://schemas.openxmlformats.org/officeDocument/2006/relationships/slideLayout" Target="/ppt/slideLayouts/slideLayout1.xml" Id="Rea23c1f064fb49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23c1f064fb49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b444c75414087" /><Relationship Type="http://schemas.openxmlformats.org/officeDocument/2006/relationships/notesSlide" Target="/ppt/notesSlides/notesSlide1.xml" Id="R074c1fa2520f4b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09ECE-8E2F-4708-91D4-77718D0D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8" y="0"/>
            <a:ext cx="14410042" cy="2722353"/>
          </a:xfrm>
          <a:custGeom xmlns:a="http://schemas.openxmlformats.org/drawingml/2006/main">
            <a:pathLst>
              <a:path w="14410042" h="2722353">
                <a:moveTo>
                  <a:pt x="14410042" y="2722353"/>
                </a:moveTo>
                <a:lnTo>
                  <a:pt x="14410042" y="0"/>
                </a:lnTo>
                <a:lnTo>
                  <a:pt x="0" y="0"/>
                </a:lnTo>
                <a:lnTo>
                  <a:pt x="0" y="2722353"/>
                </a:lnTo>
                <a:lnTo>
                  <a:pt x="14410042" y="27223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BD449-A47B-48C8-A6E7-12D36FFE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130" y="868337"/>
            <a:ext cx="1344730" cy="1522630"/>
          </a:xfrm>
          <a:custGeom xmlns:a="http://schemas.openxmlformats.org/drawingml/2006/main">
            <a:pathLst>
              <a:path w="1344730" h="1522630">
                <a:moveTo>
                  <a:pt x="0" y="0"/>
                </a:moveTo>
                <a:lnTo>
                  <a:pt x="1344730" y="0"/>
                </a:lnTo>
                <a:lnTo>
                  <a:pt x="1344730" y="1522630"/>
                </a:lnTo>
                <a:lnTo>
                  <a:pt x="0" y="15226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7CA67-9331-4745-939E-1441B612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130" y="868337"/>
            <a:ext cx="1344729" cy="1522630"/>
          </a:xfrm>
          <a:custGeom xmlns:a="http://schemas.openxmlformats.org/drawingml/2006/main">
            <a:pathLst>
              <a:path w="1344729" h="1522630" fill="none">
                <a:moveTo>
                  <a:pt x="0" y="0"/>
                </a:moveTo>
                <a:lnTo>
                  <a:pt x="1344729" y="0"/>
                </a:lnTo>
                <a:lnTo>
                  <a:pt x="1344729" y="1522630"/>
                </a:lnTo>
                <a:lnTo>
                  <a:pt x="0" y="15226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982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8905F4-9A3A-4EC8-B3D0-A1485EDA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614" y="355562"/>
            <a:ext cx="9946800" cy="2333652"/>
          </a:xfrm>
          <a:custGeom xmlns:a="http://schemas.openxmlformats.org/drawingml/2006/main">
            <a:pathLst>
              <a:path w="9946800" h="2333652">
                <a:moveTo>
                  <a:pt x="0" y="0"/>
                </a:moveTo>
                <a:lnTo>
                  <a:pt x="9946800" y="0"/>
                </a:lnTo>
                <a:lnTo>
                  <a:pt x="9946800" y="2333652"/>
                </a:lnTo>
                <a:lnTo>
                  <a:pt x="0" y="23336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3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B491C-2C7F-4C95-8F62-0AB84EBA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614" y="355562"/>
            <a:ext cx="9946800" cy="2333651"/>
          </a:xfrm>
          <a:custGeom xmlns:a="http://schemas.openxmlformats.org/drawingml/2006/main">
            <a:pathLst>
              <a:path w="9946800" h="2333651" fill="none">
                <a:moveTo>
                  <a:pt x="0" y="0"/>
                </a:moveTo>
                <a:lnTo>
                  <a:pt x="9946800" y="0"/>
                </a:lnTo>
                <a:lnTo>
                  <a:pt x="9946800" y="2333651"/>
                </a:lnTo>
                <a:lnTo>
                  <a:pt x="0" y="23336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982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134625-C673-4EF0-925E-1B5A7117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486" y="1352335"/>
            <a:ext cx="1036017" cy="518008"/>
          </a:xfrm>
          <a:custGeom xmlns:a="http://schemas.openxmlformats.org/drawingml/2006/main">
            <a:pathLst>
              <a:path w="1036017" h="518008">
                <a:moveTo>
                  <a:pt x="0" y="0"/>
                </a:moveTo>
                <a:lnTo>
                  <a:pt x="1036017" y="0"/>
                </a:lnTo>
                <a:lnTo>
                  <a:pt x="1036017" y="518008"/>
                </a:lnTo>
                <a:lnTo>
                  <a:pt x="0" y="518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ERACAN">
            <a:extLst xmlns:a="http://schemas.openxmlformats.org/drawingml/2006/main">
              <a:ext uri="{FF2B5EF4-FFF2-40B4-BE49-F238E27FC236}">
                <a16:creationId xmlns:a16="http://schemas.microsoft.com/office/drawing/2014/main" id="{22E3B597-670C-4857-85E9-E3FFEFAD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217" y="1414324"/>
            <a:ext cx="833766" cy="143298"/>
          </a:xfrm>
          <a:custGeom xmlns:a="http://schemas.openxmlformats.org/drawingml/2006/main">
            <a:pathLst>
              <a:path w="833766" h="143298">
                <a:moveTo>
                  <a:pt x="57708" y="63898"/>
                </a:moveTo>
                <a:lnTo>
                  <a:pt x="38185" y="63898"/>
                </a:lnTo>
                <a:lnTo>
                  <a:pt x="38185" y="25255"/>
                </a:lnTo>
                <a:cubicBezTo>
                  <a:pt x="38185" y="15811"/>
                  <a:pt x="40761" y="11516"/>
                  <a:pt x="52346" y="11516"/>
                </a:cubicBezTo>
                <a:lnTo>
                  <a:pt x="68435" y="11516"/>
                </a:lnTo>
                <a:cubicBezTo>
                  <a:pt x="84524" y="11516"/>
                  <a:pt x="87957" y="20102"/>
                  <a:pt x="92678" y="34918"/>
                </a:cubicBezTo>
                <a:cubicBezTo>
                  <a:pt x="95336" y="35304"/>
                  <a:pt x="97653" y="34852"/>
                  <a:pt x="99755" y="33844"/>
                </a:cubicBezTo>
                <a:cubicBezTo>
                  <a:pt x="98685" y="25042"/>
                  <a:pt x="95467" y="4436"/>
                  <a:pt x="95035" y="2720"/>
                </a:cubicBezTo>
                <a:cubicBezTo>
                  <a:pt x="95035" y="2291"/>
                  <a:pt x="94822" y="2075"/>
                  <a:pt x="94177" y="2075"/>
                </a:cubicBezTo>
                <a:cubicBezTo>
                  <a:pt x="90530" y="2720"/>
                  <a:pt x="88815" y="2933"/>
                  <a:pt x="83666" y="2933"/>
                </a:cubicBezTo>
                <a:lnTo>
                  <a:pt x="28960" y="2933"/>
                </a:lnTo>
                <a:cubicBezTo>
                  <a:pt x="22417" y="2737"/>
                  <a:pt x="9869" y="2521"/>
                  <a:pt x="1286" y="2304"/>
                </a:cubicBezTo>
                <a:cubicBezTo>
                  <a:pt x="0" y="3594"/>
                  <a:pt x="0" y="8098"/>
                  <a:pt x="1286" y="9385"/>
                </a:cubicBezTo>
                <a:cubicBezTo>
                  <a:pt x="16305" y="10033"/>
                  <a:pt x="19952" y="11110"/>
                  <a:pt x="19952" y="28993"/>
                </a:cubicBezTo>
                <a:lnTo>
                  <a:pt x="19952" y="115068"/>
                </a:lnTo>
                <a:cubicBezTo>
                  <a:pt x="19952" y="132833"/>
                  <a:pt x="16305" y="133904"/>
                  <a:pt x="1286" y="134545"/>
                </a:cubicBezTo>
                <a:cubicBezTo>
                  <a:pt x="0" y="135832"/>
                  <a:pt x="0" y="140336"/>
                  <a:pt x="1286" y="141622"/>
                </a:cubicBezTo>
                <a:cubicBezTo>
                  <a:pt x="9225" y="141419"/>
                  <a:pt x="22096" y="141203"/>
                  <a:pt x="29176" y="141203"/>
                </a:cubicBezTo>
                <a:lnTo>
                  <a:pt x="75299" y="141203"/>
                </a:lnTo>
                <a:cubicBezTo>
                  <a:pt x="85597" y="141194"/>
                  <a:pt x="102760" y="141622"/>
                  <a:pt x="102760" y="141622"/>
                </a:cubicBezTo>
                <a:cubicBezTo>
                  <a:pt x="105762" y="130905"/>
                  <a:pt x="108980" y="116780"/>
                  <a:pt x="110698" y="105867"/>
                </a:cubicBezTo>
                <a:cubicBezTo>
                  <a:pt x="108466" y="104603"/>
                  <a:pt x="105997" y="104112"/>
                  <a:pt x="103189" y="104796"/>
                </a:cubicBezTo>
                <a:cubicBezTo>
                  <a:pt x="98897" y="120211"/>
                  <a:pt x="91388" y="132840"/>
                  <a:pt x="75086" y="132840"/>
                </a:cubicBezTo>
                <a:lnTo>
                  <a:pt x="50198" y="132840"/>
                </a:lnTo>
                <a:cubicBezTo>
                  <a:pt x="41190" y="132840"/>
                  <a:pt x="38185" y="129412"/>
                  <a:pt x="38185" y="119353"/>
                </a:cubicBezTo>
                <a:lnTo>
                  <a:pt x="38185" y="72052"/>
                </a:lnTo>
                <a:lnTo>
                  <a:pt x="57708" y="72052"/>
                </a:lnTo>
                <a:cubicBezTo>
                  <a:pt x="75944" y="72052"/>
                  <a:pt x="76586" y="76975"/>
                  <a:pt x="77230" y="86606"/>
                </a:cubicBezTo>
                <a:cubicBezTo>
                  <a:pt x="78517" y="87889"/>
                  <a:pt x="83021" y="87889"/>
                  <a:pt x="84311" y="86606"/>
                </a:cubicBezTo>
                <a:cubicBezTo>
                  <a:pt x="84095" y="81041"/>
                  <a:pt x="83882" y="75112"/>
                  <a:pt x="83882" y="67760"/>
                </a:cubicBezTo>
                <a:cubicBezTo>
                  <a:pt x="83882" y="61754"/>
                  <a:pt x="84095" y="54454"/>
                  <a:pt x="84311" y="49301"/>
                </a:cubicBezTo>
                <a:cubicBezTo>
                  <a:pt x="83021" y="48012"/>
                  <a:pt x="78517" y="48012"/>
                  <a:pt x="77230" y="49301"/>
                </a:cubicBezTo>
                <a:cubicBezTo>
                  <a:pt x="76586" y="61109"/>
                  <a:pt x="75944" y="63898"/>
                  <a:pt x="57708" y="63898"/>
                </a:cubicBezTo>
                <a:close/>
                <a:moveTo>
                  <a:pt x="175676" y="8554"/>
                </a:moveTo>
                <a:cubicBezTo>
                  <a:pt x="188764" y="8554"/>
                  <a:pt x="204211" y="13274"/>
                  <a:pt x="204211" y="38600"/>
                </a:cubicBezTo>
                <a:cubicBezTo>
                  <a:pt x="204211" y="65433"/>
                  <a:pt x="188980" y="71440"/>
                  <a:pt x="168170" y="71440"/>
                </a:cubicBezTo>
                <a:lnTo>
                  <a:pt x="157872" y="71440"/>
                </a:lnTo>
                <a:lnTo>
                  <a:pt x="157872" y="22289"/>
                </a:lnTo>
                <a:cubicBezTo>
                  <a:pt x="157872" y="16066"/>
                  <a:pt x="160445" y="8554"/>
                  <a:pt x="175676" y="8554"/>
                </a:cubicBezTo>
                <a:moveTo>
                  <a:pt x="157872" y="114990"/>
                </a:moveTo>
                <a:lnTo>
                  <a:pt x="157872" y="78736"/>
                </a:lnTo>
                <a:cubicBezTo>
                  <a:pt x="175892" y="78736"/>
                  <a:pt x="179902" y="81889"/>
                  <a:pt x="182973" y="86887"/>
                </a:cubicBezTo>
                <a:lnTo>
                  <a:pt x="205926" y="124214"/>
                </a:lnTo>
                <a:cubicBezTo>
                  <a:pt x="212084" y="134205"/>
                  <a:pt x="221374" y="143298"/>
                  <a:pt x="234245" y="143298"/>
                </a:cubicBezTo>
                <a:cubicBezTo>
                  <a:pt x="237463" y="143298"/>
                  <a:pt x="241109" y="142870"/>
                  <a:pt x="243253" y="141799"/>
                </a:cubicBezTo>
                <a:cubicBezTo>
                  <a:pt x="244006" y="140320"/>
                  <a:pt x="243898" y="138365"/>
                  <a:pt x="243041" y="136650"/>
                </a:cubicBezTo>
                <a:cubicBezTo>
                  <a:pt x="233387" y="136650"/>
                  <a:pt x="228022" y="129442"/>
                  <a:pt x="222444" y="120132"/>
                </a:cubicBezTo>
                <a:lnTo>
                  <a:pt x="195415" y="75090"/>
                </a:lnTo>
                <a:cubicBezTo>
                  <a:pt x="204640" y="72085"/>
                  <a:pt x="223947" y="60925"/>
                  <a:pt x="223947" y="38388"/>
                </a:cubicBezTo>
                <a:cubicBezTo>
                  <a:pt x="223947" y="27654"/>
                  <a:pt x="220300" y="18855"/>
                  <a:pt x="212578" y="11559"/>
                </a:cubicBezTo>
                <a:cubicBezTo>
                  <a:pt x="202280" y="1902"/>
                  <a:pt x="188980" y="1257"/>
                  <a:pt x="175464" y="1257"/>
                </a:cubicBezTo>
                <a:cubicBezTo>
                  <a:pt x="165381" y="1257"/>
                  <a:pt x="156370" y="2760"/>
                  <a:pt x="148648" y="2760"/>
                </a:cubicBezTo>
                <a:cubicBezTo>
                  <a:pt x="141138" y="2760"/>
                  <a:pt x="131056" y="2547"/>
                  <a:pt x="120974" y="2331"/>
                </a:cubicBezTo>
                <a:cubicBezTo>
                  <a:pt x="119684" y="3617"/>
                  <a:pt x="119684" y="8125"/>
                  <a:pt x="120974" y="9411"/>
                </a:cubicBezTo>
                <a:cubicBezTo>
                  <a:pt x="135989" y="10056"/>
                  <a:pt x="139636" y="11130"/>
                  <a:pt x="139636" y="28944"/>
                </a:cubicBezTo>
                <a:lnTo>
                  <a:pt x="139636" y="114986"/>
                </a:lnTo>
                <a:cubicBezTo>
                  <a:pt x="139636" y="132827"/>
                  <a:pt x="135989" y="133900"/>
                  <a:pt x="120974" y="134545"/>
                </a:cubicBezTo>
                <a:cubicBezTo>
                  <a:pt x="119684" y="135832"/>
                  <a:pt x="119684" y="140336"/>
                  <a:pt x="120974" y="141622"/>
                </a:cubicBezTo>
                <a:cubicBezTo>
                  <a:pt x="130627" y="141410"/>
                  <a:pt x="140601" y="141194"/>
                  <a:pt x="148860" y="141194"/>
                </a:cubicBezTo>
                <a:cubicBezTo>
                  <a:pt x="156926" y="141194"/>
                  <a:pt x="167097" y="141410"/>
                  <a:pt x="176534" y="141622"/>
                </a:cubicBezTo>
                <a:cubicBezTo>
                  <a:pt x="177824" y="140336"/>
                  <a:pt x="177824" y="135832"/>
                  <a:pt x="176534" y="134545"/>
                </a:cubicBezTo>
                <a:cubicBezTo>
                  <a:pt x="161519" y="133900"/>
                  <a:pt x="157872" y="132827"/>
                  <a:pt x="157872" y="115013"/>
                </a:cubicBezTo>
                <a:lnTo>
                  <a:pt x="157872" y="114990"/>
                </a:lnTo>
                <a:close/>
                <a:moveTo>
                  <a:pt x="299655" y="80448"/>
                </a:moveTo>
                <a:cubicBezTo>
                  <a:pt x="294935" y="80448"/>
                  <a:pt x="293432" y="79807"/>
                  <a:pt x="294247" y="77597"/>
                </a:cubicBezTo>
                <a:lnTo>
                  <a:pt x="316173" y="22099"/>
                </a:lnTo>
                <a:lnTo>
                  <a:pt x="317459" y="22099"/>
                </a:lnTo>
                <a:lnTo>
                  <a:pt x="337624" y="80448"/>
                </a:lnTo>
                <a:lnTo>
                  <a:pt x="299655" y="80448"/>
                </a:lnTo>
                <a:moveTo>
                  <a:pt x="276486" y="124240"/>
                </a:moveTo>
                <a:lnTo>
                  <a:pt x="288283" y="93110"/>
                </a:lnTo>
                <a:cubicBezTo>
                  <a:pt x="289357" y="90318"/>
                  <a:pt x="290643" y="89460"/>
                  <a:pt x="295792" y="89460"/>
                </a:cubicBezTo>
                <a:lnTo>
                  <a:pt x="341058" y="89460"/>
                </a:lnTo>
                <a:lnTo>
                  <a:pt x="353500" y="125743"/>
                </a:lnTo>
                <a:cubicBezTo>
                  <a:pt x="356030" y="133151"/>
                  <a:pt x="347837" y="133815"/>
                  <a:pt x="337624" y="134545"/>
                </a:cubicBezTo>
                <a:cubicBezTo>
                  <a:pt x="336337" y="135832"/>
                  <a:pt x="336337" y="140336"/>
                  <a:pt x="337624" y="141622"/>
                </a:cubicBezTo>
                <a:cubicBezTo>
                  <a:pt x="345562" y="141410"/>
                  <a:pt x="357363" y="141194"/>
                  <a:pt x="365730" y="141194"/>
                </a:cubicBezTo>
                <a:cubicBezTo>
                  <a:pt x="374525" y="141194"/>
                  <a:pt x="382676" y="141410"/>
                  <a:pt x="390186" y="141622"/>
                </a:cubicBezTo>
                <a:cubicBezTo>
                  <a:pt x="391472" y="140336"/>
                  <a:pt x="391472" y="135832"/>
                  <a:pt x="390186" y="134545"/>
                </a:cubicBezTo>
                <a:cubicBezTo>
                  <a:pt x="381861" y="133792"/>
                  <a:pt x="374611" y="133085"/>
                  <a:pt x="370876" y="122738"/>
                </a:cubicBezTo>
                <a:lnTo>
                  <a:pt x="326684" y="0"/>
                </a:lnTo>
                <a:cubicBezTo>
                  <a:pt x="323466" y="1931"/>
                  <a:pt x="317675" y="4291"/>
                  <a:pt x="314886" y="4291"/>
                </a:cubicBezTo>
                <a:lnTo>
                  <a:pt x="266187" y="119301"/>
                </a:lnTo>
                <a:cubicBezTo>
                  <a:pt x="260609" y="132614"/>
                  <a:pt x="254066" y="133900"/>
                  <a:pt x="244733" y="134545"/>
                </a:cubicBezTo>
                <a:cubicBezTo>
                  <a:pt x="243447" y="135832"/>
                  <a:pt x="243447" y="140336"/>
                  <a:pt x="244733" y="141622"/>
                </a:cubicBezTo>
                <a:cubicBezTo>
                  <a:pt x="250311" y="141410"/>
                  <a:pt x="257326" y="141194"/>
                  <a:pt x="263827" y="141194"/>
                </a:cubicBezTo>
                <a:cubicBezTo>
                  <a:pt x="272623" y="141194"/>
                  <a:pt x="283350" y="141410"/>
                  <a:pt x="291288" y="141622"/>
                </a:cubicBezTo>
                <a:cubicBezTo>
                  <a:pt x="292575" y="140336"/>
                  <a:pt x="292575" y="135832"/>
                  <a:pt x="291288" y="134545"/>
                </a:cubicBezTo>
                <a:cubicBezTo>
                  <a:pt x="283219" y="133985"/>
                  <a:pt x="273137" y="133062"/>
                  <a:pt x="276486" y="124240"/>
                </a:cubicBezTo>
                <a:close/>
                <a:moveTo>
                  <a:pt x="469754" y="143298"/>
                </a:moveTo>
                <a:cubicBezTo>
                  <a:pt x="490563" y="143298"/>
                  <a:pt x="509657" y="133432"/>
                  <a:pt x="524243" y="114338"/>
                </a:cubicBezTo>
                <a:cubicBezTo>
                  <a:pt x="523170" y="112410"/>
                  <a:pt x="521670" y="111124"/>
                  <a:pt x="519310" y="111124"/>
                </a:cubicBezTo>
                <a:cubicBezTo>
                  <a:pt x="504079" y="127854"/>
                  <a:pt x="489489" y="134506"/>
                  <a:pt x="469537" y="134506"/>
                </a:cubicBezTo>
                <a:cubicBezTo>
                  <a:pt x="440662" y="134506"/>
                  <a:pt x="420626" y="101899"/>
                  <a:pt x="420626" y="70579"/>
                </a:cubicBezTo>
                <a:cubicBezTo>
                  <a:pt x="420626" y="52064"/>
                  <a:pt x="425539" y="36663"/>
                  <a:pt x="433369" y="27032"/>
                </a:cubicBezTo>
                <a:cubicBezTo>
                  <a:pt x="444011" y="13945"/>
                  <a:pt x="456453" y="7938"/>
                  <a:pt x="467609" y="7938"/>
                </a:cubicBezTo>
                <a:cubicBezTo>
                  <a:pt x="497214" y="7938"/>
                  <a:pt x="509012" y="25530"/>
                  <a:pt x="514590" y="43979"/>
                </a:cubicBezTo>
                <a:cubicBezTo>
                  <a:pt x="517163" y="44836"/>
                  <a:pt x="519245" y="44192"/>
                  <a:pt x="521670" y="42905"/>
                </a:cubicBezTo>
                <a:cubicBezTo>
                  <a:pt x="520597" y="31752"/>
                  <a:pt x="519094" y="21454"/>
                  <a:pt x="516950" y="9657"/>
                </a:cubicBezTo>
                <a:cubicBezTo>
                  <a:pt x="506010" y="8583"/>
                  <a:pt x="496354" y="0"/>
                  <a:pt x="469966" y="0"/>
                </a:cubicBezTo>
                <a:cubicBezTo>
                  <a:pt x="451733" y="0"/>
                  <a:pt x="436502" y="6652"/>
                  <a:pt x="423843" y="18236"/>
                </a:cubicBezTo>
                <a:cubicBezTo>
                  <a:pt x="409601" y="31278"/>
                  <a:pt x="401103" y="52280"/>
                  <a:pt x="401103" y="74654"/>
                </a:cubicBezTo>
                <a:cubicBezTo>
                  <a:pt x="401103" y="111939"/>
                  <a:pt x="423631" y="143298"/>
                  <a:pt x="469754" y="143298"/>
                </a:cubicBezTo>
                <a:close/>
                <a:moveTo>
                  <a:pt x="590513" y="80448"/>
                </a:moveTo>
                <a:cubicBezTo>
                  <a:pt x="585792" y="80448"/>
                  <a:pt x="584290" y="79807"/>
                  <a:pt x="585105" y="77597"/>
                </a:cubicBezTo>
                <a:lnTo>
                  <a:pt x="607031" y="22099"/>
                </a:lnTo>
                <a:lnTo>
                  <a:pt x="608317" y="22099"/>
                </a:lnTo>
                <a:lnTo>
                  <a:pt x="628481" y="80448"/>
                </a:lnTo>
                <a:lnTo>
                  <a:pt x="590513" y="80448"/>
                </a:lnTo>
                <a:moveTo>
                  <a:pt x="567343" y="124240"/>
                </a:moveTo>
                <a:lnTo>
                  <a:pt x="579141" y="93110"/>
                </a:lnTo>
                <a:cubicBezTo>
                  <a:pt x="580214" y="90318"/>
                  <a:pt x="581501" y="89460"/>
                  <a:pt x="586650" y="89460"/>
                </a:cubicBezTo>
                <a:lnTo>
                  <a:pt x="631915" y="89460"/>
                </a:lnTo>
                <a:lnTo>
                  <a:pt x="644358" y="125743"/>
                </a:lnTo>
                <a:cubicBezTo>
                  <a:pt x="646888" y="133151"/>
                  <a:pt x="638695" y="133815"/>
                  <a:pt x="628481" y="134545"/>
                </a:cubicBezTo>
                <a:cubicBezTo>
                  <a:pt x="627195" y="135832"/>
                  <a:pt x="627195" y="140336"/>
                  <a:pt x="628481" y="141622"/>
                </a:cubicBezTo>
                <a:cubicBezTo>
                  <a:pt x="636419" y="141410"/>
                  <a:pt x="648220" y="141194"/>
                  <a:pt x="656587" y="141194"/>
                </a:cubicBezTo>
                <a:cubicBezTo>
                  <a:pt x="665383" y="141194"/>
                  <a:pt x="673534" y="141410"/>
                  <a:pt x="681043" y="141622"/>
                </a:cubicBezTo>
                <a:cubicBezTo>
                  <a:pt x="682330" y="140336"/>
                  <a:pt x="682330" y="135832"/>
                  <a:pt x="681043" y="134545"/>
                </a:cubicBezTo>
                <a:cubicBezTo>
                  <a:pt x="672719" y="133792"/>
                  <a:pt x="665468" y="133085"/>
                  <a:pt x="661733" y="122738"/>
                </a:cubicBezTo>
                <a:lnTo>
                  <a:pt x="617542" y="0"/>
                </a:lnTo>
                <a:cubicBezTo>
                  <a:pt x="614324" y="1931"/>
                  <a:pt x="608533" y="4291"/>
                  <a:pt x="605744" y="4291"/>
                </a:cubicBezTo>
                <a:lnTo>
                  <a:pt x="557045" y="119301"/>
                </a:lnTo>
                <a:cubicBezTo>
                  <a:pt x="551467" y="132614"/>
                  <a:pt x="544923" y="133900"/>
                  <a:pt x="535591" y="134545"/>
                </a:cubicBezTo>
                <a:cubicBezTo>
                  <a:pt x="534304" y="135832"/>
                  <a:pt x="534304" y="140336"/>
                  <a:pt x="535591" y="141622"/>
                </a:cubicBezTo>
                <a:cubicBezTo>
                  <a:pt x="541169" y="141410"/>
                  <a:pt x="548184" y="141194"/>
                  <a:pt x="554685" y="141194"/>
                </a:cubicBezTo>
                <a:cubicBezTo>
                  <a:pt x="563481" y="141194"/>
                  <a:pt x="574208" y="141410"/>
                  <a:pt x="582146" y="141622"/>
                </a:cubicBezTo>
                <a:cubicBezTo>
                  <a:pt x="583432" y="140336"/>
                  <a:pt x="583432" y="135832"/>
                  <a:pt x="582146" y="134545"/>
                </a:cubicBezTo>
                <a:cubicBezTo>
                  <a:pt x="574077" y="133985"/>
                  <a:pt x="563995" y="133062"/>
                  <a:pt x="567343" y="124240"/>
                </a:cubicBezTo>
                <a:close/>
                <a:moveTo>
                  <a:pt x="803304" y="31281"/>
                </a:moveTo>
                <a:lnTo>
                  <a:pt x="803304" y="101483"/>
                </a:lnTo>
                <a:cubicBezTo>
                  <a:pt x="803304" y="105562"/>
                  <a:pt x="803304" y="107926"/>
                  <a:pt x="801801" y="107926"/>
                </a:cubicBezTo>
                <a:cubicBezTo>
                  <a:pt x="800943" y="107926"/>
                  <a:pt x="797726" y="104060"/>
                  <a:pt x="791503" y="96115"/>
                </a:cubicBezTo>
                <a:lnTo>
                  <a:pt x="717919" y="2737"/>
                </a:lnTo>
                <a:lnTo>
                  <a:pt x="688959" y="2304"/>
                </a:lnTo>
                <a:cubicBezTo>
                  <a:pt x="687672" y="3594"/>
                  <a:pt x="687672" y="8098"/>
                  <a:pt x="688959" y="9385"/>
                </a:cubicBezTo>
                <a:cubicBezTo>
                  <a:pt x="698183" y="10030"/>
                  <a:pt x="704619" y="17542"/>
                  <a:pt x="705905" y="23124"/>
                </a:cubicBezTo>
                <a:lnTo>
                  <a:pt x="705905" y="112646"/>
                </a:lnTo>
                <a:cubicBezTo>
                  <a:pt x="705905" y="131753"/>
                  <a:pt x="702259" y="133043"/>
                  <a:pt x="687244" y="134545"/>
                </a:cubicBezTo>
                <a:cubicBezTo>
                  <a:pt x="685954" y="135832"/>
                  <a:pt x="685954" y="140336"/>
                  <a:pt x="687244" y="141622"/>
                </a:cubicBezTo>
                <a:cubicBezTo>
                  <a:pt x="696468" y="141410"/>
                  <a:pt x="706207" y="141194"/>
                  <a:pt x="711271" y="141194"/>
                </a:cubicBezTo>
                <a:cubicBezTo>
                  <a:pt x="716223" y="141194"/>
                  <a:pt x="726073" y="141410"/>
                  <a:pt x="735082" y="141622"/>
                </a:cubicBezTo>
                <a:cubicBezTo>
                  <a:pt x="736368" y="140336"/>
                  <a:pt x="736368" y="135832"/>
                  <a:pt x="735082" y="134545"/>
                </a:cubicBezTo>
                <a:cubicBezTo>
                  <a:pt x="720066" y="133043"/>
                  <a:pt x="716416" y="132182"/>
                  <a:pt x="716416" y="112646"/>
                </a:cubicBezTo>
                <a:lnTo>
                  <a:pt x="716416" y="46954"/>
                </a:lnTo>
                <a:cubicBezTo>
                  <a:pt x="716416" y="39655"/>
                  <a:pt x="716416" y="36433"/>
                  <a:pt x="718135" y="36433"/>
                </a:cubicBezTo>
                <a:cubicBezTo>
                  <a:pt x="719422" y="36433"/>
                  <a:pt x="721782" y="38797"/>
                  <a:pt x="725428" y="43520"/>
                </a:cubicBezTo>
                <a:lnTo>
                  <a:pt x="800299" y="138192"/>
                </a:lnTo>
                <a:cubicBezTo>
                  <a:pt x="802659" y="141367"/>
                  <a:pt x="805448" y="143298"/>
                  <a:pt x="808882" y="143298"/>
                </a:cubicBezTo>
                <a:cubicBezTo>
                  <a:pt x="811883" y="143298"/>
                  <a:pt x="813815" y="140725"/>
                  <a:pt x="813815" y="136647"/>
                </a:cubicBezTo>
                <a:lnTo>
                  <a:pt x="813815" y="31274"/>
                </a:lnTo>
                <a:cubicBezTo>
                  <a:pt x="813815" y="12177"/>
                  <a:pt x="817461" y="10887"/>
                  <a:pt x="832480" y="9385"/>
                </a:cubicBezTo>
                <a:cubicBezTo>
                  <a:pt x="833766" y="8098"/>
                  <a:pt x="833766" y="3594"/>
                  <a:pt x="832480" y="2304"/>
                </a:cubicBezTo>
                <a:cubicBezTo>
                  <a:pt x="823684" y="2521"/>
                  <a:pt x="813536" y="2737"/>
                  <a:pt x="808449" y="2737"/>
                </a:cubicBezTo>
                <a:cubicBezTo>
                  <a:pt x="803883" y="2737"/>
                  <a:pt x="794079" y="2521"/>
                  <a:pt x="784638" y="2304"/>
                </a:cubicBezTo>
                <a:cubicBezTo>
                  <a:pt x="783352" y="3594"/>
                  <a:pt x="783352" y="8098"/>
                  <a:pt x="784638" y="9385"/>
                </a:cubicBezTo>
                <a:cubicBezTo>
                  <a:pt x="799654" y="10887"/>
                  <a:pt x="803304" y="11745"/>
                  <a:pt x="803304" y="31274"/>
                </a:cubicBezTo>
                <a:lnTo>
                  <a:pt x="803304" y="312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Controller">
            <a:extLst xmlns:a="http://schemas.openxmlformats.org/drawingml/2006/main">
              <a:ext uri="{FF2B5EF4-FFF2-40B4-BE49-F238E27FC236}">
                <a16:creationId xmlns:a16="http://schemas.microsoft.com/office/drawing/2014/main" id="{8F6D7E38-43BE-427D-B4AC-210B3607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609" y="1620263"/>
            <a:ext cx="902135" cy="151888"/>
          </a:xfrm>
          <a:custGeom xmlns:a="http://schemas.openxmlformats.org/drawingml/2006/main">
            <a:pathLst>
              <a:path w="902135" h="151888">
                <a:moveTo>
                  <a:pt x="68651" y="151888"/>
                </a:moveTo>
                <a:cubicBezTo>
                  <a:pt x="89460" y="151888"/>
                  <a:pt x="108554" y="142022"/>
                  <a:pt x="123140" y="122928"/>
                </a:cubicBezTo>
                <a:cubicBezTo>
                  <a:pt x="122067" y="121000"/>
                  <a:pt x="120568" y="119713"/>
                  <a:pt x="118207" y="119713"/>
                </a:cubicBezTo>
                <a:cubicBezTo>
                  <a:pt x="102976" y="136444"/>
                  <a:pt x="88386" y="143095"/>
                  <a:pt x="68435" y="143095"/>
                </a:cubicBezTo>
                <a:cubicBezTo>
                  <a:pt x="39560" y="143095"/>
                  <a:pt x="19523" y="110489"/>
                  <a:pt x="19523" y="79168"/>
                </a:cubicBezTo>
                <a:cubicBezTo>
                  <a:pt x="19523" y="60654"/>
                  <a:pt x="24436" y="45252"/>
                  <a:pt x="32266" y="35622"/>
                </a:cubicBezTo>
                <a:cubicBezTo>
                  <a:pt x="42908" y="22534"/>
                  <a:pt x="55351" y="16528"/>
                  <a:pt x="66507" y="16528"/>
                </a:cubicBezTo>
                <a:cubicBezTo>
                  <a:pt x="96112" y="16528"/>
                  <a:pt x="107909" y="34119"/>
                  <a:pt x="113487" y="52568"/>
                </a:cubicBezTo>
                <a:cubicBezTo>
                  <a:pt x="116060" y="53426"/>
                  <a:pt x="118142" y="52781"/>
                  <a:pt x="120568" y="51495"/>
                </a:cubicBezTo>
                <a:cubicBezTo>
                  <a:pt x="119494" y="40342"/>
                  <a:pt x="117991" y="30044"/>
                  <a:pt x="115847" y="18246"/>
                </a:cubicBezTo>
                <a:cubicBezTo>
                  <a:pt x="104907" y="17172"/>
                  <a:pt x="95251" y="8590"/>
                  <a:pt x="68863" y="8590"/>
                </a:cubicBezTo>
                <a:cubicBezTo>
                  <a:pt x="50630" y="8590"/>
                  <a:pt x="35399" y="15241"/>
                  <a:pt x="22741" y="26826"/>
                </a:cubicBezTo>
                <a:cubicBezTo>
                  <a:pt x="8498" y="39867"/>
                  <a:pt x="0" y="60870"/>
                  <a:pt x="0" y="83244"/>
                </a:cubicBezTo>
                <a:cubicBezTo>
                  <a:pt x="0" y="120528"/>
                  <a:pt x="22528" y="151888"/>
                  <a:pt x="68651" y="151888"/>
                </a:cubicBezTo>
                <a:close/>
                <a:moveTo>
                  <a:pt x="141760" y="105742"/>
                </a:moveTo>
                <a:cubicBezTo>
                  <a:pt x="141760" y="127638"/>
                  <a:pt x="156350" y="151888"/>
                  <a:pt x="186812" y="151888"/>
                </a:cubicBezTo>
                <a:cubicBezTo>
                  <a:pt x="200630" y="151888"/>
                  <a:pt x="211013" y="147020"/>
                  <a:pt x="218326" y="139874"/>
                </a:cubicBezTo>
                <a:cubicBezTo>
                  <a:pt x="227937" y="130473"/>
                  <a:pt x="232294" y="116970"/>
                  <a:pt x="232294" y="103811"/>
                </a:cubicBezTo>
                <a:cubicBezTo>
                  <a:pt x="232294" y="81486"/>
                  <a:pt x="220064" y="55518"/>
                  <a:pt x="187241" y="55518"/>
                </a:cubicBezTo>
                <a:cubicBezTo>
                  <a:pt x="173126" y="55518"/>
                  <a:pt x="161476" y="61312"/>
                  <a:pt x="153626" y="70539"/>
                </a:cubicBezTo>
                <a:cubicBezTo>
                  <a:pt x="145839" y="79685"/>
                  <a:pt x="141760" y="92177"/>
                  <a:pt x="141760" y="105742"/>
                </a:cubicBezTo>
                <a:moveTo>
                  <a:pt x="184023" y="63027"/>
                </a:moveTo>
                <a:cubicBezTo>
                  <a:pt x="202472" y="63027"/>
                  <a:pt x="213844" y="79771"/>
                  <a:pt x="213844" y="110682"/>
                </a:cubicBezTo>
                <a:cubicBezTo>
                  <a:pt x="213844" y="137727"/>
                  <a:pt x="199900" y="144382"/>
                  <a:pt x="189817" y="144382"/>
                </a:cubicBezTo>
                <a:cubicBezTo>
                  <a:pt x="167506" y="144382"/>
                  <a:pt x="160212" y="117333"/>
                  <a:pt x="160212" y="100806"/>
                </a:cubicBezTo>
                <a:cubicBezTo>
                  <a:pt x="160212" y="82131"/>
                  <a:pt x="164717" y="63027"/>
                  <a:pt x="184023" y="63027"/>
                </a:cubicBezTo>
                <a:close/>
                <a:moveTo>
                  <a:pt x="280304" y="72903"/>
                </a:moveTo>
                <a:cubicBezTo>
                  <a:pt x="278994" y="74405"/>
                  <a:pt x="277793" y="74923"/>
                  <a:pt x="277731" y="72903"/>
                </a:cubicBezTo>
                <a:cubicBezTo>
                  <a:pt x="277515" y="67106"/>
                  <a:pt x="277020" y="58801"/>
                  <a:pt x="276012" y="56591"/>
                </a:cubicBezTo>
                <a:cubicBezTo>
                  <a:pt x="275564" y="55606"/>
                  <a:pt x="275154" y="54876"/>
                  <a:pt x="273439" y="54876"/>
                </a:cubicBezTo>
                <a:cubicBezTo>
                  <a:pt x="267432" y="57236"/>
                  <a:pt x="261854" y="59168"/>
                  <a:pt x="247052" y="61096"/>
                </a:cubicBezTo>
                <a:cubicBezTo>
                  <a:pt x="246623" y="62385"/>
                  <a:pt x="247052" y="65816"/>
                  <a:pt x="247481" y="67106"/>
                </a:cubicBezTo>
                <a:cubicBezTo>
                  <a:pt x="259065" y="68179"/>
                  <a:pt x="261426" y="69253"/>
                  <a:pt x="261426" y="81708"/>
                </a:cubicBezTo>
                <a:lnTo>
                  <a:pt x="261426" y="123589"/>
                </a:lnTo>
                <a:cubicBezTo>
                  <a:pt x="261426" y="141200"/>
                  <a:pt x="259281" y="142061"/>
                  <a:pt x="246407" y="143135"/>
                </a:cubicBezTo>
                <a:cubicBezTo>
                  <a:pt x="245121" y="144421"/>
                  <a:pt x="245121" y="148925"/>
                  <a:pt x="246407" y="150212"/>
                </a:cubicBezTo>
                <a:cubicBezTo>
                  <a:pt x="252846" y="149999"/>
                  <a:pt x="261426" y="149783"/>
                  <a:pt x="270005" y="149783"/>
                </a:cubicBezTo>
                <a:cubicBezTo>
                  <a:pt x="278588" y="149783"/>
                  <a:pt x="285024" y="149999"/>
                  <a:pt x="291459" y="150212"/>
                </a:cubicBezTo>
                <a:cubicBezTo>
                  <a:pt x="292746" y="148925"/>
                  <a:pt x="292746" y="144421"/>
                  <a:pt x="291459" y="143135"/>
                </a:cubicBezTo>
                <a:cubicBezTo>
                  <a:pt x="280520" y="142061"/>
                  <a:pt x="278372" y="141200"/>
                  <a:pt x="278372" y="123589"/>
                </a:cubicBezTo>
                <a:lnTo>
                  <a:pt x="278372" y="88367"/>
                </a:lnTo>
                <a:cubicBezTo>
                  <a:pt x="278372" y="83856"/>
                  <a:pt x="280304" y="81280"/>
                  <a:pt x="282019" y="79348"/>
                </a:cubicBezTo>
                <a:cubicBezTo>
                  <a:pt x="290173" y="71400"/>
                  <a:pt x="299826" y="66674"/>
                  <a:pt x="308193" y="66674"/>
                </a:cubicBezTo>
                <a:cubicBezTo>
                  <a:pt x="312485" y="66674"/>
                  <a:pt x="316989" y="69466"/>
                  <a:pt x="319562" y="74405"/>
                </a:cubicBezTo>
                <a:cubicBezTo>
                  <a:pt x="321709" y="78703"/>
                  <a:pt x="322138" y="84501"/>
                  <a:pt x="322138" y="90943"/>
                </a:cubicBezTo>
                <a:lnTo>
                  <a:pt x="322138" y="123589"/>
                </a:lnTo>
                <a:cubicBezTo>
                  <a:pt x="322138" y="141200"/>
                  <a:pt x="319991" y="142061"/>
                  <a:pt x="308835" y="143135"/>
                </a:cubicBezTo>
                <a:cubicBezTo>
                  <a:pt x="307764" y="144421"/>
                  <a:pt x="307764" y="148925"/>
                  <a:pt x="308835" y="150212"/>
                </a:cubicBezTo>
                <a:cubicBezTo>
                  <a:pt x="315274" y="149999"/>
                  <a:pt x="322138" y="149783"/>
                  <a:pt x="330718" y="149783"/>
                </a:cubicBezTo>
                <a:cubicBezTo>
                  <a:pt x="339301" y="149783"/>
                  <a:pt x="347023" y="149999"/>
                  <a:pt x="353458" y="150212"/>
                </a:cubicBezTo>
                <a:cubicBezTo>
                  <a:pt x="354532" y="148925"/>
                  <a:pt x="354532" y="144421"/>
                  <a:pt x="353458" y="143135"/>
                </a:cubicBezTo>
                <a:cubicBezTo>
                  <a:pt x="341445" y="142061"/>
                  <a:pt x="339085" y="141200"/>
                  <a:pt x="339085" y="123589"/>
                </a:cubicBezTo>
                <a:lnTo>
                  <a:pt x="339085" y="91588"/>
                </a:lnTo>
                <a:cubicBezTo>
                  <a:pt x="339085" y="79777"/>
                  <a:pt x="338227" y="69466"/>
                  <a:pt x="333294" y="62814"/>
                </a:cubicBezTo>
                <a:cubicBezTo>
                  <a:pt x="329644" y="58094"/>
                  <a:pt x="322996" y="55518"/>
                  <a:pt x="315487" y="55518"/>
                </a:cubicBezTo>
                <a:cubicBezTo>
                  <a:pt x="304975" y="55518"/>
                  <a:pt x="293024" y="58307"/>
                  <a:pt x="280304" y="72903"/>
                </a:cubicBezTo>
                <a:close/>
                <a:moveTo>
                  <a:pt x="366932" y="57822"/>
                </a:moveTo>
                <a:cubicBezTo>
                  <a:pt x="363927" y="57822"/>
                  <a:pt x="363070" y="60398"/>
                  <a:pt x="363070" y="62114"/>
                </a:cubicBezTo>
                <a:lnTo>
                  <a:pt x="363070" y="64903"/>
                </a:lnTo>
                <a:cubicBezTo>
                  <a:pt x="363070" y="65976"/>
                  <a:pt x="363282" y="66189"/>
                  <a:pt x="364143" y="66189"/>
                </a:cubicBezTo>
                <a:lnTo>
                  <a:pt x="376798" y="66189"/>
                </a:lnTo>
                <a:lnTo>
                  <a:pt x="376798" y="130666"/>
                </a:lnTo>
                <a:cubicBezTo>
                  <a:pt x="376798" y="145881"/>
                  <a:pt x="383450" y="151888"/>
                  <a:pt x="393316" y="151888"/>
                </a:cubicBezTo>
                <a:cubicBezTo>
                  <a:pt x="403186" y="151888"/>
                  <a:pt x="413913" y="147171"/>
                  <a:pt x="422280" y="137734"/>
                </a:cubicBezTo>
                <a:cubicBezTo>
                  <a:pt x="421851" y="135527"/>
                  <a:pt x="420564" y="134306"/>
                  <a:pt x="418417" y="134093"/>
                </a:cubicBezTo>
                <a:cubicBezTo>
                  <a:pt x="412839" y="138378"/>
                  <a:pt x="406404" y="140090"/>
                  <a:pt x="400826" y="140090"/>
                </a:cubicBezTo>
                <a:cubicBezTo>
                  <a:pt x="395035" y="140090"/>
                  <a:pt x="393748" y="133665"/>
                  <a:pt x="393748" y="120384"/>
                </a:cubicBezTo>
                <a:lnTo>
                  <a:pt x="393748" y="66189"/>
                </a:lnTo>
                <a:lnTo>
                  <a:pt x="416057" y="66189"/>
                </a:lnTo>
                <a:cubicBezTo>
                  <a:pt x="418204" y="66189"/>
                  <a:pt x="421206" y="65331"/>
                  <a:pt x="421206" y="63400"/>
                </a:cubicBezTo>
                <a:lnTo>
                  <a:pt x="421206" y="59112"/>
                </a:lnTo>
                <a:cubicBezTo>
                  <a:pt x="421206" y="58254"/>
                  <a:pt x="420564" y="57822"/>
                  <a:pt x="419491" y="57822"/>
                </a:cubicBezTo>
                <a:lnTo>
                  <a:pt x="393748" y="57822"/>
                </a:lnTo>
                <a:lnTo>
                  <a:pt x="393748" y="49458"/>
                </a:lnTo>
                <a:cubicBezTo>
                  <a:pt x="393748" y="35514"/>
                  <a:pt x="394606" y="26931"/>
                  <a:pt x="394606" y="26931"/>
                </a:cubicBezTo>
                <a:cubicBezTo>
                  <a:pt x="394606" y="25559"/>
                  <a:pt x="393961" y="25045"/>
                  <a:pt x="392953" y="25045"/>
                </a:cubicBezTo>
                <a:cubicBezTo>
                  <a:pt x="391987" y="25045"/>
                  <a:pt x="390164" y="25880"/>
                  <a:pt x="388170" y="26973"/>
                </a:cubicBezTo>
                <a:cubicBezTo>
                  <a:pt x="385745" y="28325"/>
                  <a:pt x="383558" y="29248"/>
                  <a:pt x="380874" y="29998"/>
                </a:cubicBezTo>
                <a:cubicBezTo>
                  <a:pt x="378301" y="30728"/>
                  <a:pt x="376157" y="31458"/>
                  <a:pt x="376157" y="32937"/>
                </a:cubicBezTo>
                <a:cubicBezTo>
                  <a:pt x="376157" y="35429"/>
                  <a:pt x="376798" y="34011"/>
                  <a:pt x="376798" y="57803"/>
                </a:cubicBezTo>
                <a:lnTo>
                  <a:pt x="366932" y="57822"/>
                </a:lnTo>
                <a:close/>
                <a:moveTo>
                  <a:pt x="464499" y="72900"/>
                </a:moveTo>
                <a:cubicBezTo>
                  <a:pt x="464132" y="64313"/>
                  <a:pt x="463792" y="58801"/>
                  <a:pt x="462784" y="56591"/>
                </a:cubicBezTo>
                <a:cubicBezTo>
                  <a:pt x="462332" y="55606"/>
                  <a:pt x="461923" y="54876"/>
                  <a:pt x="460207" y="54876"/>
                </a:cubicBezTo>
                <a:cubicBezTo>
                  <a:pt x="454201" y="57236"/>
                  <a:pt x="448623" y="59168"/>
                  <a:pt x="433820" y="61096"/>
                </a:cubicBezTo>
                <a:cubicBezTo>
                  <a:pt x="433391" y="62385"/>
                  <a:pt x="433820" y="65816"/>
                  <a:pt x="434249" y="67102"/>
                </a:cubicBezTo>
                <a:cubicBezTo>
                  <a:pt x="445834" y="68176"/>
                  <a:pt x="448194" y="69250"/>
                  <a:pt x="448194" y="81705"/>
                </a:cubicBezTo>
                <a:lnTo>
                  <a:pt x="448194" y="123589"/>
                </a:lnTo>
                <a:cubicBezTo>
                  <a:pt x="448194" y="141416"/>
                  <a:pt x="445621" y="142274"/>
                  <a:pt x="432318" y="143135"/>
                </a:cubicBezTo>
                <a:cubicBezTo>
                  <a:pt x="431031" y="144421"/>
                  <a:pt x="431031" y="148925"/>
                  <a:pt x="432318" y="150212"/>
                </a:cubicBezTo>
                <a:cubicBezTo>
                  <a:pt x="439827" y="149999"/>
                  <a:pt x="448194" y="149783"/>
                  <a:pt x="456777" y="149783"/>
                </a:cubicBezTo>
                <a:cubicBezTo>
                  <a:pt x="465357" y="149783"/>
                  <a:pt x="475226" y="149999"/>
                  <a:pt x="482732" y="150212"/>
                </a:cubicBezTo>
                <a:cubicBezTo>
                  <a:pt x="484022" y="148925"/>
                  <a:pt x="484022" y="144421"/>
                  <a:pt x="482732" y="143135"/>
                </a:cubicBezTo>
                <a:cubicBezTo>
                  <a:pt x="467717" y="142061"/>
                  <a:pt x="465141" y="141416"/>
                  <a:pt x="465141" y="123589"/>
                </a:cubicBezTo>
                <a:lnTo>
                  <a:pt x="465141" y="93735"/>
                </a:lnTo>
                <a:cubicBezTo>
                  <a:pt x="465141" y="88151"/>
                  <a:pt x="467717" y="83211"/>
                  <a:pt x="470290" y="79345"/>
                </a:cubicBezTo>
                <a:cubicBezTo>
                  <a:pt x="472650" y="75908"/>
                  <a:pt x="477586" y="68821"/>
                  <a:pt x="480159" y="68821"/>
                </a:cubicBezTo>
                <a:cubicBezTo>
                  <a:pt x="482090" y="68821"/>
                  <a:pt x="484022" y="69335"/>
                  <a:pt x="485694" y="71548"/>
                </a:cubicBezTo>
                <a:cubicBezTo>
                  <a:pt x="487325" y="73695"/>
                  <a:pt x="489727" y="76553"/>
                  <a:pt x="493459" y="76553"/>
                </a:cubicBezTo>
                <a:cubicBezTo>
                  <a:pt x="498608" y="76553"/>
                  <a:pt x="503541" y="71181"/>
                  <a:pt x="503541" y="65816"/>
                </a:cubicBezTo>
                <a:cubicBezTo>
                  <a:pt x="503541" y="61718"/>
                  <a:pt x="499682" y="55518"/>
                  <a:pt x="490670" y="55518"/>
                </a:cubicBezTo>
                <a:cubicBezTo>
                  <a:pt x="480588" y="55518"/>
                  <a:pt x="471792" y="64958"/>
                  <a:pt x="466859" y="73328"/>
                </a:cubicBezTo>
                <a:cubicBezTo>
                  <a:pt x="465573" y="75692"/>
                  <a:pt x="464541" y="73973"/>
                  <a:pt x="464499" y="72900"/>
                </a:cubicBezTo>
                <a:close/>
                <a:moveTo>
                  <a:pt x="516370" y="105742"/>
                </a:moveTo>
                <a:cubicBezTo>
                  <a:pt x="516370" y="127638"/>
                  <a:pt x="530960" y="151888"/>
                  <a:pt x="561422" y="151888"/>
                </a:cubicBezTo>
                <a:cubicBezTo>
                  <a:pt x="575239" y="151888"/>
                  <a:pt x="585623" y="147020"/>
                  <a:pt x="592936" y="139874"/>
                </a:cubicBezTo>
                <a:cubicBezTo>
                  <a:pt x="602547" y="130473"/>
                  <a:pt x="606904" y="116970"/>
                  <a:pt x="606904" y="103811"/>
                </a:cubicBezTo>
                <a:cubicBezTo>
                  <a:pt x="606904" y="81486"/>
                  <a:pt x="594674" y="55518"/>
                  <a:pt x="561851" y="55518"/>
                </a:cubicBezTo>
                <a:cubicBezTo>
                  <a:pt x="547736" y="55518"/>
                  <a:pt x="536086" y="61312"/>
                  <a:pt x="528236" y="70539"/>
                </a:cubicBezTo>
                <a:cubicBezTo>
                  <a:pt x="520449" y="79685"/>
                  <a:pt x="516370" y="92177"/>
                  <a:pt x="516370" y="105742"/>
                </a:cubicBezTo>
                <a:moveTo>
                  <a:pt x="558633" y="63027"/>
                </a:moveTo>
                <a:cubicBezTo>
                  <a:pt x="577082" y="63027"/>
                  <a:pt x="588454" y="79771"/>
                  <a:pt x="588454" y="110682"/>
                </a:cubicBezTo>
                <a:cubicBezTo>
                  <a:pt x="588454" y="137727"/>
                  <a:pt x="574510" y="144382"/>
                  <a:pt x="564427" y="144382"/>
                </a:cubicBezTo>
                <a:cubicBezTo>
                  <a:pt x="542115" y="144382"/>
                  <a:pt x="534822" y="117333"/>
                  <a:pt x="534822" y="100806"/>
                </a:cubicBezTo>
                <a:cubicBezTo>
                  <a:pt x="534822" y="82131"/>
                  <a:pt x="539327" y="63027"/>
                  <a:pt x="558633" y="63027"/>
                </a:cubicBezTo>
                <a:close/>
                <a:moveTo>
                  <a:pt x="635819" y="123615"/>
                </a:moveTo>
                <a:cubicBezTo>
                  <a:pt x="635819" y="141419"/>
                  <a:pt x="633463" y="142490"/>
                  <a:pt x="620375" y="143135"/>
                </a:cubicBezTo>
                <a:cubicBezTo>
                  <a:pt x="619089" y="144421"/>
                  <a:pt x="619089" y="148925"/>
                  <a:pt x="620375" y="150212"/>
                </a:cubicBezTo>
                <a:cubicBezTo>
                  <a:pt x="627885" y="149999"/>
                  <a:pt x="635819" y="149783"/>
                  <a:pt x="644402" y="149783"/>
                </a:cubicBezTo>
                <a:cubicBezTo>
                  <a:pt x="652982" y="149783"/>
                  <a:pt x="661136" y="149999"/>
                  <a:pt x="668214" y="150212"/>
                </a:cubicBezTo>
                <a:cubicBezTo>
                  <a:pt x="669503" y="148925"/>
                  <a:pt x="669503" y="144421"/>
                  <a:pt x="668214" y="143135"/>
                </a:cubicBezTo>
                <a:cubicBezTo>
                  <a:pt x="655130" y="142490"/>
                  <a:pt x="652769" y="141419"/>
                  <a:pt x="652769" y="123615"/>
                </a:cubicBezTo>
                <a:lnTo>
                  <a:pt x="652769" y="24741"/>
                </a:lnTo>
                <a:cubicBezTo>
                  <a:pt x="652769" y="10802"/>
                  <a:pt x="653627" y="2174"/>
                  <a:pt x="653627" y="2174"/>
                </a:cubicBezTo>
                <a:cubicBezTo>
                  <a:pt x="653627" y="655"/>
                  <a:pt x="652769" y="0"/>
                  <a:pt x="650838" y="0"/>
                </a:cubicBezTo>
                <a:cubicBezTo>
                  <a:pt x="645476" y="2174"/>
                  <a:pt x="629384" y="5215"/>
                  <a:pt x="620804" y="5866"/>
                </a:cubicBezTo>
                <a:cubicBezTo>
                  <a:pt x="620375" y="7585"/>
                  <a:pt x="620804" y="11015"/>
                  <a:pt x="622091" y="12305"/>
                </a:cubicBezTo>
                <a:cubicBezTo>
                  <a:pt x="634533" y="13159"/>
                  <a:pt x="635819" y="13804"/>
                  <a:pt x="635819" y="29890"/>
                </a:cubicBezTo>
                <a:lnTo>
                  <a:pt x="635819" y="123615"/>
                </a:lnTo>
                <a:close/>
                <a:moveTo>
                  <a:pt x="692841" y="123615"/>
                </a:moveTo>
                <a:cubicBezTo>
                  <a:pt x="692841" y="141419"/>
                  <a:pt x="690484" y="142490"/>
                  <a:pt x="677397" y="143135"/>
                </a:cubicBezTo>
                <a:cubicBezTo>
                  <a:pt x="676111" y="144421"/>
                  <a:pt x="676111" y="148925"/>
                  <a:pt x="677397" y="150212"/>
                </a:cubicBezTo>
                <a:cubicBezTo>
                  <a:pt x="684906" y="149999"/>
                  <a:pt x="692841" y="149783"/>
                  <a:pt x="701424" y="149783"/>
                </a:cubicBezTo>
                <a:cubicBezTo>
                  <a:pt x="710004" y="149783"/>
                  <a:pt x="718158" y="149999"/>
                  <a:pt x="725235" y="150212"/>
                </a:cubicBezTo>
                <a:cubicBezTo>
                  <a:pt x="726525" y="148925"/>
                  <a:pt x="726525" y="144421"/>
                  <a:pt x="725235" y="143135"/>
                </a:cubicBezTo>
                <a:cubicBezTo>
                  <a:pt x="712151" y="142490"/>
                  <a:pt x="709791" y="141419"/>
                  <a:pt x="709791" y="123615"/>
                </a:cubicBezTo>
                <a:lnTo>
                  <a:pt x="709791" y="24741"/>
                </a:lnTo>
                <a:cubicBezTo>
                  <a:pt x="709791" y="10802"/>
                  <a:pt x="710649" y="2174"/>
                  <a:pt x="710649" y="2174"/>
                </a:cubicBezTo>
                <a:cubicBezTo>
                  <a:pt x="710649" y="655"/>
                  <a:pt x="709791" y="0"/>
                  <a:pt x="707860" y="0"/>
                </a:cubicBezTo>
                <a:cubicBezTo>
                  <a:pt x="702498" y="2174"/>
                  <a:pt x="686406" y="5215"/>
                  <a:pt x="677826" y="5866"/>
                </a:cubicBezTo>
                <a:cubicBezTo>
                  <a:pt x="677397" y="7585"/>
                  <a:pt x="677826" y="11015"/>
                  <a:pt x="679112" y="12305"/>
                </a:cubicBezTo>
                <a:cubicBezTo>
                  <a:pt x="691555" y="13159"/>
                  <a:pt x="692841" y="13804"/>
                  <a:pt x="692841" y="29890"/>
                </a:cubicBezTo>
                <a:lnTo>
                  <a:pt x="692841" y="123615"/>
                </a:lnTo>
                <a:close/>
                <a:moveTo>
                  <a:pt x="756085" y="89287"/>
                </a:moveTo>
                <a:cubicBezTo>
                  <a:pt x="760161" y="65148"/>
                  <a:pt x="775179" y="63227"/>
                  <a:pt x="780329" y="63227"/>
                </a:cubicBezTo>
                <a:cubicBezTo>
                  <a:pt x="788479" y="63227"/>
                  <a:pt x="798133" y="67715"/>
                  <a:pt x="798133" y="85656"/>
                </a:cubicBezTo>
                <a:cubicBezTo>
                  <a:pt x="798133" y="87578"/>
                  <a:pt x="797275" y="88602"/>
                  <a:pt x="794915" y="88648"/>
                </a:cubicBezTo>
                <a:lnTo>
                  <a:pt x="756085" y="89287"/>
                </a:lnTo>
                <a:moveTo>
                  <a:pt x="812290" y="129802"/>
                </a:moveTo>
                <a:cubicBezTo>
                  <a:pt x="804356" y="137950"/>
                  <a:pt x="798133" y="141377"/>
                  <a:pt x="785690" y="141377"/>
                </a:cubicBezTo>
                <a:cubicBezTo>
                  <a:pt x="777968" y="141377"/>
                  <a:pt x="768957" y="136876"/>
                  <a:pt x="762308" y="125946"/>
                </a:cubicBezTo>
                <a:cubicBezTo>
                  <a:pt x="758017" y="118872"/>
                  <a:pt x="755441" y="109012"/>
                  <a:pt x="755441" y="96580"/>
                </a:cubicBezTo>
                <a:lnTo>
                  <a:pt x="812507" y="97009"/>
                </a:lnTo>
                <a:cubicBezTo>
                  <a:pt x="815079" y="97009"/>
                  <a:pt x="816582" y="95722"/>
                  <a:pt x="816582" y="93362"/>
                </a:cubicBezTo>
                <a:cubicBezTo>
                  <a:pt x="816582" y="75404"/>
                  <a:pt x="810146" y="56146"/>
                  <a:pt x="780329" y="56146"/>
                </a:cubicBezTo>
                <a:cubicBezTo>
                  <a:pt x="761663" y="56146"/>
                  <a:pt x="737420" y="73908"/>
                  <a:pt x="737420" y="106439"/>
                </a:cubicBezTo>
                <a:cubicBezTo>
                  <a:pt x="737420" y="118443"/>
                  <a:pt x="740425" y="130018"/>
                  <a:pt x="747506" y="138162"/>
                </a:cubicBezTo>
                <a:cubicBezTo>
                  <a:pt x="754799" y="146742"/>
                  <a:pt x="764881" y="151888"/>
                  <a:pt x="780329" y="151888"/>
                </a:cubicBezTo>
                <a:cubicBezTo>
                  <a:pt x="796630" y="151888"/>
                  <a:pt x="808215" y="144382"/>
                  <a:pt x="816798" y="133233"/>
                </a:cubicBezTo>
                <a:cubicBezTo>
                  <a:pt x="816153" y="131088"/>
                  <a:pt x="814867" y="130018"/>
                  <a:pt x="812290" y="129802"/>
                </a:cubicBezTo>
                <a:close/>
                <a:moveTo>
                  <a:pt x="863093" y="72900"/>
                </a:moveTo>
                <a:cubicBezTo>
                  <a:pt x="862726" y="64313"/>
                  <a:pt x="862386" y="58801"/>
                  <a:pt x="861378" y="56591"/>
                </a:cubicBezTo>
                <a:cubicBezTo>
                  <a:pt x="860926" y="55606"/>
                  <a:pt x="860517" y="54876"/>
                  <a:pt x="858802" y="54876"/>
                </a:cubicBezTo>
                <a:cubicBezTo>
                  <a:pt x="852795" y="57236"/>
                  <a:pt x="847217" y="59168"/>
                  <a:pt x="832414" y="61096"/>
                </a:cubicBezTo>
                <a:cubicBezTo>
                  <a:pt x="831985" y="62385"/>
                  <a:pt x="832414" y="65816"/>
                  <a:pt x="832843" y="67102"/>
                </a:cubicBezTo>
                <a:cubicBezTo>
                  <a:pt x="844428" y="68176"/>
                  <a:pt x="846788" y="69250"/>
                  <a:pt x="846788" y="81705"/>
                </a:cubicBezTo>
                <a:lnTo>
                  <a:pt x="846788" y="123589"/>
                </a:lnTo>
                <a:cubicBezTo>
                  <a:pt x="846788" y="141416"/>
                  <a:pt x="844215" y="142274"/>
                  <a:pt x="830912" y="143135"/>
                </a:cubicBezTo>
                <a:cubicBezTo>
                  <a:pt x="829625" y="144421"/>
                  <a:pt x="829625" y="148925"/>
                  <a:pt x="830912" y="150212"/>
                </a:cubicBezTo>
                <a:cubicBezTo>
                  <a:pt x="838421" y="149999"/>
                  <a:pt x="846788" y="149783"/>
                  <a:pt x="855371" y="149783"/>
                </a:cubicBezTo>
                <a:cubicBezTo>
                  <a:pt x="863951" y="149783"/>
                  <a:pt x="873820" y="149999"/>
                  <a:pt x="881326" y="150212"/>
                </a:cubicBezTo>
                <a:cubicBezTo>
                  <a:pt x="882616" y="148925"/>
                  <a:pt x="882616" y="144421"/>
                  <a:pt x="881326" y="143135"/>
                </a:cubicBezTo>
                <a:cubicBezTo>
                  <a:pt x="866311" y="142061"/>
                  <a:pt x="863735" y="141416"/>
                  <a:pt x="863735" y="123589"/>
                </a:cubicBezTo>
                <a:lnTo>
                  <a:pt x="863735" y="93735"/>
                </a:lnTo>
                <a:cubicBezTo>
                  <a:pt x="863735" y="88151"/>
                  <a:pt x="866311" y="83211"/>
                  <a:pt x="868884" y="79345"/>
                </a:cubicBezTo>
                <a:cubicBezTo>
                  <a:pt x="871244" y="75908"/>
                  <a:pt x="876180" y="68821"/>
                  <a:pt x="878753" y="68821"/>
                </a:cubicBezTo>
                <a:cubicBezTo>
                  <a:pt x="880685" y="68821"/>
                  <a:pt x="882616" y="69335"/>
                  <a:pt x="884289" y="71548"/>
                </a:cubicBezTo>
                <a:cubicBezTo>
                  <a:pt x="885919" y="73695"/>
                  <a:pt x="888321" y="76553"/>
                  <a:pt x="892053" y="76553"/>
                </a:cubicBezTo>
                <a:cubicBezTo>
                  <a:pt x="897202" y="76553"/>
                  <a:pt x="902135" y="71181"/>
                  <a:pt x="902135" y="65816"/>
                </a:cubicBezTo>
                <a:cubicBezTo>
                  <a:pt x="902135" y="61718"/>
                  <a:pt x="898276" y="55518"/>
                  <a:pt x="889264" y="55518"/>
                </a:cubicBezTo>
                <a:cubicBezTo>
                  <a:pt x="879182" y="55518"/>
                  <a:pt x="870386" y="64958"/>
                  <a:pt x="865453" y="73328"/>
                </a:cubicBezTo>
                <a:cubicBezTo>
                  <a:pt x="864167" y="75692"/>
                  <a:pt x="863136" y="73973"/>
                  <a:pt x="863093" y="729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27912-92CD-4FAF-BDC3-E578578A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486" y="1943597"/>
            <a:ext cx="1036017" cy="272084"/>
          </a:xfrm>
          <a:custGeom xmlns:a="http://schemas.openxmlformats.org/drawingml/2006/main">
            <a:pathLst>
              <a:path w="1036017" h="272084">
                <a:moveTo>
                  <a:pt x="0" y="0"/>
                </a:moveTo>
                <a:lnTo>
                  <a:pt x="1036017" y="0"/>
                </a:lnTo>
                <a:lnTo>
                  <a:pt x="1036017" y="272084"/>
                </a:lnTo>
                <a:lnTo>
                  <a:pt x="0" y="2720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ADC">
            <a:extLst xmlns:a="http://schemas.openxmlformats.org/drawingml/2006/main">
              <a:ext uri="{FF2B5EF4-FFF2-40B4-BE49-F238E27FC236}">
                <a16:creationId xmlns:a16="http://schemas.microsoft.com/office/drawing/2014/main" id="{757B835E-F6E9-4D62-9157-E92C7BB1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707" y="2010817"/>
            <a:ext cx="430645" cy="143298"/>
          </a:xfrm>
          <a:custGeom xmlns:a="http://schemas.openxmlformats.org/drawingml/2006/main">
            <a:pathLst>
              <a:path w="430645" h="143298">
                <a:moveTo>
                  <a:pt x="56208" y="80448"/>
                </a:moveTo>
                <a:cubicBezTo>
                  <a:pt x="51488" y="80448"/>
                  <a:pt x="49986" y="79807"/>
                  <a:pt x="50801" y="77597"/>
                </a:cubicBezTo>
                <a:lnTo>
                  <a:pt x="72726" y="22099"/>
                </a:lnTo>
                <a:lnTo>
                  <a:pt x="74013" y="22099"/>
                </a:lnTo>
                <a:lnTo>
                  <a:pt x="94177" y="80448"/>
                </a:lnTo>
                <a:lnTo>
                  <a:pt x="56208" y="80448"/>
                </a:lnTo>
                <a:moveTo>
                  <a:pt x="33039" y="124240"/>
                </a:moveTo>
                <a:lnTo>
                  <a:pt x="44836" y="93110"/>
                </a:lnTo>
                <a:cubicBezTo>
                  <a:pt x="45910" y="90318"/>
                  <a:pt x="47197" y="89460"/>
                  <a:pt x="52346" y="89460"/>
                </a:cubicBezTo>
                <a:lnTo>
                  <a:pt x="97611" y="89460"/>
                </a:lnTo>
                <a:lnTo>
                  <a:pt x="110053" y="125743"/>
                </a:lnTo>
                <a:cubicBezTo>
                  <a:pt x="112584" y="133151"/>
                  <a:pt x="104390" y="133815"/>
                  <a:pt x="94177" y="134545"/>
                </a:cubicBezTo>
                <a:cubicBezTo>
                  <a:pt x="92891" y="135832"/>
                  <a:pt x="92891" y="140336"/>
                  <a:pt x="94177" y="141622"/>
                </a:cubicBezTo>
                <a:cubicBezTo>
                  <a:pt x="102115" y="141410"/>
                  <a:pt x="113916" y="141194"/>
                  <a:pt x="122283" y="141194"/>
                </a:cubicBezTo>
                <a:cubicBezTo>
                  <a:pt x="131079" y="141194"/>
                  <a:pt x="139229" y="141410"/>
                  <a:pt x="146739" y="141622"/>
                </a:cubicBezTo>
                <a:cubicBezTo>
                  <a:pt x="148025" y="140336"/>
                  <a:pt x="148025" y="135832"/>
                  <a:pt x="146739" y="134545"/>
                </a:cubicBezTo>
                <a:cubicBezTo>
                  <a:pt x="138414" y="133792"/>
                  <a:pt x="131164" y="133085"/>
                  <a:pt x="127429" y="122738"/>
                </a:cubicBezTo>
                <a:lnTo>
                  <a:pt x="83237" y="0"/>
                </a:lnTo>
                <a:cubicBezTo>
                  <a:pt x="80019" y="1931"/>
                  <a:pt x="74229" y="4291"/>
                  <a:pt x="71440" y="4291"/>
                </a:cubicBezTo>
                <a:lnTo>
                  <a:pt x="22741" y="119301"/>
                </a:lnTo>
                <a:cubicBezTo>
                  <a:pt x="17163" y="132614"/>
                  <a:pt x="10619" y="133900"/>
                  <a:pt x="1286" y="134545"/>
                </a:cubicBezTo>
                <a:cubicBezTo>
                  <a:pt x="0" y="135832"/>
                  <a:pt x="0" y="140336"/>
                  <a:pt x="1286" y="141622"/>
                </a:cubicBezTo>
                <a:cubicBezTo>
                  <a:pt x="6864" y="141410"/>
                  <a:pt x="13879" y="141194"/>
                  <a:pt x="20380" y="141194"/>
                </a:cubicBezTo>
                <a:cubicBezTo>
                  <a:pt x="29176" y="141194"/>
                  <a:pt x="39903" y="141410"/>
                  <a:pt x="47841" y="141622"/>
                </a:cubicBezTo>
                <a:cubicBezTo>
                  <a:pt x="49128" y="140336"/>
                  <a:pt x="49128" y="135832"/>
                  <a:pt x="47841" y="134545"/>
                </a:cubicBezTo>
                <a:cubicBezTo>
                  <a:pt x="39772" y="133985"/>
                  <a:pt x="29690" y="133062"/>
                  <a:pt x="33039" y="124240"/>
                </a:cubicBezTo>
                <a:close/>
                <a:moveTo>
                  <a:pt x="190652" y="123167"/>
                </a:moveTo>
                <a:lnTo>
                  <a:pt x="190652" y="20119"/>
                </a:lnTo>
                <a:cubicBezTo>
                  <a:pt x="190652" y="12606"/>
                  <a:pt x="198161" y="9601"/>
                  <a:pt x="208673" y="9601"/>
                </a:cubicBezTo>
                <a:cubicBezTo>
                  <a:pt x="255011" y="9601"/>
                  <a:pt x="270243" y="47170"/>
                  <a:pt x="270243" y="80229"/>
                </a:cubicBezTo>
                <a:cubicBezTo>
                  <a:pt x="270243" y="123595"/>
                  <a:pt x="244284" y="134329"/>
                  <a:pt x="214034" y="134329"/>
                </a:cubicBezTo>
                <a:cubicBezTo>
                  <a:pt x="193012" y="134329"/>
                  <a:pt x="190652" y="130038"/>
                  <a:pt x="190652" y="123167"/>
                </a:cubicBezTo>
                <a:moveTo>
                  <a:pt x="181428" y="2737"/>
                </a:moveTo>
                <a:cubicBezTo>
                  <a:pt x="173768" y="2737"/>
                  <a:pt x="162334" y="2521"/>
                  <a:pt x="153754" y="2304"/>
                </a:cubicBezTo>
                <a:cubicBezTo>
                  <a:pt x="152464" y="3594"/>
                  <a:pt x="152464" y="8098"/>
                  <a:pt x="153754" y="9385"/>
                </a:cubicBezTo>
                <a:cubicBezTo>
                  <a:pt x="168769" y="10030"/>
                  <a:pt x="172416" y="11104"/>
                  <a:pt x="172416" y="28921"/>
                </a:cubicBezTo>
                <a:lnTo>
                  <a:pt x="172416" y="115009"/>
                </a:lnTo>
                <a:cubicBezTo>
                  <a:pt x="172416" y="132827"/>
                  <a:pt x="168769" y="133900"/>
                  <a:pt x="153754" y="134545"/>
                </a:cubicBezTo>
                <a:cubicBezTo>
                  <a:pt x="152464" y="135832"/>
                  <a:pt x="152464" y="140336"/>
                  <a:pt x="153754" y="141622"/>
                </a:cubicBezTo>
                <a:cubicBezTo>
                  <a:pt x="162121" y="141410"/>
                  <a:pt x="173555" y="141194"/>
                  <a:pt x="181640" y="141194"/>
                </a:cubicBezTo>
                <a:cubicBezTo>
                  <a:pt x="189579" y="141194"/>
                  <a:pt x="198590" y="141622"/>
                  <a:pt x="220686" y="141622"/>
                </a:cubicBezTo>
                <a:cubicBezTo>
                  <a:pt x="250936" y="141622"/>
                  <a:pt x="290836" y="127890"/>
                  <a:pt x="290836" y="75076"/>
                </a:cubicBezTo>
                <a:cubicBezTo>
                  <a:pt x="290836" y="35147"/>
                  <a:pt x="258013" y="2304"/>
                  <a:pt x="216823" y="2304"/>
                </a:cubicBezTo>
                <a:cubicBezTo>
                  <a:pt x="201592" y="2304"/>
                  <a:pt x="189795" y="2737"/>
                  <a:pt x="181428" y="2737"/>
                </a:cubicBezTo>
                <a:close/>
                <a:moveTo>
                  <a:pt x="376155" y="143298"/>
                </a:moveTo>
                <a:cubicBezTo>
                  <a:pt x="396964" y="143298"/>
                  <a:pt x="416058" y="133432"/>
                  <a:pt x="430645" y="114338"/>
                </a:cubicBezTo>
                <a:cubicBezTo>
                  <a:pt x="429571" y="112410"/>
                  <a:pt x="428072" y="111124"/>
                  <a:pt x="425712" y="111124"/>
                </a:cubicBezTo>
                <a:cubicBezTo>
                  <a:pt x="410480" y="127854"/>
                  <a:pt x="395891" y="134506"/>
                  <a:pt x="375939" y="134506"/>
                </a:cubicBezTo>
                <a:cubicBezTo>
                  <a:pt x="347064" y="134506"/>
                  <a:pt x="327027" y="101899"/>
                  <a:pt x="327027" y="70579"/>
                </a:cubicBezTo>
                <a:cubicBezTo>
                  <a:pt x="327027" y="52064"/>
                  <a:pt x="331941" y="36663"/>
                  <a:pt x="339771" y="27032"/>
                </a:cubicBezTo>
                <a:cubicBezTo>
                  <a:pt x="350413" y="13945"/>
                  <a:pt x="362855" y="7938"/>
                  <a:pt x="374011" y="7938"/>
                </a:cubicBezTo>
                <a:cubicBezTo>
                  <a:pt x="403616" y="7938"/>
                  <a:pt x="415413" y="25530"/>
                  <a:pt x="420991" y="43979"/>
                </a:cubicBezTo>
                <a:cubicBezTo>
                  <a:pt x="423564" y="44836"/>
                  <a:pt x="425646" y="44192"/>
                  <a:pt x="428072" y="42905"/>
                </a:cubicBezTo>
                <a:cubicBezTo>
                  <a:pt x="426998" y="31752"/>
                  <a:pt x="425496" y="21454"/>
                  <a:pt x="423352" y="9657"/>
                </a:cubicBezTo>
                <a:cubicBezTo>
                  <a:pt x="412412" y="8583"/>
                  <a:pt x="402755" y="0"/>
                  <a:pt x="376368" y="0"/>
                </a:cubicBezTo>
                <a:cubicBezTo>
                  <a:pt x="358135" y="0"/>
                  <a:pt x="342903" y="6652"/>
                  <a:pt x="330245" y="18236"/>
                </a:cubicBezTo>
                <a:cubicBezTo>
                  <a:pt x="316002" y="31278"/>
                  <a:pt x="307504" y="52280"/>
                  <a:pt x="307504" y="74654"/>
                </a:cubicBezTo>
                <a:cubicBezTo>
                  <a:pt x="307504" y="111939"/>
                  <a:pt x="330032" y="143298"/>
                  <a:pt x="376155" y="1432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B049E-2B35-40B8-9894-1CC0EB26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486" y="1006996"/>
            <a:ext cx="1036017" cy="277317"/>
          </a:xfrm>
          <a:custGeom xmlns:a="http://schemas.openxmlformats.org/drawingml/2006/main">
            <a:pathLst>
              <a:path w="1036017" h="277317">
                <a:moveTo>
                  <a:pt x="0" y="0"/>
                </a:moveTo>
                <a:lnTo>
                  <a:pt x="1036017" y="0"/>
                </a:lnTo>
                <a:lnTo>
                  <a:pt x="1036017" y="277317"/>
                </a:lnTo>
                <a:lnTo>
                  <a:pt x="0" y="2773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TDC">
            <a:extLst xmlns:a="http://schemas.openxmlformats.org/drawingml/2006/main">
              <a:ext uri="{FF2B5EF4-FFF2-40B4-BE49-F238E27FC236}">
                <a16:creationId xmlns:a16="http://schemas.microsoft.com/office/drawing/2014/main" id="{6391F2A8-0D8F-40B0-BE6B-8542C55A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629" y="1079450"/>
            <a:ext cx="409278" cy="143298"/>
          </a:xfrm>
          <a:custGeom xmlns:a="http://schemas.openxmlformats.org/drawingml/2006/main">
            <a:pathLst>
              <a:path w="409278" h="143298">
                <a:moveTo>
                  <a:pt x="74441" y="115039"/>
                </a:moveTo>
                <a:lnTo>
                  <a:pt x="74441" y="33163"/>
                </a:lnTo>
                <a:cubicBezTo>
                  <a:pt x="74441" y="19444"/>
                  <a:pt x="76589" y="11300"/>
                  <a:pt x="84311" y="11300"/>
                </a:cubicBezTo>
                <a:lnTo>
                  <a:pt x="89031" y="11300"/>
                </a:lnTo>
                <a:cubicBezTo>
                  <a:pt x="105120" y="11300"/>
                  <a:pt x="115202" y="16875"/>
                  <a:pt x="118849" y="33376"/>
                </a:cubicBezTo>
                <a:cubicBezTo>
                  <a:pt x="121209" y="33376"/>
                  <a:pt x="124214" y="33163"/>
                  <a:pt x="126142" y="32306"/>
                </a:cubicBezTo>
                <a:cubicBezTo>
                  <a:pt x="124643" y="22446"/>
                  <a:pt x="123569" y="11516"/>
                  <a:pt x="123353" y="1863"/>
                </a:cubicBezTo>
                <a:cubicBezTo>
                  <a:pt x="123353" y="1647"/>
                  <a:pt x="122924" y="1218"/>
                  <a:pt x="122712" y="1218"/>
                </a:cubicBezTo>
                <a:cubicBezTo>
                  <a:pt x="115418" y="1863"/>
                  <a:pt x="91604" y="2933"/>
                  <a:pt x="74657" y="2933"/>
                </a:cubicBezTo>
                <a:lnTo>
                  <a:pt x="56208" y="2933"/>
                </a:lnTo>
                <a:cubicBezTo>
                  <a:pt x="39687" y="2933"/>
                  <a:pt x="14374" y="1863"/>
                  <a:pt x="6223" y="1218"/>
                </a:cubicBezTo>
                <a:cubicBezTo>
                  <a:pt x="5794" y="1218"/>
                  <a:pt x="5365" y="1647"/>
                  <a:pt x="5365" y="1863"/>
                </a:cubicBezTo>
                <a:cubicBezTo>
                  <a:pt x="4504" y="11516"/>
                  <a:pt x="2360" y="22662"/>
                  <a:pt x="0" y="32947"/>
                </a:cubicBezTo>
                <a:cubicBezTo>
                  <a:pt x="2144" y="33805"/>
                  <a:pt x="4720" y="34021"/>
                  <a:pt x="7293" y="34021"/>
                </a:cubicBezTo>
                <a:cubicBezTo>
                  <a:pt x="11585" y="16875"/>
                  <a:pt x="21454" y="11300"/>
                  <a:pt x="35612" y="11300"/>
                </a:cubicBezTo>
                <a:lnTo>
                  <a:pt x="46123" y="11300"/>
                </a:lnTo>
                <a:cubicBezTo>
                  <a:pt x="54061" y="11300"/>
                  <a:pt x="56208" y="19444"/>
                  <a:pt x="56208" y="32518"/>
                </a:cubicBezTo>
                <a:lnTo>
                  <a:pt x="56208" y="115039"/>
                </a:lnTo>
                <a:cubicBezTo>
                  <a:pt x="56208" y="132830"/>
                  <a:pt x="52558" y="133900"/>
                  <a:pt x="35399" y="134545"/>
                </a:cubicBezTo>
                <a:cubicBezTo>
                  <a:pt x="34109" y="135832"/>
                  <a:pt x="34109" y="140336"/>
                  <a:pt x="35399" y="141622"/>
                </a:cubicBezTo>
                <a:cubicBezTo>
                  <a:pt x="45910" y="141410"/>
                  <a:pt x="56830" y="141194"/>
                  <a:pt x="65433" y="141194"/>
                </a:cubicBezTo>
                <a:cubicBezTo>
                  <a:pt x="73669" y="141194"/>
                  <a:pt x="84524" y="141410"/>
                  <a:pt x="95251" y="141622"/>
                </a:cubicBezTo>
                <a:cubicBezTo>
                  <a:pt x="96537" y="140336"/>
                  <a:pt x="96537" y="135832"/>
                  <a:pt x="95251" y="134545"/>
                </a:cubicBezTo>
                <a:cubicBezTo>
                  <a:pt x="78088" y="133900"/>
                  <a:pt x="74441" y="132830"/>
                  <a:pt x="74441" y="115039"/>
                </a:cubicBezTo>
                <a:close/>
                <a:moveTo>
                  <a:pt x="169242" y="123167"/>
                </a:moveTo>
                <a:lnTo>
                  <a:pt x="169242" y="20119"/>
                </a:lnTo>
                <a:cubicBezTo>
                  <a:pt x="169242" y="12606"/>
                  <a:pt x="176752" y="9601"/>
                  <a:pt x="187263" y="9601"/>
                </a:cubicBezTo>
                <a:cubicBezTo>
                  <a:pt x="233601" y="9601"/>
                  <a:pt x="248833" y="47170"/>
                  <a:pt x="248833" y="80229"/>
                </a:cubicBezTo>
                <a:cubicBezTo>
                  <a:pt x="248833" y="123595"/>
                  <a:pt x="222874" y="134329"/>
                  <a:pt x="192624" y="134329"/>
                </a:cubicBezTo>
                <a:cubicBezTo>
                  <a:pt x="171602" y="134329"/>
                  <a:pt x="169242" y="130038"/>
                  <a:pt x="169242" y="123167"/>
                </a:cubicBezTo>
                <a:moveTo>
                  <a:pt x="160018" y="2737"/>
                </a:moveTo>
                <a:cubicBezTo>
                  <a:pt x="152358" y="2737"/>
                  <a:pt x="140924" y="2521"/>
                  <a:pt x="132344" y="2304"/>
                </a:cubicBezTo>
                <a:cubicBezTo>
                  <a:pt x="131054" y="3594"/>
                  <a:pt x="131054" y="8098"/>
                  <a:pt x="132344" y="9385"/>
                </a:cubicBezTo>
                <a:cubicBezTo>
                  <a:pt x="147359" y="10030"/>
                  <a:pt x="151006" y="11104"/>
                  <a:pt x="151006" y="28921"/>
                </a:cubicBezTo>
                <a:lnTo>
                  <a:pt x="151006" y="115009"/>
                </a:lnTo>
                <a:cubicBezTo>
                  <a:pt x="151006" y="132827"/>
                  <a:pt x="147359" y="133900"/>
                  <a:pt x="132344" y="134545"/>
                </a:cubicBezTo>
                <a:cubicBezTo>
                  <a:pt x="131054" y="135832"/>
                  <a:pt x="131054" y="140336"/>
                  <a:pt x="132344" y="141622"/>
                </a:cubicBezTo>
                <a:cubicBezTo>
                  <a:pt x="140711" y="141410"/>
                  <a:pt x="152145" y="141194"/>
                  <a:pt x="160230" y="141194"/>
                </a:cubicBezTo>
                <a:cubicBezTo>
                  <a:pt x="168169" y="141194"/>
                  <a:pt x="177180" y="141622"/>
                  <a:pt x="199276" y="141622"/>
                </a:cubicBezTo>
                <a:cubicBezTo>
                  <a:pt x="229526" y="141622"/>
                  <a:pt x="269426" y="127890"/>
                  <a:pt x="269426" y="75076"/>
                </a:cubicBezTo>
                <a:cubicBezTo>
                  <a:pt x="269426" y="35147"/>
                  <a:pt x="236603" y="2304"/>
                  <a:pt x="195413" y="2304"/>
                </a:cubicBezTo>
                <a:cubicBezTo>
                  <a:pt x="180182" y="2304"/>
                  <a:pt x="168385" y="2737"/>
                  <a:pt x="160018" y="2737"/>
                </a:cubicBezTo>
                <a:close/>
                <a:moveTo>
                  <a:pt x="354788" y="143298"/>
                </a:moveTo>
                <a:cubicBezTo>
                  <a:pt x="375598" y="143298"/>
                  <a:pt x="394692" y="133432"/>
                  <a:pt x="409278" y="114338"/>
                </a:cubicBezTo>
                <a:cubicBezTo>
                  <a:pt x="408204" y="112410"/>
                  <a:pt x="406705" y="111124"/>
                  <a:pt x="404345" y="111124"/>
                </a:cubicBezTo>
                <a:cubicBezTo>
                  <a:pt x="389114" y="127854"/>
                  <a:pt x="374524" y="134506"/>
                  <a:pt x="354572" y="134506"/>
                </a:cubicBezTo>
                <a:cubicBezTo>
                  <a:pt x="325697" y="134506"/>
                  <a:pt x="305660" y="101899"/>
                  <a:pt x="305660" y="70579"/>
                </a:cubicBezTo>
                <a:cubicBezTo>
                  <a:pt x="305660" y="52064"/>
                  <a:pt x="310574" y="36663"/>
                  <a:pt x="318404" y="27032"/>
                </a:cubicBezTo>
                <a:cubicBezTo>
                  <a:pt x="329046" y="13945"/>
                  <a:pt x="341488" y="7938"/>
                  <a:pt x="352644" y="7938"/>
                </a:cubicBezTo>
                <a:cubicBezTo>
                  <a:pt x="382249" y="7938"/>
                  <a:pt x="394047" y="25530"/>
                  <a:pt x="399625" y="43979"/>
                </a:cubicBezTo>
                <a:cubicBezTo>
                  <a:pt x="402198" y="44836"/>
                  <a:pt x="404279" y="44192"/>
                  <a:pt x="406705" y="42905"/>
                </a:cubicBezTo>
                <a:cubicBezTo>
                  <a:pt x="405631" y="31752"/>
                  <a:pt x="404129" y="21454"/>
                  <a:pt x="401985" y="9657"/>
                </a:cubicBezTo>
                <a:cubicBezTo>
                  <a:pt x="391045" y="8583"/>
                  <a:pt x="381388" y="0"/>
                  <a:pt x="355001" y="0"/>
                </a:cubicBezTo>
                <a:cubicBezTo>
                  <a:pt x="336768" y="0"/>
                  <a:pt x="321537" y="6652"/>
                  <a:pt x="308878" y="18236"/>
                </a:cubicBezTo>
                <a:cubicBezTo>
                  <a:pt x="294635" y="31278"/>
                  <a:pt x="286138" y="52280"/>
                  <a:pt x="286138" y="74654"/>
                </a:cubicBezTo>
                <a:cubicBezTo>
                  <a:pt x="286138" y="111939"/>
                  <a:pt x="308665" y="143298"/>
                  <a:pt x="354788" y="1432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2E9276-B247-4174-B095-875B259A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667" y="1362800"/>
            <a:ext cx="1036016" cy="518008"/>
          </a:xfrm>
          <a:custGeom xmlns:a="http://schemas.openxmlformats.org/drawingml/2006/main">
            <a:pathLst>
              <a:path w="1036016" h="518008">
                <a:moveTo>
                  <a:pt x="0" y="0"/>
                </a:moveTo>
                <a:lnTo>
                  <a:pt x="1036016" y="0"/>
                </a:lnTo>
                <a:lnTo>
                  <a:pt x="1036016" y="518008"/>
                </a:lnTo>
                <a:lnTo>
                  <a:pt x="0" y="518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55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Waitf">
            <a:extLst xmlns:a="http://schemas.openxmlformats.org/drawingml/2006/main">
              <a:ext uri="{FF2B5EF4-FFF2-40B4-BE49-F238E27FC236}">
                <a16:creationId xmlns:a16="http://schemas.microsoft.com/office/drawing/2014/main" id="{0690A60C-AA3A-4C47-A649-F014B360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867" y="1416199"/>
            <a:ext cx="570215" cy="152307"/>
          </a:xfrm>
          <a:custGeom xmlns:a="http://schemas.openxmlformats.org/drawingml/2006/main">
            <a:pathLst>
              <a:path w="570215" h="152307">
                <a:moveTo>
                  <a:pt x="173768" y="28489"/>
                </a:moveTo>
                <a:lnTo>
                  <a:pt x="140234" y="121687"/>
                </a:lnTo>
                <a:lnTo>
                  <a:pt x="139550" y="121409"/>
                </a:lnTo>
                <a:lnTo>
                  <a:pt x="110053" y="30852"/>
                </a:lnTo>
                <a:cubicBezTo>
                  <a:pt x="106299" y="19307"/>
                  <a:pt x="113913" y="18619"/>
                  <a:pt x="121206" y="17974"/>
                </a:cubicBezTo>
                <a:cubicBezTo>
                  <a:pt x="122496" y="16688"/>
                  <a:pt x="122496" y="12184"/>
                  <a:pt x="121206" y="10894"/>
                </a:cubicBezTo>
                <a:cubicBezTo>
                  <a:pt x="112410" y="11110"/>
                  <a:pt x="102973" y="11326"/>
                  <a:pt x="94390" y="11326"/>
                </a:cubicBezTo>
                <a:cubicBezTo>
                  <a:pt x="87313" y="11326"/>
                  <a:pt x="79803" y="11110"/>
                  <a:pt x="72939" y="10894"/>
                </a:cubicBezTo>
                <a:cubicBezTo>
                  <a:pt x="71652" y="12184"/>
                  <a:pt x="71652" y="16688"/>
                  <a:pt x="72939" y="17974"/>
                </a:cubicBezTo>
                <a:cubicBezTo>
                  <a:pt x="84308" y="18619"/>
                  <a:pt x="89028" y="25336"/>
                  <a:pt x="90959" y="30852"/>
                </a:cubicBezTo>
                <a:lnTo>
                  <a:pt x="95892" y="45013"/>
                </a:lnTo>
                <a:cubicBezTo>
                  <a:pt x="96730" y="47589"/>
                  <a:pt x="97395" y="49733"/>
                  <a:pt x="97395" y="51665"/>
                </a:cubicBezTo>
                <a:cubicBezTo>
                  <a:pt x="97395" y="53878"/>
                  <a:pt x="97074" y="55550"/>
                  <a:pt x="95464" y="59177"/>
                </a:cubicBezTo>
                <a:lnTo>
                  <a:pt x="67682" y="122116"/>
                </a:lnTo>
                <a:lnTo>
                  <a:pt x="66759" y="121900"/>
                </a:lnTo>
                <a:lnTo>
                  <a:pt x="35396" y="26990"/>
                </a:lnTo>
                <a:cubicBezTo>
                  <a:pt x="32908" y="19457"/>
                  <a:pt x="38614" y="18403"/>
                  <a:pt x="46123" y="17974"/>
                </a:cubicBezTo>
                <a:cubicBezTo>
                  <a:pt x="47409" y="16688"/>
                  <a:pt x="47409" y="12184"/>
                  <a:pt x="46123" y="10894"/>
                </a:cubicBezTo>
                <a:cubicBezTo>
                  <a:pt x="39042" y="11110"/>
                  <a:pt x="29602" y="11326"/>
                  <a:pt x="21238" y="11326"/>
                </a:cubicBezTo>
                <a:cubicBezTo>
                  <a:pt x="13791" y="11326"/>
                  <a:pt x="7506" y="11110"/>
                  <a:pt x="1286" y="10894"/>
                </a:cubicBezTo>
                <a:cubicBezTo>
                  <a:pt x="0" y="12184"/>
                  <a:pt x="0" y="16688"/>
                  <a:pt x="1286" y="17974"/>
                </a:cubicBezTo>
                <a:cubicBezTo>
                  <a:pt x="10940" y="18619"/>
                  <a:pt x="12527" y="18940"/>
                  <a:pt x="16518" y="30420"/>
                </a:cubicBezTo>
                <a:lnTo>
                  <a:pt x="56850" y="146516"/>
                </a:lnTo>
                <a:cubicBezTo>
                  <a:pt x="58005" y="149927"/>
                  <a:pt x="59102" y="152307"/>
                  <a:pt x="61567" y="152307"/>
                </a:cubicBezTo>
                <a:cubicBezTo>
                  <a:pt x="64356" y="152307"/>
                  <a:pt x="65557" y="150078"/>
                  <a:pt x="67145" y="146516"/>
                </a:cubicBezTo>
                <a:lnTo>
                  <a:pt x="99110" y="74628"/>
                </a:lnTo>
                <a:cubicBezTo>
                  <a:pt x="101019" y="70337"/>
                  <a:pt x="101686" y="69263"/>
                  <a:pt x="102757" y="69263"/>
                </a:cubicBezTo>
                <a:cubicBezTo>
                  <a:pt x="103614" y="69263"/>
                  <a:pt x="104495" y="71600"/>
                  <a:pt x="105762" y="75270"/>
                </a:cubicBezTo>
                <a:lnTo>
                  <a:pt x="130430" y="146516"/>
                </a:lnTo>
                <a:cubicBezTo>
                  <a:pt x="131697" y="150163"/>
                  <a:pt x="132791" y="152307"/>
                  <a:pt x="135367" y="152307"/>
                </a:cubicBezTo>
                <a:cubicBezTo>
                  <a:pt x="137727" y="152307"/>
                  <a:pt x="139226" y="149947"/>
                  <a:pt x="140300" y="146729"/>
                </a:cubicBezTo>
                <a:lnTo>
                  <a:pt x="183421" y="31065"/>
                </a:lnTo>
                <a:cubicBezTo>
                  <a:pt x="186187" y="23618"/>
                  <a:pt x="190073" y="18619"/>
                  <a:pt x="201870" y="17974"/>
                </a:cubicBezTo>
                <a:cubicBezTo>
                  <a:pt x="203157" y="16688"/>
                  <a:pt x="203157" y="12184"/>
                  <a:pt x="201870" y="10894"/>
                </a:cubicBezTo>
                <a:cubicBezTo>
                  <a:pt x="195647" y="11110"/>
                  <a:pt x="188783" y="11326"/>
                  <a:pt x="183205" y="11326"/>
                </a:cubicBezTo>
                <a:cubicBezTo>
                  <a:pt x="177627" y="11326"/>
                  <a:pt x="168190" y="11110"/>
                  <a:pt x="159607" y="10894"/>
                </a:cubicBezTo>
                <a:cubicBezTo>
                  <a:pt x="158320" y="12184"/>
                  <a:pt x="158320" y="16688"/>
                  <a:pt x="159607" y="17974"/>
                </a:cubicBezTo>
                <a:cubicBezTo>
                  <a:pt x="168402" y="18619"/>
                  <a:pt x="177048" y="19349"/>
                  <a:pt x="173768" y="28489"/>
                </a:cubicBezTo>
                <a:close/>
                <a:moveTo>
                  <a:pt x="266702" y="99735"/>
                </a:moveTo>
                <a:lnTo>
                  <a:pt x="266702" y="128067"/>
                </a:lnTo>
                <a:cubicBezTo>
                  <a:pt x="266702" y="130859"/>
                  <a:pt x="265412" y="132362"/>
                  <a:pt x="263697" y="133648"/>
                </a:cubicBezTo>
                <a:cubicBezTo>
                  <a:pt x="258119" y="138156"/>
                  <a:pt x="250825" y="143095"/>
                  <a:pt x="244819" y="143095"/>
                </a:cubicBezTo>
                <a:cubicBezTo>
                  <a:pt x="234092" y="143095"/>
                  <a:pt x="229371" y="134509"/>
                  <a:pt x="229371" y="127854"/>
                </a:cubicBezTo>
                <a:cubicBezTo>
                  <a:pt x="229371" y="118194"/>
                  <a:pt x="233879" y="108318"/>
                  <a:pt x="249752" y="104243"/>
                </a:cubicBezTo>
                <a:lnTo>
                  <a:pt x="266702" y="99735"/>
                </a:lnTo>
                <a:moveTo>
                  <a:pt x="266702" y="139446"/>
                </a:moveTo>
                <a:cubicBezTo>
                  <a:pt x="267988" y="146097"/>
                  <a:pt x="270260" y="151888"/>
                  <a:pt x="281075" y="151888"/>
                </a:cubicBezTo>
                <a:cubicBezTo>
                  <a:pt x="289292" y="151888"/>
                  <a:pt x="297014" y="148241"/>
                  <a:pt x="301453" y="143953"/>
                </a:cubicBezTo>
                <a:cubicBezTo>
                  <a:pt x="301089" y="141315"/>
                  <a:pt x="300232" y="139511"/>
                  <a:pt x="297806" y="138159"/>
                </a:cubicBezTo>
                <a:cubicBezTo>
                  <a:pt x="296199" y="139488"/>
                  <a:pt x="292595" y="141593"/>
                  <a:pt x="289868" y="141593"/>
                </a:cubicBezTo>
                <a:cubicBezTo>
                  <a:pt x="283648" y="141593"/>
                  <a:pt x="283432" y="133219"/>
                  <a:pt x="283432" y="123347"/>
                </a:cubicBezTo>
                <a:lnTo>
                  <a:pt x="283432" y="91791"/>
                </a:lnTo>
                <a:cubicBezTo>
                  <a:pt x="283432" y="61312"/>
                  <a:pt x="266702" y="55518"/>
                  <a:pt x="251038" y="55518"/>
                </a:cubicBezTo>
                <a:cubicBezTo>
                  <a:pt x="233447" y="55518"/>
                  <a:pt x="215642" y="67106"/>
                  <a:pt x="215642" y="79342"/>
                </a:cubicBezTo>
                <a:cubicBezTo>
                  <a:pt x="215642" y="84494"/>
                  <a:pt x="218215" y="87070"/>
                  <a:pt x="223152" y="87070"/>
                </a:cubicBezTo>
                <a:cubicBezTo>
                  <a:pt x="229371" y="87070"/>
                  <a:pt x="233234" y="82563"/>
                  <a:pt x="233234" y="79771"/>
                </a:cubicBezTo>
                <a:cubicBezTo>
                  <a:pt x="233234" y="78268"/>
                  <a:pt x="233018" y="76766"/>
                  <a:pt x="232589" y="75908"/>
                </a:cubicBezTo>
                <a:cubicBezTo>
                  <a:pt x="232376" y="75263"/>
                  <a:pt x="232160" y="73977"/>
                  <a:pt x="232160" y="71613"/>
                </a:cubicBezTo>
                <a:cubicBezTo>
                  <a:pt x="232160" y="64958"/>
                  <a:pt x="241172" y="62598"/>
                  <a:pt x="249323" y="62598"/>
                </a:cubicBezTo>
                <a:cubicBezTo>
                  <a:pt x="256616" y="62598"/>
                  <a:pt x="266702" y="66248"/>
                  <a:pt x="266702" y="90504"/>
                </a:cubicBezTo>
                <a:cubicBezTo>
                  <a:pt x="266702" y="92007"/>
                  <a:pt x="266057" y="92864"/>
                  <a:pt x="265412" y="93080"/>
                </a:cubicBezTo>
                <a:lnTo>
                  <a:pt x="246963" y="97588"/>
                </a:lnTo>
                <a:cubicBezTo>
                  <a:pt x="226369" y="102740"/>
                  <a:pt x="211567" y="114116"/>
                  <a:pt x="211567" y="128712"/>
                </a:cubicBezTo>
                <a:cubicBezTo>
                  <a:pt x="211567" y="146313"/>
                  <a:pt x="223581" y="151888"/>
                  <a:pt x="238596" y="151888"/>
                </a:cubicBezTo>
                <a:cubicBezTo>
                  <a:pt x="246063" y="151888"/>
                  <a:pt x="252541" y="150173"/>
                  <a:pt x="261981" y="142879"/>
                </a:cubicBezTo>
                <a:lnTo>
                  <a:pt x="266273" y="139446"/>
                </a:lnTo>
                <a:lnTo>
                  <a:pt x="266702" y="139446"/>
                </a:lnTo>
                <a:close/>
                <a:moveTo>
                  <a:pt x="322092" y="21192"/>
                </a:moveTo>
                <a:cubicBezTo>
                  <a:pt x="322092" y="26770"/>
                  <a:pt x="327241" y="32348"/>
                  <a:pt x="332387" y="32348"/>
                </a:cubicBezTo>
                <a:cubicBezTo>
                  <a:pt x="338394" y="32348"/>
                  <a:pt x="343543" y="26577"/>
                  <a:pt x="343543" y="22050"/>
                </a:cubicBezTo>
                <a:cubicBezTo>
                  <a:pt x="343543" y="16904"/>
                  <a:pt x="339039" y="10894"/>
                  <a:pt x="333248" y="10894"/>
                </a:cubicBezTo>
                <a:cubicBezTo>
                  <a:pt x="328099" y="10894"/>
                  <a:pt x="322092" y="16043"/>
                  <a:pt x="322092" y="21192"/>
                </a:cubicBezTo>
                <a:moveTo>
                  <a:pt x="341615" y="123609"/>
                </a:moveTo>
                <a:lnTo>
                  <a:pt x="341615" y="80851"/>
                </a:lnTo>
                <a:cubicBezTo>
                  <a:pt x="341615" y="70186"/>
                  <a:pt x="342473" y="56408"/>
                  <a:pt x="342473" y="56408"/>
                </a:cubicBezTo>
                <a:cubicBezTo>
                  <a:pt x="342473" y="55541"/>
                  <a:pt x="341399" y="54889"/>
                  <a:pt x="339684" y="54889"/>
                </a:cubicBezTo>
                <a:cubicBezTo>
                  <a:pt x="333569" y="57275"/>
                  <a:pt x="325094" y="59226"/>
                  <a:pt x="310292" y="61174"/>
                </a:cubicBezTo>
                <a:cubicBezTo>
                  <a:pt x="309863" y="62464"/>
                  <a:pt x="310292" y="65894"/>
                  <a:pt x="310720" y="67184"/>
                </a:cubicBezTo>
                <a:cubicBezTo>
                  <a:pt x="322413" y="68278"/>
                  <a:pt x="324665" y="69544"/>
                  <a:pt x="324665" y="81774"/>
                </a:cubicBezTo>
                <a:lnTo>
                  <a:pt x="324665" y="123609"/>
                </a:lnTo>
                <a:cubicBezTo>
                  <a:pt x="324665" y="141416"/>
                  <a:pt x="322305" y="142061"/>
                  <a:pt x="309221" y="143135"/>
                </a:cubicBezTo>
                <a:cubicBezTo>
                  <a:pt x="307931" y="144421"/>
                  <a:pt x="307931" y="148925"/>
                  <a:pt x="309221" y="150212"/>
                </a:cubicBezTo>
                <a:cubicBezTo>
                  <a:pt x="316298" y="149999"/>
                  <a:pt x="324665" y="149783"/>
                  <a:pt x="333248" y="149783"/>
                </a:cubicBezTo>
                <a:cubicBezTo>
                  <a:pt x="341828" y="149783"/>
                  <a:pt x="349979" y="149999"/>
                  <a:pt x="357059" y="150212"/>
                </a:cubicBezTo>
                <a:cubicBezTo>
                  <a:pt x="358346" y="148925"/>
                  <a:pt x="358346" y="144421"/>
                  <a:pt x="357059" y="143135"/>
                </a:cubicBezTo>
                <a:cubicBezTo>
                  <a:pt x="343972" y="142277"/>
                  <a:pt x="341615" y="141416"/>
                  <a:pt x="341615" y="123609"/>
                </a:cubicBezTo>
                <a:close/>
                <a:moveTo>
                  <a:pt x="371907" y="57822"/>
                </a:moveTo>
                <a:cubicBezTo>
                  <a:pt x="368902" y="57822"/>
                  <a:pt x="368044" y="60398"/>
                  <a:pt x="368044" y="62114"/>
                </a:cubicBezTo>
                <a:lnTo>
                  <a:pt x="368044" y="64903"/>
                </a:lnTo>
                <a:cubicBezTo>
                  <a:pt x="368044" y="65976"/>
                  <a:pt x="368257" y="66189"/>
                  <a:pt x="369118" y="66189"/>
                </a:cubicBezTo>
                <a:lnTo>
                  <a:pt x="381773" y="66189"/>
                </a:lnTo>
                <a:lnTo>
                  <a:pt x="381773" y="130666"/>
                </a:lnTo>
                <a:cubicBezTo>
                  <a:pt x="381773" y="145881"/>
                  <a:pt x="388425" y="151888"/>
                  <a:pt x="398291" y="151888"/>
                </a:cubicBezTo>
                <a:cubicBezTo>
                  <a:pt x="408160" y="151888"/>
                  <a:pt x="418887" y="147171"/>
                  <a:pt x="427254" y="137734"/>
                </a:cubicBezTo>
                <a:cubicBezTo>
                  <a:pt x="426825" y="135527"/>
                  <a:pt x="425539" y="134306"/>
                  <a:pt x="423392" y="134093"/>
                </a:cubicBezTo>
                <a:cubicBezTo>
                  <a:pt x="417814" y="138378"/>
                  <a:pt x="411378" y="140090"/>
                  <a:pt x="405800" y="140090"/>
                </a:cubicBezTo>
                <a:cubicBezTo>
                  <a:pt x="400009" y="140090"/>
                  <a:pt x="398723" y="133665"/>
                  <a:pt x="398723" y="120384"/>
                </a:cubicBezTo>
                <a:lnTo>
                  <a:pt x="398723" y="66189"/>
                </a:lnTo>
                <a:lnTo>
                  <a:pt x="421031" y="66189"/>
                </a:lnTo>
                <a:cubicBezTo>
                  <a:pt x="423179" y="66189"/>
                  <a:pt x="426180" y="65331"/>
                  <a:pt x="426180" y="63400"/>
                </a:cubicBezTo>
                <a:lnTo>
                  <a:pt x="426180" y="59112"/>
                </a:lnTo>
                <a:cubicBezTo>
                  <a:pt x="426180" y="58254"/>
                  <a:pt x="425539" y="57822"/>
                  <a:pt x="424465" y="57822"/>
                </a:cubicBezTo>
                <a:lnTo>
                  <a:pt x="398723" y="57822"/>
                </a:lnTo>
                <a:lnTo>
                  <a:pt x="398723" y="49458"/>
                </a:lnTo>
                <a:cubicBezTo>
                  <a:pt x="398723" y="35514"/>
                  <a:pt x="399580" y="26931"/>
                  <a:pt x="399580" y="26931"/>
                </a:cubicBezTo>
                <a:cubicBezTo>
                  <a:pt x="399580" y="25559"/>
                  <a:pt x="398936" y="25045"/>
                  <a:pt x="397927" y="25045"/>
                </a:cubicBezTo>
                <a:cubicBezTo>
                  <a:pt x="396962" y="25045"/>
                  <a:pt x="395138" y="25880"/>
                  <a:pt x="393145" y="26973"/>
                </a:cubicBezTo>
                <a:cubicBezTo>
                  <a:pt x="390719" y="28325"/>
                  <a:pt x="388533" y="29248"/>
                  <a:pt x="385848" y="29998"/>
                </a:cubicBezTo>
                <a:cubicBezTo>
                  <a:pt x="383275" y="30728"/>
                  <a:pt x="381131" y="31458"/>
                  <a:pt x="381131" y="32937"/>
                </a:cubicBezTo>
                <a:cubicBezTo>
                  <a:pt x="381131" y="35429"/>
                  <a:pt x="381773" y="34011"/>
                  <a:pt x="381773" y="57803"/>
                </a:cubicBezTo>
                <a:lnTo>
                  <a:pt x="371907" y="57822"/>
                </a:lnTo>
                <a:close/>
                <a:moveTo>
                  <a:pt x="523018" y="123632"/>
                </a:moveTo>
                <a:lnTo>
                  <a:pt x="523018" y="66189"/>
                </a:lnTo>
                <a:lnTo>
                  <a:pt x="542970" y="66189"/>
                </a:lnTo>
                <a:cubicBezTo>
                  <a:pt x="544901" y="66189"/>
                  <a:pt x="547906" y="65331"/>
                  <a:pt x="547906" y="63400"/>
                </a:cubicBezTo>
                <a:lnTo>
                  <a:pt x="547906" y="59112"/>
                </a:lnTo>
                <a:cubicBezTo>
                  <a:pt x="547906" y="58254"/>
                  <a:pt x="547261" y="57822"/>
                  <a:pt x="546187" y="57822"/>
                </a:cubicBezTo>
                <a:lnTo>
                  <a:pt x="523018" y="57822"/>
                </a:lnTo>
                <a:lnTo>
                  <a:pt x="523018" y="45566"/>
                </a:lnTo>
                <a:cubicBezTo>
                  <a:pt x="523018" y="12455"/>
                  <a:pt x="532887" y="7297"/>
                  <a:pt x="539968" y="7297"/>
                </a:cubicBezTo>
                <a:cubicBezTo>
                  <a:pt x="546403" y="7297"/>
                  <a:pt x="549834" y="9876"/>
                  <a:pt x="552839" y="17402"/>
                </a:cubicBezTo>
                <a:cubicBezTo>
                  <a:pt x="554554" y="21271"/>
                  <a:pt x="556915" y="24282"/>
                  <a:pt x="561419" y="24282"/>
                </a:cubicBezTo>
                <a:cubicBezTo>
                  <a:pt x="565065" y="24282"/>
                  <a:pt x="570215" y="19765"/>
                  <a:pt x="570215" y="15467"/>
                </a:cubicBezTo>
                <a:cubicBezTo>
                  <a:pt x="570215" y="11811"/>
                  <a:pt x="567854" y="7941"/>
                  <a:pt x="563350" y="4508"/>
                </a:cubicBezTo>
                <a:cubicBezTo>
                  <a:pt x="557772" y="645"/>
                  <a:pt x="552194" y="0"/>
                  <a:pt x="544043" y="0"/>
                </a:cubicBezTo>
                <a:cubicBezTo>
                  <a:pt x="526023" y="0"/>
                  <a:pt x="506071" y="15680"/>
                  <a:pt x="506071" y="49223"/>
                </a:cubicBezTo>
                <a:lnTo>
                  <a:pt x="506071" y="57822"/>
                </a:lnTo>
                <a:lnTo>
                  <a:pt x="495131" y="57822"/>
                </a:lnTo>
                <a:cubicBezTo>
                  <a:pt x="491269" y="57822"/>
                  <a:pt x="490195" y="60398"/>
                  <a:pt x="490195" y="62114"/>
                </a:cubicBezTo>
                <a:lnTo>
                  <a:pt x="490195" y="64903"/>
                </a:lnTo>
                <a:cubicBezTo>
                  <a:pt x="490195" y="65976"/>
                  <a:pt x="490411" y="66189"/>
                  <a:pt x="491269" y="66189"/>
                </a:cubicBezTo>
                <a:lnTo>
                  <a:pt x="506071" y="66189"/>
                </a:lnTo>
                <a:lnTo>
                  <a:pt x="506071" y="123632"/>
                </a:lnTo>
                <a:cubicBezTo>
                  <a:pt x="506071" y="141419"/>
                  <a:pt x="502638" y="142277"/>
                  <a:pt x="491053" y="143135"/>
                </a:cubicBezTo>
                <a:cubicBezTo>
                  <a:pt x="489766" y="144421"/>
                  <a:pt x="489766" y="148925"/>
                  <a:pt x="491053" y="150212"/>
                </a:cubicBezTo>
                <a:cubicBezTo>
                  <a:pt x="498562" y="149999"/>
                  <a:pt x="506071" y="149783"/>
                  <a:pt x="514651" y="149783"/>
                </a:cubicBezTo>
                <a:cubicBezTo>
                  <a:pt x="523234" y="149783"/>
                  <a:pt x="533532" y="149999"/>
                  <a:pt x="541038" y="150212"/>
                </a:cubicBezTo>
                <a:cubicBezTo>
                  <a:pt x="542328" y="148925"/>
                  <a:pt x="542328" y="144421"/>
                  <a:pt x="541038" y="143135"/>
                </a:cubicBezTo>
                <a:cubicBezTo>
                  <a:pt x="524308" y="142277"/>
                  <a:pt x="523018" y="141419"/>
                  <a:pt x="523018" y="12363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or">
            <a:extLst xmlns:a="http://schemas.openxmlformats.org/drawingml/2006/main">
              <a:ext uri="{FF2B5EF4-FFF2-40B4-BE49-F238E27FC236}">
                <a16:creationId xmlns:a16="http://schemas.microsoft.com/office/drawing/2014/main" id="{906A7A7B-F366-4B2F-BA65-382DFE7B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041" y="1471075"/>
            <a:ext cx="175957" cy="97012"/>
          </a:xfrm>
          <a:custGeom xmlns:a="http://schemas.openxmlformats.org/drawingml/2006/main">
            <a:pathLst>
              <a:path w="175957" h="97012">
                <a:moveTo>
                  <a:pt x="0" y="50866"/>
                </a:moveTo>
                <a:cubicBezTo>
                  <a:pt x="0" y="72762"/>
                  <a:pt x="14590" y="97012"/>
                  <a:pt x="45052" y="97012"/>
                </a:cubicBezTo>
                <a:cubicBezTo>
                  <a:pt x="58870" y="97012"/>
                  <a:pt x="69253" y="92144"/>
                  <a:pt x="76566" y="84998"/>
                </a:cubicBezTo>
                <a:cubicBezTo>
                  <a:pt x="86177" y="75597"/>
                  <a:pt x="90534" y="62094"/>
                  <a:pt x="90534" y="48935"/>
                </a:cubicBezTo>
                <a:cubicBezTo>
                  <a:pt x="90534" y="26610"/>
                  <a:pt x="78304" y="642"/>
                  <a:pt x="45481" y="642"/>
                </a:cubicBezTo>
                <a:cubicBezTo>
                  <a:pt x="31366" y="642"/>
                  <a:pt x="19716" y="6436"/>
                  <a:pt x="11866" y="15663"/>
                </a:cubicBezTo>
                <a:cubicBezTo>
                  <a:pt x="4079" y="24809"/>
                  <a:pt x="0" y="37301"/>
                  <a:pt x="0" y="50866"/>
                </a:cubicBezTo>
                <a:moveTo>
                  <a:pt x="42263" y="8151"/>
                </a:moveTo>
                <a:cubicBezTo>
                  <a:pt x="60713" y="8151"/>
                  <a:pt x="72085" y="24895"/>
                  <a:pt x="72085" y="55806"/>
                </a:cubicBezTo>
                <a:cubicBezTo>
                  <a:pt x="72085" y="82851"/>
                  <a:pt x="58140" y="89506"/>
                  <a:pt x="48057" y="89506"/>
                </a:cubicBezTo>
                <a:cubicBezTo>
                  <a:pt x="25746" y="89506"/>
                  <a:pt x="18452" y="62457"/>
                  <a:pt x="18452" y="45930"/>
                </a:cubicBezTo>
                <a:cubicBezTo>
                  <a:pt x="18452" y="27255"/>
                  <a:pt x="22957" y="8151"/>
                  <a:pt x="42263" y="8151"/>
                </a:cubicBezTo>
                <a:close/>
                <a:moveTo>
                  <a:pt x="136915" y="18024"/>
                </a:moveTo>
                <a:cubicBezTo>
                  <a:pt x="136548" y="9437"/>
                  <a:pt x="136208" y="3925"/>
                  <a:pt x="135199" y="1715"/>
                </a:cubicBezTo>
                <a:cubicBezTo>
                  <a:pt x="134748" y="730"/>
                  <a:pt x="134338" y="0"/>
                  <a:pt x="132623" y="0"/>
                </a:cubicBezTo>
                <a:cubicBezTo>
                  <a:pt x="126616" y="2360"/>
                  <a:pt x="121038" y="4291"/>
                  <a:pt x="106236" y="6220"/>
                </a:cubicBezTo>
                <a:cubicBezTo>
                  <a:pt x="105807" y="7509"/>
                  <a:pt x="106236" y="10940"/>
                  <a:pt x="106665" y="12226"/>
                </a:cubicBezTo>
                <a:cubicBezTo>
                  <a:pt x="118249" y="13300"/>
                  <a:pt x="120610" y="14374"/>
                  <a:pt x="120610" y="26829"/>
                </a:cubicBezTo>
                <a:lnTo>
                  <a:pt x="120610" y="68713"/>
                </a:lnTo>
                <a:cubicBezTo>
                  <a:pt x="120610" y="86540"/>
                  <a:pt x="118037" y="87398"/>
                  <a:pt x="104733" y="88259"/>
                </a:cubicBezTo>
                <a:cubicBezTo>
                  <a:pt x="103447" y="89545"/>
                  <a:pt x="103447" y="94049"/>
                  <a:pt x="104733" y="95336"/>
                </a:cubicBezTo>
                <a:cubicBezTo>
                  <a:pt x="112243" y="95123"/>
                  <a:pt x="120610" y="94907"/>
                  <a:pt x="129193" y="94907"/>
                </a:cubicBezTo>
                <a:cubicBezTo>
                  <a:pt x="137772" y="94907"/>
                  <a:pt x="147642" y="95123"/>
                  <a:pt x="155148" y="95336"/>
                </a:cubicBezTo>
                <a:cubicBezTo>
                  <a:pt x="156437" y="94049"/>
                  <a:pt x="156437" y="89545"/>
                  <a:pt x="155148" y="88259"/>
                </a:cubicBezTo>
                <a:cubicBezTo>
                  <a:pt x="140132" y="87185"/>
                  <a:pt x="137556" y="86540"/>
                  <a:pt x="137556" y="68713"/>
                </a:cubicBezTo>
                <a:lnTo>
                  <a:pt x="137556" y="38859"/>
                </a:lnTo>
                <a:cubicBezTo>
                  <a:pt x="137556" y="33275"/>
                  <a:pt x="140132" y="28335"/>
                  <a:pt x="142705" y="24469"/>
                </a:cubicBezTo>
                <a:cubicBezTo>
                  <a:pt x="145066" y="21032"/>
                  <a:pt x="150002" y="13945"/>
                  <a:pt x="152575" y="13945"/>
                </a:cubicBezTo>
                <a:cubicBezTo>
                  <a:pt x="154506" y="13945"/>
                  <a:pt x="156437" y="14459"/>
                  <a:pt x="158110" y="16672"/>
                </a:cubicBezTo>
                <a:cubicBezTo>
                  <a:pt x="159740" y="18819"/>
                  <a:pt x="162143" y="21677"/>
                  <a:pt x="165875" y="21677"/>
                </a:cubicBezTo>
                <a:cubicBezTo>
                  <a:pt x="171024" y="21677"/>
                  <a:pt x="175957" y="16305"/>
                  <a:pt x="175957" y="10940"/>
                </a:cubicBezTo>
                <a:cubicBezTo>
                  <a:pt x="175957" y="6842"/>
                  <a:pt x="172098" y="642"/>
                  <a:pt x="163086" y="642"/>
                </a:cubicBezTo>
                <a:cubicBezTo>
                  <a:pt x="153004" y="642"/>
                  <a:pt x="144208" y="10082"/>
                  <a:pt x="139275" y="18452"/>
                </a:cubicBezTo>
                <a:cubicBezTo>
                  <a:pt x="137988" y="20816"/>
                  <a:pt x="136957" y="19097"/>
                  <a:pt x="136915" y="1802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Interrupt">
            <a:extLst xmlns:a="http://schemas.openxmlformats.org/drawingml/2006/main">
              <a:ext uri="{FF2B5EF4-FFF2-40B4-BE49-F238E27FC236}">
                <a16:creationId xmlns:a16="http://schemas.microsoft.com/office/drawing/2014/main" id="{C38B07A7-E4E5-4776-AECA-642FA8FB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675" y="1641621"/>
            <a:ext cx="793243" cy="189179"/>
          </a:xfrm>
          <a:custGeom xmlns:a="http://schemas.openxmlformats.org/drawingml/2006/main">
            <a:pathLst>
              <a:path w="793243" h="189179">
                <a:moveTo>
                  <a:pt x="38188" y="112705"/>
                </a:moveTo>
                <a:lnTo>
                  <a:pt x="38188" y="26616"/>
                </a:lnTo>
                <a:cubicBezTo>
                  <a:pt x="38188" y="8799"/>
                  <a:pt x="41835" y="7725"/>
                  <a:pt x="56853" y="7080"/>
                </a:cubicBezTo>
                <a:cubicBezTo>
                  <a:pt x="58140" y="5794"/>
                  <a:pt x="58140" y="1290"/>
                  <a:pt x="56853" y="0"/>
                </a:cubicBezTo>
                <a:cubicBezTo>
                  <a:pt x="47413" y="216"/>
                  <a:pt x="37222" y="432"/>
                  <a:pt x="28963" y="432"/>
                </a:cubicBezTo>
                <a:cubicBezTo>
                  <a:pt x="21775" y="432"/>
                  <a:pt x="11372" y="216"/>
                  <a:pt x="1290" y="0"/>
                </a:cubicBezTo>
                <a:cubicBezTo>
                  <a:pt x="0" y="1290"/>
                  <a:pt x="0" y="5794"/>
                  <a:pt x="1290" y="7080"/>
                </a:cubicBezTo>
                <a:cubicBezTo>
                  <a:pt x="16305" y="7725"/>
                  <a:pt x="19952" y="8799"/>
                  <a:pt x="19952" y="26616"/>
                </a:cubicBezTo>
                <a:lnTo>
                  <a:pt x="19952" y="112705"/>
                </a:lnTo>
                <a:cubicBezTo>
                  <a:pt x="19952" y="130522"/>
                  <a:pt x="16305" y="131596"/>
                  <a:pt x="1290" y="132241"/>
                </a:cubicBezTo>
                <a:cubicBezTo>
                  <a:pt x="0" y="133527"/>
                  <a:pt x="0" y="138031"/>
                  <a:pt x="1290" y="139318"/>
                </a:cubicBezTo>
                <a:cubicBezTo>
                  <a:pt x="10943" y="139105"/>
                  <a:pt x="21389" y="138889"/>
                  <a:pt x="29176" y="138889"/>
                </a:cubicBezTo>
                <a:cubicBezTo>
                  <a:pt x="36813" y="138889"/>
                  <a:pt x="47197" y="139105"/>
                  <a:pt x="56853" y="139318"/>
                </a:cubicBezTo>
                <a:cubicBezTo>
                  <a:pt x="58140" y="138031"/>
                  <a:pt x="58140" y="133527"/>
                  <a:pt x="56853" y="132241"/>
                </a:cubicBezTo>
                <a:cubicBezTo>
                  <a:pt x="41835" y="131596"/>
                  <a:pt x="38188" y="130522"/>
                  <a:pt x="38188" y="112705"/>
                </a:cubicBezTo>
                <a:close/>
                <a:moveTo>
                  <a:pt x="99628" y="62009"/>
                </a:moveTo>
                <a:cubicBezTo>
                  <a:pt x="98319" y="63511"/>
                  <a:pt x="97118" y="64029"/>
                  <a:pt x="97055" y="62009"/>
                </a:cubicBezTo>
                <a:cubicBezTo>
                  <a:pt x="96839" y="56212"/>
                  <a:pt x="96345" y="47907"/>
                  <a:pt x="95337" y="45697"/>
                </a:cubicBezTo>
                <a:cubicBezTo>
                  <a:pt x="94888" y="44712"/>
                  <a:pt x="94479" y="43982"/>
                  <a:pt x="92764" y="43982"/>
                </a:cubicBezTo>
                <a:cubicBezTo>
                  <a:pt x="86757" y="46342"/>
                  <a:pt x="81179" y="48274"/>
                  <a:pt x="66377" y="50202"/>
                </a:cubicBezTo>
                <a:cubicBezTo>
                  <a:pt x="65948" y="51491"/>
                  <a:pt x="66377" y="54922"/>
                  <a:pt x="66805" y="56212"/>
                </a:cubicBezTo>
                <a:cubicBezTo>
                  <a:pt x="78390" y="57285"/>
                  <a:pt x="80750" y="58359"/>
                  <a:pt x="80750" y="70814"/>
                </a:cubicBezTo>
                <a:lnTo>
                  <a:pt x="80750" y="112695"/>
                </a:lnTo>
                <a:cubicBezTo>
                  <a:pt x="80750" y="130306"/>
                  <a:pt x="78606" y="131167"/>
                  <a:pt x="65732" y="132241"/>
                </a:cubicBezTo>
                <a:cubicBezTo>
                  <a:pt x="64445" y="133527"/>
                  <a:pt x="64445" y="138031"/>
                  <a:pt x="65732" y="139318"/>
                </a:cubicBezTo>
                <a:cubicBezTo>
                  <a:pt x="72171" y="139105"/>
                  <a:pt x="80750" y="138889"/>
                  <a:pt x="89330" y="138889"/>
                </a:cubicBezTo>
                <a:cubicBezTo>
                  <a:pt x="97913" y="138889"/>
                  <a:pt x="104349" y="139105"/>
                  <a:pt x="110784" y="139318"/>
                </a:cubicBezTo>
                <a:cubicBezTo>
                  <a:pt x="112071" y="138031"/>
                  <a:pt x="112071" y="133527"/>
                  <a:pt x="110784" y="132241"/>
                </a:cubicBezTo>
                <a:cubicBezTo>
                  <a:pt x="99844" y="131167"/>
                  <a:pt x="97697" y="130306"/>
                  <a:pt x="97697" y="112695"/>
                </a:cubicBezTo>
                <a:lnTo>
                  <a:pt x="97697" y="77473"/>
                </a:lnTo>
                <a:cubicBezTo>
                  <a:pt x="97697" y="72962"/>
                  <a:pt x="99628" y="70386"/>
                  <a:pt x="101344" y="68454"/>
                </a:cubicBezTo>
                <a:cubicBezTo>
                  <a:pt x="109498" y="60506"/>
                  <a:pt x="119151" y="55780"/>
                  <a:pt x="127518" y="55780"/>
                </a:cubicBezTo>
                <a:cubicBezTo>
                  <a:pt x="131809" y="55780"/>
                  <a:pt x="136314" y="58572"/>
                  <a:pt x="138887" y="63511"/>
                </a:cubicBezTo>
                <a:cubicBezTo>
                  <a:pt x="141034" y="67809"/>
                  <a:pt x="141463" y="73607"/>
                  <a:pt x="141463" y="80049"/>
                </a:cubicBezTo>
                <a:lnTo>
                  <a:pt x="141463" y="112695"/>
                </a:lnTo>
                <a:cubicBezTo>
                  <a:pt x="141463" y="130306"/>
                  <a:pt x="139315" y="131167"/>
                  <a:pt x="128160" y="132241"/>
                </a:cubicBezTo>
                <a:cubicBezTo>
                  <a:pt x="127089" y="133527"/>
                  <a:pt x="127089" y="138031"/>
                  <a:pt x="128160" y="139318"/>
                </a:cubicBezTo>
                <a:cubicBezTo>
                  <a:pt x="134598" y="139105"/>
                  <a:pt x="141463" y="138889"/>
                  <a:pt x="150043" y="138889"/>
                </a:cubicBezTo>
                <a:cubicBezTo>
                  <a:pt x="158626" y="138889"/>
                  <a:pt x="166348" y="139105"/>
                  <a:pt x="172783" y="139318"/>
                </a:cubicBezTo>
                <a:cubicBezTo>
                  <a:pt x="173857" y="138031"/>
                  <a:pt x="173857" y="133527"/>
                  <a:pt x="172783" y="132241"/>
                </a:cubicBezTo>
                <a:cubicBezTo>
                  <a:pt x="160770" y="131167"/>
                  <a:pt x="158410" y="130306"/>
                  <a:pt x="158410" y="112695"/>
                </a:cubicBezTo>
                <a:lnTo>
                  <a:pt x="158410" y="80694"/>
                </a:lnTo>
                <a:cubicBezTo>
                  <a:pt x="158410" y="68883"/>
                  <a:pt x="157552" y="58572"/>
                  <a:pt x="152619" y="51920"/>
                </a:cubicBezTo>
                <a:cubicBezTo>
                  <a:pt x="148969" y="47200"/>
                  <a:pt x="142321" y="44624"/>
                  <a:pt x="134811" y="44624"/>
                </a:cubicBezTo>
                <a:cubicBezTo>
                  <a:pt x="124300" y="44624"/>
                  <a:pt x="112349" y="47413"/>
                  <a:pt x="99628" y="62009"/>
                </a:cubicBezTo>
                <a:close/>
                <a:moveTo>
                  <a:pt x="186300" y="46928"/>
                </a:moveTo>
                <a:cubicBezTo>
                  <a:pt x="183295" y="46928"/>
                  <a:pt x="182437" y="49504"/>
                  <a:pt x="182437" y="51220"/>
                </a:cubicBezTo>
                <a:lnTo>
                  <a:pt x="182437" y="54009"/>
                </a:lnTo>
                <a:cubicBezTo>
                  <a:pt x="182437" y="55082"/>
                  <a:pt x="182650" y="55295"/>
                  <a:pt x="183511" y="55295"/>
                </a:cubicBezTo>
                <a:lnTo>
                  <a:pt x="196166" y="55295"/>
                </a:lnTo>
                <a:lnTo>
                  <a:pt x="196166" y="119772"/>
                </a:lnTo>
                <a:cubicBezTo>
                  <a:pt x="196166" y="134987"/>
                  <a:pt x="202818" y="140994"/>
                  <a:pt x="212684" y="140994"/>
                </a:cubicBezTo>
                <a:cubicBezTo>
                  <a:pt x="222553" y="140994"/>
                  <a:pt x="233280" y="136277"/>
                  <a:pt x="241647" y="126839"/>
                </a:cubicBezTo>
                <a:cubicBezTo>
                  <a:pt x="241219" y="124633"/>
                  <a:pt x="239932" y="123412"/>
                  <a:pt x="237785" y="123199"/>
                </a:cubicBezTo>
                <a:cubicBezTo>
                  <a:pt x="232207" y="127484"/>
                  <a:pt x="225771" y="129196"/>
                  <a:pt x="220193" y="129196"/>
                </a:cubicBezTo>
                <a:cubicBezTo>
                  <a:pt x="214402" y="129196"/>
                  <a:pt x="213116" y="122771"/>
                  <a:pt x="213116" y="109490"/>
                </a:cubicBezTo>
                <a:lnTo>
                  <a:pt x="213116" y="55295"/>
                </a:lnTo>
                <a:lnTo>
                  <a:pt x="235425" y="55295"/>
                </a:lnTo>
                <a:cubicBezTo>
                  <a:pt x="237572" y="55295"/>
                  <a:pt x="240574" y="54437"/>
                  <a:pt x="240574" y="52506"/>
                </a:cubicBezTo>
                <a:lnTo>
                  <a:pt x="240574" y="48218"/>
                </a:lnTo>
                <a:cubicBezTo>
                  <a:pt x="240574" y="47360"/>
                  <a:pt x="239932" y="46928"/>
                  <a:pt x="238858" y="46928"/>
                </a:cubicBezTo>
                <a:lnTo>
                  <a:pt x="213116" y="46928"/>
                </a:lnTo>
                <a:lnTo>
                  <a:pt x="213116" y="38564"/>
                </a:lnTo>
                <a:cubicBezTo>
                  <a:pt x="213116" y="24620"/>
                  <a:pt x="213974" y="16037"/>
                  <a:pt x="213974" y="16037"/>
                </a:cubicBezTo>
                <a:cubicBezTo>
                  <a:pt x="213974" y="14665"/>
                  <a:pt x="213329" y="14151"/>
                  <a:pt x="212321" y="14151"/>
                </a:cubicBezTo>
                <a:cubicBezTo>
                  <a:pt x="211355" y="14151"/>
                  <a:pt x="209532" y="14986"/>
                  <a:pt x="207538" y="16079"/>
                </a:cubicBezTo>
                <a:cubicBezTo>
                  <a:pt x="205112" y="17431"/>
                  <a:pt x="202926" y="18354"/>
                  <a:pt x="200242" y="19104"/>
                </a:cubicBezTo>
                <a:cubicBezTo>
                  <a:pt x="197669" y="19834"/>
                  <a:pt x="195524" y="20564"/>
                  <a:pt x="195524" y="22043"/>
                </a:cubicBezTo>
                <a:cubicBezTo>
                  <a:pt x="195524" y="24534"/>
                  <a:pt x="196166" y="23117"/>
                  <a:pt x="196166" y="46908"/>
                </a:cubicBezTo>
                <a:lnTo>
                  <a:pt x="186300" y="46928"/>
                </a:lnTo>
                <a:close/>
                <a:moveTo>
                  <a:pt x="272625" y="78392"/>
                </a:moveTo>
                <a:cubicBezTo>
                  <a:pt x="276700" y="54254"/>
                  <a:pt x="291719" y="52333"/>
                  <a:pt x="296868" y="52333"/>
                </a:cubicBezTo>
                <a:cubicBezTo>
                  <a:pt x="305019" y="52333"/>
                  <a:pt x="314672" y="56820"/>
                  <a:pt x="314672" y="74762"/>
                </a:cubicBezTo>
                <a:cubicBezTo>
                  <a:pt x="314672" y="76684"/>
                  <a:pt x="313815" y="77708"/>
                  <a:pt x="311454" y="77754"/>
                </a:cubicBezTo>
                <a:lnTo>
                  <a:pt x="272625" y="78392"/>
                </a:lnTo>
                <a:moveTo>
                  <a:pt x="328830" y="118908"/>
                </a:moveTo>
                <a:cubicBezTo>
                  <a:pt x="320895" y="127056"/>
                  <a:pt x="314672" y="130483"/>
                  <a:pt x="302230" y="130483"/>
                </a:cubicBezTo>
                <a:cubicBezTo>
                  <a:pt x="294508" y="130483"/>
                  <a:pt x="285496" y="125982"/>
                  <a:pt x="278848" y="115052"/>
                </a:cubicBezTo>
                <a:cubicBezTo>
                  <a:pt x="274556" y="107978"/>
                  <a:pt x="271980" y="98118"/>
                  <a:pt x="271980" y="85686"/>
                </a:cubicBezTo>
                <a:lnTo>
                  <a:pt x="329046" y="86115"/>
                </a:lnTo>
                <a:cubicBezTo>
                  <a:pt x="331619" y="86115"/>
                  <a:pt x="333121" y="84828"/>
                  <a:pt x="333121" y="82468"/>
                </a:cubicBezTo>
                <a:cubicBezTo>
                  <a:pt x="333121" y="64510"/>
                  <a:pt x="326686" y="45252"/>
                  <a:pt x="296868" y="45252"/>
                </a:cubicBezTo>
                <a:cubicBezTo>
                  <a:pt x="278203" y="45252"/>
                  <a:pt x="253960" y="63014"/>
                  <a:pt x="253960" y="95545"/>
                </a:cubicBezTo>
                <a:cubicBezTo>
                  <a:pt x="253960" y="107549"/>
                  <a:pt x="256965" y="119124"/>
                  <a:pt x="264045" y="127268"/>
                </a:cubicBezTo>
                <a:cubicBezTo>
                  <a:pt x="271338" y="135848"/>
                  <a:pt x="281421" y="140994"/>
                  <a:pt x="296868" y="140994"/>
                </a:cubicBezTo>
                <a:cubicBezTo>
                  <a:pt x="313170" y="140994"/>
                  <a:pt x="324754" y="133488"/>
                  <a:pt x="333337" y="122339"/>
                </a:cubicBezTo>
                <a:cubicBezTo>
                  <a:pt x="332693" y="120194"/>
                  <a:pt x="331406" y="119124"/>
                  <a:pt x="328830" y="118908"/>
                </a:cubicBezTo>
                <a:close/>
                <a:moveTo>
                  <a:pt x="379718" y="62006"/>
                </a:moveTo>
                <a:cubicBezTo>
                  <a:pt x="379351" y="53419"/>
                  <a:pt x="379011" y="47907"/>
                  <a:pt x="378003" y="45697"/>
                </a:cubicBezTo>
                <a:cubicBezTo>
                  <a:pt x="377551" y="44712"/>
                  <a:pt x="377142" y="43982"/>
                  <a:pt x="375426" y="43982"/>
                </a:cubicBezTo>
                <a:cubicBezTo>
                  <a:pt x="369420" y="46342"/>
                  <a:pt x="363842" y="48274"/>
                  <a:pt x="349039" y="50202"/>
                </a:cubicBezTo>
                <a:cubicBezTo>
                  <a:pt x="348610" y="51491"/>
                  <a:pt x="349039" y="54922"/>
                  <a:pt x="349468" y="56208"/>
                </a:cubicBezTo>
                <a:cubicBezTo>
                  <a:pt x="361053" y="57282"/>
                  <a:pt x="363413" y="58356"/>
                  <a:pt x="363413" y="70811"/>
                </a:cubicBezTo>
                <a:lnTo>
                  <a:pt x="363413" y="112695"/>
                </a:lnTo>
                <a:cubicBezTo>
                  <a:pt x="363413" y="130522"/>
                  <a:pt x="360840" y="131380"/>
                  <a:pt x="347537" y="132241"/>
                </a:cubicBezTo>
                <a:cubicBezTo>
                  <a:pt x="346250" y="133527"/>
                  <a:pt x="346250" y="138031"/>
                  <a:pt x="347537" y="139318"/>
                </a:cubicBezTo>
                <a:cubicBezTo>
                  <a:pt x="355046" y="139105"/>
                  <a:pt x="363413" y="138889"/>
                  <a:pt x="371996" y="138889"/>
                </a:cubicBezTo>
                <a:cubicBezTo>
                  <a:pt x="380576" y="138889"/>
                  <a:pt x="390445" y="139105"/>
                  <a:pt x="397951" y="139318"/>
                </a:cubicBezTo>
                <a:cubicBezTo>
                  <a:pt x="399241" y="138031"/>
                  <a:pt x="399241" y="133527"/>
                  <a:pt x="397951" y="132241"/>
                </a:cubicBezTo>
                <a:cubicBezTo>
                  <a:pt x="382936" y="131167"/>
                  <a:pt x="380359" y="130522"/>
                  <a:pt x="380359" y="112695"/>
                </a:cubicBezTo>
                <a:lnTo>
                  <a:pt x="380359" y="82841"/>
                </a:lnTo>
                <a:cubicBezTo>
                  <a:pt x="380359" y="77257"/>
                  <a:pt x="382936" y="72317"/>
                  <a:pt x="385509" y="68451"/>
                </a:cubicBezTo>
                <a:cubicBezTo>
                  <a:pt x="387869" y="65014"/>
                  <a:pt x="392805" y="57927"/>
                  <a:pt x="395378" y="57927"/>
                </a:cubicBezTo>
                <a:cubicBezTo>
                  <a:pt x="397309" y="57927"/>
                  <a:pt x="399241" y="58441"/>
                  <a:pt x="400913" y="60654"/>
                </a:cubicBezTo>
                <a:cubicBezTo>
                  <a:pt x="402544" y="62801"/>
                  <a:pt x="404946" y="65659"/>
                  <a:pt x="408678" y="65659"/>
                </a:cubicBezTo>
                <a:cubicBezTo>
                  <a:pt x="413827" y="65659"/>
                  <a:pt x="418760" y="60287"/>
                  <a:pt x="418760" y="54922"/>
                </a:cubicBezTo>
                <a:cubicBezTo>
                  <a:pt x="418760" y="50824"/>
                  <a:pt x="414901" y="44624"/>
                  <a:pt x="405889" y="44624"/>
                </a:cubicBezTo>
                <a:cubicBezTo>
                  <a:pt x="395807" y="44624"/>
                  <a:pt x="387011" y="54064"/>
                  <a:pt x="382078" y="62434"/>
                </a:cubicBezTo>
                <a:cubicBezTo>
                  <a:pt x="380792" y="64798"/>
                  <a:pt x="379760" y="63079"/>
                  <a:pt x="379718" y="62006"/>
                </a:cubicBezTo>
                <a:close/>
                <a:moveTo>
                  <a:pt x="460659" y="62006"/>
                </a:moveTo>
                <a:cubicBezTo>
                  <a:pt x="460293" y="53419"/>
                  <a:pt x="459952" y="47907"/>
                  <a:pt x="458944" y="45697"/>
                </a:cubicBezTo>
                <a:cubicBezTo>
                  <a:pt x="458492" y="44712"/>
                  <a:pt x="458083" y="43982"/>
                  <a:pt x="456368" y="43982"/>
                </a:cubicBezTo>
                <a:cubicBezTo>
                  <a:pt x="450361" y="46342"/>
                  <a:pt x="444783" y="48274"/>
                  <a:pt x="429980" y="50202"/>
                </a:cubicBezTo>
                <a:cubicBezTo>
                  <a:pt x="429552" y="51491"/>
                  <a:pt x="429980" y="54922"/>
                  <a:pt x="430409" y="56208"/>
                </a:cubicBezTo>
                <a:cubicBezTo>
                  <a:pt x="441994" y="57282"/>
                  <a:pt x="444354" y="58356"/>
                  <a:pt x="444354" y="70811"/>
                </a:cubicBezTo>
                <a:lnTo>
                  <a:pt x="444354" y="112695"/>
                </a:lnTo>
                <a:cubicBezTo>
                  <a:pt x="444354" y="130522"/>
                  <a:pt x="441781" y="131380"/>
                  <a:pt x="428478" y="132241"/>
                </a:cubicBezTo>
                <a:cubicBezTo>
                  <a:pt x="427191" y="133527"/>
                  <a:pt x="427191" y="138031"/>
                  <a:pt x="428478" y="139318"/>
                </a:cubicBezTo>
                <a:cubicBezTo>
                  <a:pt x="435987" y="139105"/>
                  <a:pt x="444354" y="138889"/>
                  <a:pt x="452937" y="138889"/>
                </a:cubicBezTo>
                <a:cubicBezTo>
                  <a:pt x="461517" y="138889"/>
                  <a:pt x="471386" y="139105"/>
                  <a:pt x="478892" y="139318"/>
                </a:cubicBezTo>
                <a:cubicBezTo>
                  <a:pt x="480182" y="138031"/>
                  <a:pt x="480182" y="133527"/>
                  <a:pt x="478892" y="132241"/>
                </a:cubicBezTo>
                <a:cubicBezTo>
                  <a:pt x="463877" y="131167"/>
                  <a:pt x="461301" y="130522"/>
                  <a:pt x="461301" y="112695"/>
                </a:cubicBezTo>
                <a:lnTo>
                  <a:pt x="461301" y="82841"/>
                </a:lnTo>
                <a:cubicBezTo>
                  <a:pt x="461301" y="77257"/>
                  <a:pt x="463877" y="72317"/>
                  <a:pt x="466450" y="68451"/>
                </a:cubicBezTo>
                <a:cubicBezTo>
                  <a:pt x="468810" y="65014"/>
                  <a:pt x="473746" y="57927"/>
                  <a:pt x="476319" y="57927"/>
                </a:cubicBezTo>
                <a:cubicBezTo>
                  <a:pt x="478251" y="57927"/>
                  <a:pt x="480182" y="58441"/>
                  <a:pt x="481855" y="60654"/>
                </a:cubicBezTo>
                <a:cubicBezTo>
                  <a:pt x="483485" y="62801"/>
                  <a:pt x="485888" y="65659"/>
                  <a:pt x="489619" y="65659"/>
                </a:cubicBezTo>
                <a:cubicBezTo>
                  <a:pt x="494768" y="65659"/>
                  <a:pt x="499702" y="60287"/>
                  <a:pt x="499702" y="54922"/>
                </a:cubicBezTo>
                <a:cubicBezTo>
                  <a:pt x="499702" y="50824"/>
                  <a:pt x="495842" y="44624"/>
                  <a:pt x="486830" y="44624"/>
                </a:cubicBezTo>
                <a:cubicBezTo>
                  <a:pt x="476748" y="44624"/>
                  <a:pt x="467952" y="54064"/>
                  <a:pt x="463019" y="62434"/>
                </a:cubicBezTo>
                <a:cubicBezTo>
                  <a:pt x="461733" y="64798"/>
                  <a:pt x="460702" y="63079"/>
                  <a:pt x="460659" y="62006"/>
                </a:cubicBezTo>
                <a:close/>
                <a:moveTo>
                  <a:pt x="550397" y="140994"/>
                </a:moveTo>
                <a:cubicBezTo>
                  <a:pt x="558764" y="140994"/>
                  <a:pt x="568846" y="136706"/>
                  <a:pt x="579357" y="128129"/>
                </a:cubicBezTo>
                <a:cubicBezTo>
                  <a:pt x="580431" y="127272"/>
                  <a:pt x="582424" y="126843"/>
                  <a:pt x="582575" y="128342"/>
                </a:cubicBezTo>
                <a:cubicBezTo>
                  <a:pt x="583112" y="133809"/>
                  <a:pt x="584935" y="140994"/>
                  <a:pt x="584935" y="140994"/>
                </a:cubicBezTo>
                <a:cubicBezTo>
                  <a:pt x="586650" y="141639"/>
                  <a:pt x="587616" y="141531"/>
                  <a:pt x="589010" y="140994"/>
                </a:cubicBezTo>
                <a:cubicBezTo>
                  <a:pt x="593731" y="137134"/>
                  <a:pt x="601240" y="133917"/>
                  <a:pt x="614327" y="132414"/>
                </a:cubicBezTo>
                <a:cubicBezTo>
                  <a:pt x="615614" y="131128"/>
                  <a:pt x="615614" y="127913"/>
                  <a:pt x="614327" y="126630"/>
                </a:cubicBezTo>
                <a:cubicBezTo>
                  <a:pt x="600595" y="125556"/>
                  <a:pt x="598664" y="121487"/>
                  <a:pt x="598664" y="110993"/>
                </a:cubicBezTo>
                <a:lnTo>
                  <a:pt x="598664" y="69868"/>
                </a:lnTo>
                <a:cubicBezTo>
                  <a:pt x="598664" y="63443"/>
                  <a:pt x="599525" y="47799"/>
                  <a:pt x="599525" y="47799"/>
                </a:cubicBezTo>
                <a:cubicBezTo>
                  <a:pt x="599525" y="47154"/>
                  <a:pt x="598880" y="46509"/>
                  <a:pt x="597806" y="46509"/>
                </a:cubicBezTo>
                <a:cubicBezTo>
                  <a:pt x="596736" y="46725"/>
                  <a:pt x="593518" y="46941"/>
                  <a:pt x="590300" y="46941"/>
                </a:cubicBezTo>
                <a:cubicBezTo>
                  <a:pt x="583432" y="46941"/>
                  <a:pt x="575710" y="46725"/>
                  <a:pt x="568417" y="46509"/>
                </a:cubicBezTo>
                <a:cubicBezTo>
                  <a:pt x="567131" y="47799"/>
                  <a:pt x="567131" y="52303"/>
                  <a:pt x="568417" y="53590"/>
                </a:cubicBezTo>
                <a:cubicBezTo>
                  <a:pt x="578928" y="54231"/>
                  <a:pt x="581717" y="56804"/>
                  <a:pt x="581717" y="70939"/>
                </a:cubicBezTo>
                <a:lnTo>
                  <a:pt x="581717" y="112279"/>
                </a:lnTo>
                <a:cubicBezTo>
                  <a:pt x="581717" y="116348"/>
                  <a:pt x="581288" y="118060"/>
                  <a:pt x="578286" y="120633"/>
                </a:cubicBezTo>
                <a:cubicBezTo>
                  <a:pt x="570348" y="127484"/>
                  <a:pt x="562194" y="130912"/>
                  <a:pt x="556832" y="130912"/>
                </a:cubicBezTo>
                <a:cubicBezTo>
                  <a:pt x="550397" y="130912"/>
                  <a:pt x="539670" y="127913"/>
                  <a:pt x="539670" y="108852"/>
                </a:cubicBezTo>
                <a:lnTo>
                  <a:pt x="539670" y="69868"/>
                </a:lnTo>
                <a:cubicBezTo>
                  <a:pt x="539670" y="63443"/>
                  <a:pt x="540527" y="47799"/>
                  <a:pt x="540527" y="47799"/>
                </a:cubicBezTo>
                <a:cubicBezTo>
                  <a:pt x="540527" y="47154"/>
                  <a:pt x="539886" y="46509"/>
                  <a:pt x="538812" y="46509"/>
                </a:cubicBezTo>
                <a:cubicBezTo>
                  <a:pt x="537738" y="46725"/>
                  <a:pt x="534521" y="46941"/>
                  <a:pt x="531303" y="46941"/>
                </a:cubicBezTo>
                <a:cubicBezTo>
                  <a:pt x="524438" y="46941"/>
                  <a:pt x="516716" y="46725"/>
                  <a:pt x="509420" y="46509"/>
                </a:cubicBezTo>
                <a:cubicBezTo>
                  <a:pt x="508133" y="47799"/>
                  <a:pt x="508133" y="52303"/>
                  <a:pt x="509420" y="53590"/>
                </a:cubicBezTo>
                <a:cubicBezTo>
                  <a:pt x="519718" y="54447"/>
                  <a:pt x="522723" y="56804"/>
                  <a:pt x="522723" y="70726"/>
                </a:cubicBezTo>
                <a:lnTo>
                  <a:pt x="522723" y="111850"/>
                </a:lnTo>
                <a:cubicBezTo>
                  <a:pt x="522723" y="126630"/>
                  <a:pt x="529159" y="140994"/>
                  <a:pt x="550397" y="140994"/>
                </a:cubicBezTo>
                <a:close/>
                <a:moveTo>
                  <a:pt x="655299" y="67803"/>
                </a:moveTo>
                <a:cubicBezTo>
                  <a:pt x="660877" y="60932"/>
                  <a:pt x="670704" y="54493"/>
                  <a:pt x="676966" y="54493"/>
                </a:cubicBezTo>
                <a:cubicBezTo>
                  <a:pt x="690698" y="54493"/>
                  <a:pt x="702496" y="69947"/>
                  <a:pt x="702496" y="94203"/>
                </a:cubicBezTo>
                <a:cubicBezTo>
                  <a:pt x="702496" y="111808"/>
                  <a:pt x="696276" y="133701"/>
                  <a:pt x="672249" y="133701"/>
                </a:cubicBezTo>
                <a:cubicBezTo>
                  <a:pt x="668387" y="133701"/>
                  <a:pt x="660877" y="132627"/>
                  <a:pt x="657018" y="129173"/>
                </a:cubicBezTo>
                <a:cubicBezTo>
                  <a:pt x="652704" y="125308"/>
                  <a:pt x="651869" y="124064"/>
                  <a:pt x="651869" y="116315"/>
                </a:cubicBezTo>
                <a:lnTo>
                  <a:pt x="651869" y="77247"/>
                </a:lnTo>
                <a:cubicBezTo>
                  <a:pt x="651869" y="72739"/>
                  <a:pt x="652812" y="70870"/>
                  <a:pt x="655299" y="67803"/>
                </a:cubicBezTo>
                <a:moveTo>
                  <a:pt x="651224" y="59858"/>
                </a:moveTo>
                <a:cubicBezTo>
                  <a:pt x="650903" y="53419"/>
                  <a:pt x="650517" y="47907"/>
                  <a:pt x="649509" y="45697"/>
                </a:cubicBezTo>
                <a:cubicBezTo>
                  <a:pt x="649057" y="44712"/>
                  <a:pt x="648651" y="43982"/>
                  <a:pt x="646933" y="43982"/>
                </a:cubicBezTo>
                <a:cubicBezTo>
                  <a:pt x="640926" y="46342"/>
                  <a:pt x="635348" y="48274"/>
                  <a:pt x="620545" y="50202"/>
                </a:cubicBezTo>
                <a:cubicBezTo>
                  <a:pt x="620116" y="51491"/>
                  <a:pt x="620545" y="54922"/>
                  <a:pt x="620977" y="56212"/>
                </a:cubicBezTo>
                <a:cubicBezTo>
                  <a:pt x="632559" y="57285"/>
                  <a:pt x="634919" y="58356"/>
                  <a:pt x="634919" y="70808"/>
                </a:cubicBezTo>
                <a:lnTo>
                  <a:pt x="634919" y="162517"/>
                </a:lnTo>
                <a:cubicBezTo>
                  <a:pt x="634919" y="180380"/>
                  <a:pt x="632559" y="181457"/>
                  <a:pt x="619475" y="182102"/>
                </a:cubicBezTo>
                <a:cubicBezTo>
                  <a:pt x="618188" y="183388"/>
                  <a:pt x="618188" y="187893"/>
                  <a:pt x="619475" y="189179"/>
                </a:cubicBezTo>
                <a:cubicBezTo>
                  <a:pt x="626984" y="188966"/>
                  <a:pt x="634919" y="188750"/>
                  <a:pt x="643502" y="188750"/>
                </a:cubicBezTo>
                <a:cubicBezTo>
                  <a:pt x="652082" y="188750"/>
                  <a:pt x="662380" y="188966"/>
                  <a:pt x="669460" y="189179"/>
                </a:cubicBezTo>
                <a:cubicBezTo>
                  <a:pt x="670747" y="187893"/>
                  <a:pt x="670747" y="183388"/>
                  <a:pt x="669460" y="182102"/>
                </a:cubicBezTo>
                <a:cubicBezTo>
                  <a:pt x="654229" y="181241"/>
                  <a:pt x="651869" y="180380"/>
                  <a:pt x="651869" y="162517"/>
                </a:cubicBezTo>
                <a:lnTo>
                  <a:pt x="651869" y="139279"/>
                </a:lnTo>
                <a:cubicBezTo>
                  <a:pt x="651869" y="136490"/>
                  <a:pt x="652684" y="136768"/>
                  <a:pt x="654871" y="137671"/>
                </a:cubicBezTo>
                <a:cubicBezTo>
                  <a:pt x="660128" y="139793"/>
                  <a:pt x="666757" y="140994"/>
                  <a:pt x="673536" y="140994"/>
                </a:cubicBezTo>
                <a:cubicBezTo>
                  <a:pt x="685549" y="140994"/>
                  <a:pt x="696276" y="137347"/>
                  <a:pt x="705072" y="128980"/>
                </a:cubicBezTo>
                <a:cubicBezTo>
                  <a:pt x="715154" y="119104"/>
                  <a:pt x="720945" y="105795"/>
                  <a:pt x="720945" y="88409"/>
                </a:cubicBezTo>
                <a:cubicBezTo>
                  <a:pt x="720945" y="65656"/>
                  <a:pt x="704856" y="44624"/>
                  <a:pt x="682973" y="44624"/>
                </a:cubicBezTo>
                <a:cubicBezTo>
                  <a:pt x="672999" y="44624"/>
                  <a:pt x="662059" y="51167"/>
                  <a:pt x="653584" y="60719"/>
                </a:cubicBezTo>
                <a:cubicBezTo>
                  <a:pt x="652383" y="62071"/>
                  <a:pt x="651332" y="61921"/>
                  <a:pt x="651224" y="59858"/>
                </a:cubicBezTo>
                <a:close/>
                <a:moveTo>
                  <a:pt x="737895" y="46928"/>
                </a:moveTo>
                <a:cubicBezTo>
                  <a:pt x="734890" y="46928"/>
                  <a:pt x="734033" y="49504"/>
                  <a:pt x="734033" y="51220"/>
                </a:cubicBezTo>
                <a:lnTo>
                  <a:pt x="734033" y="54009"/>
                </a:lnTo>
                <a:cubicBezTo>
                  <a:pt x="734033" y="55082"/>
                  <a:pt x="734246" y="55295"/>
                  <a:pt x="735106" y="55295"/>
                </a:cubicBezTo>
                <a:lnTo>
                  <a:pt x="747762" y="55295"/>
                </a:lnTo>
                <a:lnTo>
                  <a:pt x="747762" y="119772"/>
                </a:lnTo>
                <a:cubicBezTo>
                  <a:pt x="747762" y="134987"/>
                  <a:pt x="754413" y="140994"/>
                  <a:pt x="764279" y="140994"/>
                </a:cubicBezTo>
                <a:cubicBezTo>
                  <a:pt x="774149" y="140994"/>
                  <a:pt x="784876" y="136277"/>
                  <a:pt x="793243" y="126839"/>
                </a:cubicBezTo>
                <a:cubicBezTo>
                  <a:pt x="792814" y="124633"/>
                  <a:pt x="791528" y="123412"/>
                  <a:pt x="789380" y="123199"/>
                </a:cubicBezTo>
                <a:cubicBezTo>
                  <a:pt x="783802" y="127484"/>
                  <a:pt x="777367" y="129196"/>
                  <a:pt x="771789" y="129196"/>
                </a:cubicBezTo>
                <a:cubicBezTo>
                  <a:pt x="765998" y="129196"/>
                  <a:pt x="764712" y="122771"/>
                  <a:pt x="764712" y="109490"/>
                </a:cubicBezTo>
                <a:lnTo>
                  <a:pt x="764712" y="55295"/>
                </a:lnTo>
                <a:lnTo>
                  <a:pt x="787020" y="55295"/>
                </a:lnTo>
                <a:cubicBezTo>
                  <a:pt x="789167" y="55295"/>
                  <a:pt x="792169" y="54437"/>
                  <a:pt x="792169" y="52506"/>
                </a:cubicBezTo>
                <a:lnTo>
                  <a:pt x="792169" y="48218"/>
                </a:lnTo>
                <a:cubicBezTo>
                  <a:pt x="792169" y="47360"/>
                  <a:pt x="791528" y="46928"/>
                  <a:pt x="790454" y="46928"/>
                </a:cubicBezTo>
                <a:lnTo>
                  <a:pt x="764712" y="46928"/>
                </a:lnTo>
                <a:lnTo>
                  <a:pt x="764712" y="38564"/>
                </a:lnTo>
                <a:cubicBezTo>
                  <a:pt x="764712" y="24620"/>
                  <a:pt x="765569" y="16037"/>
                  <a:pt x="765569" y="16037"/>
                </a:cubicBezTo>
                <a:cubicBezTo>
                  <a:pt x="765569" y="14665"/>
                  <a:pt x="764924" y="14151"/>
                  <a:pt x="763916" y="14151"/>
                </a:cubicBezTo>
                <a:cubicBezTo>
                  <a:pt x="762950" y="14151"/>
                  <a:pt x="761127" y="14986"/>
                  <a:pt x="759134" y="16079"/>
                </a:cubicBezTo>
                <a:cubicBezTo>
                  <a:pt x="756708" y="17431"/>
                  <a:pt x="754521" y="18354"/>
                  <a:pt x="751837" y="19104"/>
                </a:cubicBezTo>
                <a:cubicBezTo>
                  <a:pt x="749264" y="19834"/>
                  <a:pt x="747120" y="20564"/>
                  <a:pt x="747120" y="22043"/>
                </a:cubicBezTo>
                <a:cubicBezTo>
                  <a:pt x="747120" y="24534"/>
                  <a:pt x="747762" y="23117"/>
                  <a:pt x="747762" y="46908"/>
                </a:cubicBezTo>
                <a:lnTo>
                  <a:pt x="737895" y="469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88DF0-6E69-40E4-9CF1-7297D525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130" y="530846"/>
            <a:ext cx="2145282" cy="779629"/>
          </a:xfrm>
          <a:custGeom xmlns:a="http://schemas.openxmlformats.org/drawingml/2006/main">
            <a:pathLst>
              <a:path w="2145282" h="779629">
                <a:moveTo>
                  <a:pt x="0" y="0"/>
                </a:moveTo>
                <a:lnTo>
                  <a:pt x="2145282" y="0"/>
                </a:lnTo>
                <a:lnTo>
                  <a:pt x="2145282" y="779629"/>
                </a:lnTo>
                <a:lnTo>
                  <a:pt x="0" y="7796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56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PollTimestamps">
            <a:extLst xmlns:a="http://schemas.openxmlformats.org/drawingml/2006/main">
              <a:ext uri="{FF2B5EF4-FFF2-40B4-BE49-F238E27FC236}">
                <a16:creationId xmlns:a16="http://schemas.microsoft.com/office/drawing/2014/main" id="{DCFA333C-20AE-4A61-BABA-B2B3C8CD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120" y="605176"/>
            <a:ext cx="1454505" cy="200073"/>
          </a:xfrm>
          <a:custGeom xmlns:a="http://schemas.openxmlformats.org/drawingml/2006/main">
            <a:pathLst>
              <a:path w="1454505" h="200073">
                <a:moveTo>
                  <a:pt x="38188" y="30878"/>
                </a:moveTo>
                <a:cubicBezTo>
                  <a:pt x="38188" y="24652"/>
                  <a:pt x="41406" y="17143"/>
                  <a:pt x="56850" y="17143"/>
                </a:cubicBezTo>
                <a:cubicBezTo>
                  <a:pt x="71652" y="17143"/>
                  <a:pt x="86455" y="22079"/>
                  <a:pt x="86455" y="49334"/>
                </a:cubicBezTo>
                <a:cubicBezTo>
                  <a:pt x="86455" y="72513"/>
                  <a:pt x="75302" y="81954"/>
                  <a:pt x="54493" y="81954"/>
                </a:cubicBezTo>
                <a:cubicBezTo>
                  <a:pt x="49128" y="81954"/>
                  <a:pt x="40548" y="81525"/>
                  <a:pt x="38188" y="80880"/>
                </a:cubicBezTo>
                <a:lnTo>
                  <a:pt x="38188" y="30878"/>
                </a:lnTo>
                <a:moveTo>
                  <a:pt x="19952" y="37530"/>
                </a:moveTo>
                <a:lnTo>
                  <a:pt x="19952" y="123599"/>
                </a:lnTo>
                <a:cubicBezTo>
                  <a:pt x="19952" y="141416"/>
                  <a:pt x="16305" y="142490"/>
                  <a:pt x="1290" y="143135"/>
                </a:cubicBezTo>
                <a:cubicBezTo>
                  <a:pt x="0" y="144421"/>
                  <a:pt x="0" y="148925"/>
                  <a:pt x="1290" y="150212"/>
                </a:cubicBezTo>
                <a:cubicBezTo>
                  <a:pt x="10943" y="149999"/>
                  <a:pt x="21520" y="149783"/>
                  <a:pt x="29176" y="149783"/>
                </a:cubicBezTo>
                <a:cubicBezTo>
                  <a:pt x="36771" y="149783"/>
                  <a:pt x="49344" y="149999"/>
                  <a:pt x="60071" y="150212"/>
                </a:cubicBezTo>
                <a:cubicBezTo>
                  <a:pt x="61357" y="148925"/>
                  <a:pt x="61357" y="144421"/>
                  <a:pt x="60071" y="143135"/>
                </a:cubicBezTo>
                <a:cubicBezTo>
                  <a:pt x="43337" y="142274"/>
                  <a:pt x="38188" y="141416"/>
                  <a:pt x="38188" y="123599"/>
                </a:cubicBezTo>
                <a:lnTo>
                  <a:pt x="38188" y="87103"/>
                </a:lnTo>
                <a:cubicBezTo>
                  <a:pt x="42908" y="88606"/>
                  <a:pt x="48054" y="89247"/>
                  <a:pt x="55563" y="89247"/>
                </a:cubicBezTo>
                <a:cubicBezTo>
                  <a:pt x="94609" y="89247"/>
                  <a:pt x="106407" y="63714"/>
                  <a:pt x="106407" y="45471"/>
                </a:cubicBezTo>
                <a:cubicBezTo>
                  <a:pt x="106407" y="32810"/>
                  <a:pt x="98040" y="9847"/>
                  <a:pt x="58352" y="9847"/>
                </a:cubicBezTo>
                <a:cubicBezTo>
                  <a:pt x="50136" y="9847"/>
                  <a:pt x="37543" y="11349"/>
                  <a:pt x="28963" y="11349"/>
                </a:cubicBezTo>
                <a:cubicBezTo>
                  <a:pt x="21091" y="11349"/>
                  <a:pt x="9869" y="11136"/>
                  <a:pt x="1290" y="10920"/>
                </a:cubicBezTo>
                <a:cubicBezTo>
                  <a:pt x="0" y="12207"/>
                  <a:pt x="0" y="16714"/>
                  <a:pt x="1290" y="18001"/>
                </a:cubicBezTo>
                <a:cubicBezTo>
                  <a:pt x="16305" y="18646"/>
                  <a:pt x="19952" y="19716"/>
                  <a:pt x="19952" y="37530"/>
                </a:cubicBezTo>
                <a:close/>
                <a:moveTo>
                  <a:pt x="123354" y="105742"/>
                </a:moveTo>
                <a:cubicBezTo>
                  <a:pt x="123354" y="127638"/>
                  <a:pt x="137943" y="151888"/>
                  <a:pt x="168406" y="151888"/>
                </a:cubicBezTo>
                <a:cubicBezTo>
                  <a:pt x="182223" y="151888"/>
                  <a:pt x="192607" y="147020"/>
                  <a:pt x="199920" y="139874"/>
                </a:cubicBezTo>
                <a:cubicBezTo>
                  <a:pt x="209530" y="130473"/>
                  <a:pt x="213887" y="116970"/>
                  <a:pt x="213887" y="103811"/>
                </a:cubicBezTo>
                <a:cubicBezTo>
                  <a:pt x="213887" y="81486"/>
                  <a:pt x="201658" y="55518"/>
                  <a:pt x="168835" y="55518"/>
                </a:cubicBezTo>
                <a:cubicBezTo>
                  <a:pt x="154720" y="55518"/>
                  <a:pt x="143070" y="61312"/>
                  <a:pt x="135220" y="70539"/>
                </a:cubicBezTo>
                <a:cubicBezTo>
                  <a:pt x="127432" y="79685"/>
                  <a:pt x="123354" y="92177"/>
                  <a:pt x="123354" y="105742"/>
                </a:cubicBezTo>
                <a:moveTo>
                  <a:pt x="165617" y="63027"/>
                </a:moveTo>
                <a:cubicBezTo>
                  <a:pt x="184066" y="63027"/>
                  <a:pt x="195438" y="79771"/>
                  <a:pt x="195438" y="110682"/>
                </a:cubicBezTo>
                <a:cubicBezTo>
                  <a:pt x="195438" y="137727"/>
                  <a:pt x="181493" y="144382"/>
                  <a:pt x="171411" y="144382"/>
                </a:cubicBezTo>
                <a:cubicBezTo>
                  <a:pt x="149099" y="144382"/>
                  <a:pt x="141806" y="117333"/>
                  <a:pt x="141806" y="100806"/>
                </a:cubicBezTo>
                <a:cubicBezTo>
                  <a:pt x="141806" y="82131"/>
                  <a:pt x="146310" y="63027"/>
                  <a:pt x="165617" y="63027"/>
                </a:cubicBezTo>
                <a:close/>
                <a:moveTo>
                  <a:pt x="242846" y="123615"/>
                </a:moveTo>
                <a:cubicBezTo>
                  <a:pt x="242846" y="141419"/>
                  <a:pt x="240489" y="142490"/>
                  <a:pt x="227402" y="143135"/>
                </a:cubicBezTo>
                <a:cubicBezTo>
                  <a:pt x="226116" y="144421"/>
                  <a:pt x="226116" y="148925"/>
                  <a:pt x="227402" y="150212"/>
                </a:cubicBezTo>
                <a:cubicBezTo>
                  <a:pt x="234911" y="149999"/>
                  <a:pt x="242846" y="149783"/>
                  <a:pt x="251429" y="149783"/>
                </a:cubicBezTo>
                <a:cubicBezTo>
                  <a:pt x="260009" y="149783"/>
                  <a:pt x="268163" y="149999"/>
                  <a:pt x="275240" y="150212"/>
                </a:cubicBezTo>
                <a:cubicBezTo>
                  <a:pt x="276530" y="148925"/>
                  <a:pt x="276530" y="144421"/>
                  <a:pt x="275240" y="143135"/>
                </a:cubicBezTo>
                <a:cubicBezTo>
                  <a:pt x="262156" y="142490"/>
                  <a:pt x="259796" y="141419"/>
                  <a:pt x="259796" y="123615"/>
                </a:cubicBezTo>
                <a:lnTo>
                  <a:pt x="259796" y="24741"/>
                </a:lnTo>
                <a:cubicBezTo>
                  <a:pt x="259796" y="10802"/>
                  <a:pt x="260654" y="2174"/>
                  <a:pt x="260654" y="2174"/>
                </a:cubicBezTo>
                <a:cubicBezTo>
                  <a:pt x="260654" y="655"/>
                  <a:pt x="259796" y="0"/>
                  <a:pt x="257865" y="0"/>
                </a:cubicBezTo>
                <a:cubicBezTo>
                  <a:pt x="252503" y="2174"/>
                  <a:pt x="236411" y="5215"/>
                  <a:pt x="227831" y="5866"/>
                </a:cubicBezTo>
                <a:cubicBezTo>
                  <a:pt x="227402" y="7585"/>
                  <a:pt x="227831" y="11015"/>
                  <a:pt x="229117" y="12305"/>
                </a:cubicBezTo>
                <a:cubicBezTo>
                  <a:pt x="241560" y="13159"/>
                  <a:pt x="242846" y="13804"/>
                  <a:pt x="242846" y="29890"/>
                </a:cubicBezTo>
                <a:lnTo>
                  <a:pt x="242846" y="123615"/>
                </a:lnTo>
                <a:close/>
                <a:moveTo>
                  <a:pt x="299696" y="123615"/>
                </a:moveTo>
                <a:cubicBezTo>
                  <a:pt x="299696" y="141419"/>
                  <a:pt x="297339" y="142490"/>
                  <a:pt x="284252" y="143135"/>
                </a:cubicBezTo>
                <a:cubicBezTo>
                  <a:pt x="282966" y="144421"/>
                  <a:pt x="282966" y="148925"/>
                  <a:pt x="284252" y="150212"/>
                </a:cubicBezTo>
                <a:cubicBezTo>
                  <a:pt x="291761" y="149999"/>
                  <a:pt x="299696" y="149783"/>
                  <a:pt x="308279" y="149783"/>
                </a:cubicBezTo>
                <a:cubicBezTo>
                  <a:pt x="316859" y="149783"/>
                  <a:pt x="325013" y="149999"/>
                  <a:pt x="332090" y="150212"/>
                </a:cubicBezTo>
                <a:cubicBezTo>
                  <a:pt x="333380" y="148925"/>
                  <a:pt x="333380" y="144421"/>
                  <a:pt x="332090" y="143135"/>
                </a:cubicBezTo>
                <a:cubicBezTo>
                  <a:pt x="319006" y="142490"/>
                  <a:pt x="316646" y="141419"/>
                  <a:pt x="316646" y="123615"/>
                </a:cubicBezTo>
                <a:lnTo>
                  <a:pt x="316646" y="24741"/>
                </a:lnTo>
                <a:cubicBezTo>
                  <a:pt x="316646" y="10802"/>
                  <a:pt x="317504" y="2174"/>
                  <a:pt x="317504" y="2174"/>
                </a:cubicBezTo>
                <a:cubicBezTo>
                  <a:pt x="317504" y="655"/>
                  <a:pt x="316646" y="0"/>
                  <a:pt x="314715" y="0"/>
                </a:cubicBezTo>
                <a:cubicBezTo>
                  <a:pt x="309353" y="2174"/>
                  <a:pt x="293261" y="5215"/>
                  <a:pt x="284681" y="5866"/>
                </a:cubicBezTo>
                <a:cubicBezTo>
                  <a:pt x="284252" y="7585"/>
                  <a:pt x="284681" y="11015"/>
                  <a:pt x="285967" y="12305"/>
                </a:cubicBezTo>
                <a:cubicBezTo>
                  <a:pt x="298410" y="13159"/>
                  <a:pt x="299696" y="13804"/>
                  <a:pt x="299696" y="29890"/>
                </a:cubicBezTo>
                <a:lnTo>
                  <a:pt x="299696" y="123615"/>
                </a:lnTo>
                <a:close/>
                <a:moveTo>
                  <a:pt x="465099" y="123628"/>
                </a:moveTo>
                <a:lnTo>
                  <a:pt x="465099" y="41753"/>
                </a:lnTo>
                <a:cubicBezTo>
                  <a:pt x="465099" y="28034"/>
                  <a:pt x="467246" y="19889"/>
                  <a:pt x="474968" y="19889"/>
                </a:cubicBezTo>
                <a:lnTo>
                  <a:pt x="479688" y="19889"/>
                </a:lnTo>
                <a:cubicBezTo>
                  <a:pt x="495777" y="19889"/>
                  <a:pt x="505860" y="25464"/>
                  <a:pt x="509506" y="41966"/>
                </a:cubicBezTo>
                <a:cubicBezTo>
                  <a:pt x="511866" y="41966"/>
                  <a:pt x="514871" y="41753"/>
                  <a:pt x="516799" y="40895"/>
                </a:cubicBezTo>
                <a:cubicBezTo>
                  <a:pt x="515300" y="31036"/>
                  <a:pt x="514227" y="20106"/>
                  <a:pt x="514010" y="10452"/>
                </a:cubicBezTo>
                <a:cubicBezTo>
                  <a:pt x="514010" y="10236"/>
                  <a:pt x="513582" y="9807"/>
                  <a:pt x="513369" y="9807"/>
                </a:cubicBezTo>
                <a:cubicBezTo>
                  <a:pt x="506076" y="10452"/>
                  <a:pt x="482261" y="11523"/>
                  <a:pt x="465315" y="11523"/>
                </a:cubicBezTo>
                <a:lnTo>
                  <a:pt x="446866" y="11523"/>
                </a:lnTo>
                <a:cubicBezTo>
                  <a:pt x="430344" y="11523"/>
                  <a:pt x="405031" y="10452"/>
                  <a:pt x="396880" y="9807"/>
                </a:cubicBezTo>
                <a:cubicBezTo>
                  <a:pt x="396451" y="9807"/>
                  <a:pt x="396022" y="10236"/>
                  <a:pt x="396022" y="10452"/>
                </a:cubicBezTo>
                <a:cubicBezTo>
                  <a:pt x="395161" y="20106"/>
                  <a:pt x="393017" y="31252"/>
                  <a:pt x="390657" y="41537"/>
                </a:cubicBezTo>
                <a:cubicBezTo>
                  <a:pt x="392801" y="42394"/>
                  <a:pt x="395377" y="42610"/>
                  <a:pt x="397950" y="42610"/>
                </a:cubicBezTo>
                <a:cubicBezTo>
                  <a:pt x="402242" y="25464"/>
                  <a:pt x="412111" y="19889"/>
                  <a:pt x="426269" y="19889"/>
                </a:cubicBezTo>
                <a:lnTo>
                  <a:pt x="436780" y="19889"/>
                </a:lnTo>
                <a:cubicBezTo>
                  <a:pt x="444718" y="19889"/>
                  <a:pt x="446866" y="28034"/>
                  <a:pt x="446866" y="41108"/>
                </a:cubicBezTo>
                <a:lnTo>
                  <a:pt x="446866" y="123628"/>
                </a:lnTo>
                <a:cubicBezTo>
                  <a:pt x="446866" y="141419"/>
                  <a:pt x="443216" y="142490"/>
                  <a:pt x="426056" y="143135"/>
                </a:cubicBezTo>
                <a:cubicBezTo>
                  <a:pt x="424766" y="144421"/>
                  <a:pt x="424766" y="148925"/>
                  <a:pt x="426056" y="150212"/>
                </a:cubicBezTo>
                <a:cubicBezTo>
                  <a:pt x="436567" y="149999"/>
                  <a:pt x="447487" y="149783"/>
                  <a:pt x="456090" y="149783"/>
                </a:cubicBezTo>
                <a:cubicBezTo>
                  <a:pt x="464326" y="149783"/>
                  <a:pt x="475181" y="149999"/>
                  <a:pt x="485908" y="150212"/>
                </a:cubicBezTo>
                <a:cubicBezTo>
                  <a:pt x="487194" y="148925"/>
                  <a:pt x="487194" y="144421"/>
                  <a:pt x="485908" y="143135"/>
                </a:cubicBezTo>
                <a:cubicBezTo>
                  <a:pt x="468745" y="142490"/>
                  <a:pt x="465099" y="141419"/>
                  <a:pt x="465099" y="123628"/>
                </a:cubicBezTo>
                <a:close/>
                <a:moveTo>
                  <a:pt x="538254" y="21192"/>
                </a:moveTo>
                <a:cubicBezTo>
                  <a:pt x="538254" y="26770"/>
                  <a:pt x="543404" y="32348"/>
                  <a:pt x="548549" y="32348"/>
                </a:cubicBezTo>
                <a:cubicBezTo>
                  <a:pt x="554556" y="32348"/>
                  <a:pt x="559705" y="26577"/>
                  <a:pt x="559705" y="22050"/>
                </a:cubicBezTo>
                <a:cubicBezTo>
                  <a:pt x="559705" y="16904"/>
                  <a:pt x="555201" y="10894"/>
                  <a:pt x="549410" y="10894"/>
                </a:cubicBezTo>
                <a:cubicBezTo>
                  <a:pt x="544261" y="10894"/>
                  <a:pt x="538254" y="16043"/>
                  <a:pt x="538254" y="21192"/>
                </a:cubicBezTo>
                <a:moveTo>
                  <a:pt x="557777" y="123609"/>
                </a:moveTo>
                <a:lnTo>
                  <a:pt x="557777" y="80851"/>
                </a:lnTo>
                <a:cubicBezTo>
                  <a:pt x="557777" y="70186"/>
                  <a:pt x="558635" y="56408"/>
                  <a:pt x="558635" y="56408"/>
                </a:cubicBezTo>
                <a:cubicBezTo>
                  <a:pt x="558635" y="55541"/>
                  <a:pt x="557561" y="54889"/>
                  <a:pt x="555846" y="54889"/>
                </a:cubicBezTo>
                <a:cubicBezTo>
                  <a:pt x="549731" y="57275"/>
                  <a:pt x="541256" y="59226"/>
                  <a:pt x="526454" y="61174"/>
                </a:cubicBezTo>
                <a:cubicBezTo>
                  <a:pt x="526025" y="62464"/>
                  <a:pt x="526454" y="65894"/>
                  <a:pt x="526883" y="67184"/>
                </a:cubicBezTo>
                <a:cubicBezTo>
                  <a:pt x="538575" y="68278"/>
                  <a:pt x="540827" y="69544"/>
                  <a:pt x="540827" y="81774"/>
                </a:cubicBezTo>
                <a:lnTo>
                  <a:pt x="540827" y="123609"/>
                </a:lnTo>
                <a:cubicBezTo>
                  <a:pt x="540827" y="141416"/>
                  <a:pt x="538467" y="142061"/>
                  <a:pt x="525383" y="143135"/>
                </a:cubicBezTo>
                <a:cubicBezTo>
                  <a:pt x="524094" y="144421"/>
                  <a:pt x="524094" y="148925"/>
                  <a:pt x="525383" y="150212"/>
                </a:cubicBezTo>
                <a:cubicBezTo>
                  <a:pt x="532460" y="149999"/>
                  <a:pt x="540827" y="149783"/>
                  <a:pt x="549410" y="149783"/>
                </a:cubicBezTo>
                <a:cubicBezTo>
                  <a:pt x="557990" y="149783"/>
                  <a:pt x="566141" y="149999"/>
                  <a:pt x="573221" y="150212"/>
                </a:cubicBezTo>
                <a:cubicBezTo>
                  <a:pt x="574508" y="148925"/>
                  <a:pt x="574508" y="144421"/>
                  <a:pt x="573221" y="143135"/>
                </a:cubicBezTo>
                <a:cubicBezTo>
                  <a:pt x="560134" y="142277"/>
                  <a:pt x="557777" y="141416"/>
                  <a:pt x="557777" y="123609"/>
                </a:cubicBezTo>
                <a:close/>
                <a:moveTo>
                  <a:pt x="615485" y="72903"/>
                </a:moveTo>
                <a:cubicBezTo>
                  <a:pt x="615203" y="66526"/>
                  <a:pt x="614775" y="58801"/>
                  <a:pt x="613766" y="56591"/>
                </a:cubicBezTo>
                <a:cubicBezTo>
                  <a:pt x="613318" y="55606"/>
                  <a:pt x="612909" y="54876"/>
                  <a:pt x="611193" y="54876"/>
                </a:cubicBezTo>
                <a:cubicBezTo>
                  <a:pt x="605187" y="57236"/>
                  <a:pt x="599609" y="59168"/>
                  <a:pt x="584806" y="61096"/>
                </a:cubicBezTo>
                <a:cubicBezTo>
                  <a:pt x="584377" y="62385"/>
                  <a:pt x="584806" y="65816"/>
                  <a:pt x="585235" y="67106"/>
                </a:cubicBezTo>
                <a:cubicBezTo>
                  <a:pt x="596820" y="68179"/>
                  <a:pt x="599180" y="69253"/>
                  <a:pt x="599180" y="81708"/>
                </a:cubicBezTo>
                <a:lnTo>
                  <a:pt x="599180" y="123589"/>
                </a:lnTo>
                <a:cubicBezTo>
                  <a:pt x="599180" y="141200"/>
                  <a:pt x="596391" y="142274"/>
                  <a:pt x="584590" y="143135"/>
                </a:cubicBezTo>
                <a:cubicBezTo>
                  <a:pt x="583304" y="144421"/>
                  <a:pt x="583304" y="148925"/>
                  <a:pt x="584590" y="150212"/>
                </a:cubicBezTo>
                <a:cubicBezTo>
                  <a:pt x="591029" y="149999"/>
                  <a:pt x="599180" y="149783"/>
                  <a:pt x="607760" y="149783"/>
                </a:cubicBezTo>
                <a:cubicBezTo>
                  <a:pt x="616343" y="149783"/>
                  <a:pt x="622948" y="149999"/>
                  <a:pt x="629384" y="150212"/>
                </a:cubicBezTo>
                <a:cubicBezTo>
                  <a:pt x="630674" y="148925"/>
                  <a:pt x="630674" y="144421"/>
                  <a:pt x="629384" y="143135"/>
                </a:cubicBezTo>
                <a:cubicBezTo>
                  <a:pt x="618487" y="142061"/>
                  <a:pt x="616127" y="141200"/>
                  <a:pt x="616127" y="123589"/>
                </a:cubicBezTo>
                <a:lnTo>
                  <a:pt x="616127" y="88367"/>
                </a:lnTo>
                <a:cubicBezTo>
                  <a:pt x="616127" y="83856"/>
                  <a:pt x="618058" y="81214"/>
                  <a:pt x="619773" y="79348"/>
                </a:cubicBezTo>
                <a:cubicBezTo>
                  <a:pt x="628271" y="71034"/>
                  <a:pt x="636314" y="66674"/>
                  <a:pt x="642943" y="66674"/>
                </a:cubicBezTo>
                <a:cubicBezTo>
                  <a:pt x="651097" y="66674"/>
                  <a:pt x="657104" y="71829"/>
                  <a:pt x="657104" y="86219"/>
                </a:cubicBezTo>
                <a:lnTo>
                  <a:pt x="657104" y="123589"/>
                </a:lnTo>
                <a:cubicBezTo>
                  <a:pt x="657104" y="141200"/>
                  <a:pt x="655385" y="142274"/>
                  <a:pt x="643800" y="143135"/>
                </a:cubicBezTo>
                <a:cubicBezTo>
                  <a:pt x="642730" y="144421"/>
                  <a:pt x="642730" y="148925"/>
                  <a:pt x="643800" y="150212"/>
                </a:cubicBezTo>
                <a:cubicBezTo>
                  <a:pt x="649165" y="149999"/>
                  <a:pt x="657104" y="149783"/>
                  <a:pt x="665683" y="149783"/>
                </a:cubicBezTo>
                <a:cubicBezTo>
                  <a:pt x="674266" y="149783"/>
                  <a:pt x="681343" y="149999"/>
                  <a:pt x="686709" y="150212"/>
                </a:cubicBezTo>
                <a:cubicBezTo>
                  <a:pt x="687779" y="148925"/>
                  <a:pt x="687779" y="144421"/>
                  <a:pt x="686709" y="143135"/>
                </a:cubicBezTo>
                <a:cubicBezTo>
                  <a:pt x="675982" y="142274"/>
                  <a:pt x="674050" y="141200"/>
                  <a:pt x="674050" y="123589"/>
                </a:cubicBezTo>
                <a:lnTo>
                  <a:pt x="674050" y="89440"/>
                </a:lnTo>
                <a:cubicBezTo>
                  <a:pt x="674050" y="86435"/>
                  <a:pt x="674050" y="83427"/>
                  <a:pt x="673834" y="80851"/>
                </a:cubicBezTo>
                <a:cubicBezTo>
                  <a:pt x="684132" y="69466"/>
                  <a:pt x="693786" y="66674"/>
                  <a:pt x="702153" y="66674"/>
                </a:cubicBezTo>
                <a:cubicBezTo>
                  <a:pt x="710307" y="66674"/>
                  <a:pt x="715024" y="71400"/>
                  <a:pt x="715024" y="85790"/>
                </a:cubicBezTo>
                <a:lnTo>
                  <a:pt x="715024" y="123589"/>
                </a:lnTo>
                <a:cubicBezTo>
                  <a:pt x="715024" y="141200"/>
                  <a:pt x="712880" y="142274"/>
                  <a:pt x="701724" y="143135"/>
                </a:cubicBezTo>
                <a:cubicBezTo>
                  <a:pt x="700650" y="144421"/>
                  <a:pt x="700650" y="148925"/>
                  <a:pt x="701724" y="150212"/>
                </a:cubicBezTo>
                <a:cubicBezTo>
                  <a:pt x="707089" y="149999"/>
                  <a:pt x="715024" y="149783"/>
                  <a:pt x="723607" y="149783"/>
                </a:cubicBezTo>
                <a:cubicBezTo>
                  <a:pt x="732187" y="149783"/>
                  <a:pt x="739696" y="149999"/>
                  <a:pt x="745703" y="150212"/>
                </a:cubicBezTo>
                <a:cubicBezTo>
                  <a:pt x="746776" y="148925"/>
                  <a:pt x="746776" y="144421"/>
                  <a:pt x="745703" y="143135"/>
                </a:cubicBezTo>
                <a:cubicBezTo>
                  <a:pt x="733905" y="142274"/>
                  <a:pt x="731974" y="141200"/>
                  <a:pt x="731974" y="123589"/>
                </a:cubicBezTo>
                <a:lnTo>
                  <a:pt x="731974" y="89656"/>
                </a:lnTo>
                <a:cubicBezTo>
                  <a:pt x="731974" y="70543"/>
                  <a:pt x="728756" y="55518"/>
                  <a:pt x="709878" y="55518"/>
                </a:cubicBezTo>
                <a:cubicBezTo>
                  <a:pt x="698892" y="55518"/>
                  <a:pt x="685658" y="59554"/>
                  <a:pt x="674479" y="71358"/>
                </a:cubicBezTo>
                <a:cubicBezTo>
                  <a:pt x="673834" y="72045"/>
                  <a:pt x="672548" y="73119"/>
                  <a:pt x="672119" y="71273"/>
                </a:cubicBezTo>
                <a:cubicBezTo>
                  <a:pt x="670083" y="62470"/>
                  <a:pt x="661821" y="55518"/>
                  <a:pt x="650668" y="55518"/>
                </a:cubicBezTo>
                <a:cubicBezTo>
                  <a:pt x="638222" y="55518"/>
                  <a:pt x="627004" y="62899"/>
                  <a:pt x="618058" y="72903"/>
                </a:cubicBezTo>
                <a:cubicBezTo>
                  <a:pt x="617073" y="74000"/>
                  <a:pt x="615590" y="75482"/>
                  <a:pt x="615485" y="72903"/>
                </a:cubicBezTo>
                <a:close/>
                <a:moveTo>
                  <a:pt x="776595" y="89287"/>
                </a:moveTo>
                <a:cubicBezTo>
                  <a:pt x="780670" y="65148"/>
                  <a:pt x="795689" y="63227"/>
                  <a:pt x="800838" y="63227"/>
                </a:cubicBezTo>
                <a:cubicBezTo>
                  <a:pt x="808989" y="63227"/>
                  <a:pt x="818642" y="67715"/>
                  <a:pt x="818642" y="85656"/>
                </a:cubicBezTo>
                <a:cubicBezTo>
                  <a:pt x="818642" y="87578"/>
                  <a:pt x="817785" y="88602"/>
                  <a:pt x="815425" y="88648"/>
                </a:cubicBezTo>
                <a:lnTo>
                  <a:pt x="776595" y="89287"/>
                </a:lnTo>
                <a:moveTo>
                  <a:pt x="832800" y="129802"/>
                </a:moveTo>
                <a:cubicBezTo>
                  <a:pt x="824865" y="137950"/>
                  <a:pt x="818642" y="141377"/>
                  <a:pt x="806200" y="141377"/>
                </a:cubicBezTo>
                <a:cubicBezTo>
                  <a:pt x="798478" y="141377"/>
                  <a:pt x="789466" y="136876"/>
                  <a:pt x="782818" y="125946"/>
                </a:cubicBezTo>
                <a:cubicBezTo>
                  <a:pt x="778526" y="118872"/>
                  <a:pt x="775950" y="109012"/>
                  <a:pt x="775950" y="96580"/>
                </a:cubicBezTo>
                <a:lnTo>
                  <a:pt x="833016" y="97009"/>
                </a:lnTo>
                <a:cubicBezTo>
                  <a:pt x="835589" y="97009"/>
                  <a:pt x="837091" y="95722"/>
                  <a:pt x="837091" y="93362"/>
                </a:cubicBezTo>
                <a:cubicBezTo>
                  <a:pt x="837091" y="75404"/>
                  <a:pt x="830656" y="56146"/>
                  <a:pt x="800838" y="56146"/>
                </a:cubicBezTo>
                <a:cubicBezTo>
                  <a:pt x="782173" y="56146"/>
                  <a:pt x="757930" y="73908"/>
                  <a:pt x="757930" y="106439"/>
                </a:cubicBezTo>
                <a:cubicBezTo>
                  <a:pt x="757930" y="118443"/>
                  <a:pt x="760935" y="130018"/>
                  <a:pt x="768015" y="138162"/>
                </a:cubicBezTo>
                <a:cubicBezTo>
                  <a:pt x="775308" y="146742"/>
                  <a:pt x="785391" y="151888"/>
                  <a:pt x="800838" y="151888"/>
                </a:cubicBezTo>
                <a:cubicBezTo>
                  <a:pt x="817140" y="151888"/>
                  <a:pt x="828725" y="144382"/>
                  <a:pt x="837307" y="133233"/>
                </a:cubicBezTo>
                <a:cubicBezTo>
                  <a:pt x="836663" y="131088"/>
                  <a:pt x="835376" y="130018"/>
                  <a:pt x="832800" y="129802"/>
                </a:cubicBezTo>
                <a:close/>
                <a:moveTo>
                  <a:pt x="856184" y="120126"/>
                </a:moveTo>
                <a:cubicBezTo>
                  <a:pt x="857042" y="130643"/>
                  <a:pt x="857687" y="140732"/>
                  <a:pt x="857687" y="149744"/>
                </a:cubicBezTo>
                <a:cubicBezTo>
                  <a:pt x="859831" y="149315"/>
                  <a:pt x="861978" y="149102"/>
                  <a:pt x="863049" y="149102"/>
                </a:cubicBezTo>
                <a:cubicBezTo>
                  <a:pt x="864551" y="149102"/>
                  <a:pt x="865838" y="149102"/>
                  <a:pt x="867340" y="149531"/>
                </a:cubicBezTo>
                <a:cubicBezTo>
                  <a:pt x="873134" y="151030"/>
                  <a:pt x="878925" y="151888"/>
                  <a:pt x="886863" y="151888"/>
                </a:cubicBezTo>
                <a:cubicBezTo>
                  <a:pt x="898876" y="151888"/>
                  <a:pt x="920972" y="146097"/>
                  <a:pt x="920972" y="124846"/>
                </a:cubicBezTo>
                <a:cubicBezTo>
                  <a:pt x="920972" y="110187"/>
                  <a:pt x="910461" y="101667"/>
                  <a:pt x="895871" y="96256"/>
                </a:cubicBezTo>
                <a:cubicBezTo>
                  <a:pt x="882958" y="91470"/>
                  <a:pt x="874420" y="88141"/>
                  <a:pt x="874420" y="76337"/>
                </a:cubicBezTo>
                <a:cubicBezTo>
                  <a:pt x="874420" y="67534"/>
                  <a:pt x="882143" y="62598"/>
                  <a:pt x="889436" y="62598"/>
                </a:cubicBezTo>
                <a:cubicBezTo>
                  <a:pt x="894156" y="62598"/>
                  <a:pt x="906598" y="64317"/>
                  <a:pt x="909387" y="82563"/>
                </a:cubicBezTo>
                <a:cubicBezTo>
                  <a:pt x="910674" y="83849"/>
                  <a:pt x="914965" y="83633"/>
                  <a:pt x="916252" y="82347"/>
                </a:cubicBezTo>
                <a:cubicBezTo>
                  <a:pt x="916897" y="74618"/>
                  <a:pt x="917326" y="66677"/>
                  <a:pt x="917542" y="59596"/>
                </a:cubicBezTo>
                <a:cubicBezTo>
                  <a:pt x="910890" y="58523"/>
                  <a:pt x="900592" y="55518"/>
                  <a:pt x="889436" y="55518"/>
                </a:cubicBezTo>
                <a:cubicBezTo>
                  <a:pt x="873563" y="55518"/>
                  <a:pt x="859189" y="65819"/>
                  <a:pt x="859189" y="79558"/>
                </a:cubicBezTo>
                <a:cubicBezTo>
                  <a:pt x="859189" y="95225"/>
                  <a:pt x="866266" y="101879"/>
                  <a:pt x="882787" y="108750"/>
                </a:cubicBezTo>
                <a:cubicBezTo>
                  <a:pt x="900592" y="116047"/>
                  <a:pt x="904667" y="120554"/>
                  <a:pt x="904667" y="129786"/>
                </a:cubicBezTo>
                <a:cubicBezTo>
                  <a:pt x="904667" y="140303"/>
                  <a:pt x="894372" y="144811"/>
                  <a:pt x="886434" y="144811"/>
                </a:cubicBezTo>
                <a:cubicBezTo>
                  <a:pt x="878067" y="144811"/>
                  <a:pt x="873412" y="141956"/>
                  <a:pt x="871203" y="139658"/>
                </a:cubicBezTo>
                <a:cubicBezTo>
                  <a:pt x="866482" y="134722"/>
                  <a:pt x="864122" y="125278"/>
                  <a:pt x="862836" y="119910"/>
                </a:cubicBezTo>
                <a:cubicBezTo>
                  <a:pt x="861549" y="118623"/>
                  <a:pt x="857471" y="118836"/>
                  <a:pt x="856184" y="120126"/>
                </a:cubicBezTo>
                <a:close/>
                <a:moveTo>
                  <a:pt x="938994" y="57822"/>
                </a:moveTo>
                <a:cubicBezTo>
                  <a:pt x="935989" y="57822"/>
                  <a:pt x="935132" y="60398"/>
                  <a:pt x="935132" y="62114"/>
                </a:cubicBezTo>
                <a:lnTo>
                  <a:pt x="935132" y="64903"/>
                </a:lnTo>
                <a:cubicBezTo>
                  <a:pt x="935132" y="65976"/>
                  <a:pt x="935345" y="66189"/>
                  <a:pt x="936206" y="66189"/>
                </a:cubicBezTo>
                <a:lnTo>
                  <a:pt x="948861" y="66189"/>
                </a:lnTo>
                <a:lnTo>
                  <a:pt x="948861" y="130666"/>
                </a:lnTo>
                <a:cubicBezTo>
                  <a:pt x="948861" y="145881"/>
                  <a:pt x="955512" y="151888"/>
                  <a:pt x="965378" y="151888"/>
                </a:cubicBezTo>
                <a:cubicBezTo>
                  <a:pt x="975248" y="151888"/>
                  <a:pt x="985975" y="147171"/>
                  <a:pt x="994342" y="137734"/>
                </a:cubicBezTo>
                <a:cubicBezTo>
                  <a:pt x="993913" y="135527"/>
                  <a:pt x="992627" y="134306"/>
                  <a:pt x="990479" y="134093"/>
                </a:cubicBezTo>
                <a:cubicBezTo>
                  <a:pt x="984901" y="138378"/>
                  <a:pt x="978466" y="140090"/>
                  <a:pt x="972888" y="140090"/>
                </a:cubicBezTo>
                <a:cubicBezTo>
                  <a:pt x="967097" y="140090"/>
                  <a:pt x="965811" y="133665"/>
                  <a:pt x="965811" y="120384"/>
                </a:cubicBezTo>
                <a:lnTo>
                  <a:pt x="965811" y="66189"/>
                </a:lnTo>
                <a:lnTo>
                  <a:pt x="988119" y="66189"/>
                </a:lnTo>
                <a:cubicBezTo>
                  <a:pt x="990266" y="66189"/>
                  <a:pt x="993268" y="65331"/>
                  <a:pt x="993268" y="63400"/>
                </a:cubicBezTo>
                <a:lnTo>
                  <a:pt x="993268" y="59112"/>
                </a:lnTo>
                <a:cubicBezTo>
                  <a:pt x="993268" y="58254"/>
                  <a:pt x="992627" y="57822"/>
                  <a:pt x="991553" y="57822"/>
                </a:cubicBezTo>
                <a:lnTo>
                  <a:pt x="965811" y="57822"/>
                </a:lnTo>
                <a:lnTo>
                  <a:pt x="965811" y="49458"/>
                </a:lnTo>
                <a:cubicBezTo>
                  <a:pt x="965811" y="35514"/>
                  <a:pt x="966668" y="26931"/>
                  <a:pt x="966668" y="26931"/>
                </a:cubicBezTo>
                <a:cubicBezTo>
                  <a:pt x="966668" y="25559"/>
                  <a:pt x="966023" y="25045"/>
                  <a:pt x="965015" y="25045"/>
                </a:cubicBezTo>
                <a:cubicBezTo>
                  <a:pt x="964049" y="25045"/>
                  <a:pt x="962226" y="25880"/>
                  <a:pt x="960233" y="26973"/>
                </a:cubicBezTo>
                <a:cubicBezTo>
                  <a:pt x="957807" y="28325"/>
                  <a:pt x="955620" y="29248"/>
                  <a:pt x="952936" y="29998"/>
                </a:cubicBezTo>
                <a:cubicBezTo>
                  <a:pt x="950363" y="30728"/>
                  <a:pt x="948219" y="31458"/>
                  <a:pt x="948219" y="32937"/>
                </a:cubicBezTo>
                <a:cubicBezTo>
                  <a:pt x="948219" y="35429"/>
                  <a:pt x="948861" y="34011"/>
                  <a:pt x="948861" y="57803"/>
                </a:cubicBezTo>
                <a:lnTo>
                  <a:pt x="938994" y="57822"/>
                </a:lnTo>
                <a:close/>
                <a:moveTo>
                  <a:pt x="1061491" y="99735"/>
                </a:moveTo>
                <a:lnTo>
                  <a:pt x="1061491" y="128067"/>
                </a:lnTo>
                <a:cubicBezTo>
                  <a:pt x="1061491" y="130859"/>
                  <a:pt x="1060201" y="132362"/>
                  <a:pt x="1058486" y="133648"/>
                </a:cubicBezTo>
                <a:cubicBezTo>
                  <a:pt x="1052908" y="138156"/>
                  <a:pt x="1045614" y="143095"/>
                  <a:pt x="1039608" y="143095"/>
                </a:cubicBezTo>
                <a:cubicBezTo>
                  <a:pt x="1028881" y="143095"/>
                  <a:pt x="1024160" y="134509"/>
                  <a:pt x="1024160" y="127854"/>
                </a:cubicBezTo>
                <a:cubicBezTo>
                  <a:pt x="1024160" y="118194"/>
                  <a:pt x="1028668" y="108318"/>
                  <a:pt x="1044541" y="104243"/>
                </a:cubicBezTo>
                <a:lnTo>
                  <a:pt x="1061491" y="99735"/>
                </a:lnTo>
                <a:moveTo>
                  <a:pt x="1061491" y="139446"/>
                </a:moveTo>
                <a:cubicBezTo>
                  <a:pt x="1062777" y="146097"/>
                  <a:pt x="1065049" y="151888"/>
                  <a:pt x="1075864" y="151888"/>
                </a:cubicBezTo>
                <a:cubicBezTo>
                  <a:pt x="1084081" y="151888"/>
                  <a:pt x="1091803" y="148241"/>
                  <a:pt x="1096242" y="143953"/>
                </a:cubicBezTo>
                <a:cubicBezTo>
                  <a:pt x="1095878" y="141315"/>
                  <a:pt x="1095021" y="139511"/>
                  <a:pt x="1092595" y="138159"/>
                </a:cubicBezTo>
                <a:cubicBezTo>
                  <a:pt x="1090988" y="139488"/>
                  <a:pt x="1087384" y="141593"/>
                  <a:pt x="1084657" y="141593"/>
                </a:cubicBezTo>
                <a:cubicBezTo>
                  <a:pt x="1078437" y="141593"/>
                  <a:pt x="1078221" y="133219"/>
                  <a:pt x="1078221" y="123347"/>
                </a:cubicBezTo>
                <a:lnTo>
                  <a:pt x="1078221" y="91791"/>
                </a:lnTo>
                <a:cubicBezTo>
                  <a:pt x="1078221" y="61312"/>
                  <a:pt x="1061491" y="55518"/>
                  <a:pt x="1045827" y="55518"/>
                </a:cubicBezTo>
                <a:cubicBezTo>
                  <a:pt x="1028236" y="55518"/>
                  <a:pt x="1010431" y="67106"/>
                  <a:pt x="1010431" y="79342"/>
                </a:cubicBezTo>
                <a:cubicBezTo>
                  <a:pt x="1010431" y="84494"/>
                  <a:pt x="1013004" y="87070"/>
                  <a:pt x="1017941" y="87070"/>
                </a:cubicBezTo>
                <a:cubicBezTo>
                  <a:pt x="1024160" y="87070"/>
                  <a:pt x="1028023" y="82563"/>
                  <a:pt x="1028023" y="79771"/>
                </a:cubicBezTo>
                <a:cubicBezTo>
                  <a:pt x="1028023" y="78268"/>
                  <a:pt x="1027807" y="76766"/>
                  <a:pt x="1027378" y="75908"/>
                </a:cubicBezTo>
                <a:cubicBezTo>
                  <a:pt x="1027165" y="75263"/>
                  <a:pt x="1026949" y="73977"/>
                  <a:pt x="1026949" y="71613"/>
                </a:cubicBezTo>
                <a:cubicBezTo>
                  <a:pt x="1026949" y="64958"/>
                  <a:pt x="1035961" y="62598"/>
                  <a:pt x="1044112" y="62598"/>
                </a:cubicBezTo>
                <a:cubicBezTo>
                  <a:pt x="1051405" y="62598"/>
                  <a:pt x="1061491" y="66248"/>
                  <a:pt x="1061491" y="90504"/>
                </a:cubicBezTo>
                <a:cubicBezTo>
                  <a:pt x="1061491" y="92007"/>
                  <a:pt x="1060846" y="92864"/>
                  <a:pt x="1060201" y="93080"/>
                </a:cubicBezTo>
                <a:lnTo>
                  <a:pt x="1041752" y="97588"/>
                </a:lnTo>
                <a:cubicBezTo>
                  <a:pt x="1021159" y="102740"/>
                  <a:pt x="1006356" y="114116"/>
                  <a:pt x="1006356" y="128712"/>
                </a:cubicBezTo>
                <a:cubicBezTo>
                  <a:pt x="1006356" y="146313"/>
                  <a:pt x="1018370" y="151888"/>
                  <a:pt x="1033385" y="151888"/>
                </a:cubicBezTo>
                <a:cubicBezTo>
                  <a:pt x="1040852" y="151888"/>
                  <a:pt x="1047330" y="150173"/>
                  <a:pt x="1056770" y="142879"/>
                </a:cubicBezTo>
                <a:lnTo>
                  <a:pt x="1061062" y="139446"/>
                </a:lnTo>
                <a:lnTo>
                  <a:pt x="1061491" y="139446"/>
                </a:lnTo>
                <a:close/>
                <a:moveTo>
                  <a:pt x="1134001" y="72903"/>
                </a:moveTo>
                <a:cubicBezTo>
                  <a:pt x="1133719" y="66526"/>
                  <a:pt x="1133290" y="58801"/>
                  <a:pt x="1132282" y="56591"/>
                </a:cubicBezTo>
                <a:cubicBezTo>
                  <a:pt x="1131834" y="55606"/>
                  <a:pt x="1131424" y="54876"/>
                  <a:pt x="1129709" y="54876"/>
                </a:cubicBezTo>
                <a:cubicBezTo>
                  <a:pt x="1123702" y="57236"/>
                  <a:pt x="1118124" y="59168"/>
                  <a:pt x="1103322" y="61096"/>
                </a:cubicBezTo>
                <a:cubicBezTo>
                  <a:pt x="1102893" y="62385"/>
                  <a:pt x="1103322" y="65816"/>
                  <a:pt x="1103751" y="67106"/>
                </a:cubicBezTo>
                <a:cubicBezTo>
                  <a:pt x="1115335" y="68179"/>
                  <a:pt x="1117696" y="69253"/>
                  <a:pt x="1117696" y="81708"/>
                </a:cubicBezTo>
                <a:lnTo>
                  <a:pt x="1117696" y="123589"/>
                </a:lnTo>
                <a:cubicBezTo>
                  <a:pt x="1117696" y="141200"/>
                  <a:pt x="1114907" y="142274"/>
                  <a:pt x="1103106" y="143135"/>
                </a:cubicBezTo>
                <a:cubicBezTo>
                  <a:pt x="1101819" y="144421"/>
                  <a:pt x="1101819" y="148925"/>
                  <a:pt x="1103106" y="150212"/>
                </a:cubicBezTo>
                <a:cubicBezTo>
                  <a:pt x="1109545" y="149999"/>
                  <a:pt x="1117696" y="149783"/>
                  <a:pt x="1126275" y="149783"/>
                </a:cubicBezTo>
                <a:cubicBezTo>
                  <a:pt x="1134858" y="149783"/>
                  <a:pt x="1141464" y="149999"/>
                  <a:pt x="1147900" y="150212"/>
                </a:cubicBezTo>
                <a:cubicBezTo>
                  <a:pt x="1149189" y="148925"/>
                  <a:pt x="1149189" y="144421"/>
                  <a:pt x="1147900" y="143135"/>
                </a:cubicBezTo>
                <a:cubicBezTo>
                  <a:pt x="1137002" y="142061"/>
                  <a:pt x="1134642" y="141200"/>
                  <a:pt x="1134642" y="123589"/>
                </a:cubicBezTo>
                <a:lnTo>
                  <a:pt x="1134642" y="88367"/>
                </a:lnTo>
                <a:cubicBezTo>
                  <a:pt x="1134642" y="83856"/>
                  <a:pt x="1136574" y="81214"/>
                  <a:pt x="1138289" y="79348"/>
                </a:cubicBezTo>
                <a:cubicBezTo>
                  <a:pt x="1146787" y="71034"/>
                  <a:pt x="1154830" y="66674"/>
                  <a:pt x="1161458" y="66674"/>
                </a:cubicBezTo>
                <a:cubicBezTo>
                  <a:pt x="1169612" y="66674"/>
                  <a:pt x="1175619" y="71829"/>
                  <a:pt x="1175619" y="86219"/>
                </a:cubicBezTo>
                <a:lnTo>
                  <a:pt x="1175619" y="123589"/>
                </a:lnTo>
                <a:cubicBezTo>
                  <a:pt x="1175619" y="141200"/>
                  <a:pt x="1173901" y="142274"/>
                  <a:pt x="1162316" y="143135"/>
                </a:cubicBezTo>
                <a:cubicBezTo>
                  <a:pt x="1161246" y="144421"/>
                  <a:pt x="1161246" y="148925"/>
                  <a:pt x="1162316" y="150212"/>
                </a:cubicBezTo>
                <a:cubicBezTo>
                  <a:pt x="1167681" y="149999"/>
                  <a:pt x="1175619" y="149783"/>
                  <a:pt x="1184199" y="149783"/>
                </a:cubicBezTo>
                <a:cubicBezTo>
                  <a:pt x="1192782" y="149783"/>
                  <a:pt x="1199859" y="149999"/>
                  <a:pt x="1205224" y="150212"/>
                </a:cubicBezTo>
                <a:cubicBezTo>
                  <a:pt x="1206295" y="148925"/>
                  <a:pt x="1206295" y="144421"/>
                  <a:pt x="1205224" y="143135"/>
                </a:cubicBezTo>
                <a:cubicBezTo>
                  <a:pt x="1194497" y="142274"/>
                  <a:pt x="1192566" y="141200"/>
                  <a:pt x="1192566" y="123589"/>
                </a:cubicBezTo>
                <a:lnTo>
                  <a:pt x="1192566" y="89440"/>
                </a:lnTo>
                <a:cubicBezTo>
                  <a:pt x="1192566" y="86435"/>
                  <a:pt x="1192566" y="83427"/>
                  <a:pt x="1192350" y="80851"/>
                </a:cubicBezTo>
                <a:cubicBezTo>
                  <a:pt x="1202648" y="69466"/>
                  <a:pt x="1212301" y="66674"/>
                  <a:pt x="1220668" y="66674"/>
                </a:cubicBezTo>
                <a:cubicBezTo>
                  <a:pt x="1228823" y="66674"/>
                  <a:pt x="1233540" y="71400"/>
                  <a:pt x="1233540" y="85790"/>
                </a:cubicBezTo>
                <a:lnTo>
                  <a:pt x="1233540" y="123589"/>
                </a:lnTo>
                <a:cubicBezTo>
                  <a:pt x="1233540" y="141200"/>
                  <a:pt x="1231395" y="142274"/>
                  <a:pt x="1220240" y="143135"/>
                </a:cubicBezTo>
                <a:cubicBezTo>
                  <a:pt x="1219166" y="144421"/>
                  <a:pt x="1219166" y="148925"/>
                  <a:pt x="1220240" y="150212"/>
                </a:cubicBezTo>
                <a:cubicBezTo>
                  <a:pt x="1225605" y="149999"/>
                  <a:pt x="1233540" y="149783"/>
                  <a:pt x="1242123" y="149783"/>
                </a:cubicBezTo>
                <a:cubicBezTo>
                  <a:pt x="1250702" y="149783"/>
                  <a:pt x="1258212" y="149999"/>
                  <a:pt x="1264218" y="150212"/>
                </a:cubicBezTo>
                <a:cubicBezTo>
                  <a:pt x="1265292" y="148925"/>
                  <a:pt x="1265292" y="144421"/>
                  <a:pt x="1264218" y="143135"/>
                </a:cubicBezTo>
                <a:cubicBezTo>
                  <a:pt x="1252421" y="142274"/>
                  <a:pt x="1250489" y="141200"/>
                  <a:pt x="1250489" y="123589"/>
                </a:cubicBezTo>
                <a:lnTo>
                  <a:pt x="1250489" y="89656"/>
                </a:lnTo>
                <a:cubicBezTo>
                  <a:pt x="1250489" y="70543"/>
                  <a:pt x="1247272" y="55518"/>
                  <a:pt x="1228394" y="55518"/>
                </a:cubicBezTo>
                <a:cubicBezTo>
                  <a:pt x="1217408" y="55518"/>
                  <a:pt x="1204173" y="59554"/>
                  <a:pt x="1192995" y="71358"/>
                </a:cubicBezTo>
                <a:cubicBezTo>
                  <a:pt x="1192350" y="72045"/>
                  <a:pt x="1191063" y="73119"/>
                  <a:pt x="1190635" y="71273"/>
                </a:cubicBezTo>
                <a:cubicBezTo>
                  <a:pt x="1188598" y="62470"/>
                  <a:pt x="1180336" y="55518"/>
                  <a:pt x="1169184" y="55518"/>
                </a:cubicBezTo>
                <a:cubicBezTo>
                  <a:pt x="1156738" y="55518"/>
                  <a:pt x="1145520" y="62899"/>
                  <a:pt x="1136574" y="72903"/>
                </a:cubicBezTo>
                <a:cubicBezTo>
                  <a:pt x="1135588" y="74000"/>
                  <a:pt x="1134105" y="75482"/>
                  <a:pt x="1134001" y="72903"/>
                </a:cubicBezTo>
                <a:close/>
                <a:moveTo>
                  <a:pt x="1306051" y="78697"/>
                </a:moveTo>
                <a:cubicBezTo>
                  <a:pt x="1311629" y="71826"/>
                  <a:pt x="1321456" y="65387"/>
                  <a:pt x="1327718" y="65387"/>
                </a:cubicBezTo>
                <a:cubicBezTo>
                  <a:pt x="1341450" y="65387"/>
                  <a:pt x="1353248" y="80841"/>
                  <a:pt x="1353248" y="105097"/>
                </a:cubicBezTo>
                <a:cubicBezTo>
                  <a:pt x="1353248" y="122702"/>
                  <a:pt x="1347028" y="144595"/>
                  <a:pt x="1323001" y="144595"/>
                </a:cubicBezTo>
                <a:cubicBezTo>
                  <a:pt x="1319138" y="144595"/>
                  <a:pt x="1311629" y="143521"/>
                  <a:pt x="1307770" y="140067"/>
                </a:cubicBezTo>
                <a:cubicBezTo>
                  <a:pt x="1303455" y="136202"/>
                  <a:pt x="1302620" y="134958"/>
                  <a:pt x="1302620" y="127209"/>
                </a:cubicBezTo>
                <a:lnTo>
                  <a:pt x="1302620" y="88141"/>
                </a:lnTo>
                <a:cubicBezTo>
                  <a:pt x="1302620" y="83633"/>
                  <a:pt x="1303563" y="81764"/>
                  <a:pt x="1306051" y="78697"/>
                </a:cubicBezTo>
                <a:moveTo>
                  <a:pt x="1301976" y="70752"/>
                </a:moveTo>
                <a:cubicBezTo>
                  <a:pt x="1301655" y="64313"/>
                  <a:pt x="1301268" y="58801"/>
                  <a:pt x="1300260" y="56591"/>
                </a:cubicBezTo>
                <a:cubicBezTo>
                  <a:pt x="1299809" y="55606"/>
                  <a:pt x="1299403" y="54876"/>
                  <a:pt x="1297684" y="54876"/>
                </a:cubicBezTo>
                <a:cubicBezTo>
                  <a:pt x="1291677" y="57236"/>
                  <a:pt x="1286099" y="59168"/>
                  <a:pt x="1271297" y="61096"/>
                </a:cubicBezTo>
                <a:cubicBezTo>
                  <a:pt x="1270868" y="62385"/>
                  <a:pt x="1271297" y="65816"/>
                  <a:pt x="1271729" y="67106"/>
                </a:cubicBezTo>
                <a:cubicBezTo>
                  <a:pt x="1283310" y="68179"/>
                  <a:pt x="1285671" y="69250"/>
                  <a:pt x="1285671" y="81702"/>
                </a:cubicBezTo>
                <a:lnTo>
                  <a:pt x="1285671" y="173411"/>
                </a:lnTo>
                <a:cubicBezTo>
                  <a:pt x="1285671" y="191274"/>
                  <a:pt x="1283310" y="192351"/>
                  <a:pt x="1270226" y="192996"/>
                </a:cubicBezTo>
                <a:cubicBezTo>
                  <a:pt x="1268940" y="194282"/>
                  <a:pt x="1268940" y="198787"/>
                  <a:pt x="1270226" y="200073"/>
                </a:cubicBezTo>
                <a:cubicBezTo>
                  <a:pt x="1277736" y="199860"/>
                  <a:pt x="1285671" y="199644"/>
                  <a:pt x="1294253" y="199644"/>
                </a:cubicBezTo>
                <a:cubicBezTo>
                  <a:pt x="1302833" y="199644"/>
                  <a:pt x="1313131" y="199860"/>
                  <a:pt x="1320212" y="200073"/>
                </a:cubicBezTo>
                <a:cubicBezTo>
                  <a:pt x="1321498" y="198787"/>
                  <a:pt x="1321498" y="194282"/>
                  <a:pt x="1320212" y="192996"/>
                </a:cubicBezTo>
                <a:cubicBezTo>
                  <a:pt x="1304981" y="192135"/>
                  <a:pt x="1302620" y="191274"/>
                  <a:pt x="1302620" y="173411"/>
                </a:cubicBezTo>
                <a:lnTo>
                  <a:pt x="1302620" y="150173"/>
                </a:lnTo>
                <a:cubicBezTo>
                  <a:pt x="1302620" y="147384"/>
                  <a:pt x="1303435" y="147662"/>
                  <a:pt x="1305622" y="148565"/>
                </a:cubicBezTo>
                <a:cubicBezTo>
                  <a:pt x="1310879" y="150687"/>
                  <a:pt x="1317508" y="151888"/>
                  <a:pt x="1324287" y="151888"/>
                </a:cubicBezTo>
                <a:cubicBezTo>
                  <a:pt x="1336301" y="151888"/>
                  <a:pt x="1347028" y="148241"/>
                  <a:pt x="1355824" y="139874"/>
                </a:cubicBezTo>
                <a:cubicBezTo>
                  <a:pt x="1365906" y="129998"/>
                  <a:pt x="1371697" y="116689"/>
                  <a:pt x="1371697" y="99303"/>
                </a:cubicBezTo>
                <a:cubicBezTo>
                  <a:pt x="1371697" y="76550"/>
                  <a:pt x="1355608" y="55518"/>
                  <a:pt x="1333725" y="55518"/>
                </a:cubicBezTo>
                <a:cubicBezTo>
                  <a:pt x="1323751" y="55518"/>
                  <a:pt x="1312811" y="62061"/>
                  <a:pt x="1304336" y="71613"/>
                </a:cubicBezTo>
                <a:cubicBezTo>
                  <a:pt x="1303134" y="72965"/>
                  <a:pt x="1302084" y="72815"/>
                  <a:pt x="1301976" y="70752"/>
                </a:cubicBezTo>
                <a:close/>
                <a:moveTo>
                  <a:pt x="1389717" y="120126"/>
                </a:moveTo>
                <a:cubicBezTo>
                  <a:pt x="1390575" y="130643"/>
                  <a:pt x="1391220" y="140732"/>
                  <a:pt x="1391220" y="149744"/>
                </a:cubicBezTo>
                <a:cubicBezTo>
                  <a:pt x="1393364" y="149315"/>
                  <a:pt x="1395511" y="149102"/>
                  <a:pt x="1396582" y="149102"/>
                </a:cubicBezTo>
                <a:cubicBezTo>
                  <a:pt x="1398084" y="149102"/>
                  <a:pt x="1399370" y="149102"/>
                  <a:pt x="1400873" y="149531"/>
                </a:cubicBezTo>
                <a:cubicBezTo>
                  <a:pt x="1406667" y="151030"/>
                  <a:pt x="1412458" y="151888"/>
                  <a:pt x="1420396" y="151888"/>
                </a:cubicBezTo>
                <a:cubicBezTo>
                  <a:pt x="1432409" y="151888"/>
                  <a:pt x="1454505" y="146097"/>
                  <a:pt x="1454505" y="124846"/>
                </a:cubicBezTo>
                <a:cubicBezTo>
                  <a:pt x="1454505" y="110187"/>
                  <a:pt x="1443994" y="101667"/>
                  <a:pt x="1429404" y="96256"/>
                </a:cubicBezTo>
                <a:cubicBezTo>
                  <a:pt x="1416491" y="91470"/>
                  <a:pt x="1407953" y="88141"/>
                  <a:pt x="1407953" y="76337"/>
                </a:cubicBezTo>
                <a:cubicBezTo>
                  <a:pt x="1407953" y="67534"/>
                  <a:pt x="1415676" y="62598"/>
                  <a:pt x="1422969" y="62598"/>
                </a:cubicBezTo>
                <a:cubicBezTo>
                  <a:pt x="1427689" y="62598"/>
                  <a:pt x="1440131" y="64317"/>
                  <a:pt x="1442920" y="82563"/>
                </a:cubicBezTo>
                <a:cubicBezTo>
                  <a:pt x="1444207" y="83849"/>
                  <a:pt x="1448498" y="83633"/>
                  <a:pt x="1449785" y="82347"/>
                </a:cubicBezTo>
                <a:cubicBezTo>
                  <a:pt x="1450430" y="74618"/>
                  <a:pt x="1450859" y="66677"/>
                  <a:pt x="1451075" y="59596"/>
                </a:cubicBezTo>
                <a:cubicBezTo>
                  <a:pt x="1444423" y="58523"/>
                  <a:pt x="1434125" y="55518"/>
                  <a:pt x="1422969" y="55518"/>
                </a:cubicBezTo>
                <a:cubicBezTo>
                  <a:pt x="1407096" y="55518"/>
                  <a:pt x="1392722" y="65819"/>
                  <a:pt x="1392722" y="79558"/>
                </a:cubicBezTo>
                <a:cubicBezTo>
                  <a:pt x="1392722" y="95225"/>
                  <a:pt x="1399799" y="101879"/>
                  <a:pt x="1416320" y="108750"/>
                </a:cubicBezTo>
                <a:cubicBezTo>
                  <a:pt x="1434125" y="116047"/>
                  <a:pt x="1438200" y="120554"/>
                  <a:pt x="1438200" y="129786"/>
                </a:cubicBezTo>
                <a:cubicBezTo>
                  <a:pt x="1438200" y="140303"/>
                  <a:pt x="1427905" y="144811"/>
                  <a:pt x="1419967" y="144811"/>
                </a:cubicBezTo>
                <a:cubicBezTo>
                  <a:pt x="1411600" y="144811"/>
                  <a:pt x="1406945" y="141956"/>
                  <a:pt x="1404736" y="139658"/>
                </a:cubicBezTo>
                <a:cubicBezTo>
                  <a:pt x="1400015" y="134722"/>
                  <a:pt x="1397655" y="125278"/>
                  <a:pt x="1396369" y="119910"/>
                </a:cubicBezTo>
                <a:cubicBezTo>
                  <a:pt x="1395082" y="118623"/>
                  <a:pt x="1391004" y="118836"/>
                  <a:pt x="1389717" y="1201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ExtractBitTiming">
            <a:extLst xmlns:a="http://schemas.openxmlformats.org/drawingml/2006/main">
              <a:ext uri="{FF2B5EF4-FFF2-40B4-BE49-F238E27FC236}">
                <a16:creationId xmlns:a16="http://schemas.microsoft.com/office/drawing/2014/main" id="{8A5447F8-8D96-4046-B8CA-121EBDB5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965" y="829512"/>
            <a:ext cx="1636058" cy="191104"/>
          </a:xfrm>
          <a:custGeom xmlns:a="http://schemas.openxmlformats.org/drawingml/2006/main">
            <a:pathLst>
              <a:path w="1636058" h="191104">
                <a:moveTo>
                  <a:pt x="57708" y="62680"/>
                </a:moveTo>
                <a:lnTo>
                  <a:pt x="38185" y="62680"/>
                </a:lnTo>
                <a:lnTo>
                  <a:pt x="38185" y="24037"/>
                </a:lnTo>
                <a:cubicBezTo>
                  <a:pt x="38185" y="14593"/>
                  <a:pt x="40761" y="10298"/>
                  <a:pt x="52346" y="10298"/>
                </a:cubicBezTo>
                <a:lnTo>
                  <a:pt x="68435" y="10298"/>
                </a:lnTo>
                <a:cubicBezTo>
                  <a:pt x="84524" y="10298"/>
                  <a:pt x="87957" y="18885"/>
                  <a:pt x="92678" y="33700"/>
                </a:cubicBezTo>
                <a:cubicBezTo>
                  <a:pt x="95336" y="34086"/>
                  <a:pt x="97653" y="33635"/>
                  <a:pt x="99755" y="32626"/>
                </a:cubicBezTo>
                <a:cubicBezTo>
                  <a:pt x="98685" y="23824"/>
                  <a:pt x="95467" y="3218"/>
                  <a:pt x="95035" y="1503"/>
                </a:cubicBezTo>
                <a:cubicBezTo>
                  <a:pt x="95035" y="1074"/>
                  <a:pt x="94822" y="858"/>
                  <a:pt x="94177" y="858"/>
                </a:cubicBezTo>
                <a:cubicBezTo>
                  <a:pt x="90530" y="1503"/>
                  <a:pt x="88815" y="1715"/>
                  <a:pt x="83666" y="1715"/>
                </a:cubicBezTo>
                <a:lnTo>
                  <a:pt x="28960" y="1715"/>
                </a:lnTo>
                <a:cubicBezTo>
                  <a:pt x="22417" y="1519"/>
                  <a:pt x="9869" y="1303"/>
                  <a:pt x="1286" y="1087"/>
                </a:cubicBezTo>
                <a:cubicBezTo>
                  <a:pt x="0" y="2377"/>
                  <a:pt x="0" y="6881"/>
                  <a:pt x="1286" y="8167"/>
                </a:cubicBezTo>
                <a:cubicBezTo>
                  <a:pt x="16305" y="8815"/>
                  <a:pt x="19952" y="9892"/>
                  <a:pt x="19952" y="27775"/>
                </a:cubicBezTo>
                <a:lnTo>
                  <a:pt x="19952" y="113850"/>
                </a:lnTo>
                <a:cubicBezTo>
                  <a:pt x="19952" y="131615"/>
                  <a:pt x="16305" y="132686"/>
                  <a:pt x="1286" y="133327"/>
                </a:cubicBezTo>
                <a:cubicBezTo>
                  <a:pt x="0" y="134614"/>
                  <a:pt x="0" y="139118"/>
                  <a:pt x="1286" y="140405"/>
                </a:cubicBezTo>
                <a:cubicBezTo>
                  <a:pt x="9225" y="140202"/>
                  <a:pt x="22096" y="139986"/>
                  <a:pt x="29176" y="139986"/>
                </a:cubicBezTo>
                <a:lnTo>
                  <a:pt x="75299" y="139986"/>
                </a:lnTo>
                <a:cubicBezTo>
                  <a:pt x="85597" y="139976"/>
                  <a:pt x="102760" y="140405"/>
                  <a:pt x="102760" y="140405"/>
                </a:cubicBezTo>
                <a:cubicBezTo>
                  <a:pt x="105762" y="129687"/>
                  <a:pt x="108980" y="115562"/>
                  <a:pt x="110698" y="104649"/>
                </a:cubicBezTo>
                <a:cubicBezTo>
                  <a:pt x="108466" y="103385"/>
                  <a:pt x="105997" y="102894"/>
                  <a:pt x="103189" y="103578"/>
                </a:cubicBezTo>
                <a:cubicBezTo>
                  <a:pt x="98897" y="118993"/>
                  <a:pt x="91388" y="131622"/>
                  <a:pt x="75086" y="131622"/>
                </a:cubicBezTo>
                <a:lnTo>
                  <a:pt x="50198" y="131622"/>
                </a:lnTo>
                <a:cubicBezTo>
                  <a:pt x="41190" y="131622"/>
                  <a:pt x="38185" y="128195"/>
                  <a:pt x="38185" y="118135"/>
                </a:cubicBezTo>
                <a:lnTo>
                  <a:pt x="38185" y="70834"/>
                </a:lnTo>
                <a:lnTo>
                  <a:pt x="57708" y="70834"/>
                </a:lnTo>
                <a:cubicBezTo>
                  <a:pt x="75944" y="70834"/>
                  <a:pt x="76586" y="75757"/>
                  <a:pt x="77230" y="85388"/>
                </a:cubicBezTo>
                <a:cubicBezTo>
                  <a:pt x="78517" y="86671"/>
                  <a:pt x="83021" y="86671"/>
                  <a:pt x="84311" y="85388"/>
                </a:cubicBezTo>
                <a:cubicBezTo>
                  <a:pt x="84095" y="79823"/>
                  <a:pt x="83882" y="73895"/>
                  <a:pt x="83882" y="66543"/>
                </a:cubicBezTo>
                <a:cubicBezTo>
                  <a:pt x="83882" y="60536"/>
                  <a:pt x="84095" y="53236"/>
                  <a:pt x="84311" y="48084"/>
                </a:cubicBezTo>
                <a:cubicBezTo>
                  <a:pt x="83021" y="46794"/>
                  <a:pt x="78517" y="46794"/>
                  <a:pt x="77230" y="48084"/>
                </a:cubicBezTo>
                <a:cubicBezTo>
                  <a:pt x="76586" y="59891"/>
                  <a:pt x="75944" y="62680"/>
                  <a:pt x="57708" y="62680"/>
                </a:cubicBezTo>
                <a:close/>
                <a:moveTo>
                  <a:pt x="156369" y="63250"/>
                </a:moveTo>
                <a:cubicBezTo>
                  <a:pt x="151456" y="56005"/>
                  <a:pt x="153001" y="55685"/>
                  <a:pt x="162592" y="54676"/>
                </a:cubicBezTo>
                <a:cubicBezTo>
                  <a:pt x="163879" y="53390"/>
                  <a:pt x="163879" y="48886"/>
                  <a:pt x="162592" y="47596"/>
                </a:cubicBezTo>
                <a:cubicBezTo>
                  <a:pt x="156798" y="47812"/>
                  <a:pt x="147361" y="48028"/>
                  <a:pt x="140922" y="48028"/>
                </a:cubicBezTo>
                <a:cubicBezTo>
                  <a:pt x="134486" y="48028"/>
                  <a:pt x="128051" y="47812"/>
                  <a:pt x="122473" y="47596"/>
                </a:cubicBezTo>
                <a:cubicBezTo>
                  <a:pt x="121186" y="48886"/>
                  <a:pt x="121186" y="53390"/>
                  <a:pt x="122473" y="54676"/>
                </a:cubicBezTo>
                <a:cubicBezTo>
                  <a:pt x="129769" y="55321"/>
                  <a:pt x="135776" y="58961"/>
                  <a:pt x="141783" y="67751"/>
                </a:cubicBezTo>
                <a:lnTo>
                  <a:pt x="160445" y="94966"/>
                </a:lnTo>
                <a:cubicBezTo>
                  <a:pt x="161496" y="96508"/>
                  <a:pt x="161433" y="97195"/>
                  <a:pt x="160661" y="98180"/>
                </a:cubicBezTo>
                <a:lnTo>
                  <a:pt x="142640" y="121327"/>
                </a:lnTo>
                <a:cubicBezTo>
                  <a:pt x="134146" y="132234"/>
                  <a:pt x="129340" y="132899"/>
                  <a:pt x="121831" y="133327"/>
                </a:cubicBezTo>
                <a:cubicBezTo>
                  <a:pt x="120545" y="134614"/>
                  <a:pt x="120545" y="139118"/>
                  <a:pt x="121831" y="140405"/>
                </a:cubicBezTo>
                <a:cubicBezTo>
                  <a:pt x="126119" y="140192"/>
                  <a:pt x="130840" y="139976"/>
                  <a:pt x="137275" y="139976"/>
                </a:cubicBezTo>
                <a:cubicBezTo>
                  <a:pt x="143711" y="139976"/>
                  <a:pt x="149718" y="140192"/>
                  <a:pt x="155296" y="140405"/>
                </a:cubicBezTo>
                <a:cubicBezTo>
                  <a:pt x="156585" y="139118"/>
                  <a:pt x="156585" y="134614"/>
                  <a:pt x="155296" y="133327"/>
                </a:cubicBezTo>
                <a:cubicBezTo>
                  <a:pt x="147574" y="132535"/>
                  <a:pt x="145750" y="131720"/>
                  <a:pt x="150579" y="124754"/>
                </a:cubicBezTo>
                <a:lnTo>
                  <a:pt x="164091" y="105254"/>
                </a:lnTo>
                <a:cubicBezTo>
                  <a:pt x="165872" y="102701"/>
                  <a:pt x="166602" y="102983"/>
                  <a:pt x="167954" y="104826"/>
                </a:cubicBezTo>
                <a:lnTo>
                  <a:pt x="180396" y="121969"/>
                </a:lnTo>
                <a:cubicBezTo>
                  <a:pt x="187863" y="132234"/>
                  <a:pt x="184410" y="132620"/>
                  <a:pt x="177607" y="133327"/>
                </a:cubicBezTo>
                <a:cubicBezTo>
                  <a:pt x="176321" y="134614"/>
                  <a:pt x="176321" y="139118"/>
                  <a:pt x="177607" y="140405"/>
                </a:cubicBezTo>
                <a:cubicBezTo>
                  <a:pt x="184043" y="140192"/>
                  <a:pt x="191123" y="139976"/>
                  <a:pt x="198846" y="139976"/>
                </a:cubicBezTo>
                <a:cubicBezTo>
                  <a:pt x="207000" y="139976"/>
                  <a:pt x="212790" y="140192"/>
                  <a:pt x="217940" y="140405"/>
                </a:cubicBezTo>
                <a:cubicBezTo>
                  <a:pt x="219226" y="139118"/>
                  <a:pt x="219226" y="134614"/>
                  <a:pt x="217940" y="133327"/>
                </a:cubicBezTo>
                <a:cubicBezTo>
                  <a:pt x="208221" y="132683"/>
                  <a:pt x="205131" y="132018"/>
                  <a:pt x="196485" y="119824"/>
                </a:cubicBezTo>
                <a:lnTo>
                  <a:pt x="177179" y="92609"/>
                </a:lnTo>
                <a:cubicBezTo>
                  <a:pt x="176278" y="91346"/>
                  <a:pt x="176170" y="90681"/>
                  <a:pt x="177179" y="89395"/>
                </a:cubicBezTo>
                <a:lnTo>
                  <a:pt x="195199" y="66464"/>
                </a:lnTo>
                <a:cubicBezTo>
                  <a:pt x="203137" y="56392"/>
                  <a:pt x="208178" y="55321"/>
                  <a:pt x="216008" y="54676"/>
                </a:cubicBezTo>
                <a:cubicBezTo>
                  <a:pt x="217295" y="53390"/>
                  <a:pt x="217295" y="48886"/>
                  <a:pt x="216008" y="47596"/>
                </a:cubicBezTo>
                <a:cubicBezTo>
                  <a:pt x="211717" y="47812"/>
                  <a:pt x="206784" y="48028"/>
                  <a:pt x="200348" y="48028"/>
                </a:cubicBezTo>
                <a:cubicBezTo>
                  <a:pt x="193912" y="48028"/>
                  <a:pt x="187906" y="47812"/>
                  <a:pt x="182328" y="47596"/>
                </a:cubicBezTo>
                <a:cubicBezTo>
                  <a:pt x="181041" y="48886"/>
                  <a:pt x="181041" y="53390"/>
                  <a:pt x="182328" y="54676"/>
                </a:cubicBezTo>
                <a:cubicBezTo>
                  <a:pt x="190200" y="55534"/>
                  <a:pt x="192669" y="56199"/>
                  <a:pt x="187477" y="63462"/>
                </a:cubicBezTo>
                <a:lnTo>
                  <a:pt x="173532" y="82965"/>
                </a:lnTo>
                <a:cubicBezTo>
                  <a:pt x="171987" y="85110"/>
                  <a:pt x="171087" y="84936"/>
                  <a:pt x="169457" y="82537"/>
                </a:cubicBezTo>
                <a:lnTo>
                  <a:pt x="156369" y="63250"/>
                </a:lnTo>
                <a:close/>
                <a:moveTo>
                  <a:pt x="231435" y="48015"/>
                </a:moveTo>
                <a:cubicBezTo>
                  <a:pt x="228430" y="48015"/>
                  <a:pt x="227572" y="50591"/>
                  <a:pt x="227572" y="52306"/>
                </a:cubicBezTo>
                <a:lnTo>
                  <a:pt x="227572" y="55095"/>
                </a:lnTo>
                <a:cubicBezTo>
                  <a:pt x="227572" y="56169"/>
                  <a:pt x="227785" y="56382"/>
                  <a:pt x="228646" y="56382"/>
                </a:cubicBezTo>
                <a:lnTo>
                  <a:pt x="241301" y="56382"/>
                </a:lnTo>
                <a:lnTo>
                  <a:pt x="241301" y="120859"/>
                </a:lnTo>
                <a:cubicBezTo>
                  <a:pt x="241301" y="136074"/>
                  <a:pt x="247953" y="142081"/>
                  <a:pt x="257819" y="142081"/>
                </a:cubicBezTo>
                <a:cubicBezTo>
                  <a:pt x="267688" y="142081"/>
                  <a:pt x="278415" y="137364"/>
                  <a:pt x="286782" y="127926"/>
                </a:cubicBezTo>
                <a:cubicBezTo>
                  <a:pt x="286353" y="125720"/>
                  <a:pt x="285067" y="124499"/>
                  <a:pt x="282920" y="124286"/>
                </a:cubicBezTo>
                <a:cubicBezTo>
                  <a:pt x="277342" y="128571"/>
                  <a:pt x="270906" y="130283"/>
                  <a:pt x="265328" y="130283"/>
                </a:cubicBezTo>
                <a:cubicBezTo>
                  <a:pt x="259537" y="130283"/>
                  <a:pt x="258251" y="123857"/>
                  <a:pt x="258251" y="110577"/>
                </a:cubicBezTo>
                <a:lnTo>
                  <a:pt x="258251" y="56382"/>
                </a:lnTo>
                <a:lnTo>
                  <a:pt x="280559" y="56382"/>
                </a:lnTo>
                <a:cubicBezTo>
                  <a:pt x="282707" y="56382"/>
                  <a:pt x="285709" y="55524"/>
                  <a:pt x="285709" y="53593"/>
                </a:cubicBezTo>
                <a:lnTo>
                  <a:pt x="285709" y="49305"/>
                </a:lnTo>
                <a:cubicBezTo>
                  <a:pt x="285709" y="48447"/>
                  <a:pt x="285067" y="48015"/>
                  <a:pt x="283993" y="48015"/>
                </a:cubicBezTo>
                <a:lnTo>
                  <a:pt x="258251" y="48015"/>
                </a:lnTo>
                <a:lnTo>
                  <a:pt x="258251" y="39651"/>
                </a:lnTo>
                <a:cubicBezTo>
                  <a:pt x="258251" y="25706"/>
                  <a:pt x="259109" y="17123"/>
                  <a:pt x="259109" y="17123"/>
                </a:cubicBezTo>
                <a:cubicBezTo>
                  <a:pt x="259109" y="15752"/>
                  <a:pt x="258464" y="15238"/>
                  <a:pt x="257456" y="15238"/>
                </a:cubicBezTo>
                <a:cubicBezTo>
                  <a:pt x="256490" y="15238"/>
                  <a:pt x="254667" y="16073"/>
                  <a:pt x="252673" y="17166"/>
                </a:cubicBezTo>
                <a:cubicBezTo>
                  <a:pt x="250247" y="18518"/>
                  <a:pt x="248061" y="19441"/>
                  <a:pt x="245376" y="20191"/>
                </a:cubicBezTo>
                <a:cubicBezTo>
                  <a:pt x="242804" y="20921"/>
                  <a:pt x="240659" y="21651"/>
                  <a:pt x="240659" y="23130"/>
                </a:cubicBezTo>
                <a:cubicBezTo>
                  <a:pt x="240659" y="25621"/>
                  <a:pt x="241301" y="24204"/>
                  <a:pt x="241301" y="47995"/>
                </a:cubicBezTo>
                <a:lnTo>
                  <a:pt x="231435" y="48015"/>
                </a:lnTo>
                <a:close/>
                <a:moveTo>
                  <a:pt x="329023" y="63092"/>
                </a:moveTo>
                <a:cubicBezTo>
                  <a:pt x="328656" y="54506"/>
                  <a:pt x="328316" y="48994"/>
                  <a:pt x="327308" y="46784"/>
                </a:cubicBezTo>
                <a:cubicBezTo>
                  <a:pt x="326856" y="45799"/>
                  <a:pt x="326447" y="45069"/>
                  <a:pt x="324731" y="45069"/>
                </a:cubicBezTo>
                <a:cubicBezTo>
                  <a:pt x="318725" y="47429"/>
                  <a:pt x="313147" y="49360"/>
                  <a:pt x="298344" y="51288"/>
                </a:cubicBezTo>
                <a:cubicBezTo>
                  <a:pt x="297915" y="52578"/>
                  <a:pt x="298344" y="56009"/>
                  <a:pt x="298773" y="57295"/>
                </a:cubicBezTo>
                <a:cubicBezTo>
                  <a:pt x="310358" y="58369"/>
                  <a:pt x="312718" y="59443"/>
                  <a:pt x="312718" y="71898"/>
                </a:cubicBezTo>
                <a:lnTo>
                  <a:pt x="312718" y="113782"/>
                </a:lnTo>
                <a:cubicBezTo>
                  <a:pt x="312718" y="131609"/>
                  <a:pt x="310145" y="132467"/>
                  <a:pt x="296842" y="133327"/>
                </a:cubicBezTo>
                <a:cubicBezTo>
                  <a:pt x="295555" y="134614"/>
                  <a:pt x="295555" y="139118"/>
                  <a:pt x="296842" y="140405"/>
                </a:cubicBezTo>
                <a:cubicBezTo>
                  <a:pt x="304351" y="140192"/>
                  <a:pt x="312718" y="139976"/>
                  <a:pt x="321301" y="139976"/>
                </a:cubicBezTo>
                <a:cubicBezTo>
                  <a:pt x="329881" y="139976"/>
                  <a:pt x="339750" y="140192"/>
                  <a:pt x="347256" y="140405"/>
                </a:cubicBezTo>
                <a:cubicBezTo>
                  <a:pt x="348546" y="139118"/>
                  <a:pt x="348546" y="134614"/>
                  <a:pt x="347256" y="133327"/>
                </a:cubicBezTo>
                <a:cubicBezTo>
                  <a:pt x="332241" y="132254"/>
                  <a:pt x="329664" y="131609"/>
                  <a:pt x="329664" y="113782"/>
                </a:cubicBezTo>
                <a:lnTo>
                  <a:pt x="329664" y="83928"/>
                </a:lnTo>
                <a:cubicBezTo>
                  <a:pt x="329664" y="78343"/>
                  <a:pt x="332241" y="73404"/>
                  <a:pt x="334814" y="69538"/>
                </a:cubicBezTo>
                <a:cubicBezTo>
                  <a:pt x="337174" y="66101"/>
                  <a:pt x="342110" y="59014"/>
                  <a:pt x="344683" y="59014"/>
                </a:cubicBezTo>
                <a:cubicBezTo>
                  <a:pt x="346614" y="59014"/>
                  <a:pt x="348546" y="59528"/>
                  <a:pt x="350218" y="61740"/>
                </a:cubicBezTo>
                <a:cubicBezTo>
                  <a:pt x="351849" y="63888"/>
                  <a:pt x="354251" y="66746"/>
                  <a:pt x="357983" y="66746"/>
                </a:cubicBezTo>
                <a:cubicBezTo>
                  <a:pt x="363132" y="66746"/>
                  <a:pt x="368065" y="61374"/>
                  <a:pt x="368065" y="56009"/>
                </a:cubicBezTo>
                <a:cubicBezTo>
                  <a:pt x="368065" y="51910"/>
                  <a:pt x="364206" y="45710"/>
                  <a:pt x="355194" y="45710"/>
                </a:cubicBezTo>
                <a:cubicBezTo>
                  <a:pt x="345112" y="45710"/>
                  <a:pt x="336316" y="55151"/>
                  <a:pt x="331383" y="63521"/>
                </a:cubicBezTo>
                <a:cubicBezTo>
                  <a:pt x="330097" y="65885"/>
                  <a:pt x="329065" y="64166"/>
                  <a:pt x="329023" y="63092"/>
                </a:cubicBezTo>
                <a:close/>
                <a:moveTo>
                  <a:pt x="434979" y="89928"/>
                </a:moveTo>
                <a:lnTo>
                  <a:pt x="434979" y="118260"/>
                </a:lnTo>
                <a:cubicBezTo>
                  <a:pt x="434979" y="121052"/>
                  <a:pt x="433689" y="122555"/>
                  <a:pt x="431974" y="123841"/>
                </a:cubicBezTo>
                <a:cubicBezTo>
                  <a:pt x="426396" y="128349"/>
                  <a:pt x="419103" y="133288"/>
                  <a:pt x="413096" y="133288"/>
                </a:cubicBezTo>
                <a:cubicBezTo>
                  <a:pt x="402369" y="133288"/>
                  <a:pt x="397649" y="124702"/>
                  <a:pt x="397649" y="118047"/>
                </a:cubicBezTo>
                <a:cubicBezTo>
                  <a:pt x="397649" y="108387"/>
                  <a:pt x="402156" y="98511"/>
                  <a:pt x="418029" y="94436"/>
                </a:cubicBezTo>
                <a:lnTo>
                  <a:pt x="434979" y="89928"/>
                </a:lnTo>
                <a:moveTo>
                  <a:pt x="434979" y="129638"/>
                </a:moveTo>
                <a:cubicBezTo>
                  <a:pt x="436266" y="136290"/>
                  <a:pt x="438537" y="142081"/>
                  <a:pt x="449353" y="142081"/>
                </a:cubicBezTo>
                <a:cubicBezTo>
                  <a:pt x="457569" y="142081"/>
                  <a:pt x="465291" y="138434"/>
                  <a:pt x="469730" y="134146"/>
                </a:cubicBezTo>
                <a:cubicBezTo>
                  <a:pt x="469367" y="131507"/>
                  <a:pt x="468509" y="129704"/>
                  <a:pt x="466083" y="128352"/>
                </a:cubicBezTo>
                <a:cubicBezTo>
                  <a:pt x="464476" y="129681"/>
                  <a:pt x="460872" y="131786"/>
                  <a:pt x="458145" y="131786"/>
                </a:cubicBezTo>
                <a:cubicBezTo>
                  <a:pt x="451926" y="131786"/>
                  <a:pt x="451710" y="123412"/>
                  <a:pt x="451710" y="113539"/>
                </a:cubicBezTo>
                <a:lnTo>
                  <a:pt x="451710" y="81983"/>
                </a:lnTo>
                <a:cubicBezTo>
                  <a:pt x="451710" y="51504"/>
                  <a:pt x="434979" y="45710"/>
                  <a:pt x="419316" y="45710"/>
                </a:cubicBezTo>
                <a:cubicBezTo>
                  <a:pt x="401724" y="45710"/>
                  <a:pt x="383920" y="57298"/>
                  <a:pt x="383920" y="69535"/>
                </a:cubicBezTo>
                <a:cubicBezTo>
                  <a:pt x="383920" y="74687"/>
                  <a:pt x="386493" y="77263"/>
                  <a:pt x="391429" y="77263"/>
                </a:cubicBezTo>
                <a:cubicBezTo>
                  <a:pt x="397649" y="77263"/>
                  <a:pt x="401511" y="72756"/>
                  <a:pt x="401511" y="69963"/>
                </a:cubicBezTo>
                <a:cubicBezTo>
                  <a:pt x="401511" y="68461"/>
                  <a:pt x="401295" y="66958"/>
                  <a:pt x="400867" y="66101"/>
                </a:cubicBezTo>
                <a:cubicBezTo>
                  <a:pt x="400654" y="65456"/>
                  <a:pt x="400438" y="64169"/>
                  <a:pt x="400438" y="61806"/>
                </a:cubicBezTo>
                <a:cubicBezTo>
                  <a:pt x="400438" y="55151"/>
                  <a:pt x="409450" y="52791"/>
                  <a:pt x="417600" y="52791"/>
                </a:cubicBezTo>
                <a:cubicBezTo>
                  <a:pt x="424894" y="52791"/>
                  <a:pt x="434979" y="56441"/>
                  <a:pt x="434979" y="80697"/>
                </a:cubicBezTo>
                <a:cubicBezTo>
                  <a:pt x="434979" y="82200"/>
                  <a:pt x="434334" y="83057"/>
                  <a:pt x="433689" y="83273"/>
                </a:cubicBezTo>
                <a:lnTo>
                  <a:pt x="415240" y="87781"/>
                </a:lnTo>
                <a:cubicBezTo>
                  <a:pt x="394647" y="92933"/>
                  <a:pt x="379845" y="104308"/>
                  <a:pt x="379845" y="118905"/>
                </a:cubicBezTo>
                <a:cubicBezTo>
                  <a:pt x="379845" y="136506"/>
                  <a:pt x="391858" y="142081"/>
                  <a:pt x="406873" y="142081"/>
                </a:cubicBezTo>
                <a:cubicBezTo>
                  <a:pt x="414340" y="142081"/>
                  <a:pt x="420818" y="140365"/>
                  <a:pt x="430259" y="133072"/>
                </a:cubicBezTo>
                <a:lnTo>
                  <a:pt x="434550" y="129638"/>
                </a:lnTo>
                <a:lnTo>
                  <a:pt x="434979" y="129638"/>
                </a:lnTo>
                <a:close/>
                <a:moveTo>
                  <a:pt x="556380" y="120407"/>
                </a:moveTo>
                <a:cubicBezTo>
                  <a:pt x="555522" y="118476"/>
                  <a:pt x="553804" y="117618"/>
                  <a:pt x="551876" y="117402"/>
                </a:cubicBezTo>
                <a:cubicBezTo>
                  <a:pt x="544579" y="126849"/>
                  <a:pt x="535355" y="131570"/>
                  <a:pt x="526130" y="131570"/>
                </a:cubicBezTo>
                <a:cubicBezTo>
                  <a:pt x="510470" y="131570"/>
                  <a:pt x="497383" y="115687"/>
                  <a:pt x="497383" y="90570"/>
                </a:cubicBezTo>
                <a:cubicBezTo>
                  <a:pt x="497383" y="66958"/>
                  <a:pt x="507681" y="52791"/>
                  <a:pt x="521842" y="52791"/>
                </a:cubicBezTo>
                <a:cubicBezTo>
                  <a:pt x="534497" y="52791"/>
                  <a:pt x="536212" y="60303"/>
                  <a:pt x="537073" y="67816"/>
                </a:cubicBezTo>
                <a:cubicBezTo>
                  <a:pt x="537715" y="73613"/>
                  <a:pt x="540720" y="75545"/>
                  <a:pt x="545224" y="75545"/>
                </a:cubicBezTo>
                <a:cubicBezTo>
                  <a:pt x="549728" y="75545"/>
                  <a:pt x="555735" y="72756"/>
                  <a:pt x="555735" y="66101"/>
                </a:cubicBezTo>
                <a:cubicBezTo>
                  <a:pt x="555735" y="54293"/>
                  <a:pt x="543509" y="45710"/>
                  <a:pt x="522912" y="45710"/>
                </a:cubicBezTo>
                <a:cubicBezTo>
                  <a:pt x="501674" y="45710"/>
                  <a:pt x="478934" y="64811"/>
                  <a:pt x="478934" y="95293"/>
                </a:cubicBezTo>
                <a:cubicBezTo>
                  <a:pt x="478934" y="122983"/>
                  <a:pt x="494381" y="142081"/>
                  <a:pt x="521410" y="142081"/>
                </a:cubicBezTo>
                <a:cubicBezTo>
                  <a:pt x="534284" y="142081"/>
                  <a:pt x="545653" y="138005"/>
                  <a:pt x="556380" y="120407"/>
                </a:cubicBezTo>
                <a:close/>
                <a:moveTo>
                  <a:pt x="573093" y="48015"/>
                </a:moveTo>
                <a:cubicBezTo>
                  <a:pt x="570088" y="48015"/>
                  <a:pt x="569230" y="50591"/>
                  <a:pt x="569230" y="52306"/>
                </a:cubicBezTo>
                <a:lnTo>
                  <a:pt x="569230" y="55095"/>
                </a:lnTo>
                <a:cubicBezTo>
                  <a:pt x="569230" y="56169"/>
                  <a:pt x="569443" y="56382"/>
                  <a:pt x="570304" y="56382"/>
                </a:cubicBezTo>
                <a:lnTo>
                  <a:pt x="582959" y="56382"/>
                </a:lnTo>
                <a:lnTo>
                  <a:pt x="582959" y="120859"/>
                </a:lnTo>
                <a:cubicBezTo>
                  <a:pt x="582959" y="136074"/>
                  <a:pt x="589611" y="142081"/>
                  <a:pt x="599477" y="142081"/>
                </a:cubicBezTo>
                <a:cubicBezTo>
                  <a:pt x="609346" y="142081"/>
                  <a:pt x="620074" y="137364"/>
                  <a:pt x="628440" y="127926"/>
                </a:cubicBezTo>
                <a:cubicBezTo>
                  <a:pt x="628012" y="125720"/>
                  <a:pt x="626725" y="124499"/>
                  <a:pt x="624578" y="124286"/>
                </a:cubicBezTo>
                <a:cubicBezTo>
                  <a:pt x="619000" y="128571"/>
                  <a:pt x="612564" y="130283"/>
                  <a:pt x="606986" y="130283"/>
                </a:cubicBezTo>
                <a:cubicBezTo>
                  <a:pt x="601196" y="130283"/>
                  <a:pt x="599909" y="123857"/>
                  <a:pt x="599909" y="110577"/>
                </a:cubicBezTo>
                <a:lnTo>
                  <a:pt x="599909" y="56382"/>
                </a:lnTo>
                <a:lnTo>
                  <a:pt x="622218" y="56382"/>
                </a:lnTo>
                <a:cubicBezTo>
                  <a:pt x="624365" y="56382"/>
                  <a:pt x="627367" y="55524"/>
                  <a:pt x="627367" y="53593"/>
                </a:cubicBezTo>
                <a:lnTo>
                  <a:pt x="627367" y="49305"/>
                </a:lnTo>
                <a:cubicBezTo>
                  <a:pt x="627367" y="48447"/>
                  <a:pt x="626725" y="48015"/>
                  <a:pt x="625651" y="48015"/>
                </a:cubicBezTo>
                <a:lnTo>
                  <a:pt x="599909" y="48015"/>
                </a:lnTo>
                <a:lnTo>
                  <a:pt x="599909" y="39651"/>
                </a:lnTo>
                <a:cubicBezTo>
                  <a:pt x="599909" y="25706"/>
                  <a:pt x="600767" y="17123"/>
                  <a:pt x="600767" y="17123"/>
                </a:cubicBezTo>
                <a:cubicBezTo>
                  <a:pt x="600767" y="15752"/>
                  <a:pt x="600122" y="15238"/>
                  <a:pt x="599114" y="15238"/>
                </a:cubicBezTo>
                <a:cubicBezTo>
                  <a:pt x="598148" y="15238"/>
                  <a:pt x="596325" y="16073"/>
                  <a:pt x="594331" y="17166"/>
                </a:cubicBezTo>
                <a:cubicBezTo>
                  <a:pt x="591906" y="18518"/>
                  <a:pt x="589719" y="19441"/>
                  <a:pt x="587035" y="20191"/>
                </a:cubicBezTo>
                <a:cubicBezTo>
                  <a:pt x="584462" y="20921"/>
                  <a:pt x="582318" y="21651"/>
                  <a:pt x="582318" y="23130"/>
                </a:cubicBezTo>
                <a:cubicBezTo>
                  <a:pt x="582318" y="25621"/>
                  <a:pt x="582959" y="24204"/>
                  <a:pt x="582959" y="47995"/>
                </a:cubicBezTo>
                <a:lnTo>
                  <a:pt x="573093" y="48015"/>
                </a:lnTo>
                <a:close/>
                <a:moveTo>
                  <a:pt x="727939" y="21912"/>
                </a:moveTo>
                <a:cubicBezTo>
                  <a:pt x="727939" y="10531"/>
                  <a:pt x="727939" y="8383"/>
                  <a:pt x="746604" y="8383"/>
                </a:cubicBezTo>
                <a:cubicBezTo>
                  <a:pt x="758617" y="8383"/>
                  <a:pt x="774278" y="14825"/>
                  <a:pt x="774278" y="36728"/>
                </a:cubicBezTo>
                <a:cubicBezTo>
                  <a:pt x="774278" y="54981"/>
                  <a:pt x="761619" y="61423"/>
                  <a:pt x="743815" y="61423"/>
                </a:cubicBezTo>
                <a:lnTo>
                  <a:pt x="727939" y="61423"/>
                </a:lnTo>
                <a:lnTo>
                  <a:pt x="727939" y="21912"/>
                </a:lnTo>
                <a:moveTo>
                  <a:pt x="727939" y="68719"/>
                </a:moveTo>
                <a:lnTo>
                  <a:pt x="742741" y="68719"/>
                </a:lnTo>
                <a:cubicBezTo>
                  <a:pt x="772130" y="68719"/>
                  <a:pt x="784360" y="85247"/>
                  <a:pt x="784360" y="104564"/>
                </a:cubicBezTo>
                <a:cubicBezTo>
                  <a:pt x="784360" y="120234"/>
                  <a:pt x="778353" y="133327"/>
                  <a:pt x="745743" y="133327"/>
                </a:cubicBezTo>
                <a:cubicBezTo>
                  <a:pt x="730728" y="133327"/>
                  <a:pt x="727939" y="127746"/>
                  <a:pt x="727939" y="114652"/>
                </a:cubicBezTo>
                <a:lnTo>
                  <a:pt x="727939" y="68719"/>
                </a:lnTo>
                <a:moveTo>
                  <a:pt x="718714" y="1519"/>
                </a:moveTo>
                <a:cubicBezTo>
                  <a:pt x="711054" y="1519"/>
                  <a:pt x="699407" y="1303"/>
                  <a:pt x="691040" y="1087"/>
                </a:cubicBezTo>
                <a:cubicBezTo>
                  <a:pt x="689751" y="2377"/>
                  <a:pt x="689751" y="6881"/>
                  <a:pt x="691040" y="8167"/>
                </a:cubicBezTo>
                <a:cubicBezTo>
                  <a:pt x="706056" y="8812"/>
                  <a:pt x="709702" y="9886"/>
                  <a:pt x="709702" y="27710"/>
                </a:cubicBezTo>
                <a:lnTo>
                  <a:pt x="709702" y="113795"/>
                </a:lnTo>
                <a:cubicBezTo>
                  <a:pt x="709702" y="131609"/>
                  <a:pt x="706056" y="132683"/>
                  <a:pt x="691040" y="133327"/>
                </a:cubicBezTo>
                <a:cubicBezTo>
                  <a:pt x="689751" y="134614"/>
                  <a:pt x="689751" y="139118"/>
                  <a:pt x="691040" y="140405"/>
                </a:cubicBezTo>
                <a:cubicBezTo>
                  <a:pt x="699407" y="140192"/>
                  <a:pt x="710969" y="139976"/>
                  <a:pt x="718927" y="139976"/>
                </a:cubicBezTo>
                <a:cubicBezTo>
                  <a:pt x="726587" y="139976"/>
                  <a:pt x="732230" y="140405"/>
                  <a:pt x="750251" y="140405"/>
                </a:cubicBezTo>
                <a:cubicBezTo>
                  <a:pt x="792940" y="140405"/>
                  <a:pt x="804311" y="118947"/>
                  <a:pt x="804311" y="100485"/>
                </a:cubicBezTo>
                <a:cubicBezTo>
                  <a:pt x="804311" y="79882"/>
                  <a:pt x="789938" y="68075"/>
                  <a:pt x="771273" y="62713"/>
                </a:cubicBezTo>
                <a:lnTo>
                  <a:pt x="771273" y="62284"/>
                </a:lnTo>
                <a:cubicBezTo>
                  <a:pt x="782023" y="56830"/>
                  <a:pt x="791653" y="45812"/>
                  <a:pt x="791653" y="34152"/>
                </a:cubicBezTo>
                <a:cubicBezTo>
                  <a:pt x="791653" y="19765"/>
                  <a:pt x="785433" y="1087"/>
                  <a:pt x="745530" y="1087"/>
                </a:cubicBezTo>
                <a:cubicBezTo>
                  <a:pt x="738021" y="1087"/>
                  <a:pt x="726436" y="1519"/>
                  <a:pt x="718714" y="1519"/>
                </a:cubicBezTo>
                <a:close/>
                <a:moveTo>
                  <a:pt x="832179" y="11385"/>
                </a:moveTo>
                <a:cubicBezTo>
                  <a:pt x="832179" y="16963"/>
                  <a:pt x="837328" y="22541"/>
                  <a:pt x="842474" y="22541"/>
                </a:cubicBezTo>
                <a:cubicBezTo>
                  <a:pt x="848481" y="22541"/>
                  <a:pt x="853630" y="16770"/>
                  <a:pt x="853630" y="12243"/>
                </a:cubicBezTo>
                <a:cubicBezTo>
                  <a:pt x="853630" y="7097"/>
                  <a:pt x="849126" y="1087"/>
                  <a:pt x="843335" y="1087"/>
                </a:cubicBezTo>
                <a:cubicBezTo>
                  <a:pt x="838186" y="1087"/>
                  <a:pt x="832179" y="6236"/>
                  <a:pt x="832179" y="11385"/>
                </a:cubicBezTo>
                <a:moveTo>
                  <a:pt x="851702" y="113801"/>
                </a:moveTo>
                <a:lnTo>
                  <a:pt x="851702" y="71044"/>
                </a:lnTo>
                <a:cubicBezTo>
                  <a:pt x="851702" y="60379"/>
                  <a:pt x="852559" y="46601"/>
                  <a:pt x="852559" y="46601"/>
                </a:cubicBezTo>
                <a:cubicBezTo>
                  <a:pt x="852559" y="45733"/>
                  <a:pt x="851486" y="45082"/>
                  <a:pt x="849770" y="45082"/>
                </a:cubicBezTo>
                <a:cubicBezTo>
                  <a:pt x="843656" y="47468"/>
                  <a:pt x="835181" y="49419"/>
                  <a:pt x="820378" y="51367"/>
                </a:cubicBezTo>
                <a:cubicBezTo>
                  <a:pt x="819949" y="52657"/>
                  <a:pt x="820378" y="56087"/>
                  <a:pt x="820807" y="57377"/>
                </a:cubicBezTo>
                <a:cubicBezTo>
                  <a:pt x="832500" y="58470"/>
                  <a:pt x="834752" y="59737"/>
                  <a:pt x="834752" y="71967"/>
                </a:cubicBezTo>
                <a:lnTo>
                  <a:pt x="834752" y="113801"/>
                </a:lnTo>
                <a:cubicBezTo>
                  <a:pt x="834752" y="131609"/>
                  <a:pt x="832392" y="132254"/>
                  <a:pt x="819308" y="133327"/>
                </a:cubicBezTo>
                <a:cubicBezTo>
                  <a:pt x="818018" y="134614"/>
                  <a:pt x="818018" y="139118"/>
                  <a:pt x="819308" y="140405"/>
                </a:cubicBezTo>
                <a:cubicBezTo>
                  <a:pt x="826385" y="140192"/>
                  <a:pt x="834752" y="139976"/>
                  <a:pt x="843335" y="139976"/>
                </a:cubicBezTo>
                <a:cubicBezTo>
                  <a:pt x="851915" y="139976"/>
                  <a:pt x="860065" y="140192"/>
                  <a:pt x="867146" y="140405"/>
                </a:cubicBezTo>
                <a:cubicBezTo>
                  <a:pt x="868432" y="139118"/>
                  <a:pt x="868432" y="134614"/>
                  <a:pt x="867146" y="133327"/>
                </a:cubicBezTo>
                <a:cubicBezTo>
                  <a:pt x="854059" y="132470"/>
                  <a:pt x="851702" y="131609"/>
                  <a:pt x="851702" y="113801"/>
                </a:cubicBezTo>
                <a:close/>
                <a:moveTo>
                  <a:pt x="882143" y="48015"/>
                </a:moveTo>
                <a:cubicBezTo>
                  <a:pt x="879138" y="48015"/>
                  <a:pt x="878280" y="50591"/>
                  <a:pt x="878280" y="52306"/>
                </a:cubicBezTo>
                <a:lnTo>
                  <a:pt x="878280" y="55095"/>
                </a:lnTo>
                <a:cubicBezTo>
                  <a:pt x="878280" y="56169"/>
                  <a:pt x="878493" y="56382"/>
                  <a:pt x="879354" y="56382"/>
                </a:cubicBezTo>
                <a:lnTo>
                  <a:pt x="892009" y="56382"/>
                </a:lnTo>
                <a:lnTo>
                  <a:pt x="892009" y="120859"/>
                </a:lnTo>
                <a:cubicBezTo>
                  <a:pt x="892009" y="136074"/>
                  <a:pt x="898661" y="142081"/>
                  <a:pt x="908527" y="142081"/>
                </a:cubicBezTo>
                <a:cubicBezTo>
                  <a:pt x="918396" y="142081"/>
                  <a:pt x="929123" y="137364"/>
                  <a:pt x="937490" y="127926"/>
                </a:cubicBezTo>
                <a:cubicBezTo>
                  <a:pt x="937061" y="125720"/>
                  <a:pt x="935775" y="124499"/>
                  <a:pt x="933628" y="124286"/>
                </a:cubicBezTo>
                <a:cubicBezTo>
                  <a:pt x="928050" y="128571"/>
                  <a:pt x="921614" y="130283"/>
                  <a:pt x="916036" y="130283"/>
                </a:cubicBezTo>
                <a:cubicBezTo>
                  <a:pt x="910245" y="130283"/>
                  <a:pt x="908959" y="123857"/>
                  <a:pt x="908959" y="110577"/>
                </a:cubicBezTo>
                <a:lnTo>
                  <a:pt x="908959" y="56382"/>
                </a:lnTo>
                <a:lnTo>
                  <a:pt x="931267" y="56382"/>
                </a:lnTo>
                <a:cubicBezTo>
                  <a:pt x="933415" y="56382"/>
                  <a:pt x="936417" y="55524"/>
                  <a:pt x="936417" y="53593"/>
                </a:cubicBezTo>
                <a:lnTo>
                  <a:pt x="936417" y="49305"/>
                </a:lnTo>
                <a:cubicBezTo>
                  <a:pt x="936417" y="48447"/>
                  <a:pt x="935775" y="48015"/>
                  <a:pt x="934701" y="48015"/>
                </a:cubicBezTo>
                <a:lnTo>
                  <a:pt x="908959" y="48015"/>
                </a:lnTo>
                <a:lnTo>
                  <a:pt x="908959" y="39651"/>
                </a:lnTo>
                <a:cubicBezTo>
                  <a:pt x="908959" y="25706"/>
                  <a:pt x="909816" y="17123"/>
                  <a:pt x="909816" y="17123"/>
                </a:cubicBezTo>
                <a:cubicBezTo>
                  <a:pt x="909816" y="15752"/>
                  <a:pt x="909172" y="15238"/>
                  <a:pt x="908163" y="15238"/>
                </a:cubicBezTo>
                <a:cubicBezTo>
                  <a:pt x="907198" y="15238"/>
                  <a:pt x="905374" y="16073"/>
                  <a:pt x="903381" y="17166"/>
                </a:cubicBezTo>
                <a:cubicBezTo>
                  <a:pt x="900955" y="18518"/>
                  <a:pt x="898769" y="19441"/>
                  <a:pt x="896084" y="20191"/>
                </a:cubicBezTo>
                <a:cubicBezTo>
                  <a:pt x="893511" y="20921"/>
                  <a:pt x="891367" y="21651"/>
                  <a:pt x="891367" y="23130"/>
                </a:cubicBezTo>
                <a:cubicBezTo>
                  <a:pt x="891367" y="25621"/>
                  <a:pt x="892009" y="24204"/>
                  <a:pt x="892009" y="47995"/>
                </a:cubicBezTo>
                <a:lnTo>
                  <a:pt x="882143" y="48015"/>
                </a:lnTo>
                <a:close/>
                <a:moveTo>
                  <a:pt x="1071097" y="113821"/>
                </a:moveTo>
                <a:lnTo>
                  <a:pt x="1071097" y="31946"/>
                </a:lnTo>
                <a:cubicBezTo>
                  <a:pt x="1071097" y="18227"/>
                  <a:pt x="1073245" y="10082"/>
                  <a:pt x="1080967" y="10082"/>
                </a:cubicBezTo>
                <a:lnTo>
                  <a:pt x="1085687" y="10082"/>
                </a:lnTo>
                <a:cubicBezTo>
                  <a:pt x="1101776" y="10082"/>
                  <a:pt x="1111858" y="15657"/>
                  <a:pt x="1115505" y="32158"/>
                </a:cubicBezTo>
                <a:cubicBezTo>
                  <a:pt x="1117865" y="32158"/>
                  <a:pt x="1120870" y="31946"/>
                  <a:pt x="1122798" y="31088"/>
                </a:cubicBezTo>
                <a:cubicBezTo>
                  <a:pt x="1121299" y="21228"/>
                  <a:pt x="1120225" y="10298"/>
                  <a:pt x="1120009" y="645"/>
                </a:cubicBezTo>
                <a:cubicBezTo>
                  <a:pt x="1120009" y="429"/>
                  <a:pt x="1119580" y="0"/>
                  <a:pt x="1119368" y="0"/>
                </a:cubicBezTo>
                <a:cubicBezTo>
                  <a:pt x="1112074" y="645"/>
                  <a:pt x="1088260" y="1715"/>
                  <a:pt x="1071314" y="1715"/>
                </a:cubicBezTo>
                <a:lnTo>
                  <a:pt x="1052864" y="1715"/>
                </a:lnTo>
                <a:cubicBezTo>
                  <a:pt x="1036343" y="1715"/>
                  <a:pt x="1011030" y="645"/>
                  <a:pt x="1002879" y="0"/>
                </a:cubicBezTo>
                <a:cubicBezTo>
                  <a:pt x="1002450" y="0"/>
                  <a:pt x="1002021" y="429"/>
                  <a:pt x="1002021" y="645"/>
                </a:cubicBezTo>
                <a:cubicBezTo>
                  <a:pt x="1001160" y="10298"/>
                  <a:pt x="999016" y="21444"/>
                  <a:pt x="996656" y="31730"/>
                </a:cubicBezTo>
                <a:cubicBezTo>
                  <a:pt x="998800" y="32587"/>
                  <a:pt x="1001376" y="32803"/>
                  <a:pt x="1003949" y="32803"/>
                </a:cubicBezTo>
                <a:cubicBezTo>
                  <a:pt x="1008241" y="15657"/>
                  <a:pt x="1018110" y="10082"/>
                  <a:pt x="1032268" y="10082"/>
                </a:cubicBezTo>
                <a:lnTo>
                  <a:pt x="1042779" y="10082"/>
                </a:lnTo>
                <a:cubicBezTo>
                  <a:pt x="1050717" y="10082"/>
                  <a:pt x="1052864" y="18227"/>
                  <a:pt x="1052864" y="31301"/>
                </a:cubicBezTo>
                <a:lnTo>
                  <a:pt x="1052864" y="113821"/>
                </a:lnTo>
                <a:cubicBezTo>
                  <a:pt x="1052864" y="131612"/>
                  <a:pt x="1049214" y="132683"/>
                  <a:pt x="1032055" y="133327"/>
                </a:cubicBezTo>
                <a:cubicBezTo>
                  <a:pt x="1030765" y="134614"/>
                  <a:pt x="1030765" y="139118"/>
                  <a:pt x="1032055" y="140405"/>
                </a:cubicBezTo>
                <a:cubicBezTo>
                  <a:pt x="1042566" y="140192"/>
                  <a:pt x="1053486" y="139976"/>
                  <a:pt x="1062089" y="139976"/>
                </a:cubicBezTo>
                <a:cubicBezTo>
                  <a:pt x="1070325" y="139976"/>
                  <a:pt x="1081180" y="140192"/>
                  <a:pt x="1091907" y="140405"/>
                </a:cubicBezTo>
                <a:cubicBezTo>
                  <a:pt x="1093193" y="139118"/>
                  <a:pt x="1093193" y="134614"/>
                  <a:pt x="1091907" y="133327"/>
                </a:cubicBezTo>
                <a:cubicBezTo>
                  <a:pt x="1074744" y="132683"/>
                  <a:pt x="1071097" y="131612"/>
                  <a:pt x="1071097" y="113821"/>
                </a:cubicBezTo>
                <a:close/>
                <a:moveTo>
                  <a:pt x="1144232" y="11385"/>
                </a:moveTo>
                <a:cubicBezTo>
                  <a:pt x="1144232" y="16963"/>
                  <a:pt x="1149381" y="22541"/>
                  <a:pt x="1154527" y="22541"/>
                </a:cubicBezTo>
                <a:cubicBezTo>
                  <a:pt x="1160534" y="22541"/>
                  <a:pt x="1165683" y="16770"/>
                  <a:pt x="1165683" y="12243"/>
                </a:cubicBezTo>
                <a:cubicBezTo>
                  <a:pt x="1165683" y="7097"/>
                  <a:pt x="1161179" y="1087"/>
                  <a:pt x="1155388" y="1087"/>
                </a:cubicBezTo>
                <a:cubicBezTo>
                  <a:pt x="1150239" y="1087"/>
                  <a:pt x="1144232" y="6236"/>
                  <a:pt x="1144232" y="11385"/>
                </a:cubicBezTo>
                <a:moveTo>
                  <a:pt x="1163755" y="113801"/>
                </a:moveTo>
                <a:lnTo>
                  <a:pt x="1163755" y="71044"/>
                </a:lnTo>
                <a:cubicBezTo>
                  <a:pt x="1163755" y="60379"/>
                  <a:pt x="1164613" y="46601"/>
                  <a:pt x="1164613" y="46601"/>
                </a:cubicBezTo>
                <a:cubicBezTo>
                  <a:pt x="1164613" y="45733"/>
                  <a:pt x="1163539" y="45082"/>
                  <a:pt x="1161824" y="45082"/>
                </a:cubicBezTo>
                <a:cubicBezTo>
                  <a:pt x="1155709" y="47468"/>
                  <a:pt x="1147234" y="49419"/>
                  <a:pt x="1132431" y="51367"/>
                </a:cubicBezTo>
                <a:cubicBezTo>
                  <a:pt x="1132003" y="52657"/>
                  <a:pt x="1132431" y="56087"/>
                  <a:pt x="1132860" y="57377"/>
                </a:cubicBezTo>
                <a:cubicBezTo>
                  <a:pt x="1144553" y="58470"/>
                  <a:pt x="1146805" y="59737"/>
                  <a:pt x="1146805" y="71967"/>
                </a:cubicBezTo>
                <a:lnTo>
                  <a:pt x="1146805" y="113801"/>
                </a:lnTo>
                <a:cubicBezTo>
                  <a:pt x="1146805" y="131609"/>
                  <a:pt x="1144445" y="132254"/>
                  <a:pt x="1131361" y="133327"/>
                </a:cubicBezTo>
                <a:cubicBezTo>
                  <a:pt x="1130071" y="134614"/>
                  <a:pt x="1130071" y="139118"/>
                  <a:pt x="1131361" y="140405"/>
                </a:cubicBezTo>
                <a:cubicBezTo>
                  <a:pt x="1138438" y="140192"/>
                  <a:pt x="1146805" y="139976"/>
                  <a:pt x="1155388" y="139976"/>
                </a:cubicBezTo>
                <a:cubicBezTo>
                  <a:pt x="1163968" y="139976"/>
                  <a:pt x="1172119" y="140192"/>
                  <a:pt x="1179199" y="140405"/>
                </a:cubicBezTo>
                <a:cubicBezTo>
                  <a:pt x="1180486" y="139118"/>
                  <a:pt x="1180486" y="134614"/>
                  <a:pt x="1179199" y="133327"/>
                </a:cubicBezTo>
                <a:cubicBezTo>
                  <a:pt x="1166112" y="132470"/>
                  <a:pt x="1163755" y="131609"/>
                  <a:pt x="1163755" y="113801"/>
                </a:cubicBezTo>
                <a:close/>
                <a:moveTo>
                  <a:pt x="1221441" y="63096"/>
                </a:moveTo>
                <a:cubicBezTo>
                  <a:pt x="1221159" y="56719"/>
                  <a:pt x="1220731" y="48994"/>
                  <a:pt x="1219722" y="46784"/>
                </a:cubicBezTo>
                <a:cubicBezTo>
                  <a:pt x="1219274" y="45799"/>
                  <a:pt x="1218865" y="45069"/>
                  <a:pt x="1217149" y="45069"/>
                </a:cubicBezTo>
                <a:cubicBezTo>
                  <a:pt x="1211143" y="47429"/>
                  <a:pt x="1205565" y="49360"/>
                  <a:pt x="1190762" y="51288"/>
                </a:cubicBezTo>
                <a:cubicBezTo>
                  <a:pt x="1190333" y="52578"/>
                  <a:pt x="1190762" y="56009"/>
                  <a:pt x="1191191" y="57298"/>
                </a:cubicBezTo>
                <a:cubicBezTo>
                  <a:pt x="1202776" y="58372"/>
                  <a:pt x="1205136" y="59446"/>
                  <a:pt x="1205136" y="71901"/>
                </a:cubicBezTo>
                <a:lnTo>
                  <a:pt x="1205136" y="113782"/>
                </a:lnTo>
                <a:cubicBezTo>
                  <a:pt x="1205136" y="131393"/>
                  <a:pt x="1202347" y="132467"/>
                  <a:pt x="1190546" y="133327"/>
                </a:cubicBezTo>
                <a:cubicBezTo>
                  <a:pt x="1189260" y="134614"/>
                  <a:pt x="1189260" y="139118"/>
                  <a:pt x="1190546" y="140405"/>
                </a:cubicBezTo>
                <a:cubicBezTo>
                  <a:pt x="1196985" y="140192"/>
                  <a:pt x="1205136" y="139976"/>
                  <a:pt x="1213716" y="139976"/>
                </a:cubicBezTo>
                <a:cubicBezTo>
                  <a:pt x="1222299" y="139976"/>
                  <a:pt x="1228904" y="140192"/>
                  <a:pt x="1235340" y="140405"/>
                </a:cubicBezTo>
                <a:cubicBezTo>
                  <a:pt x="1236630" y="139118"/>
                  <a:pt x="1236630" y="134614"/>
                  <a:pt x="1235340" y="133327"/>
                </a:cubicBezTo>
                <a:cubicBezTo>
                  <a:pt x="1224443" y="132254"/>
                  <a:pt x="1222083" y="131393"/>
                  <a:pt x="1222083" y="113782"/>
                </a:cubicBezTo>
                <a:lnTo>
                  <a:pt x="1222083" y="78559"/>
                </a:lnTo>
                <a:cubicBezTo>
                  <a:pt x="1222083" y="74049"/>
                  <a:pt x="1224014" y="71407"/>
                  <a:pt x="1225729" y="69541"/>
                </a:cubicBezTo>
                <a:cubicBezTo>
                  <a:pt x="1234227" y="61227"/>
                  <a:pt x="1242270" y="56866"/>
                  <a:pt x="1248899" y="56866"/>
                </a:cubicBezTo>
                <a:cubicBezTo>
                  <a:pt x="1257053" y="56866"/>
                  <a:pt x="1263060" y="62022"/>
                  <a:pt x="1263060" y="76412"/>
                </a:cubicBezTo>
                <a:lnTo>
                  <a:pt x="1263060" y="113782"/>
                </a:lnTo>
                <a:cubicBezTo>
                  <a:pt x="1263060" y="131393"/>
                  <a:pt x="1261341" y="132467"/>
                  <a:pt x="1249756" y="133327"/>
                </a:cubicBezTo>
                <a:cubicBezTo>
                  <a:pt x="1248686" y="134614"/>
                  <a:pt x="1248686" y="139118"/>
                  <a:pt x="1249756" y="140405"/>
                </a:cubicBezTo>
                <a:cubicBezTo>
                  <a:pt x="1255121" y="140192"/>
                  <a:pt x="1263060" y="139976"/>
                  <a:pt x="1271639" y="139976"/>
                </a:cubicBezTo>
                <a:cubicBezTo>
                  <a:pt x="1280222" y="139976"/>
                  <a:pt x="1287299" y="140192"/>
                  <a:pt x="1292665" y="140405"/>
                </a:cubicBezTo>
                <a:cubicBezTo>
                  <a:pt x="1293735" y="139118"/>
                  <a:pt x="1293735" y="134614"/>
                  <a:pt x="1292665" y="133327"/>
                </a:cubicBezTo>
                <a:cubicBezTo>
                  <a:pt x="1281938" y="132467"/>
                  <a:pt x="1280006" y="131393"/>
                  <a:pt x="1280006" y="113782"/>
                </a:cubicBezTo>
                <a:lnTo>
                  <a:pt x="1280006" y="79633"/>
                </a:lnTo>
                <a:cubicBezTo>
                  <a:pt x="1280006" y="76628"/>
                  <a:pt x="1280006" y="73620"/>
                  <a:pt x="1279790" y="71044"/>
                </a:cubicBezTo>
                <a:cubicBezTo>
                  <a:pt x="1290088" y="59659"/>
                  <a:pt x="1299742" y="56866"/>
                  <a:pt x="1308109" y="56866"/>
                </a:cubicBezTo>
                <a:cubicBezTo>
                  <a:pt x="1316263" y="56866"/>
                  <a:pt x="1320980" y="61593"/>
                  <a:pt x="1320980" y="75983"/>
                </a:cubicBezTo>
                <a:lnTo>
                  <a:pt x="1320980" y="113782"/>
                </a:lnTo>
                <a:cubicBezTo>
                  <a:pt x="1320980" y="131393"/>
                  <a:pt x="1318836" y="132467"/>
                  <a:pt x="1307680" y="133327"/>
                </a:cubicBezTo>
                <a:cubicBezTo>
                  <a:pt x="1306606" y="134614"/>
                  <a:pt x="1306606" y="139118"/>
                  <a:pt x="1307680" y="140405"/>
                </a:cubicBezTo>
                <a:cubicBezTo>
                  <a:pt x="1313045" y="140192"/>
                  <a:pt x="1320980" y="139976"/>
                  <a:pt x="1329563" y="139976"/>
                </a:cubicBezTo>
                <a:cubicBezTo>
                  <a:pt x="1338143" y="139976"/>
                  <a:pt x="1345652" y="140192"/>
                  <a:pt x="1351659" y="140405"/>
                </a:cubicBezTo>
                <a:cubicBezTo>
                  <a:pt x="1352732" y="139118"/>
                  <a:pt x="1352732" y="134614"/>
                  <a:pt x="1351659" y="133327"/>
                </a:cubicBezTo>
                <a:cubicBezTo>
                  <a:pt x="1339861" y="132467"/>
                  <a:pt x="1337930" y="131393"/>
                  <a:pt x="1337930" y="113782"/>
                </a:cubicBezTo>
                <a:lnTo>
                  <a:pt x="1337930" y="79849"/>
                </a:lnTo>
                <a:cubicBezTo>
                  <a:pt x="1337930" y="60736"/>
                  <a:pt x="1334712" y="45710"/>
                  <a:pt x="1315834" y="45710"/>
                </a:cubicBezTo>
                <a:cubicBezTo>
                  <a:pt x="1304848" y="45710"/>
                  <a:pt x="1291614" y="49747"/>
                  <a:pt x="1280435" y="61551"/>
                </a:cubicBezTo>
                <a:cubicBezTo>
                  <a:pt x="1279790" y="62238"/>
                  <a:pt x="1278504" y="63312"/>
                  <a:pt x="1278075" y="61465"/>
                </a:cubicBezTo>
                <a:cubicBezTo>
                  <a:pt x="1276039" y="52663"/>
                  <a:pt x="1267777" y="45710"/>
                  <a:pt x="1256624" y="45710"/>
                </a:cubicBezTo>
                <a:cubicBezTo>
                  <a:pt x="1244178" y="45710"/>
                  <a:pt x="1232960" y="53092"/>
                  <a:pt x="1224014" y="63096"/>
                </a:cubicBezTo>
                <a:cubicBezTo>
                  <a:pt x="1223029" y="64192"/>
                  <a:pt x="1221546" y="65675"/>
                  <a:pt x="1221441" y="63096"/>
                </a:cubicBezTo>
                <a:close/>
                <a:moveTo>
                  <a:pt x="1375237" y="11385"/>
                </a:moveTo>
                <a:cubicBezTo>
                  <a:pt x="1375237" y="16963"/>
                  <a:pt x="1380386" y="22541"/>
                  <a:pt x="1385531" y="22541"/>
                </a:cubicBezTo>
                <a:cubicBezTo>
                  <a:pt x="1391538" y="22541"/>
                  <a:pt x="1396687" y="16770"/>
                  <a:pt x="1396687" y="12243"/>
                </a:cubicBezTo>
                <a:cubicBezTo>
                  <a:pt x="1396687" y="7097"/>
                  <a:pt x="1392183" y="1087"/>
                  <a:pt x="1386392" y="1087"/>
                </a:cubicBezTo>
                <a:cubicBezTo>
                  <a:pt x="1381243" y="1087"/>
                  <a:pt x="1375237" y="6236"/>
                  <a:pt x="1375237" y="11385"/>
                </a:cubicBezTo>
                <a:moveTo>
                  <a:pt x="1394759" y="113801"/>
                </a:moveTo>
                <a:lnTo>
                  <a:pt x="1394759" y="71044"/>
                </a:lnTo>
                <a:cubicBezTo>
                  <a:pt x="1394759" y="60379"/>
                  <a:pt x="1395617" y="46601"/>
                  <a:pt x="1395617" y="46601"/>
                </a:cubicBezTo>
                <a:cubicBezTo>
                  <a:pt x="1395617" y="45733"/>
                  <a:pt x="1394543" y="45082"/>
                  <a:pt x="1392828" y="45082"/>
                </a:cubicBezTo>
                <a:cubicBezTo>
                  <a:pt x="1386713" y="47468"/>
                  <a:pt x="1378238" y="49419"/>
                  <a:pt x="1363436" y="51367"/>
                </a:cubicBezTo>
                <a:cubicBezTo>
                  <a:pt x="1363007" y="52657"/>
                  <a:pt x="1363436" y="56087"/>
                  <a:pt x="1363865" y="57377"/>
                </a:cubicBezTo>
                <a:cubicBezTo>
                  <a:pt x="1375557" y="58470"/>
                  <a:pt x="1377809" y="59737"/>
                  <a:pt x="1377809" y="71967"/>
                </a:cubicBezTo>
                <a:lnTo>
                  <a:pt x="1377809" y="113801"/>
                </a:lnTo>
                <a:cubicBezTo>
                  <a:pt x="1377809" y="131609"/>
                  <a:pt x="1375449" y="132254"/>
                  <a:pt x="1362365" y="133327"/>
                </a:cubicBezTo>
                <a:cubicBezTo>
                  <a:pt x="1361076" y="134614"/>
                  <a:pt x="1361076" y="139118"/>
                  <a:pt x="1362365" y="140405"/>
                </a:cubicBezTo>
                <a:cubicBezTo>
                  <a:pt x="1369443" y="140192"/>
                  <a:pt x="1377809" y="139976"/>
                  <a:pt x="1386392" y="139976"/>
                </a:cubicBezTo>
                <a:cubicBezTo>
                  <a:pt x="1394972" y="139976"/>
                  <a:pt x="1403123" y="140192"/>
                  <a:pt x="1410203" y="140405"/>
                </a:cubicBezTo>
                <a:cubicBezTo>
                  <a:pt x="1411490" y="139118"/>
                  <a:pt x="1411490" y="134614"/>
                  <a:pt x="1410203" y="133327"/>
                </a:cubicBezTo>
                <a:cubicBezTo>
                  <a:pt x="1397116" y="132470"/>
                  <a:pt x="1394759" y="131609"/>
                  <a:pt x="1394759" y="113801"/>
                </a:cubicBezTo>
                <a:close/>
                <a:moveTo>
                  <a:pt x="1455447" y="63096"/>
                </a:moveTo>
                <a:cubicBezTo>
                  <a:pt x="1454138" y="64598"/>
                  <a:pt x="1452936" y="65115"/>
                  <a:pt x="1452874" y="63096"/>
                </a:cubicBezTo>
                <a:cubicBezTo>
                  <a:pt x="1452658" y="57298"/>
                  <a:pt x="1452164" y="48994"/>
                  <a:pt x="1451156" y="46784"/>
                </a:cubicBezTo>
                <a:cubicBezTo>
                  <a:pt x="1450707" y="45799"/>
                  <a:pt x="1450298" y="45069"/>
                  <a:pt x="1448583" y="45069"/>
                </a:cubicBezTo>
                <a:cubicBezTo>
                  <a:pt x="1442576" y="47429"/>
                  <a:pt x="1436998" y="49360"/>
                  <a:pt x="1422195" y="51288"/>
                </a:cubicBezTo>
                <a:cubicBezTo>
                  <a:pt x="1421767" y="52578"/>
                  <a:pt x="1422195" y="56009"/>
                  <a:pt x="1422624" y="57298"/>
                </a:cubicBezTo>
                <a:cubicBezTo>
                  <a:pt x="1434209" y="58372"/>
                  <a:pt x="1436569" y="59446"/>
                  <a:pt x="1436569" y="71901"/>
                </a:cubicBezTo>
                <a:lnTo>
                  <a:pt x="1436569" y="113782"/>
                </a:lnTo>
                <a:cubicBezTo>
                  <a:pt x="1436569" y="131393"/>
                  <a:pt x="1434425" y="132254"/>
                  <a:pt x="1421550" y="133327"/>
                </a:cubicBezTo>
                <a:cubicBezTo>
                  <a:pt x="1420264" y="134614"/>
                  <a:pt x="1420264" y="139118"/>
                  <a:pt x="1421550" y="140405"/>
                </a:cubicBezTo>
                <a:cubicBezTo>
                  <a:pt x="1427989" y="140192"/>
                  <a:pt x="1436569" y="139976"/>
                  <a:pt x="1445149" y="139976"/>
                </a:cubicBezTo>
                <a:cubicBezTo>
                  <a:pt x="1453732" y="139976"/>
                  <a:pt x="1460167" y="140192"/>
                  <a:pt x="1466603" y="140405"/>
                </a:cubicBezTo>
                <a:cubicBezTo>
                  <a:pt x="1467889" y="139118"/>
                  <a:pt x="1467889" y="134614"/>
                  <a:pt x="1466603" y="133327"/>
                </a:cubicBezTo>
                <a:cubicBezTo>
                  <a:pt x="1455663" y="132254"/>
                  <a:pt x="1453516" y="131393"/>
                  <a:pt x="1453516" y="113782"/>
                </a:cubicBezTo>
                <a:lnTo>
                  <a:pt x="1453516" y="78559"/>
                </a:lnTo>
                <a:cubicBezTo>
                  <a:pt x="1453516" y="74049"/>
                  <a:pt x="1455447" y="71472"/>
                  <a:pt x="1457162" y="69541"/>
                </a:cubicBezTo>
                <a:cubicBezTo>
                  <a:pt x="1465316" y="61593"/>
                  <a:pt x="1474970" y="56866"/>
                  <a:pt x="1483337" y="56866"/>
                </a:cubicBezTo>
                <a:cubicBezTo>
                  <a:pt x="1487628" y="56866"/>
                  <a:pt x="1492133" y="59659"/>
                  <a:pt x="1494705" y="64598"/>
                </a:cubicBezTo>
                <a:cubicBezTo>
                  <a:pt x="1496853" y="68896"/>
                  <a:pt x="1497282" y="74693"/>
                  <a:pt x="1497282" y="81136"/>
                </a:cubicBezTo>
                <a:lnTo>
                  <a:pt x="1497282" y="113782"/>
                </a:lnTo>
                <a:cubicBezTo>
                  <a:pt x="1497282" y="131393"/>
                  <a:pt x="1495134" y="132254"/>
                  <a:pt x="1483978" y="133327"/>
                </a:cubicBezTo>
                <a:cubicBezTo>
                  <a:pt x="1482908" y="134614"/>
                  <a:pt x="1482908" y="139118"/>
                  <a:pt x="1483978" y="140405"/>
                </a:cubicBezTo>
                <a:cubicBezTo>
                  <a:pt x="1490417" y="140192"/>
                  <a:pt x="1497282" y="139976"/>
                  <a:pt x="1505861" y="139976"/>
                </a:cubicBezTo>
                <a:cubicBezTo>
                  <a:pt x="1514444" y="139976"/>
                  <a:pt x="1522166" y="140192"/>
                  <a:pt x="1528602" y="140405"/>
                </a:cubicBezTo>
                <a:cubicBezTo>
                  <a:pt x="1529676" y="139118"/>
                  <a:pt x="1529676" y="134614"/>
                  <a:pt x="1528602" y="133327"/>
                </a:cubicBezTo>
                <a:cubicBezTo>
                  <a:pt x="1516588" y="132254"/>
                  <a:pt x="1514228" y="131393"/>
                  <a:pt x="1514228" y="113782"/>
                </a:cubicBezTo>
                <a:lnTo>
                  <a:pt x="1514228" y="81781"/>
                </a:lnTo>
                <a:cubicBezTo>
                  <a:pt x="1514228" y="69970"/>
                  <a:pt x="1513371" y="59659"/>
                  <a:pt x="1508438" y="53007"/>
                </a:cubicBezTo>
                <a:cubicBezTo>
                  <a:pt x="1504788" y="48287"/>
                  <a:pt x="1498139" y="45710"/>
                  <a:pt x="1490630" y="45710"/>
                </a:cubicBezTo>
                <a:cubicBezTo>
                  <a:pt x="1480119" y="45710"/>
                  <a:pt x="1468168" y="48499"/>
                  <a:pt x="1455447" y="63096"/>
                </a:cubicBezTo>
                <a:close/>
                <a:moveTo>
                  <a:pt x="1601307" y="80088"/>
                </a:moveTo>
                <a:cubicBezTo>
                  <a:pt x="1601307" y="100079"/>
                  <a:pt x="1591222" y="104161"/>
                  <a:pt x="1583284" y="104161"/>
                </a:cubicBezTo>
                <a:cubicBezTo>
                  <a:pt x="1565263" y="104161"/>
                  <a:pt x="1563335" y="88904"/>
                  <a:pt x="1563335" y="75145"/>
                </a:cubicBezTo>
                <a:cubicBezTo>
                  <a:pt x="1563335" y="60100"/>
                  <a:pt x="1568697" y="52362"/>
                  <a:pt x="1580498" y="52362"/>
                </a:cubicBezTo>
                <a:cubicBezTo>
                  <a:pt x="1594011" y="52362"/>
                  <a:pt x="1601307" y="62251"/>
                  <a:pt x="1601307" y="80088"/>
                </a:cubicBezTo>
                <a:moveTo>
                  <a:pt x="1561188" y="142071"/>
                </a:moveTo>
                <a:cubicBezTo>
                  <a:pt x="1563548" y="142716"/>
                  <a:pt x="1566982" y="143148"/>
                  <a:pt x="1569771" y="143148"/>
                </a:cubicBezTo>
                <a:cubicBezTo>
                  <a:pt x="1576419" y="143148"/>
                  <a:pt x="1582426" y="142500"/>
                  <a:pt x="1585431" y="142500"/>
                </a:cubicBezTo>
                <a:cubicBezTo>
                  <a:pt x="1596158" y="142500"/>
                  <a:pt x="1605167" y="142716"/>
                  <a:pt x="1611390" y="146159"/>
                </a:cubicBezTo>
                <a:cubicBezTo>
                  <a:pt x="1619756" y="150893"/>
                  <a:pt x="1622329" y="153904"/>
                  <a:pt x="1622329" y="159499"/>
                </a:cubicBezTo>
                <a:cubicBezTo>
                  <a:pt x="1622329" y="174992"/>
                  <a:pt x="1599589" y="183169"/>
                  <a:pt x="1580282" y="183169"/>
                </a:cubicBezTo>
                <a:cubicBezTo>
                  <a:pt x="1572560" y="183169"/>
                  <a:pt x="1554540" y="176926"/>
                  <a:pt x="1554540" y="162297"/>
                </a:cubicBezTo>
                <a:cubicBezTo>
                  <a:pt x="1554540" y="154981"/>
                  <a:pt x="1554968" y="149603"/>
                  <a:pt x="1561188" y="142071"/>
                </a:cubicBezTo>
                <a:moveTo>
                  <a:pt x="1628123" y="56876"/>
                </a:moveTo>
                <a:cubicBezTo>
                  <a:pt x="1632199" y="56876"/>
                  <a:pt x="1636058" y="53007"/>
                  <a:pt x="1636058" y="48715"/>
                </a:cubicBezTo>
                <a:cubicBezTo>
                  <a:pt x="1636058" y="44211"/>
                  <a:pt x="1631983" y="40777"/>
                  <a:pt x="1626192" y="40777"/>
                </a:cubicBezTo>
                <a:cubicBezTo>
                  <a:pt x="1620614" y="40777"/>
                  <a:pt x="1610316" y="44424"/>
                  <a:pt x="1604738" y="51720"/>
                </a:cubicBezTo>
                <a:cubicBezTo>
                  <a:pt x="1602165" y="50002"/>
                  <a:pt x="1595085" y="45710"/>
                  <a:pt x="1582426" y="45710"/>
                </a:cubicBezTo>
                <a:cubicBezTo>
                  <a:pt x="1563335" y="45710"/>
                  <a:pt x="1545744" y="58595"/>
                  <a:pt x="1545744" y="78370"/>
                </a:cubicBezTo>
                <a:cubicBezTo>
                  <a:pt x="1545744" y="89977"/>
                  <a:pt x="1550893" y="96639"/>
                  <a:pt x="1556900" y="102442"/>
                </a:cubicBezTo>
                <a:cubicBezTo>
                  <a:pt x="1550893" y="107595"/>
                  <a:pt x="1547459" y="116800"/>
                  <a:pt x="1547459" y="124070"/>
                </a:cubicBezTo>
                <a:cubicBezTo>
                  <a:pt x="1547459" y="131776"/>
                  <a:pt x="1551751" y="137783"/>
                  <a:pt x="1557329" y="140572"/>
                </a:cubicBezTo>
                <a:cubicBezTo>
                  <a:pt x="1545744" y="147449"/>
                  <a:pt x="1539737" y="157348"/>
                  <a:pt x="1539737" y="166599"/>
                </a:cubicBezTo>
                <a:cubicBezTo>
                  <a:pt x="1539737" y="185313"/>
                  <a:pt x="1557329" y="191104"/>
                  <a:pt x="1573846" y="191104"/>
                </a:cubicBezTo>
                <a:cubicBezTo>
                  <a:pt x="1602807" y="191104"/>
                  <a:pt x="1634130" y="177143"/>
                  <a:pt x="1634130" y="153904"/>
                </a:cubicBezTo>
                <a:cubicBezTo>
                  <a:pt x="1634130" y="147020"/>
                  <a:pt x="1630912" y="141642"/>
                  <a:pt x="1624690" y="136493"/>
                </a:cubicBezTo>
                <a:cubicBezTo>
                  <a:pt x="1616323" y="129628"/>
                  <a:pt x="1601307" y="129416"/>
                  <a:pt x="1593369" y="129416"/>
                </a:cubicBezTo>
                <a:cubicBezTo>
                  <a:pt x="1589507" y="129416"/>
                  <a:pt x="1584145" y="129845"/>
                  <a:pt x="1578996" y="130486"/>
                </a:cubicBezTo>
                <a:cubicBezTo>
                  <a:pt x="1575778" y="130702"/>
                  <a:pt x="1573630" y="130918"/>
                  <a:pt x="1572560" y="130918"/>
                </a:cubicBezTo>
                <a:cubicBezTo>
                  <a:pt x="1566337" y="130918"/>
                  <a:pt x="1558828" y="127920"/>
                  <a:pt x="1558828" y="118725"/>
                </a:cubicBezTo>
                <a:cubicBezTo>
                  <a:pt x="1558828" y="114449"/>
                  <a:pt x="1560118" y="109955"/>
                  <a:pt x="1562691" y="106308"/>
                </a:cubicBezTo>
                <a:cubicBezTo>
                  <a:pt x="1567840" y="109310"/>
                  <a:pt x="1573846" y="110813"/>
                  <a:pt x="1582213" y="110813"/>
                </a:cubicBezTo>
                <a:cubicBezTo>
                  <a:pt x="1601091" y="110813"/>
                  <a:pt x="1618467" y="99005"/>
                  <a:pt x="1618467" y="77941"/>
                </a:cubicBezTo>
                <a:cubicBezTo>
                  <a:pt x="1618467" y="67839"/>
                  <a:pt x="1615465" y="62035"/>
                  <a:pt x="1609242" y="55586"/>
                </a:cubicBezTo>
                <a:cubicBezTo>
                  <a:pt x="1610745" y="53436"/>
                  <a:pt x="1615036" y="50431"/>
                  <a:pt x="1617825" y="50431"/>
                </a:cubicBezTo>
                <a:cubicBezTo>
                  <a:pt x="1619328" y="50431"/>
                  <a:pt x="1620827" y="51076"/>
                  <a:pt x="1622117" y="53007"/>
                </a:cubicBezTo>
                <a:cubicBezTo>
                  <a:pt x="1622974" y="54725"/>
                  <a:pt x="1625763" y="56876"/>
                  <a:pt x="1628123" y="5687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Features">
            <a:extLst xmlns:a="http://schemas.openxmlformats.org/drawingml/2006/main">
              <a:ext uri="{FF2B5EF4-FFF2-40B4-BE49-F238E27FC236}">
                <a16:creationId xmlns:a16="http://schemas.microsoft.com/office/drawing/2014/main" id="{88801ADF-0897-4A47-ADBF-EBEFC184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625" y="1044898"/>
            <a:ext cx="732035" cy="141868"/>
          </a:xfrm>
          <a:custGeom xmlns:a="http://schemas.openxmlformats.org/drawingml/2006/main">
            <a:pathLst>
              <a:path w="732035" h="141868">
                <a:moveTo>
                  <a:pt x="58136" y="69976"/>
                </a:moveTo>
                <a:cubicBezTo>
                  <a:pt x="76373" y="69976"/>
                  <a:pt x="77014" y="74900"/>
                  <a:pt x="77659" y="84530"/>
                </a:cubicBezTo>
                <a:cubicBezTo>
                  <a:pt x="78946" y="85813"/>
                  <a:pt x="83450" y="85813"/>
                  <a:pt x="84740" y="84530"/>
                </a:cubicBezTo>
                <a:cubicBezTo>
                  <a:pt x="84524" y="79178"/>
                  <a:pt x="84311" y="73037"/>
                  <a:pt x="84311" y="65685"/>
                </a:cubicBezTo>
                <a:cubicBezTo>
                  <a:pt x="84311" y="58496"/>
                  <a:pt x="84524" y="52807"/>
                  <a:pt x="84740" y="47226"/>
                </a:cubicBezTo>
                <a:cubicBezTo>
                  <a:pt x="83450" y="45936"/>
                  <a:pt x="78946" y="45936"/>
                  <a:pt x="77659" y="47226"/>
                </a:cubicBezTo>
                <a:cubicBezTo>
                  <a:pt x="77014" y="59033"/>
                  <a:pt x="76373" y="61822"/>
                  <a:pt x="58136" y="61822"/>
                </a:cubicBezTo>
                <a:lnTo>
                  <a:pt x="38185" y="61822"/>
                </a:lnTo>
                <a:lnTo>
                  <a:pt x="38185" y="23179"/>
                </a:lnTo>
                <a:cubicBezTo>
                  <a:pt x="38185" y="11588"/>
                  <a:pt x="40761" y="9441"/>
                  <a:pt x="50198" y="9441"/>
                </a:cubicBezTo>
                <a:lnTo>
                  <a:pt x="59855" y="9441"/>
                </a:lnTo>
                <a:cubicBezTo>
                  <a:pt x="82592" y="9441"/>
                  <a:pt x="87957" y="18027"/>
                  <a:pt x="92678" y="32842"/>
                </a:cubicBezTo>
                <a:cubicBezTo>
                  <a:pt x="95251" y="32842"/>
                  <a:pt x="97611" y="32410"/>
                  <a:pt x="99326" y="31769"/>
                </a:cubicBezTo>
                <a:cubicBezTo>
                  <a:pt x="98210" y="22967"/>
                  <a:pt x="94972" y="2275"/>
                  <a:pt x="94671" y="645"/>
                </a:cubicBezTo>
                <a:cubicBezTo>
                  <a:pt x="94586" y="151"/>
                  <a:pt x="94328" y="0"/>
                  <a:pt x="93814" y="0"/>
                </a:cubicBezTo>
                <a:cubicBezTo>
                  <a:pt x="90059" y="730"/>
                  <a:pt x="89028" y="858"/>
                  <a:pt x="83731" y="858"/>
                </a:cubicBezTo>
                <a:lnTo>
                  <a:pt x="28960" y="858"/>
                </a:lnTo>
                <a:cubicBezTo>
                  <a:pt x="22096" y="661"/>
                  <a:pt x="9869" y="445"/>
                  <a:pt x="1286" y="229"/>
                </a:cubicBezTo>
                <a:cubicBezTo>
                  <a:pt x="0" y="1519"/>
                  <a:pt x="0" y="6023"/>
                  <a:pt x="1286" y="7310"/>
                </a:cubicBezTo>
                <a:cubicBezTo>
                  <a:pt x="16305" y="7958"/>
                  <a:pt x="19952" y="9035"/>
                  <a:pt x="19952" y="26918"/>
                </a:cubicBezTo>
                <a:lnTo>
                  <a:pt x="19952" y="112993"/>
                </a:lnTo>
                <a:cubicBezTo>
                  <a:pt x="19952" y="130758"/>
                  <a:pt x="16305" y="131828"/>
                  <a:pt x="1286" y="132470"/>
                </a:cubicBezTo>
                <a:cubicBezTo>
                  <a:pt x="0" y="133756"/>
                  <a:pt x="0" y="138261"/>
                  <a:pt x="1286" y="139547"/>
                </a:cubicBezTo>
                <a:cubicBezTo>
                  <a:pt x="8796" y="139334"/>
                  <a:pt x="19523" y="139118"/>
                  <a:pt x="29176" y="139118"/>
                </a:cubicBezTo>
                <a:cubicBezTo>
                  <a:pt x="38830" y="139118"/>
                  <a:pt x="49341" y="139334"/>
                  <a:pt x="56850" y="139547"/>
                </a:cubicBezTo>
                <a:cubicBezTo>
                  <a:pt x="58136" y="138261"/>
                  <a:pt x="58136" y="133756"/>
                  <a:pt x="56850" y="132470"/>
                </a:cubicBezTo>
                <a:cubicBezTo>
                  <a:pt x="41831" y="131828"/>
                  <a:pt x="38185" y="130758"/>
                  <a:pt x="38185" y="112993"/>
                </a:cubicBezTo>
                <a:lnTo>
                  <a:pt x="38185" y="69976"/>
                </a:lnTo>
                <a:lnTo>
                  <a:pt x="58136" y="69976"/>
                </a:lnTo>
                <a:close/>
                <a:moveTo>
                  <a:pt x="128953" y="78622"/>
                </a:moveTo>
                <a:cubicBezTo>
                  <a:pt x="133029" y="54483"/>
                  <a:pt x="148047" y="52562"/>
                  <a:pt x="153196" y="52562"/>
                </a:cubicBezTo>
                <a:cubicBezTo>
                  <a:pt x="161347" y="52562"/>
                  <a:pt x="171001" y="57050"/>
                  <a:pt x="171001" y="74991"/>
                </a:cubicBezTo>
                <a:cubicBezTo>
                  <a:pt x="171001" y="76913"/>
                  <a:pt x="170143" y="77937"/>
                  <a:pt x="167783" y="77983"/>
                </a:cubicBezTo>
                <a:lnTo>
                  <a:pt x="128953" y="78622"/>
                </a:lnTo>
                <a:moveTo>
                  <a:pt x="185158" y="119137"/>
                </a:moveTo>
                <a:cubicBezTo>
                  <a:pt x="177224" y="127285"/>
                  <a:pt x="171001" y="130712"/>
                  <a:pt x="158558" y="130712"/>
                </a:cubicBezTo>
                <a:cubicBezTo>
                  <a:pt x="150836" y="130712"/>
                  <a:pt x="141825" y="126211"/>
                  <a:pt x="135176" y="115281"/>
                </a:cubicBezTo>
                <a:cubicBezTo>
                  <a:pt x="130885" y="108207"/>
                  <a:pt x="128308" y="98347"/>
                  <a:pt x="128308" y="85915"/>
                </a:cubicBezTo>
                <a:lnTo>
                  <a:pt x="185374" y="86344"/>
                </a:lnTo>
                <a:cubicBezTo>
                  <a:pt x="187947" y="86344"/>
                  <a:pt x="189450" y="85057"/>
                  <a:pt x="189450" y="82697"/>
                </a:cubicBezTo>
                <a:cubicBezTo>
                  <a:pt x="189450" y="64739"/>
                  <a:pt x="183014" y="45481"/>
                  <a:pt x="153196" y="45481"/>
                </a:cubicBezTo>
                <a:cubicBezTo>
                  <a:pt x="134531" y="45481"/>
                  <a:pt x="110288" y="63243"/>
                  <a:pt x="110288" y="95774"/>
                </a:cubicBezTo>
                <a:cubicBezTo>
                  <a:pt x="110288" y="107778"/>
                  <a:pt x="113293" y="119353"/>
                  <a:pt x="120374" y="127497"/>
                </a:cubicBezTo>
                <a:cubicBezTo>
                  <a:pt x="127667" y="136077"/>
                  <a:pt x="137749" y="141223"/>
                  <a:pt x="153196" y="141223"/>
                </a:cubicBezTo>
                <a:cubicBezTo>
                  <a:pt x="169498" y="141223"/>
                  <a:pt x="181083" y="133717"/>
                  <a:pt x="189666" y="122568"/>
                </a:cubicBezTo>
                <a:cubicBezTo>
                  <a:pt x="189021" y="120424"/>
                  <a:pt x="187735" y="119353"/>
                  <a:pt x="185158" y="119137"/>
                </a:cubicBezTo>
                <a:close/>
                <a:moveTo>
                  <a:pt x="261147" y="89070"/>
                </a:moveTo>
                <a:lnTo>
                  <a:pt x="261147" y="117402"/>
                </a:lnTo>
                <a:cubicBezTo>
                  <a:pt x="261147" y="120194"/>
                  <a:pt x="259857" y="121697"/>
                  <a:pt x="258142" y="122983"/>
                </a:cubicBezTo>
                <a:cubicBezTo>
                  <a:pt x="252564" y="127491"/>
                  <a:pt x="245271" y="132431"/>
                  <a:pt x="239264" y="132431"/>
                </a:cubicBezTo>
                <a:cubicBezTo>
                  <a:pt x="228537" y="132431"/>
                  <a:pt x="223817" y="123844"/>
                  <a:pt x="223817" y="117189"/>
                </a:cubicBezTo>
                <a:cubicBezTo>
                  <a:pt x="223817" y="107529"/>
                  <a:pt x="228324" y="97653"/>
                  <a:pt x="244197" y="93578"/>
                </a:cubicBezTo>
                <a:lnTo>
                  <a:pt x="261147" y="89070"/>
                </a:lnTo>
                <a:moveTo>
                  <a:pt x="261147" y="128781"/>
                </a:moveTo>
                <a:cubicBezTo>
                  <a:pt x="262433" y="135432"/>
                  <a:pt x="264705" y="141223"/>
                  <a:pt x="275521" y="141223"/>
                </a:cubicBezTo>
                <a:cubicBezTo>
                  <a:pt x="283737" y="141223"/>
                  <a:pt x="291459" y="137576"/>
                  <a:pt x="295898" y="133288"/>
                </a:cubicBezTo>
                <a:cubicBezTo>
                  <a:pt x="295534" y="130650"/>
                  <a:pt x="294677" y="128846"/>
                  <a:pt x="292251" y="127494"/>
                </a:cubicBezTo>
                <a:cubicBezTo>
                  <a:pt x="290644" y="128823"/>
                  <a:pt x="287040" y="130928"/>
                  <a:pt x="284313" y="130928"/>
                </a:cubicBezTo>
                <a:cubicBezTo>
                  <a:pt x="278094" y="130928"/>
                  <a:pt x="277877" y="122555"/>
                  <a:pt x="277877" y="112682"/>
                </a:cubicBezTo>
                <a:lnTo>
                  <a:pt x="277877" y="81126"/>
                </a:lnTo>
                <a:cubicBezTo>
                  <a:pt x="277877" y="50647"/>
                  <a:pt x="261147" y="44853"/>
                  <a:pt x="245483" y="44853"/>
                </a:cubicBezTo>
                <a:cubicBezTo>
                  <a:pt x="227892" y="44853"/>
                  <a:pt x="210088" y="56441"/>
                  <a:pt x="210088" y="68677"/>
                </a:cubicBezTo>
                <a:cubicBezTo>
                  <a:pt x="210088" y="73829"/>
                  <a:pt x="212661" y="76406"/>
                  <a:pt x="217597" y="76406"/>
                </a:cubicBezTo>
                <a:cubicBezTo>
                  <a:pt x="223817" y="76406"/>
                  <a:pt x="227679" y="71898"/>
                  <a:pt x="227679" y="69106"/>
                </a:cubicBezTo>
                <a:cubicBezTo>
                  <a:pt x="227679" y="67603"/>
                  <a:pt x="227463" y="66101"/>
                  <a:pt x="227034" y="65243"/>
                </a:cubicBezTo>
                <a:cubicBezTo>
                  <a:pt x="226822" y="64598"/>
                  <a:pt x="226605" y="63312"/>
                  <a:pt x="226605" y="60948"/>
                </a:cubicBezTo>
                <a:cubicBezTo>
                  <a:pt x="226605" y="54293"/>
                  <a:pt x="235617" y="51933"/>
                  <a:pt x="243768" y="51933"/>
                </a:cubicBezTo>
                <a:cubicBezTo>
                  <a:pt x="251061" y="51933"/>
                  <a:pt x="261147" y="55583"/>
                  <a:pt x="261147" y="79839"/>
                </a:cubicBezTo>
                <a:cubicBezTo>
                  <a:pt x="261147" y="81342"/>
                  <a:pt x="260502" y="82200"/>
                  <a:pt x="259857" y="82416"/>
                </a:cubicBezTo>
                <a:lnTo>
                  <a:pt x="241408" y="86923"/>
                </a:lnTo>
                <a:cubicBezTo>
                  <a:pt x="220815" y="92075"/>
                  <a:pt x="206012" y="103451"/>
                  <a:pt x="206012" y="118047"/>
                </a:cubicBezTo>
                <a:cubicBezTo>
                  <a:pt x="206012" y="135648"/>
                  <a:pt x="218026" y="141223"/>
                  <a:pt x="233041" y="141223"/>
                </a:cubicBezTo>
                <a:cubicBezTo>
                  <a:pt x="240508" y="141223"/>
                  <a:pt x="246986" y="139508"/>
                  <a:pt x="256427" y="132214"/>
                </a:cubicBezTo>
                <a:lnTo>
                  <a:pt x="260718" y="128781"/>
                </a:lnTo>
                <a:lnTo>
                  <a:pt x="261147" y="128781"/>
                </a:lnTo>
                <a:close/>
                <a:moveTo>
                  <a:pt x="306435" y="47157"/>
                </a:moveTo>
                <a:cubicBezTo>
                  <a:pt x="303430" y="47157"/>
                  <a:pt x="302572" y="49733"/>
                  <a:pt x="302572" y="51449"/>
                </a:cubicBezTo>
                <a:lnTo>
                  <a:pt x="302572" y="54238"/>
                </a:lnTo>
                <a:cubicBezTo>
                  <a:pt x="302572" y="55311"/>
                  <a:pt x="302785" y="55524"/>
                  <a:pt x="303646" y="55524"/>
                </a:cubicBezTo>
                <a:lnTo>
                  <a:pt x="316301" y="55524"/>
                </a:lnTo>
                <a:lnTo>
                  <a:pt x="316301" y="120001"/>
                </a:lnTo>
                <a:cubicBezTo>
                  <a:pt x="316301" y="135216"/>
                  <a:pt x="322952" y="141223"/>
                  <a:pt x="332819" y="141223"/>
                </a:cubicBezTo>
                <a:cubicBezTo>
                  <a:pt x="342688" y="141223"/>
                  <a:pt x="353415" y="136506"/>
                  <a:pt x="361782" y="127069"/>
                </a:cubicBezTo>
                <a:cubicBezTo>
                  <a:pt x="361353" y="124862"/>
                  <a:pt x="360067" y="123641"/>
                  <a:pt x="357919" y="123429"/>
                </a:cubicBezTo>
                <a:cubicBezTo>
                  <a:pt x="352341" y="127714"/>
                  <a:pt x="345906" y="129426"/>
                  <a:pt x="340328" y="129426"/>
                </a:cubicBezTo>
                <a:cubicBezTo>
                  <a:pt x="334537" y="129426"/>
                  <a:pt x="333251" y="123000"/>
                  <a:pt x="333251" y="109719"/>
                </a:cubicBezTo>
                <a:lnTo>
                  <a:pt x="333251" y="55524"/>
                </a:lnTo>
                <a:lnTo>
                  <a:pt x="355559" y="55524"/>
                </a:lnTo>
                <a:cubicBezTo>
                  <a:pt x="357707" y="55524"/>
                  <a:pt x="360708" y="54667"/>
                  <a:pt x="360708" y="52735"/>
                </a:cubicBezTo>
                <a:lnTo>
                  <a:pt x="360708" y="48447"/>
                </a:lnTo>
                <a:cubicBezTo>
                  <a:pt x="360708" y="47589"/>
                  <a:pt x="360067" y="47157"/>
                  <a:pt x="358993" y="47157"/>
                </a:cubicBezTo>
                <a:lnTo>
                  <a:pt x="333251" y="47157"/>
                </a:lnTo>
                <a:lnTo>
                  <a:pt x="333251" y="38794"/>
                </a:lnTo>
                <a:cubicBezTo>
                  <a:pt x="333251" y="24849"/>
                  <a:pt x="334108" y="16266"/>
                  <a:pt x="334108" y="16266"/>
                </a:cubicBezTo>
                <a:cubicBezTo>
                  <a:pt x="334108" y="14894"/>
                  <a:pt x="333463" y="14380"/>
                  <a:pt x="332455" y="14380"/>
                </a:cubicBezTo>
                <a:cubicBezTo>
                  <a:pt x="331489" y="14380"/>
                  <a:pt x="329666" y="15215"/>
                  <a:pt x="327673" y="16308"/>
                </a:cubicBezTo>
                <a:cubicBezTo>
                  <a:pt x="325247" y="17660"/>
                  <a:pt x="323060" y="18583"/>
                  <a:pt x="320376" y="19333"/>
                </a:cubicBezTo>
                <a:cubicBezTo>
                  <a:pt x="317803" y="20063"/>
                  <a:pt x="315659" y="20793"/>
                  <a:pt x="315659" y="22273"/>
                </a:cubicBezTo>
                <a:cubicBezTo>
                  <a:pt x="315659" y="24764"/>
                  <a:pt x="316301" y="23346"/>
                  <a:pt x="316301" y="47138"/>
                </a:cubicBezTo>
                <a:lnTo>
                  <a:pt x="306435" y="47157"/>
                </a:lnTo>
                <a:close/>
                <a:moveTo>
                  <a:pt x="412711" y="141223"/>
                </a:moveTo>
                <a:cubicBezTo>
                  <a:pt x="421077" y="141223"/>
                  <a:pt x="431160" y="136935"/>
                  <a:pt x="441671" y="128358"/>
                </a:cubicBezTo>
                <a:cubicBezTo>
                  <a:pt x="442744" y="127501"/>
                  <a:pt x="444738" y="127072"/>
                  <a:pt x="444889" y="128571"/>
                </a:cubicBezTo>
                <a:cubicBezTo>
                  <a:pt x="445425" y="134038"/>
                  <a:pt x="447249" y="141223"/>
                  <a:pt x="447249" y="141223"/>
                </a:cubicBezTo>
                <a:cubicBezTo>
                  <a:pt x="448964" y="141868"/>
                  <a:pt x="449930" y="141760"/>
                  <a:pt x="451324" y="141223"/>
                </a:cubicBezTo>
                <a:cubicBezTo>
                  <a:pt x="456044" y="137364"/>
                  <a:pt x="463554" y="134146"/>
                  <a:pt x="476641" y="132643"/>
                </a:cubicBezTo>
                <a:cubicBezTo>
                  <a:pt x="477927" y="131357"/>
                  <a:pt x="477927" y="128142"/>
                  <a:pt x="476641" y="126859"/>
                </a:cubicBezTo>
                <a:cubicBezTo>
                  <a:pt x="462909" y="125785"/>
                  <a:pt x="460978" y="121717"/>
                  <a:pt x="460978" y="111222"/>
                </a:cubicBezTo>
                <a:lnTo>
                  <a:pt x="460978" y="70098"/>
                </a:lnTo>
                <a:cubicBezTo>
                  <a:pt x="460978" y="63672"/>
                  <a:pt x="461838" y="48028"/>
                  <a:pt x="461838" y="48028"/>
                </a:cubicBezTo>
                <a:cubicBezTo>
                  <a:pt x="461838" y="47383"/>
                  <a:pt x="461194" y="46738"/>
                  <a:pt x="460120" y="46738"/>
                </a:cubicBezTo>
                <a:cubicBezTo>
                  <a:pt x="459049" y="46954"/>
                  <a:pt x="455832" y="47170"/>
                  <a:pt x="452614" y="47170"/>
                </a:cubicBezTo>
                <a:cubicBezTo>
                  <a:pt x="445746" y="47170"/>
                  <a:pt x="438024" y="46954"/>
                  <a:pt x="430731" y="46738"/>
                </a:cubicBezTo>
                <a:cubicBezTo>
                  <a:pt x="429444" y="48028"/>
                  <a:pt x="429444" y="52532"/>
                  <a:pt x="430731" y="53819"/>
                </a:cubicBezTo>
                <a:cubicBezTo>
                  <a:pt x="441242" y="54460"/>
                  <a:pt x="444031" y="57033"/>
                  <a:pt x="444031" y="71168"/>
                </a:cubicBezTo>
                <a:lnTo>
                  <a:pt x="444031" y="112508"/>
                </a:lnTo>
                <a:cubicBezTo>
                  <a:pt x="444031" y="116577"/>
                  <a:pt x="443602" y="118289"/>
                  <a:pt x="440600" y="120862"/>
                </a:cubicBezTo>
                <a:cubicBezTo>
                  <a:pt x="432662" y="127714"/>
                  <a:pt x="424508" y="131141"/>
                  <a:pt x="419146" y="131141"/>
                </a:cubicBezTo>
                <a:cubicBezTo>
                  <a:pt x="412711" y="131141"/>
                  <a:pt x="401983" y="128142"/>
                  <a:pt x="401983" y="109081"/>
                </a:cubicBezTo>
                <a:lnTo>
                  <a:pt x="401983" y="70098"/>
                </a:lnTo>
                <a:cubicBezTo>
                  <a:pt x="401983" y="63672"/>
                  <a:pt x="402841" y="48028"/>
                  <a:pt x="402841" y="48028"/>
                </a:cubicBezTo>
                <a:cubicBezTo>
                  <a:pt x="402841" y="47383"/>
                  <a:pt x="402200" y="46738"/>
                  <a:pt x="401126" y="46738"/>
                </a:cubicBezTo>
                <a:cubicBezTo>
                  <a:pt x="400052" y="46954"/>
                  <a:pt x="396834" y="47170"/>
                  <a:pt x="393617" y="47170"/>
                </a:cubicBezTo>
                <a:cubicBezTo>
                  <a:pt x="386752" y="47170"/>
                  <a:pt x="379030" y="46954"/>
                  <a:pt x="371734" y="46738"/>
                </a:cubicBezTo>
                <a:cubicBezTo>
                  <a:pt x="370447" y="48028"/>
                  <a:pt x="370447" y="52532"/>
                  <a:pt x="371734" y="53819"/>
                </a:cubicBezTo>
                <a:cubicBezTo>
                  <a:pt x="382032" y="54676"/>
                  <a:pt x="385037" y="57033"/>
                  <a:pt x="385037" y="70955"/>
                </a:cubicBezTo>
                <a:lnTo>
                  <a:pt x="385037" y="112080"/>
                </a:lnTo>
                <a:cubicBezTo>
                  <a:pt x="385037" y="126859"/>
                  <a:pt x="391472" y="141223"/>
                  <a:pt x="412711" y="141223"/>
                </a:cubicBezTo>
                <a:close/>
                <a:moveTo>
                  <a:pt x="517830" y="62235"/>
                </a:moveTo>
                <a:cubicBezTo>
                  <a:pt x="517463" y="53649"/>
                  <a:pt x="517123" y="48136"/>
                  <a:pt x="516115" y="45926"/>
                </a:cubicBezTo>
                <a:cubicBezTo>
                  <a:pt x="515663" y="44941"/>
                  <a:pt x="515254" y="44211"/>
                  <a:pt x="513538" y="44211"/>
                </a:cubicBezTo>
                <a:cubicBezTo>
                  <a:pt x="507532" y="46571"/>
                  <a:pt x="501954" y="48503"/>
                  <a:pt x="487151" y="50431"/>
                </a:cubicBezTo>
                <a:cubicBezTo>
                  <a:pt x="486722" y="51720"/>
                  <a:pt x="487151" y="55151"/>
                  <a:pt x="487580" y="56437"/>
                </a:cubicBezTo>
                <a:cubicBezTo>
                  <a:pt x="499165" y="57511"/>
                  <a:pt x="501525" y="58585"/>
                  <a:pt x="501525" y="71040"/>
                </a:cubicBezTo>
                <a:lnTo>
                  <a:pt x="501525" y="112924"/>
                </a:lnTo>
                <a:cubicBezTo>
                  <a:pt x="501525" y="130751"/>
                  <a:pt x="498952" y="131609"/>
                  <a:pt x="485649" y="132470"/>
                </a:cubicBezTo>
                <a:cubicBezTo>
                  <a:pt x="484362" y="133756"/>
                  <a:pt x="484362" y="138261"/>
                  <a:pt x="485649" y="139547"/>
                </a:cubicBezTo>
                <a:cubicBezTo>
                  <a:pt x="493158" y="139334"/>
                  <a:pt x="501525" y="139118"/>
                  <a:pt x="510108" y="139118"/>
                </a:cubicBezTo>
                <a:cubicBezTo>
                  <a:pt x="518688" y="139118"/>
                  <a:pt x="528557" y="139334"/>
                  <a:pt x="536063" y="139547"/>
                </a:cubicBezTo>
                <a:cubicBezTo>
                  <a:pt x="537353" y="138261"/>
                  <a:pt x="537353" y="133756"/>
                  <a:pt x="536063" y="132470"/>
                </a:cubicBezTo>
                <a:cubicBezTo>
                  <a:pt x="521048" y="131396"/>
                  <a:pt x="518471" y="130751"/>
                  <a:pt x="518471" y="112924"/>
                </a:cubicBezTo>
                <a:lnTo>
                  <a:pt x="518471" y="83070"/>
                </a:lnTo>
                <a:cubicBezTo>
                  <a:pt x="518471" y="77486"/>
                  <a:pt x="521048" y="72546"/>
                  <a:pt x="523621" y="68680"/>
                </a:cubicBezTo>
                <a:cubicBezTo>
                  <a:pt x="525981" y="65243"/>
                  <a:pt x="530917" y="58156"/>
                  <a:pt x="533490" y="58156"/>
                </a:cubicBezTo>
                <a:cubicBezTo>
                  <a:pt x="535421" y="58156"/>
                  <a:pt x="537353" y="58670"/>
                  <a:pt x="539025" y="60883"/>
                </a:cubicBezTo>
                <a:cubicBezTo>
                  <a:pt x="540656" y="63030"/>
                  <a:pt x="543058" y="65888"/>
                  <a:pt x="546790" y="65888"/>
                </a:cubicBezTo>
                <a:cubicBezTo>
                  <a:pt x="551939" y="65888"/>
                  <a:pt x="556872" y="60516"/>
                  <a:pt x="556872" y="55151"/>
                </a:cubicBezTo>
                <a:cubicBezTo>
                  <a:pt x="556872" y="51053"/>
                  <a:pt x="553013" y="44853"/>
                  <a:pt x="544001" y="44853"/>
                </a:cubicBezTo>
                <a:cubicBezTo>
                  <a:pt x="533919" y="44853"/>
                  <a:pt x="525123" y="54293"/>
                  <a:pt x="520190" y="62664"/>
                </a:cubicBezTo>
                <a:cubicBezTo>
                  <a:pt x="518904" y="65027"/>
                  <a:pt x="517872" y="63308"/>
                  <a:pt x="517830" y="62235"/>
                </a:cubicBezTo>
                <a:close/>
                <a:moveTo>
                  <a:pt x="587616" y="78622"/>
                </a:moveTo>
                <a:cubicBezTo>
                  <a:pt x="591691" y="54483"/>
                  <a:pt x="606710" y="52562"/>
                  <a:pt x="611859" y="52562"/>
                </a:cubicBezTo>
                <a:cubicBezTo>
                  <a:pt x="620010" y="52562"/>
                  <a:pt x="629663" y="57050"/>
                  <a:pt x="629663" y="74991"/>
                </a:cubicBezTo>
                <a:cubicBezTo>
                  <a:pt x="629663" y="76913"/>
                  <a:pt x="628806" y="77937"/>
                  <a:pt x="626445" y="77983"/>
                </a:cubicBezTo>
                <a:lnTo>
                  <a:pt x="587616" y="78622"/>
                </a:lnTo>
                <a:moveTo>
                  <a:pt x="643821" y="119137"/>
                </a:moveTo>
                <a:cubicBezTo>
                  <a:pt x="635886" y="127285"/>
                  <a:pt x="629663" y="130712"/>
                  <a:pt x="617221" y="130712"/>
                </a:cubicBezTo>
                <a:cubicBezTo>
                  <a:pt x="609499" y="130712"/>
                  <a:pt x="600487" y="126211"/>
                  <a:pt x="593839" y="115281"/>
                </a:cubicBezTo>
                <a:cubicBezTo>
                  <a:pt x="589547" y="108207"/>
                  <a:pt x="586971" y="98347"/>
                  <a:pt x="586971" y="85915"/>
                </a:cubicBezTo>
                <a:lnTo>
                  <a:pt x="644037" y="86344"/>
                </a:lnTo>
                <a:cubicBezTo>
                  <a:pt x="646610" y="86344"/>
                  <a:pt x="648112" y="85057"/>
                  <a:pt x="648112" y="82697"/>
                </a:cubicBezTo>
                <a:cubicBezTo>
                  <a:pt x="648112" y="64739"/>
                  <a:pt x="641677" y="45481"/>
                  <a:pt x="611859" y="45481"/>
                </a:cubicBezTo>
                <a:cubicBezTo>
                  <a:pt x="593194" y="45481"/>
                  <a:pt x="568951" y="63243"/>
                  <a:pt x="568951" y="95774"/>
                </a:cubicBezTo>
                <a:cubicBezTo>
                  <a:pt x="568951" y="107778"/>
                  <a:pt x="571956" y="119353"/>
                  <a:pt x="579036" y="127497"/>
                </a:cubicBezTo>
                <a:cubicBezTo>
                  <a:pt x="586329" y="136077"/>
                  <a:pt x="596412" y="141223"/>
                  <a:pt x="611859" y="141223"/>
                </a:cubicBezTo>
                <a:cubicBezTo>
                  <a:pt x="628161" y="141223"/>
                  <a:pt x="639745" y="133717"/>
                  <a:pt x="648328" y="122568"/>
                </a:cubicBezTo>
                <a:cubicBezTo>
                  <a:pt x="647684" y="120424"/>
                  <a:pt x="646397" y="119353"/>
                  <a:pt x="643821" y="119137"/>
                </a:cubicBezTo>
                <a:close/>
                <a:moveTo>
                  <a:pt x="667247" y="109461"/>
                </a:moveTo>
                <a:cubicBezTo>
                  <a:pt x="668105" y="119978"/>
                  <a:pt x="668750" y="130067"/>
                  <a:pt x="668750" y="139079"/>
                </a:cubicBezTo>
                <a:cubicBezTo>
                  <a:pt x="670894" y="138650"/>
                  <a:pt x="673041" y="138437"/>
                  <a:pt x="674112" y="138437"/>
                </a:cubicBezTo>
                <a:cubicBezTo>
                  <a:pt x="675614" y="138437"/>
                  <a:pt x="676901" y="138437"/>
                  <a:pt x="678403" y="138866"/>
                </a:cubicBezTo>
                <a:cubicBezTo>
                  <a:pt x="684197" y="140365"/>
                  <a:pt x="689988" y="141223"/>
                  <a:pt x="697926" y="141223"/>
                </a:cubicBezTo>
                <a:cubicBezTo>
                  <a:pt x="709940" y="141223"/>
                  <a:pt x="732035" y="135432"/>
                  <a:pt x="732035" y="114181"/>
                </a:cubicBezTo>
                <a:cubicBezTo>
                  <a:pt x="732035" y="99523"/>
                  <a:pt x="721524" y="91002"/>
                  <a:pt x="706935" y="85591"/>
                </a:cubicBezTo>
                <a:cubicBezTo>
                  <a:pt x="694021" y="80805"/>
                  <a:pt x="685484" y="77476"/>
                  <a:pt x="685484" y="65672"/>
                </a:cubicBezTo>
                <a:cubicBezTo>
                  <a:pt x="685484" y="56870"/>
                  <a:pt x="693206" y="51933"/>
                  <a:pt x="700499" y="51933"/>
                </a:cubicBezTo>
                <a:cubicBezTo>
                  <a:pt x="705219" y="51933"/>
                  <a:pt x="717662" y="53652"/>
                  <a:pt x="720451" y="71898"/>
                </a:cubicBezTo>
                <a:cubicBezTo>
                  <a:pt x="721737" y="73184"/>
                  <a:pt x="726029" y="72968"/>
                  <a:pt x="727315" y="71682"/>
                </a:cubicBezTo>
                <a:cubicBezTo>
                  <a:pt x="727960" y="63953"/>
                  <a:pt x="728389" y="56012"/>
                  <a:pt x="728605" y="48931"/>
                </a:cubicBezTo>
                <a:cubicBezTo>
                  <a:pt x="721953" y="47858"/>
                  <a:pt x="711655" y="44853"/>
                  <a:pt x="700499" y="44853"/>
                </a:cubicBezTo>
                <a:cubicBezTo>
                  <a:pt x="684626" y="44853"/>
                  <a:pt x="670252" y="55154"/>
                  <a:pt x="670252" y="68893"/>
                </a:cubicBezTo>
                <a:cubicBezTo>
                  <a:pt x="670252" y="84560"/>
                  <a:pt x="677330" y="91215"/>
                  <a:pt x="693851" y="98086"/>
                </a:cubicBezTo>
                <a:cubicBezTo>
                  <a:pt x="711655" y="105382"/>
                  <a:pt x="715730" y="109890"/>
                  <a:pt x="715730" y="119121"/>
                </a:cubicBezTo>
                <a:cubicBezTo>
                  <a:pt x="715730" y="129638"/>
                  <a:pt x="705435" y="134146"/>
                  <a:pt x="697497" y="134146"/>
                </a:cubicBezTo>
                <a:cubicBezTo>
                  <a:pt x="689130" y="134146"/>
                  <a:pt x="684475" y="131291"/>
                  <a:pt x="682266" y="128993"/>
                </a:cubicBezTo>
                <a:cubicBezTo>
                  <a:pt x="677546" y="124057"/>
                  <a:pt x="675185" y="114613"/>
                  <a:pt x="673899" y="109245"/>
                </a:cubicBezTo>
                <a:cubicBezTo>
                  <a:pt x="672613" y="107958"/>
                  <a:pt x="668534" y="108171"/>
                  <a:pt x="667247" y="10946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AA254-8C30-46F8-834C-6164E712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090" y="1587793"/>
            <a:ext cx="3228394" cy="449986"/>
          </a:xfrm>
          <a:custGeom xmlns:a="http://schemas.openxmlformats.org/drawingml/2006/main">
            <a:pathLst>
              <a:path w="3228394" h="449986">
                <a:moveTo>
                  <a:pt x="0" y="0"/>
                </a:moveTo>
                <a:lnTo>
                  <a:pt x="3228394" y="0"/>
                </a:lnTo>
                <a:lnTo>
                  <a:pt x="3228394" y="449986"/>
                </a:lnTo>
                <a:lnTo>
                  <a:pt x="0" y="4499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56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AttackClassif">
            <a:extLst xmlns:a="http://schemas.openxmlformats.org/drawingml/2006/main">
              <a:ext uri="{FF2B5EF4-FFF2-40B4-BE49-F238E27FC236}">
                <a16:creationId xmlns:a16="http://schemas.microsoft.com/office/drawing/2014/main" id="{DDA5A746-E178-4AF1-9968-BF520DE4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45" y="1609798"/>
            <a:ext cx="1253940" cy="151888"/>
          </a:xfrm>
          <a:custGeom xmlns:a="http://schemas.openxmlformats.org/drawingml/2006/main">
            <a:pathLst>
              <a:path w="1253940" h="151888">
                <a:moveTo>
                  <a:pt x="56208" y="89038"/>
                </a:moveTo>
                <a:cubicBezTo>
                  <a:pt x="51488" y="89038"/>
                  <a:pt x="49986" y="88396"/>
                  <a:pt x="50801" y="86187"/>
                </a:cubicBezTo>
                <a:lnTo>
                  <a:pt x="72726" y="30689"/>
                </a:lnTo>
                <a:lnTo>
                  <a:pt x="74013" y="30689"/>
                </a:lnTo>
                <a:lnTo>
                  <a:pt x="94177" y="89038"/>
                </a:lnTo>
                <a:lnTo>
                  <a:pt x="56208" y="89038"/>
                </a:lnTo>
                <a:moveTo>
                  <a:pt x="33039" y="132830"/>
                </a:moveTo>
                <a:lnTo>
                  <a:pt x="44836" y="101699"/>
                </a:lnTo>
                <a:cubicBezTo>
                  <a:pt x="45910" y="98907"/>
                  <a:pt x="47197" y="98050"/>
                  <a:pt x="52346" y="98050"/>
                </a:cubicBezTo>
                <a:lnTo>
                  <a:pt x="97611" y="98050"/>
                </a:lnTo>
                <a:lnTo>
                  <a:pt x="110053" y="134332"/>
                </a:lnTo>
                <a:cubicBezTo>
                  <a:pt x="112584" y="141740"/>
                  <a:pt x="104390" y="142405"/>
                  <a:pt x="94177" y="143135"/>
                </a:cubicBezTo>
                <a:cubicBezTo>
                  <a:pt x="92891" y="144421"/>
                  <a:pt x="92891" y="148925"/>
                  <a:pt x="94177" y="150212"/>
                </a:cubicBezTo>
                <a:cubicBezTo>
                  <a:pt x="102115" y="149999"/>
                  <a:pt x="113916" y="149783"/>
                  <a:pt x="122283" y="149783"/>
                </a:cubicBezTo>
                <a:cubicBezTo>
                  <a:pt x="131079" y="149783"/>
                  <a:pt x="139229" y="149999"/>
                  <a:pt x="146739" y="150212"/>
                </a:cubicBezTo>
                <a:cubicBezTo>
                  <a:pt x="148025" y="148925"/>
                  <a:pt x="148025" y="144421"/>
                  <a:pt x="146739" y="143135"/>
                </a:cubicBezTo>
                <a:cubicBezTo>
                  <a:pt x="138414" y="142382"/>
                  <a:pt x="131164" y="141675"/>
                  <a:pt x="127429" y="131327"/>
                </a:cubicBezTo>
                <a:lnTo>
                  <a:pt x="83237" y="8590"/>
                </a:lnTo>
                <a:cubicBezTo>
                  <a:pt x="80019" y="10521"/>
                  <a:pt x="74229" y="12881"/>
                  <a:pt x="71440" y="12881"/>
                </a:cubicBezTo>
                <a:lnTo>
                  <a:pt x="22741" y="127890"/>
                </a:lnTo>
                <a:cubicBezTo>
                  <a:pt x="17163" y="141203"/>
                  <a:pt x="10619" y="142490"/>
                  <a:pt x="1286" y="143135"/>
                </a:cubicBezTo>
                <a:cubicBezTo>
                  <a:pt x="0" y="144421"/>
                  <a:pt x="0" y="148925"/>
                  <a:pt x="1286" y="150212"/>
                </a:cubicBezTo>
                <a:cubicBezTo>
                  <a:pt x="6864" y="149999"/>
                  <a:pt x="13879" y="149783"/>
                  <a:pt x="20380" y="149783"/>
                </a:cubicBezTo>
                <a:cubicBezTo>
                  <a:pt x="29176" y="149783"/>
                  <a:pt x="39903" y="149999"/>
                  <a:pt x="47841" y="150212"/>
                </a:cubicBezTo>
                <a:cubicBezTo>
                  <a:pt x="49128" y="148925"/>
                  <a:pt x="49128" y="144421"/>
                  <a:pt x="47841" y="143135"/>
                </a:cubicBezTo>
                <a:cubicBezTo>
                  <a:pt x="39772" y="142575"/>
                  <a:pt x="29690" y="141652"/>
                  <a:pt x="33039" y="132830"/>
                </a:cubicBezTo>
                <a:close/>
                <a:moveTo>
                  <a:pt x="158903" y="57822"/>
                </a:moveTo>
                <a:cubicBezTo>
                  <a:pt x="155898" y="57822"/>
                  <a:pt x="155041" y="60398"/>
                  <a:pt x="155041" y="62114"/>
                </a:cubicBezTo>
                <a:lnTo>
                  <a:pt x="155041" y="64903"/>
                </a:lnTo>
                <a:cubicBezTo>
                  <a:pt x="155041" y="65976"/>
                  <a:pt x="155253" y="66189"/>
                  <a:pt x="156114" y="66189"/>
                </a:cubicBezTo>
                <a:lnTo>
                  <a:pt x="168770" y="66189"/>
                </a:lnTo>
                <a:lnTo>
                  <a:pt x="168770" y="130666"/>
                </a:lnTo>
                <a:cubicBezTo>
                  <a:pt x="168770" y="145881"/>
                  <a:pt x="175421" y="151888"/>
                  <a:pt x="185287" y="151888"/>
                </a:cubicBezTo>
                <a:cubicBezTo>
                  <a:pt x="195157" y="151888"/>
                  <a:pt x="205884" y="147171"/>
                  <a:pt x="214251" y="137734"/>
                </a:cubicBezTo>
                <a:cubicBezTo>
                  <a:pt x="213822" y="135527"/>
                  <a:pt x="212536" y="134306"/>
                  <a:pt x="210388" y="134093"/>
                </a:cubicBezTo>
                <a:cubicBezTo>
                  <a:pt x="204810" y="138378"/>
                  <a:pt x="198375" y="140090"/>
                  <a:pt x="192797" y="140090"/>
                </a:cubicBezTo>
                <a:cubicBezTo>
                  <a:pt x="187006" y="140090"/>
                  <a:pt x="185719" y="133665"/>
                  <a:pt x="185719" y="120384"/>
                </a:cubicBezTo>
                <a:lnTo>
                  <a:pt x="185719" y="66189"/>
                </a:lnTo>
                <a:lnTo>
                  <a:pt x="208028" y="66189"/>
                </a:lnTo>
                <a:cubicBezTo>
                  <a:pt x="210175" y="66189"/>
                  <a:pt x="213177" y="65331"/>
                  <a:pt x="213177" y="63400"/>
                </a:cubicBezTo>
                <a:lnTo>
                  <a:pt x="213177" y="59112"/>
                </a:lnTo>
                <a:cubicBezTo>
                  <a:pt x="213177" y="58254"/>
                  <a:pt x="212536" y="57822"/>
                  <a:pt x="211462" y="57822"/>
                </a:cubicBezTo>
                <a:lnTo>
                  <a:pt x="185719" y="57822"/>
                </a:lnTo>
                <a:lnTo>
                  <a:pt x="185719" y="49458"/>
                </a:lnTo>
                <a:cubicBezTo>
                  <a:pt x="185719" y="35514"/>
                  <a:pt x="186577" y="26931"/>
                  <a:pt x="186577" y="26931"/>
                </a:cubicBezTo>
                <a:cubicBezTo>
                  <a:pt x="186577" y="25559"/>
                  <a:pt x="185932" y="25045"/>
                  <a:pt x="184924" y="25045"/>
                </a:cubicBezTo>
                <a:cubicBezTo>
                  <a:pt x="183958" y="25045"/>
                  <a:pt x="182135" y="25880"/>
                  <a:pt x="180142" y="26973"/>
                </a:cubicBezTo>
                <a:cubicBezTo>
                  <a:pt x="177716" y="28325"/>
                  <a:pt x="175529" y="29248"/>
                  <a:pt x="172845" y="29998"/>
                </a:cubicBezTo>
                <a:cubicBezTo>
                  <a:pt x="170272" y="30728"/>
                  <a:pt x="168128" y="31458"/>
                  <a:pt x="168128" y="32937"/>
                </a:cubicBezTo>
                <a:cubicBezTo>
                  <a:pt x="168128" y="35429"/>
                  <a:pt x="168770" y="34011"/>
                  <a:pt x="168770" y="57803"/>
                </a:cubicBezTo>
                <a:lnTo>
                  <a:pt x="158903" y="57822"/>
                </a:lnTo>
                <a:close/>
                <a:moveTo>
                  <a:pt x="227917" y="57822"/>
                </a:moveTo>
                <a:cubicBezTo>
                  <a:pt x="224912" y="57822"/>
                  <a:pt x="224054" y="60398"/>
                  <a:pt x="224054" y="62114"/>
                </a:cubicBezTo>
                <a:lnTo>
                  <a:pt x="224054" y="64903"/>
                </a:lnTo>
                <a:cubicBezTo>
                  <a:pt x="224054" y="65976"/>
                  <a:pt x="224267" y="66189"/>
                  <a:pt x="225128" y="66189"/>
                </a:cubicBezTo>
                <a:lnTo>
                  <a:pt x="237783" y="66189"/>
                </a:lnTo>
                <a:lnTo>
                  <a:pt x="237783" y="130666"/>
                </a:lnTo>
                <a:cubicBezTo>
                  <a:pt x="237783" y="145881"/>
                  <a:pt x="244434" y="151888"/>
                  <a:pt x="254301" y="151888"/>
                </a:cubicBezTo>
                <a:cubicBezTo>
                  <a:pt x="264170" y="151888"/>
                  <a:pt x="274897" y="147171"/>
                  <a:pt x="283264" y="137734"/>
                </a:cubicBezTo>
                <a:cubicBezTo>
                  <a:pt x="282835" y="135527"/>
                  <a:pt x="281549" y="134306"/>
                  <a:pt x="279401" y="134093"/>
                </a:cubicBezTo>
                <a:cubicBezTo>
                  <a:pt x="273823" y="138378"/>
                  <a:pt x="267388" y="140090"/>
                  <a:pt x="261810" y="140090"/>
                </a:cubicBezTo>
                <a:cubicBezTo>
                  <a:pt x="256019" y="140090"/>
                  <a:pt x="254733" y="133665"/>
                  <a:pt x="254733" y="120384"/>
                </a:cubicBezTo>
                <a:lnTo>
                  <a:pt x="254733" y="66189"/>
                </a:lnTo>
                <a:lnTo>
                  <a:pt x="277041" y="66189"/>
                </a:lnTo>
                <a:cubicBezTo>
                  <a:pt x="279189" y="66189"/>
                  <a:pt x="282190" y="65331"/>
                  <a:pt x="282190" y="63400"/>
                </a:cubicBezTo>
                <a:lnTo>
                  <a:pt x="282190" y="59112"/>
                </a:lnTo>
                <a:cubicBezTo>
                  <a:pt x="282190" y="58254"/>
                  <a:pt x="281549" y="57822"/>
                  <a:pt x="280475" y="57822"/>
                </a:cubicBezTo>
                <a:lnTo>
                  <a:pt x="254733" y="57822"/>
                </a:lnTo>
                <a:lnTo>
                  <a:pt x="254733" y="49458"/>
                </a:lnTo>
                <a:cubicBezTo>
                  <a:pt x="254733" y="35514"/>
                  <a:pt x="255590" y="26931"/>
                  <a:pt x="255590" y="26931"/>
                </a:cubicBezTo>
                <a:cubicBezTo>
                  <a:pt x="255590" y="25559"/>
                  <a:pt x="254945" y="25045"/>
                  <a:pt x="253937" y="25045"/>
                </a:cubicBezTo>
                <a:cubicBezTo>
                  <a:pt x="252972" y="25045"/>
                  <a:pt x="251148" y="25880"/>
                  <a:pt x="249155" y="26973"/>
                </a:cubicBezTo>
                <a:cubicBezTo>
                  <a:pt x="246729" y="28325"/>
                  <a:pt x="244542" y="29248"/>
                  <a:pt x="241858" y="29998"/>
                </a:cubicBezTo>
                <a:cubicBezTo>
                  <a:pt x="239285" y="30728"/>
                  <a:pt x="237141" y="31458"/>
                  <a:pt x="237141" y="32937"/>
                </a:cubicBezTo>
                <a:cubicBezTo>
                  <a:pt x="237141" y="35429"/>
                  <a:pt x="237783" y="34011"/>
                  <a:pt x="237783" y="57803"/>
                </a:cubicBezTo>
                <a:lnTo>
                  <a:pt x="227917" y="57822"/>
                </a:lnTo>
                <a:close/>
                <a:moveTo>
                  <a:pt x="350563" y="99735"/>
                </a:moveTo>
                <a:lnTo>
                  <a:pt x="350563" y="128067"/>
                </a:lnTo>
                <a:cubicBezTo>
                  <a:pt x="350563" y="130859"/>
                  <a:pt x="349273" y="132362"/>
                  <a:pt x="347558" y="133648"/>
                </a:cubicBezTo>
                <a:cubicBezTo>
                  <a:pt x="341980" y="138156"/>
                  <a:pt x="334687" y="143095"/>
                  <a:pt x="328680" y="143095"/>
                </a:cubicBezTo>
                <a:cubicBezTo>
                  <a:pt x="317953" y="143095"/>
                  <a:pt x="313232" y="134509"/>
                  <a:pt x="313232" y="127854"/>
                </a:cubicBezTo>
                <a:cubicBezTo>
                  <a:pt x="313232" y="118194"/>
                  <a:pt x="317740" y="108318"/>
                  <a:pt x="333613" y="104243"/>
                </a:cubicBezTo>
                <a:lnTo>
                  <a:pt x="350563" y="99735"/>
                </a:lnTo>
                <a:moveTo>
                  <a:pt x="350563" y="139446"/>
                </a:moveTo>
                <a:cubicBezTo>
                  <a:pt x="351849" y="146097"/>
                  <a:pt x="354121" y="151888"/>
                  <a:pt x="364936" y="151888"/>
                </a:cubicBezTo>
                <a:cubicBezTo>
                  <a:pt x="373153" y="151888"/>
                  <a:pt x="380875" y="148241"/>
                  <a:pt x="385314" y="143953"/>
                </a:cubicBezTo>
                <a:cubicBezTo>
                  <a:pt x="384950" y="141315"/>
                  <a:pt x="384093" y="139511"/>
                  <a:pt x="381667" y="138159"/>
                </a:cubicBezTo>
                <a:cubicBezTo>
                  <a:pt x="380060" y="139488"/>
                  <a:pt x="376456" y="141593"/>
                  <a:pt x="373729" y="141593"/>
                </a:cubicBezTo>
                <a:cubicBezTo>
                  <a:pt x="367509" y="141593"/>
                  <a:pt x="367293" y="133219"/>
                  <a:pt x="367293" y="123347"/>
                </a:cubicBezTo>
                <a:lnTo>
                  <a:pt x="367293" y="91791"/>
                </a:lnTo>
                <a:cubicBezTo>
                  <a:pt x="367293" y="61312"/>
                  <a:pt x="350563" y="55518"/>
                  <a:pt x="334899" y="55518"/>
                </a:cubicBezTo>
                <a:cubicBezTo>
                  <a:pt x="317308" y="55518"/>
                  <a:pt x="299504" y="67106"/>
                  <a:pt x="299504" y="79342"/>
                </a:cubicBezTo>
                <a:cubicBezTo>
                  <a:pt x="299504" y="84494"/>
                  <a:pt x="302076" y="87070"/>
                  <a:pt x="307013" y="87070"/>
                </a:cubicBezTo>
                <a:cubicBezTo>
                  <a:pt x="313232" y="87070"/>
                  <a:pt x="317095" y="82563"/>
                  <a:pt x="317095" y="79771"/>
                </a:cubicBezTo>
                <a:cubicBezTo>
                  <a:pt x="317095" y="78268"/>
                  <a:pt x="316879" y="76766"/>
                  <a:pt x="316450" y="75908"/>
                </a:cubicBezTo>
                <a:cubicBezTo>
                  <a:pt x="316237" y="75263"/>
                  <a:pt x="316021" y="73977"/>
                  <a:pt x="316021" y="71613"/>
                </a:cubicBezTo>
                <a:cubicBezTo>
                  <a:pt x="316021" y="64958"/>
                  <a:pt x="325033" y="62598"/>
                  <a:pt x="333184" y="62598"/>
                </a:cubicBezTo>
                <a:cubicBezTo>
                  <a:pt x="340477" y="62598"/>
                  <a:pt x="350563" y="66248"/>
                  <a:pt x="350563" y="90504"/>
                </a:cubicBezTo>
                <a:cubicBezTo>
                  <a:pt x="350563" y="92007"/>
                  <a:pt x="349918" y="92864"/>
                  <a:pt x="349273" y="93080"/>
                </a:cubicBezTo>
                <a:lnTo>
                  <a:pt x="330824" y="97588"/>
                </a:lnTo>
                <a:cubicBezTo>
                  <a:pt x="310231" y="102740"/>
                  <a:pt x="295428" y="114116"/>
                  <a:pt x="295428" y="128712"/>
                </a:cubicBezTo>
                <a:cubicBezTo>
                  <a:pt x="295428" y="146313"/>
                  <a:pt x="307442" y="151888"/>
                  <a:pt x="322457" y="151888"/>
                </a:cubicBezTo>
                <a:cubicBezTo>
                  <a:pt x="329924" y="151888"/>
                  <a:pt x="336402" y="150173"/>
                  <a:pt x="345842" y="142879"/>
                </a:cubicBezTo>
                <a:lnTo>
                  <a:pt x="350134" y="139446"/>
                </a:lnTo>
                <a:lnTo>
                  <a:pt x="350563" y="139446"/>
                </a:lnTo>
                <a:close/>
                <a:moveTo>
                  <a:pt x="471921" y="130214"/>
                </a:moveTo>
                <a:cubicBezTo>
                  <a:pt x="471063" y="128283"/>
                  <a:pt x="469345" y="127425"/>
                  <a:pt x="467417" y="127209"/>
                </a:cubicBezTo>
                <a:cubicBezTo>
                  <a:pt x="460120" y="136657"/>
                  <a:pt x="450896" y="141377"/>
                  <a:pt x="441671" y="141377"/>
                </a:cubicBezTo>
                <a:cubicBezTo>
                  <a:pt x="426011" y="141377"/>
                  <a:pt x="412924" y="125494"/>
                  <a:pt x="412924" y="100377"/>
                </a:cubicBezTo>
                <a:cubicBezTo>
                  <a:pt x="412924" y="76766"/>
                  <a:pt x="423222" y="62598"/>
                  <a:pt x="437383" y="62598"/>
                </a:cubicBezTo>
                <a:cubicBezTo>
                  <a:pt x="450038" y="62598"/>
                  <a:pt x="451753" y="70111"/>
                  <a:pt x="452614" y="77623"/>
                </a:cubicBezTo>
                <a:cubicBezTo>
                  <a:pt x="453256" y="83421"/>
                  <a:pt x="456261" y="85352"/>
                  <a:pt x="460765" y="85352"/>
                </a:cubicBezTo>
                <a:cubicBezTo>
                  <a:pt x="465269" y="85352"/>
                  <a:pt x="471276" y="82563"/>
                  <a:pt x="471276" y="75908"/>
                </a:cubicBezTo>
                <a:cubicBezTo>
                  <a:pt x="471276" y="64101"/>
                  <a:pt x="459050" y="55518"/>
                  <a:pt x="438453" y="55518"/>
                </a:cubicBezTo>
                <a:cubicBezTo>
                  <a:pt x="417215" y="55518"/>
                  <a:pt x="394474" y="74618"/>
                  <a:pt x="394474" y="105101"/>
                </a:cubicBezTo>
                <a:cubicBezTo>
                  <a:pt x="394474" y="132791"/>
                  <a:pt x="409922" y="151888"/>
                  <a:pt x="436951" y="151888"/>
                </a:cubicBezTo>
                <a:cubicBezTo>
                  <a:pt x="449825" y="151888"/>
                  <a:pt x="461194" y="147812"/>
                  <a:pt x="471921" y="130214"/>
                </a:cubicBezTo>
                <a:close/>
                <a:moveTo>
                  <a:pt x="498029" y="123618"/>
                </a:moveTo>
                <a:cubicBezTo>
                  <a:pt x="498029" y="141419"/>
                  <a:pt x="495669" y="142277"/>
                  <a:pt x="483655" y="143135"/>
                </a:cubicBezTo>
                <a:cubicBezTo>
                  <a:pt x="482366" y="144421"/>
                  <a:pt x="482366" y="148925"/>
                  <a:pt x="483655" y="150212"/>
                </a:cubicBezTo>
                <a:cubicBezTo>
                  <a:pt x="490733" y="149999"/>
                  <a:pt x="498029" y="149783"/>
                  <a:pt x="506609" y="149783"/>
                </a:cubicBezTo>
                <a:cubicBezTo>
                  <a:pt x="514118" y="149783"/>
                  <a:pt x="521199" y="149999"/>
                  <a:pt x="526132" y="150212"/>
                </a:cubicBezTo>
                <a:cubicBezTo>
                  <a:pt x="527418" y="148925"/>
                  <a:pt x="527418" y="144421"/>
                  <a:pt x="526132" y="143135"/>
                </a:cubicBezTo>
                <a:cubicBezTo>
                  <a:pt x="517336" y="142277"/>
                  <a:pt x="514976" y="141419"/>
                  <a:pt x="514976" y="123618"/>
                </a:cubicBezTo>
                <a:lnTo>
                  <a:pt x="514976" y="104983"/>
                </a:lnTo>
                <a:cubicBezTo>
                  <a:pt x="519094" y="105091"/>
                  <a:pt x="522118" y="105412"/>
                  <a:pt x="524200" y="106141"/>
                </a:cubicBezTo>
                <a:cubicBezTo>
                  <a:pt x="526561" y="107749"/>
                  <a:pt x="528512" y="109680"/>
                  <a:pt x="531065" y="113111"/>
                </a:cubicBezTo>
                <a:lnTo>
                  <a:pt x="546725" y="134126"/>
                </a:lnTo>
                <a:cubicBezTo>
                  <a:pt x="553033" y="142598"/>
                  <a:pt x="555459" y="146631"/>
                  <a:pt x="555737" y="149141"/>
                </a:cubicBezTo>
                <a:cubicBezTo>
                  <a:pt x="555799" y="149783"/>
                  <a:pt x="555950" y="150212"/>
                  <a:pt x="556594" y="150212"/>
                </a:cubicBezTo>
                <a:cubicBezTo>
                  <a:pt x="560886" y="149999"/>
                  <a:pt x="565603" y="149783"/>
                  <a:pt x="569894" y="149783"/>
                </a:cubicBezTo>
                <a:cubicBezTo>
                  <a:pt x="576546" y="149783"/>
                  <a:pt x="583194" y="149999"/>
                  <a:pt x="587486" y="150212"/>
                </a:cubicBezTo>
                <a:cubicBezTo>
                  <a:pt x="588772" y="148925"/>
                  <a:pt x="588772" y="144421"/>
                  <a:pt x="587486" y="143135"/>
                </a:cubicBezTo>
                <a:cubicBezTo>
                  <a:pt x="580193" y="142277"/>
                  <a:pt x="574765" y="141334"/>
                  <a:pt x="569037" y="134126"/>
                </a:cubicBezTo>
                <a:lnTo>
                  <a:pt x="540718" y="98527"/>
                </a:lnTo>
                <a:cubicBezTo>
                  <a:pt x="539946" y="97565"/>
                  <a:pt x="539219" y="96599"/>
                  <a:pt x="539219" y="95529"/>
                </a:cubicBezTo>
                <a:cubicBezTo>
                  <a:pt x="539219" y="94675"/>
                  <a:pt x="539219" y="94246"/>
                  <a:pt x="540077" y="93388"/>
                </a:cubicBezTo>
                <a:lnTo>
                  <a:pt x="558955" y="73905"/>
                </a:lnTo>
                <a:cubicBezTo>
                  <a:pt x="565390" y="67053"/>
                  <a:pt x="572899" y="65341"/>
                  <a:pt x="581479" y="64484"/>
                </a:cubicBezTo>
                <a:cubicBezTo>
                  <a:pt x="582766" y="63197"/>
                  <a:pt x="582766" y="58693"/>
                  <a:pt x="581479" y="57403"/>
                </a:cubicBezTo>
                <a:cubicBezTo>
                  <a:pt x="576546" y="57619"/>
                  <a:pt x="570539" y="57835"/>
                  <a:pt x="562817" y="57835"/>
                </a:cubicBezTo>
                <a:cubicBezTo>
                  <a:pt x="554663" y="57835"/>
                  <a:pt x="546725" y="57619"/>
                  <a:pt x="541792" y="57403"/>
                </a:cubicBezTo>
                <a:cubicBezTo>
                  <a:pt x="540505" y="58693"/>
                  <a:pt x="540505" y="63197"/>
                  <a:pt x="541792" y="64484"/>
                </a:cubicBezTo>
                <a:cubicBezTo>
                  <a:pt x="553805" y="65341"/>
                  <a:pt x="548722" y="72900"/>
                  <a:pt x="546725" y="75404"/>
                </a:cubicBezTo>
                <a:cubicBezTo>
                  <a:pt x="541792" y="81614"/>
                  <a:pt x="535078" y="88894"/>
                  <a:pt x="529562" y="92959"/>
                </a:cubicBezTo>
                <a:cubicBezTo>
                  <a:pt x="524803" y="96472"/>
                  <a:pt x="519032" y="98999"/>
                  <a:pt x="514976" y="99555"/>
                </a:cubicBezTo>
                <a:lnTo>
                  <a:pt x="514976" y="24760"/>
                </a:lnTo>
                <a:cubicBezTo>
                  <a:pt x="514976" y="10802"/>
                  <a:pt x="515833" y="2174"/>
                  <a:pt x="515833" y="2174"/>
                </a:cubicBezTo>
                <a:cubicBezTo>
                  <a:pt x="515833" y="655"/>
                  <a:pt x="514976" y="3"/>
                  <a:pt x="513044" y="3"/>
                </a:cubicBezTo>
                <a:cubicBezTo>
                  <a:pt x="507683" y="2174"/>
                  <a:pt x="491594" y="5215"/>
                  <a:pt x="483011" y="5869"/>
                </a:cubicBezTo>
                <a:cubicBezTo>
                  <a:pt x="482582" y="7585"/>
                  <a:pt x="483011" y="11015"/>
                  <a:pt x="484297" y="12305"/>
                </a:cubicBezTo>
                <a:cubicBezTo>
                  <a:pt x="495453" y="12946"/>
                  <a:pt x="498029" y="11876"/>
                  <a:pt x="498029" y="29916"/>
                </a:cubicBezTo>
                <a:lnTo>
                  <a:pt x="498029" y="123618"/>
                </a:lnTo>
                <a:close/>
                <a:moveTo>
                  <a:pt x="721010" y="151888"/>
                </a:moveTo>
                <a:cubicBezTo>
                  <a:pt x="741819" y="151888"/>
                  <a:pt x="760913" y="142022"/>
                  <a:pt x="775500" y="122928"/>
                </a:cubicBezTo>
                <a:cubicBezTo>
                  <a:pt x="774426" y="121000"/>
                  <a:pt x="772927" y="119713"/>
                  <a:pt x="770567" y="119713"/>
                </a:cubicBezTo>
                <a:cubicBezTo>
                  <a:pt x="755335" y="136444"/>
                  <a:pt x="740746" y="143095"/>
                  <a:pt x="720794" y="143095"/>
                </a:cubicBezTo>
                <a:cubicBezTo>
                  <a:pt x="691919" y="143095"/>
                  <a:pt x="671882" y="110489"/>
                  <a:pt x="671882" y="79168"/>
                </a:cubicBezTo>
                <a:cubicBezTo>
                  <a:pt x="671882" y="60654"/>
                  <a:pt x="676795" y="45252"/>
                  <a:pt x="684626" y="35622"/>
                </a:cubicBezTo>
                <a:cubicBezTo>
                  <a:pt x="695268" y="22534"/>
                  <a:pt x="707710" y="16528"/>
                  <a:pt x="718866" y="16528"/>
                </a:cubicBezTo>
                <a:cubicBezTo>
                  <a:pt x="748471" y="16528"/>
                  <a:pt x="760268" y="34119"/>
                  <a:pt x="765846" y="52568"/>
                </a:cubicBezTo>
                <a:cubicBezTo>
                  <a:pt x="768419" y="53426"/>
                  <a:pt x="770501" y="52781"/>
                  <a:pt x="772927" y="51495"/>
                </a:cubicBezTo>
                <a:cubicBezTo>
                  <a:pt x="771853" y="40342"/>
                  <a:pt x="770351" y="30044"/>
                  <a:pt x="768206" y="18246"/>
                </a:cubicBezTo>
                <a:cubicBezTo>
                  <a:pt x="757267" y="17172"/>
                  <a:pt x="747610" y="8590"/>
                  <a:pt x="721223" y="8590"/>
                </a:cubicBezTo>
                <a:cubicBezTo>
                  <a:pt x="702990" y="8590"/>
                  <a:pt x="687758" y="15241"/>
                  <a:pt x="675100" y="26826"/>
                </a:cubicBezTo>
                <a:cubicBezTo>
                  <a:pt x="660857" y="39867"/>
                  <a:pt x="652359" y="60870"/>
                  <a:pt x="652359" y="83244"/>
                </a:cubicBezTo>
                <a:cubicBezTo>
                  <a:pt x="652359" y="120528"/>
                  <a:pt x="674887" y="151888"/>
                  <a:pt x="721010" y="151888"/>
                </a:cubicBezTo>
                <a:close/>
                <a:moveTo>
                  <a:pt x="805682" y="123615"/>
                </a:moveTo>
                <a:cubicBezTo>
                  <a:pt x="805682" y="141419"/>
                  <a:pt x="803325" y="142490"/>
                  <a:pt x="790238" y="143135"/>
                </a:cubicBezTo>
                <a:cubicBezTo>
                  <a:pt x="788952" y="144421"/>
                  <a:pt x="788952" y="148925"/>
                  <a:pt x="790238" y="150212"/>
                </a:cubicBezTo>
                <a:cubicBezTo>
                  <a:pt x="797747" y="149999"/>
                  <a:pt x="805682" y="149783"/>
                  <a:pt x="814265" y="149783"/>
                </a:cubicBezTo>
                <a:cubicBezTo>
                  <a:pt x="822845" y="149783"/>
                  <a:pt x="830999" y="149999"/>
                  <a:pt x="838076" y="150212"/>
                </a:cubicBezTo>
                <a:cubicBezTo>
                  <a:pt x="839366" y="148925"/>
                  <a:pt x="839366" y="144421"/>
                  <a:pt x="838076" y="143135"/>
                </a:cubicBezTo>
                <a:cubicBezTo>
                  <a:pt x="824992" y="142490"/>
                  <a:pt x="822632" y="141419"/>
                  <a:pt x="822632" y="123615"/>
                </a:cubicBezTo>
                <a:lnTo>
                  <a:pt x="822632" y="24741"/>
                </a:lnTo>
                <a:cubicBezTo>
                  <a:pt x="822632" y="10802"/>
                  <a:pt x="823490" y="2174"/>
                  <a:pt x="823490" y="2174"/>
                </a:cubicBezTo>
                <a:cubicBezTo>
                  <a:pt x="823490" y="655"/>
                  <a:pt x="822632" y="0"/>
                  <a:pt x="820701" y="0"/>
                </a:cubicBezTo>
                <a:cubicBezTo>
                  <a:pt x="815339" y="2174"/>
                  <a:pt x="799247" y="5215"/>
                  <a:pt x="790667" y="5866"/>
                </a:cubicBezTo>
                <a:cubicBezTo>
                  <a:pt x="790238" y="7585"/>
                  <a:pt x="790667" y="11015"/>
                  <a:pt x="791953" y="12305"/>
                </a:cubicBezTo>
                <a:cubicBezTo>
                  <a:pt x="804396" y="13159"/>
                  <a:pt x="805682" y="13804"/>
                  <a:pt x="805682" y="29890"/>
                </a:cubicBezTo>
                <a:lnTo>
                  <a:pt x="805682" y="123615"/>
                </a:lnTo>
                <a:close/>
                <a:moveTo>
                  <a:pt x="905162" y="99735"/>
                </a:moveTo>
                <a:lnTo>
                  <a:pt x="905162" y="128067"/>
                </a:lnTo>
                <a:cubicBezTo>
                  <a:pt x="905162" y="130859"/>
                  <a:pt x="903872" y="132362"/>
                  <a:pt x="902157" y="133648"/>
                </a:cubicBezTo>
                <a:cubicBezTo>
                  <a:pt x="896579" y="138156"/>
                  <a:pt x="889286" y="143095"/>
                  <a:pt x="883279" y="143095"/>
                </a:cubicBezTo>
                <a:cubicBezTo>
                  <a:pt x="872552" y="143095"/>
                  <a:pt x="867831" y="134509"/>
                  <a:pt x="867831" y="127854"/>
                </a:cubicBezTo>
                <a:cubicBezTo>
                  <a:pt x="867831" y="118194"/>
                  <a:pt x="872339" y="108318"/>
                  <a:pt x="888212" y="104243"/>
                </a:cubicBezTo>
                <a:lnTo>
                  <a:pt x="905162" y="99735"/>
                </a:lnTo>
                <a:moveTo>
                  <a:pt x="905162" y="139446"/>
                </a:moveTo>
                <a:cubicBezTo>
                  <a:pt x="906448" y="146097"/>
                  <a:pt x="908720" y="151888"/>
                  <a:pt x="919536" y="151888"/>
                </a:cubicBezTo>
                <a:cubicBezTo>
                  <a:pt x="927752" y="151888"/>
                  <a:pt x="935474" y="148241"/>
                  <a:pt x="939913" y="143953"/>
                </a:cubicBezTo>
                <a:cubicBezTo>
                  <a:pt x="939549" y="141315"/>
                  <a:pt x="938692" y="139511"/>
                  <a:pt x="936266" y="138159"/>
                </a:cubicBezTo>
                <a:cubicBezTo>
                  <a:pt x="934659" y="139488"/>
                  <a:pt x="931055" y="141593"/>
                  <a:pt x="928328" y="141593"/>
                </a:cubicBezTo>
                <a:cubicBezTo>
                  <a:pt x="922108" y="141593"/>
                  <a:pt x="921892" y="133219"/>
                  <a:pt x="921892" y="123347"/>
                </a:cubicBezTo>
                <a:lnTo>
                  <a:pt x="921892" y="91791"/>
                </a:lnTo>
                <a:cubicBezTo>
                  <a:pt x="921892" y="61312"/>
                  <a:pt x="905162" y="55518"/>
                  <a:pt x="889498" y="55518"/>
                </a:cubicBezTo>
                <a:cubicBezTo>
                  <a:pt x="871907" y="55518"/>
                  <a:pt x="854103" y="67106"/>
                  <a:pt x="854103" y="79342"/>
                </a:cubicBezTo>
                <a:cubicBezTo>
                  <a:pt x="854103" y="84494"/>
                  <a:pt x="856676" y="87070"/>
                  <a:pt x="861612" y="87070"/>
                </a:cubicBezTo>
                <a:cubicBezTo>
                  <a:pt x="867831" y="87070"/>
                  <a:pt x="871694" y="82563"/>
                  <a:pt x="871694" y="79771"/>
                </a:cubicBezTo>
                <a:cubicBezTo>
                  <a:pt x="871694" y="78268"/>
                  <a:pt x="871478" y="76766"/>
                  <a:pt x="871049" y="75908"/>
                </a:cubicBezTo>
                <a:cubicBezTo>
                  <a:pt x="870836" y="75263"/>
                  <a:pt x="870620" y="73977"/>
                  <a:pt x="870620" y="71613"/>
                </a:cubicBezTo>
                <a:cubicBezTo>
                  <a:pt x="870620" y="64958"/>
                  <a:pt x="879632" y="62598"/>
                  <a:pt x="887783" y="62598"/>
                </a:cubicBezTo>
                <a:cubicBezTo>
                  <a:pt x="895076" y="62598"/>
                  <a:pt x="905162" y="66248"/>
                  <a:pt x="905162" y="90504"/>
                </a:cubicBezTo>
                <a:cubicBezTo>
                  <a:pt x="905162" y="92007"/>
                  <a:pt x="904517" y="92864"/>
                  <a:pt x="903872" y="93080"/>
                </a:cubicBezTo>
                <a:lnTo>
                  <a:pt x="885423" y="97588"/>
                </a:lnTo>
                <a:cubicBezTo>
                  <a:pt x="864830" y="102740"/>
                  <a:pt x="850027" y="114116"/>
                  <a:pt x="850027" y="128712"/>
                </a:cubicBezTo>
                <a:cubicBezTo>
                  <a:pt x="850027" y="146313"/>
                  <a:pt x="862041" y="151888"/>
                  <a:pt x="877056" y="151888"/>
                </a:cubicBezTo>
                <a:cubicBezTo>
                  <a:pt x="884523" y="151888"/>
                  <a:pt x="891001" y="150173"/>
                  <a:pt x="900442" y="142879"/>
                </a:cubicBezTo>
                <a:lnTo>
                  <a:pt x="904733" y="139446"/>
                </a:lnTo>
                <a:lnTo>
                  <a:pt x="905162" y="139446"/>
                </a:lnTo>
                <a:close/>
                <a:moveTo>
                  <a:pt x="951434" y="120126"/>
                </a:moveTo>
                <a:cubicBezTo>
                  <a:pt x="952291" y="130643"/>
                  <a:pt x="952936" y="140732"/>
                  <a:pt x="952936" y="149744"/>
                </a:cubicBezTo>
                <a:cubicBezTo>
                  <a:pt x="955080" y="149315"/>
                  <a:pt x="957228" y="149102"/>
                  <a:pt x="958298" y="149102"/>
                </a:cubicBezTo>
                <a:cubicBezTo>
                  <a:pt x="959801" y="149102"/>
                  <a:pt x="961087" y="149102"/>
                  <a:pt x="962589" y="149531"/>
                </a:cubicBezTo>
                <a:cubicBezTo>
                  <a:pt x="968383" y="151030"/>
                  <a:pt x="974174" y="151888"/>
                  <a:pt x="982112" y="151888"/>
                </a:cubicBezTo>
                <a:cubicBezTo>
                  <a:pt x="994126" y="151888"/>
                  <a:pt x="1016222" y="146097"/>
                  <a:pt x="1016222" y="124846"/>
                </a:cubicBezTo>
                <a:cubicBezTo>
                  <a:pt x="1016222" y="110187"/>
                  <a:pt x="1005711" y="101667"/>
                  <a:pt x="991121" y="96256"/>
                </a:cubicBezTo>
                <a:cubicBezTo>
                  <a:pt x="978207" y="91470"/>
                  <a:pt x="969670" y="88141"/>
                  <a:pt x="969670" y="76337"/>
                </a:cubicBezTo>
                <a:cubicBezTo>
                  <a:pt x="969670" y="67534"/>
                  <a:pt x="977392" y="62598"/>
                  <a:pt x="984685" y="62598"/>
                </a:cubicBezTo>
                <a:cubicBezTo>
                  <a:pt x="989406" y="62598"/>
                  <a:pt x="1001848" y="64317"/>
                  <a:pt x="1004637" y="82563"/>
                </a:cubicBezTo>
                <a:cubicBezTo>
                  <a:pt x="1005923" y="83849"/>
                  <a:pt x="1010215" y="83633"/>
                  <a:pt x="1011501" y="82347"/>
                </a:cubicBezTo>
                <a:cubicBezTo>
                  <a:pt x="1012146" y="74618"/>
                  <a:pt x="1012575" y="66677"/>
                  <a:pt x="1012791" y="59596"/>
                </a:cubicBezTo>
                <a:cubicBezTo>
                  <a:pt x="1006139" y="58523"/>
                  <a:pt x="995841" y="55518"/>
                  <a:pt x="984685" y="55518"/>
                </a:cubicBezTo>
                <a:cubicBezTo>
                  <a:pt x="968812" y="55518"/>
                  <a:pt x="954439" y="65819"/>
                  <a:pt x="954439" y="79558"/>
                </a:cubicBezTo>
                <a:cubicBezTo>
                  <a:pt x="954439" y="95225"/>
                  <a:pt x="961516" y="101879"/>
                  <a:pt x="978037" y="108750"/>
                </a:cubicBezTo>
                <a:cubicBezTo>
                  <a:pt x="995841" y="116047"/>
                  <a:pt x="999917" y="120554"/>
                  <a:pt x="999917" y="129786"/>
                </a:cubicBezTo>
                <a:cubicBezTo>
                  <a:pt x="999917" y="140303"/>
                  <a:pt x="989622" y="144811"/>
                  <a:pt x="981683" y="144811"/>
                </a:cubicBezTo>
                <a:cubicBezTo>
                  <a:pt x="973317" y="144811"/>
                  <a:pt x="968662" y="141956"/>
                  <a:pt x="966452" y="139658"/>
                </a:cubicBezTo>
                <a:cubicBezTo>
                  <a:pt x="961732" y="134722"/>
                  <a:pt x="959372" y="125278"/>
                  <a:pt x="958085" y="119910"/>
                </a:cubicBezTo>
                <a:cubicBezTo>
                  <a:pt x="956799" y="118623"/>
                  <a:pt x="952720" y="118836"/>
                  <a:pt x="951434" y="120126"/>
                </a:cubicBezTo>
                <a:close/>
                <a:moveTo>
                  <a:pt x="1035464" y="120126"/>
                </a:moveTo>
                <a:cubicBezTo>
                  <a:pt x="1036322" y="130643"/>
                  <a:pt x="1036967" y="140732"/>
                  <a:pt x="1036967" y="149744"/>
                </a:cubicBezTo>
                <a:cubicBezTo>
                  <a:pt x="1039111" y="149315"/>
                  <a:pt x="1041258" y="149102"/>
                  <a:pt x="1042329" y="149102"/>
                </a:cubicBezTo>
                <a:cubicBezTo>
                  <a:pt x="1043831" y="149102"/>
                  <a:pt x="1045117" y="149102"/>
                  <a:pt x="1046620" y="149531"/>
                </a:cubicBezTo>
                <a:cubicBezTo>
                  <a:pt x="1052414" y="151030"/>
                  <a:pt x="1058205" y="151888"/>
                  <a:pt x="1066143" y="151888"/>
                </a:cubicBezTo>
                <a:cubicBezTo>
                  <a:pt x="1078156" y="151888"/>
                  <a:pt x="1100252" y="146097"/>
                  <a:pt x="1100252" y="124846"/>
                </a:cubicBezTo>
                <a:cubicBezTo>
                  <a:pt x="1100252" y="110187"/>
                  <a:pt x="1089741" y="101667"/>
                  <a:pt x="1075151" y="96256"/>
                </a:cubicBezTo>
                <a:cubicBezTo>
                  <a:pt x="1062238" y="91470"/>
                  <a:pt x="1053700" y="88141"/>
                  <a:pt x="1053700" y="76337"/>
                </a:cubicBezTo>
                <a:cubicBezTo>
                  <a:pt x="1053700" y="67534"/>
                  <a:pt x="1061423" y="62598"/>
                  <a:pt x="1068716" y="62598"/>
                </a:cubicBezTo>
                <a:cubicBezTo>
                  <a:pt x="1073436" y="62598"/>
                  <a:pt x="1085878" y="64317"/>
                  <a:pt x="1088667" y="82563"/>
                </a:cubicBezTo>
                <a:cubicBezTo>
                  <a:pt x="1089954" y="83849"/>
                  <a:pt x="1094245" y="83633"/>
                  <a:pt x="1095532" y="82347"/>
                </a:cubicBezTo>
                <a:cubicBezTo>
                  <a:pt x="1096177" y="74618"/>
                  <a:pt x="1096606" y="66677"/>
                  <a:pt x="1096822" y="59596"/>
                </a:cubicBezTo>
                <a:cubicBezTo>
                  <a:pt x="1090170" y="58523"/>
                  <a:pt x="1079872" y="55518"/>
                  <a:pt x="1068716" y="55518"/>
                </a:cubicBezTo>
                <a:cubicBezTo>
                  <a:pt x="1052843" y="55518"/>
                  <a:pt x="1038469" y="65819"/>
                  <a:pt x="1038469" y="79558"/>
                </a:cubicBezTo>
                <a:cubicBezTo>
                  <a:pt x="1038469" y="95225"/>
                  <a:pt x="1045546" y="101879"/>
                  <a:pt x="1062067" y="108750"/>
                </a:cubicBezTo>
                <a:cubicBezTo>
                  <a:pt x="1079872" y="116047"/>
                  <a:pt x="1083947" y="120554"/>
                  <a:pt x="1083947" y="129786"/>
                </a:cubicBezTo>
                <a:cubicBezTo>
                  <a:pt x="1083947" y="140303"/>
                  <a:pt x="1073652" y="144811"/>
                  <a:pt x="1065714" y="144811"/>
                </a:cubicBezTo>
                <a:cubicBezTo>
                  <a:pt x="1057347" y="144811"/>
                  <a:pt x="1052692" y="141956"/>
                  <a:pt x="1050483" y="139658"/>
                </a:cubicBezTo>
                <a:cubicBezTo>
                  <a:pt x="1045762" y="134722"/>
                  <a:pt x="1043402" y="125278"/>
                  <a:pt x="1042116" y="119910"/>
                </a:cubicBezTo>
                <a:cubicBezTo>
                  <a:pt x="1040829" y="118623"/>
                  <a:pt x="1036751" y="118836"/>
                  <a:pt x="1035464" y="120126"/>
                </a:cubicBezTo>
                <a:close/>
                <a:moveTo>
                  <a:pt x="1128507" y="21192"/>
                </a:moveTo>
                <a:cubicBezTo>
                  <a:pt x="1128507" y="26770"/>
                  <a:pt x="1133656" y="32348"/>
                  <a:pt x="1138802" y="32348"/>
                </a:cubicBezTo>
                <a:cubicBezTo>
                  <a:pt x="1144808" y="32348"/>
                  <a:pt x="1149958" y="26577"/>
                  <a:pt x="1149958" y="22050"/>
                </a:cubicBezTo>
                <a:cubicBezTo>
                  <a:pt x="1149958" y="16904"/>
                  <a:pt x="1145453" y="10894"/>
                  <a:pt x="1139663" y="10894"/>
                </a:cubicBezTo>
                <a:cubicBezTo>
                  <a:pt x="1134513" y="10894"/>
                  <a:pt x="1128507" y="16043"/>
                  <a:pt x="1128507" y="21192"/>
                </a:cubicBezTo>
                <a:moveTo>
                  <a:pt x="1148030" y="123609"/>
                </a:moveTo>
                <a:lnTo>
                  <a:pt x="1148030" y="80851"/>
                </a:lnTo>
                <a:cubicBezTo>
                  <a:pt x="1148030" y="70186"/>
                  <a:pt x="1148887" y="56408"/>
                  <a:pt x="1148887" y="56408"/>
                </a:cubicBezTo>
                <a:cubicBezTo>
                  <a:pt x="1148887" y="55541"/>
                  <a:pt x="1147813" y="54889"/>
                  <a:pt x="1146098" y="54889"/>
                </a:cubicBezTo>
                <a:cubicBezTo>
                  <a:pt x="1139983" y="57275"/>
                  <a:pt x="1131508" y="59226"/>
                  <a:pt x="1116706" y="61174"/>
                </a:cubicBezTo>
                <a:cubicBezTo>
                  <a:pt x="1116277" y="62464"/>
                  <a:pt x="1116706" y="65894"/>
                  <a:pt x="1117135" y="67184"/>
                </a:cubicBezTo>
                <a:cubicBezTo>
                  <a:pt x="1128827" y="68278"/>
                  <a:pt x="1131080" y="69544"/>
                  <a:pt x="1131080" y="81774"/>
                </a:cubicBezTo>
                <a:lnTo>
                  <a:pt x="1131080" y="123609"/>
                </a:lnTo>
                <a:cubicBezTo>
                  <a:pt x="1131080" y="141416"/>
                  <a:pt x="1128719" y="142061"/>
                  <a:pt x="1115635" y="143135"/>
                </a:cubicBezTo>
                <a:cubicBezTo>
                  <a:pt x="1114346" y="144421"/>
                  <a:pt x="1114346" y="148925"/>
                  <a:pt x="1115635" y="150212"/>
                </a:cubicBezTo>
                <a:cubicBezTo>
                  <a:pt x="1122713" y="149999"/>
                  <a:pt x="1131080" y="149783"/>
                  <a:pt x="1139663" y="149783"/>
                </a:cubicBezTo>
                <a:cubicBezTo>
                  <a:pt x="1148242" y="149783"/>
                  <a:pt x="1156393" y="149999"/>
                  <a:pt x="1163474" y="150212"/>
                </a:cubicBezTo>
                <a:cubicBezTo>
                  <a:pt x="1164760" y="148925"/>
                  <a:pt x="1164760" y="144421"/>
                  <a:pt x="1163474" y="143135"/>
                </a:cubicBezTo>
                <a:cubicBezTo>
                  <a:pt x="1150386" y="142277"/>
                  <a:pt x="1148030" y="141416"/>
                  <a:pt x="1148030" y="123609"/>
                </a:cubicBezTo>
                <a:close/>
                <a:moveTo>
                  <a:pt x="1206744" y="123632"/>
                </a:moveTo>
                <a:lnTo>
                  <a:pt x="1206744" y="66189"/>
                </a:lnTo>
                <a:lnTo>
                  <a:pt x="1226695" y="66189"/>
                </a:lnTo>
                <a:cubicBezTo>
                  <a:pt x="1228627" y="66189"/>
                  <a:pt x="1231632" y="65331"/>
                  <a:pt x="1231632" y="63400"/>
                </a:cubicBezTo>
                <a:lnTo>
                  <a:pt x="1231632" y="59112"/>
                </a:lnTo>
                <a:cubicBezTo>
                  <a:pt x="1231632" y="58254"/>
                  <a:pt x="1230987" y="57822"/>
                  <a:pt x="1229913" y="57822"/>
                </a:cubicBezTo>
                <a:lnTo>
                  <a:pt x="1206744" y="57822"/>
                </a:lnTo>
                <a:lnTo>
                  <a:pt x="1206744" y="45566"/>
                </a:lnTo>
                <a:cubicBezTo>
                  <a:pt x="1206744" y="12455"/>
                  <a:pt x="1216613" y="7297"/>
                  <a:pt x="1223694" y="7297"/>
                </a:cubicBezTo>
                <a:cubicBezTo>
                  <a:pt x="1230129" y="7297"/>
                  <a:pt x="1233560" y="9876"/>
                  <a:pt x="1236565" y="17402"/>
                </a:cubicBezTo>
                <a:cubicBezTo>
                  <a:pt x="1238280" y="21271"/>
                  <a:pt x="1240640" y="24282"/>
                  <a:pt x="1245145" y="24282"/>
                </a:cubicBezTo>
                <a:cubicBezTo>
                  <a:pt x="1248791" y="24282"/>
                  <a:pt x="1253940" y="19765"/>
                  <a:pt x="1253940" y="15467"/>
                </a:cubicBezTo>
                <a:cubicBezTo>
                  <a:pt x="1253940" y="11811"/>
                  <a:pt x="1251580" y="7941"/>
                  <a:pt x="1247076" y="4508"/>
                </a:cubicBezTo>
                <a:cubicBezTo>
                  <a:pt x="1241498" y="645"/>
                  <a:pt x="1235920" y="0"/>
                  <a:pt x="1227769" y="0"/>
                </a:cubicBezTo>
                <a:cubicBezTo>
                  <a:pt x="1209749" y="0"/>
                  <a:pt x="1189797" y="15680"/>
                  <a:pt x="1189797" y="49223"/>
                </a:cubicBezTo>
                <a:lnTo>
                  <a:pt x="1189797" y="57822"/>
                </a:lnTo>
                <a:lnTo>
                  <a:pt x="1178857" y="57822"/>
                </a:lnTo>
                <a:cubicBezTo>
                  <a:pt x="1174995" y="57822"/>
                  <a:pt x="1173921" y="60398"/>
                  <a:pt x="1173921" y="62114"/>
                </a:cubicBezTo>
                <a:lnTo>
                  <a:pt x="1173921" y="64903"/>
                </a:lnTo>
                <a:cubicBezTo>
                  <a:pt x="1173921" y="65976"/>
                  <a:pt x="1174137" y="66189"/>
                  <a:pt x="1174995" y="66189"/>
                </a:cubicBezTo>
                <a:lnTo>
                  <a:pt x="1189797" y="66189"/>
                </a:lnTo>
                <a:lnTo>
                  <a:pt x="1189797" y="123632"/>
                </a:lnTo>
                <a:cubicBezTo>
                  <a:pt x="1189797" y="141419"/>
                  <a:pt x="1186363" y="142277"/>
                  <a:pt x="1174779" y="143135"/>
                </a:cubicBezTo>
                <a:cubicBezTo>
                  <a:pt x="1173492" y="144421"/>
                  <a:pt x="1173492" y="148925"/>
                  <a:pt x="1174779" y="150212"/>
                </a:cubicBezTo>
                <a:cubicBezTo>
                  <a:pt x="1182288" y="149999"/>
                  <a:pt x="1189797" y="149783"/>
                  <a:pt x="1198377" y="149783"/>
                </a:cubicBezTo>
                <a:cubicBezTo>
                  <a:pt x="1206960" y="149783"/>
                  <a:pt x="1217258" y="149999"/>
                  <a:pt x="1224764" y="150212"/>
                </a:cubicBezTo>
                <a:cubicBezTo>
                  <a:pt x="1226054" y="148925"/>
                  <a:pt x="1226054" y="144421"/>
                  <a:pt x="1224764" y="143135"/>
                </a:cubicBezTo>
                <a:cubicBezTo>
                  <a:pt x="1208034" y="142277"/>
                  <a:pt x="1206744" y="141419"/>
                  <a:pt x="1206744" y="12363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ication&amp;">
            <a:extLst xmlns:a="http://schemas.openxmlformats.org/drawingml/2006/main">
              <a:ext uri="{FF2B5EF4-FFF2-40B4-BE49-F238E27FC236}">
                <a16:creationId xmlns:a16="http://schemas.microsoft.com/office/drawing/2014/main" id="{4732DD14-15EC-46ED-B12E-0F7DE0FD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4304" y="1620692"/>
            <a:ext cx="797750" cy="140994"/>
          </a:xfrm>
          <a:custGeom xmlns:a="http://schemas.openxmlformats.org/drawingml/2006/main">
            <a:pathLst>
              <a:path w="797750" h="140994">
                <a:moveTo>
                  <a:pt x="14161" y="10298"/>
                </a:moveTo>
                <a:cubicBezTo>
                  <a:pt x="14161" y="15876"/>
                  <a:pt x="19310" y="21454"/>
                  <a:pt x="24456" y="21454"/>
                </a:cubicBezTo>
                <a:cubicBezTo>
                  <a:pt x="30463" y="21454"/>
                  <a:pt x="35612" y="15683"/>
                  <a:pt x="35612" y="11156"/>
                </a:cubicBezTo>
                <a:cubicBezTo>
                  <a:pt x="35612" y="6010"/>
                  <a:pt x="31108" y="0"/>
                  <a:pt x="25317" y="0"/>
                </a:cubicBezTo>
                <a:cubicBezTo>
                  <a:pt x="20168" y="0"/>
                  <a:pt x="14161" y="5149"/>
                  <a:pt x="14161" y="10298"/>
                </a:cubicBezTo>
                <a:moveTo>
                  <a:pt x="33684" y="112715"/>
                </a:moveTo>
                <a:lnTo>
                  <a:pt x="33684" y="69957"/>
                </a:lnTo>
                <a:cubicBezTo>
                  <a:pt x="33684" y="59292"/>
                  <a:pt x="34541" y="45514"/>
                  <a:pt x="34541" y="45514"/>
                </a:cubicBezTo>
                <a:cubicBezTo>
                  <a:pt x="34541" y="44647"/>
                  <a:pt x="33468" y="43995"/>
                  <a:pt x="31752" y="43995"/>
                </a:cubicBezTo>
                <a:cubicBezTo>
                  <a:pt x="25638" y="46381"/>
                  <a:pt x="17163" y="48332"/>
                  <a:pt x="2360" y="50280"/>
                </a:cubicBezTo>
                <a:cubicBezTo>
                  <a:pt x="1931" y="51570"/>
                  <a:pt x="2360" y="55000"/>
                  <a:pt x="2789" y="56290"/>
                </a:cubicBezTo>
                <a:cubicBezTo>
                  <a:pt x="14482" y="57384"/>
                  <a:pt x="16734" y="58650"/>
                  <a:pt x="16734" y="70880"/>
                </a:cubicBezTo>
                <a:lnTo>
                  <a:pt x="16734" y="112715"/>
                </a:lnTo>
                <a:cubicBezTo>
                  <a:pt x="16734" y="130522"/>
                  <a:pt x="14374" y="131167"/>
                  <a:pt x="1290" y="132241"/>
                </a:cubicBezTo>
                <a:cubicBezTo>
                  <a:pt x="0" y="133527"/>
                  <a:pt x="0" y="138031"/>
                  <a:pt x="1290" y="139318"/>
                </a:cubicBezTo>
                <a:cubicBezTo>
                  <a:pt x="8367" y="139105"/>
                  <a:pt x="16734" y="138889"/>
                  <a:pt x="25317" y="138889"/>
                </a:cubicBezTo>
                <a:cubicBezTo>
                  <a:pt x="33897" y="138889"/>
                  <a:pt x="42047" y="139105"/>
                  <a:pt x="49128" y="139318"/>
                </a:cubicBezTo>
                <a:cubicBezTo>
                  <a:pt x="50414" y="138031"/>
                  <a:pt x="50414" y="133527"/>
                  <a:pt x="49128" y="132241"/>
                </a:cubicBezTo>
                <a:cubicBezTo>
                  <a:pt x="36041" y="131383"/>
                  <a:pt x="33684" y="130522"/>
                  <a:pt x="33684" y="112715"/>
                </a:cubicBezTo>
                <a:close/>
                <a:moveTo>
                  <a:pt x="140240" y="119320"/>
                </a:moveTo>
                <a:cubicBezTo>
                  <a:pt x="139382" y="117389"/>
                  <a:pt x="137664" y="116531"/>
                  <a:pt x="135736" y="116315"/>
                </a:cubicBezTo>
                <a:cubicBezTo>
                  <a:pt x="128439" y="125763"/>
                  <a:pt x="119215" y="130483"/>
                  <a:pt x="109990" y="130483"/>
                </a:cubicBezTo>
                <a:cubicBezTo>
                  <a:pt x="94330" y="130483"/>
                  <a:pt x="81243" y="114600"/>
                  <a:pt x="81243" y="89483"/>
                </a:cubicBezTo>
                <a:cubicBezTo>
                  <a:pt x="81243" y="65872"/>
                  <a:pt x="91541" y="51704"/>
                  <a:pt x="105702" y="51704"/>
                </a:cubicBezTo>
                <a:cubicBezTo>
                  <a:pt x="118357" y="51704"/>
                  <a:pt x="120072" y="59217"/>
                  <a:pt x="120933" y="66729"/>
                </a:cubicBezTo>
                <a:cubicBezTo>
                  <a:pt x="121575" y="72526"/>
                  <a:pt x="124580" y="74458"/>
                  <a:pt x="129084" y="74458"/>
                </a:cubicBezTo>
                <a:cubicBezTo>
                  <a:pt x="133588" y="74458"/>
                  <a:pt x="139595" y="71669"/>
                  <a:pt x="139595" y="65014"/>
                </a:cubicBezTo>
                <a:cubicBezTo>
                  <a:pt x="139595" y="53207"/>
                  <a:pt x="127369" y="44624"/>
                  <a:pt x="106772" y="44624"/>
                </a:cubicBezTo>
                <a:cubicBezTo>
                  <a:pt x="85534" y="44624"/>
                  <a:pt x="62794" y="63724"/>
                  <a:pt x="62794" y="94207"/>
                </a:cubicBezTo>
                <a:cubicBezTo>
                  <a:pt x="62794" y="121897"/>
                  <a:pt x="78241" y="140994"/>
                  <a:pt x="105270" y="140994"/>
                </a:cubicBezTo>
                <a:cubicBezTo>
                  <a:pt x="118144" y="140994"/>
                  <a:pt x="129513" y="136918"/>
                  <a:pt x="140240" y="119320"/>
                </a:cubicBezTo>
                <a:close/>
                <a:moveTo>
                  <a:pt x="210756" y="88841"/>
                </a:moveTo>
                <a:lnTo>
                  <a:pt x="210756" y="117173"/>
                </a:lnTo>
                <a:cubicBezTo>
                  <a:pt x="210756" y="119965"/>
                  <a:pt x="209466" y="121468"/>
                  <a:pt x="207751" y="122754"/>
                </a:cubicBezTo>
                <a:cubicBezTo>
                  <a:pt x="202173" y="127262"/>
                  <a:pt x="194879" y="132201"/>
                  <a:pt x="188873" y="132201"/>
                </a:cubicBezTo>
                <a:cubicBezTo>
                  <a:pt x="178146" y="132201"/>
                  <a:pt x="173425" y="123615"/>
                  <a:pt x="173425" y="116960"/>
                </a:cubicBezTo>
                <a:cubicBezTo>
                  <a:pt x="173425" y="107300"/>
                  <a:pt x="177933" y="97424"/>
                  <a:pt x="193806" y="93349"/>
                </a:cubicBezTo>
                <a:lnTo>
                  <a:pt x="210756" y="88841"/>
                </a:lnTo>
                <a:moveTo>
                  <a:pt x="210756" y="128552"/>
                </a:moveTo>
                <a:cubicBezTo>
                  <a:pt x="212042" y="135203"/>
                  <a:pt x="214314" y="140994"/>
                  <a:pt x="225129" y="140994"/>
                </a:cubicBezTo>
                <a:cubicBezTo>
                  <a:pt x="233346" y="140994"/>
                  <a:pt x="241068" y="137347"/>
                  <a:pt x="245507" y="133059"/>
                </a:cubicBezTo>
                <a:cubicBezTo>
                  <a:pt x="245143" y="130421"/>
                  <a:pt x="244286" y="128617"/>
                  <a:pt x="241860" y="127265"/>
                </a:cubicBezTo>
                <a:cubicBezTo>
                  <a:pt x="240253" y="128594"/>
                  <a:pt x="236649" y="130699"/>
                  <a:pt x="233922" y="130699"/>
                </a:cubicBezTo>
                <a:cubicBezTo>
                  <a:pt x="227702" y="130699"/>
                  <a:pt x="227486" y="122325"/>
                  <a:pt x="227486" y="112453"/>
                </a:cubicBezTo>
                <a:lnTo>
                  <a:pt x="227486" y="80897"/>
                </a:lnTo>
                <a:cubicBezTo>
                  <a:pt x="227486" y="50418"/>
                  <a:pt x="210756" y="44624"/>
                  <a:pt x="195092" y="44624"/>
                </a:cubicBezTo>
                <a:cubicBezTo>
                  <a:pt x="177501" y="44624"/>
                  <a:pt x="159696" y="56212"/>
                  <a:pt x="159696" y="68448"/>
                </a:cubicBezTo>
                <a:cubicBezTo>
                  <a:pt x="159696" y="73600"/>
                  <a:pt x="162269" y="76176"/>
                  <a:pt x="167206" y="76176"/>
                </a:cubicBezTo>
                <a:cubicBezTo>
                  <a:pt x="173425" y="76176"/>
                  <a:pt x="177288" y="71669"/>
                  <a:pt x="177288" y="68877"/>
                </a:cubicBezTo>
                <a:cubicBezTo>
                  <a:pt x="177288" y="67374"/>
                  <a:pt x="177072" y="65872"/>
                  <a:pt x="176643" y="65014"/>
                </a:cubicBezTo>
                <a:cubicBezTo>
                  <a:pt x="176430" y="64369"/>
                  <a:pt x="176214" y="63083"/>
                  <a:pt x="176214" y="60719"/>
                </a:cubicBezTo>
                <a:cubicBezTo>
                  <a:pt x="176214" y="54064"/>
                  <a:pt x="185226" y="51704"/>
                  <a:pt x="193377" y="51704"/>
                </a:cubicBezTo>
                <a:cubicBezTo>
                  <a:pt x="200670" y="51704"/>
                  <a:pt x="210756" y="55354"/>
                  <a:pt x="210756" y="79610"/>
                </a:cubicBezTo>
                <a:cubicBezTo>
                  <a:pt x="210756" y="81113"/>
                  <a:pt x="210111" y="81970"/>
                  <a:pt x="209466" y="82186"/>
                </a:cubicBezTo>
                <a:lnTo>
                  <a:pt x="191017" y="86694"/>
                </a:lnTo>
                <a:cubicBezTo>
                  <a:pt x="170424" y="91846"/>
                  <a:pt x="155621" y="103222"/>
                  <a:pt x="155621" y="117818"/>
                </a:cubicBezTo>
                <a:cubicBezTo>
                  <a:pt x="155621" y="135419"/>
                  <a:pt x="167635" y="140994"/>
                  <a:pt x="182650" y="140994"/>
                </a:cubicBezTo>
                <a:cubicBezTo>
                  <a:pt x="190117" y="140994"/>
                  <a:pt x="196595" y="139279"/>
                  <a:pt x="206035" y="131985"/>
                </a:cubicBezTo>
                <a:lnTo>
                  <a:pt x="210327" y="128552"/>
                </a:lnTo>
                <a:lnTo>
                  <a:pt x="210756" y="128552"/>
                </a:lnTo>
                <a:close/>
                <a:moveTo>
                  <a:pt x="255958" y="46928"/>
                </a:moveTo>
                <a:cubicBezTo>
                  <a:pt x="252953" y="46928"/>
                  <a:pt x="252095" y="49504"/>
                  <a:pt x="252095" y="51220"/>
                </a:cubicBezTo>
                <a:lnTo>
                  <a:pt x="252095" y="54009"/>
                </a:lnTo>
                <a:cubicBezTo>
                  <a:pt x="252095" y="55082"/>
                  <a:pt x="252308" y="55295"/>
                  <a:pt x="253169" y="55295"/>
                </a:cubicBezTo>
                <a:lnTo>
                  <a:pt x="265824" y="55295"/>
                </a:lnTo>
                <a:lnTo>
                  <a:pt x="265824" y="119772"/>
                </a:lnTo>
                <a:cubicBezTo>
                  <a:pt x="265824" y="134987"/>
                  <a:pt x="272475" y="140994"/>
                  <a:pt x="282342" y="140994"/>
                </a:cubicBezTo>
                <a:cubicBezTo>
                  <a:pt x="292211" y="140994"/>
                  <a:pt x="302938" y="136277"/>
                  <a:pt x="311305" y="126839"/>
                </a:cubicBezTo>
                <a:cubicBezTo>
                  <a:pt x="310876" y="124633"/>
                  <a:pt x="309590" y="123412"/>
                  <a:pt x="307442" y="123199"/>
                </a:cubicBezTo>
                <a:cubicBezTo>
                  <a:pt x="301864" y="127484"/>
                  <a:pt x="295429" y="129196"/>
                  <a:pt x="289851" y="129196"/>
                </a:cubicBezTo>
                <a:cubicBezTo>
                  <a:pt x="284060" y="129196"/>
                  <a:pt x="282774" y="122771"/>
                  <a:pt x="282774" y="109490"/>
                </a:cubicBezTo>
                <a:lnTo>
                  <a:pt x="282774" y="55295"/>
                </a:lnTo>
                <a:lnTo>
                  <a:pt x="305082" y="55295"/>
                </a:lnTo>
                <a:cubicBezTo>
                  <a:pt x="307230" y="55295"/>
                  <a:pt x="310231" y="54437"/>
                  <a:pt x="310231" y="52506"/>
                </a:cubicBezTo>
                <a:lnTo>
                  <a:pt x="310231" y="48218"/>
                </a:lnTo>
                <a:cubicBezTo>
                  <a:pt x="310231" y="47360"/>
                  <a:pt x="309590" y="46928"/>
                  <a:pt x="308516" y="46928"/>
                </a:cubicBezTo>
                <a:lnTo>
                  <a:pt x="282774" y="46928"/>
                </a:lnTo>
                <a:lnTo>
                  <a:pt x="282774" y="38564"/>
                </a:lnTo>
                <a:cubicBezTo>
                  <a:pt x="282774" y="24620"/>
                  <a:pt x="283631" y="16037"/>
                  <a:pt x="283631" y="16037"/>
                </a:cubicBezTo>
                <a:cubicBezTo>
                  <a:pt x="283631" y="14665"/>
                  <a:pt x="282986" y="14151"/>
                  <a:pt x="281978" y="14151"/>
                </a:cubicBezTo>
                <a:cubicBezTo>
                  <a:pt x="281013" y="14151"/>
                  <a:pt x="279189" y="14986"/>
                  <a:pt x="277196" y="16079"/>
                </a:cubicBezTo>
                <a:cubicBezTo>
                  <a:pt x="274770" y="17431"/>
                  <a:pt x="272583" y="18354"/>
                  <a:pt x="269899" y="19104"/>
                </a:cubicBezTo>
                <a:cubicBezTo>
                  <a:pt x="267326" y="19834"/>
                  <a:pt x="265182" y="20564"/>
                  <a:pt x="265182" y="22043"/>
                </a:cubicBezTo>
                <a:cubicBezTo>
                  <a:pt x="265182" y="24534"/>
                  <a:pt x="265824" y="23117"/>
                  <a:pt x="265824" y="46908"/>
                </a:cubicBezTo>
                <a:lnTo>
                  <a:pt x="255958" y="46928"/>
                </a:lnTo>
                <a:close/>
                <a:moveTo>
                  <a:pt x="335054" y="10298"/>
                </a:moveTo>
                <a:cubicBezTo>
                  <a:pt x="335054" y="15876"/>
                  <a:pt x="340203" y="21454"/>
                  <a:pt x="345349" y="21454"/>
                </a:cubicBezTo>
                <a:cubicBezTo>
                  <a:pt x="351356" y="21454"/>
                  <a:pt x="356505" y="15683"/>
                  <a:pt x="356505" y="11156"/>
                </a:cubicBezTo>
                <a:cubicBezTo>
                  <a:pt x="356505" y="6010"/>
                  <a:pt x="352001" y="0"/>
                  <a:pt x="346210" y="0"/>
                </a:cubicBezTo>
                <a:cubicBezTo>
                  <a:pt x="341061" y="0"/>
                  <a:pt x="335054" y="5149"/>
                  <a:pt x="335054" y="10298"/>
                </a:cubicBezTo>
                <a:moveTo>
                  <a:pt x="354577" y="112715"/>
                </a:moveTo>
                <a:lnTo>
                  <a:pt x="354577" y="69957"/>
                </a:lnTo>
                <a:cubicBezTo>
                  <a:pt x="354577" y="59292"/>
                  <a:pt x="355434" y="45514"/>
                  <a:pt x="355434" y="45514"/>
                </a:cubicBezTo>
                <a:cubicBezTo>
                  <a:pt x="355434" y="44647"/>
                  <a:pt x="354361" y="43995"/>
                  <a:pt x="352645" y="43995"/>
                </a:cubicBezTo>
                <a:cubicBezTo>
                  <a:pt x="346531" y="46381"/>
                  <a:pt x="338056" y="48332"/>
                  <a:pt x="323253" y="50280"/>
                </a:cubicBezTo>
                <a:cubicBezTo>
                  <a:pt x="322824" y="51570"/>
                  <a:pt x="323253" y="55000"/>
                  <a:pt x="323682" y="56290"/>
                </a:cubicBezTo>
                <a:cubicBezTo>
                  <a:pt x="335375" y="57384"/>
                  <a:pt x="337627" y="58650"/>
                  <a:pt x="337627" y="70880"/>
                </a:cubicBezTo>
                <a:lnTo>
                  <a:pt x="337627" y="112715"/>
                </a:lnTo>
                <a:cubicBezTo>
                  <a:pt x="337627" y="130522"/>
                  <a:pt x="335267" y="131167"/>
                  <a:pt x="322183" y="132241"/>
                </a:cubicBezTo>
                <a:cubicBezTo>
                  <a:pt x="320893" y="133527"/>
                  <a:pt x="320893" y="138031"/>
                  <a:pt x="322183" y="139318"/>
                </a:cubicBezTo>
                <a:cubicBezTo>
                  <a:pt x="329260" y="139105"/>
                  <a:pt x="337627" y="138889"/>
                  <a:pt x="346210" y="138889"/>
                </a:cubicBezTo>
                <a:cubicBezTo>
                  <a:pt x="354789" y="138889"/>
                  <a:pt x="362940" y="139105"/>
                  <a:pt x="370021" y="139318"/>
                </a:cubicBezTo>
                <a:cubicBezTo>
                  <a:pt x="371307" y="138031"/>
                  <a:pt x="371307" y="133527"/>
                  <a:pt x="370021" y="132241"/>
                </a:cubicBezTo>
                <a:cubicBezTo>
                  <a:pt x="356934" y="131383"/>
                  <a:pt x="354577" y="130522"/>
                  <a:pt x="354577" y="112715"/>
                </a:cubicBezTo>
                <a:close/>
                <a:moveTo>
                  <a:pt x="384543" y="94848"/>
                </a:moveTo>
                <a:cubicBezTo>
                  <a:pt x="384543" y="116744"/>
                  <a:pt x="399133" y="140994"/>
                  <a:pt x="429595" y="140994"/>
                </a:cubicBezTo>
                <a:cubicBezTo>
                  <a:pt x="443412" y="140994"/>
                  <a:pt x="453796" y="136126"/>
                  <a:pt x="461109" y="128980"/>
                </a:cubicBezTo>
                <a:cubicBezTo>
                  <a:pt x="470720" y="119579"/>
                  <a:pt x="475076" y="106076"/>
                  <a:pt x="475076" y="92917"/>
                </a:cubicBezTo>
                <a:cubicBezTo>
                  <a:pt x="475076" y="70592"/>
                  <a:pt x="462847" y="44624"/>
                  <a:pt x="430024" y="44624"/>
                </a:cubicBezTo>
                <a:cubicBezTo>
                  <a:pt x="415909" y="44624"/>
                  <a:pt x="404259" y="50418"/>
                  <a:pt x="396409" y="59645"/>
                </a:cubicBezTo>
                <a:cubicBezTo>
                  <a:pt x="388622" y="68791"/>
                  <a:pt x="384543" y="81283"/>
                  <a:pt x="384543" y="94848"/>
                </a:cubicBezTo>
                <a:moveTo>
                  <a:pt x="426806" y="52133"/>
                </a:moveTo>
                <a:cubicBezTo>
                  <a:pt x="445255" y="52133"/>
                  <a:pt x="456627" y="68877"/>
                  <a:pt x="456627" y="99788"/>
                </a:cubicBezTo>
                <a:cubicBezTo>
                  <a:pt x="456627" y="126833"/>
                  <a:pt x="442682" y="133488"/>
                  <a:pt x="432600" y="133488"/>
                </a:cubicBezTo>
                <a:cubicBezTo>
                  <a:pt x="410288" y="133488"/>
                  <a:pt x="402995" y="106439"/>
                  <a:pt x="402995" y="89912"/>
                </a:cubicBezTo>
                <a:cubicBezTo>
                  <a:pt x="402995" y="71237"/>
                  <a:pt x="407499" y="52133"/>
                  <a:pt x="426806" y="52133"/>
                </a:cubicBezTo>
                <a:close/>
                <a:moveTo>
                  <a:pt x="523065" y="62009"/>
                </a:moveTo>
                <a:cubicBezTo>
                  <a:pt x="521756" y="63511"/>
                  <a:pt x="520554" y="64029"/>
                  <a:pt x="520492" y="62009"/>
                </a:cubicBezTo>
                <a:cubicBezTo>
                  <a:pt x="520276" y="56212"/>
                  <a:pt x="519782" y="47907"/>
                  <a:pt x="518774" y="45697"/>
                </a:cubicBezTo>
                <a:cubicBezTo>
                  <a:pt x="518325" y="44712"/>
                  <a:pt x="517916" y="43982"/>
                  <a:pt x="516201" y="43982"/>
                </a:cubicBezTo>
                <a:cubicBezTo>
                  <a:pt x="510194" y="46342"/>
                  <a:pt x="504616" y="48274"/>
                  <a:pt x="489813" y="50202"/>
                </a:cubicBezTo>
                <a:cubicBezTo>
                  <a:pt x="489385" y="51491"/>
                  <a:pt x="489813" y="54922"/>
                  <a:pt x="490242" y="56212"/>
                </a:cubicBezTo>
                <a:cubicBezTo>
                  <a:pt x="501827" y="57285"/>
                  <a:pt x="504187" y="58359"/>
                  <a:pt x="504187" y="70814"/>
                </a:cubicBezTo>
                <a:lnTo>
                  <a:pt x="504187" y="112695"/>
                </a:lnTo>
                <a:cubicBezTo>
                  <a:pt x="504187" y="130306"/>
                  <a:pt x="502043" y="131167"/>
                  <a:pt x="489168" y="132241"/>
                </a:cubicBezTo>
                <a:cubicBezTo>
                  <a:pt x="487882" y="133527"/>
                  <a:pt x="487882" y="138031"/>
                  <a:pt x="489168" y="139318"/>
                </a:cubicBezTo>
                <a:cubicBezTo>
                  <a:pt x="495607" y="139105"/>
                  <a:pt x="504187" y="138889"/>
                  <a:pt x="512767" y="138889"/>
                </a:cubicBezTo>
                <a:cubicBezTo>
                  <a:pt x="521350" y="138889"/>
                  <a:pt x="527785" y="139105"/>
                  <a:pt x="534221" y="139318"/>
                </a:cubicBezTo>
                <a:cubicBezTo>
                  <a:pt x="535507" y="138031"/>
                  <a:pt x="535507" y="133527"/>
                  <a:pt x="534221" y="132241"/>
                </a:cubicBezTo>
                <a:cubicBezTo>
                  <a:pt x="523281" y="131167"/>
                  <a:pt x="521134" y="130306"/>
                  <a:pt x="521134" y="112695"/>
                </a:cubicBezTo>
                <a:lnTo>
                  <a:pt x="521134" y="77473"/>
                </a:lnTo>
                <a:cubicBezTo>
                  <a:pt x="521134" y="72962"/>
                  <a:pt x="523065" y="70386"/>
                  <a:pt x="524780" y="68454"/>
                </a:cubicBezTo>
                <a:cubicBezTo>
                  <a:pt x="532934" y="60506"/>
                  <a:pt x="542588" y="55780"/>
                  <a:pt x="550955" y="55780"/>
                </a:cubicBezTo>
                <a:cubicBezTo>
                  <a:pt x="555246" y="55780"/>
                  <a:pt x="559751" y="58572"/>
                  <a:pt x="562323" y="63511"/>
                </a:cubicBezTo>
                <a:cubicBezTo>
                  <a:pt x="564471" y="67809"/>
                  <a:pt x="564900" y="73607"/>
                  <a:pt x="564900" y="80049"/>
                </a:cubicBezTo>
                <a:lnTo>
                  <a:pt x="564900" y="112695"/>
                </a:lnTo>
                <a:cubicBezTo>
                  <a:pt x="564900" y="130306"/>
                  <a:pt x="562752" y="131167"/>
                  <a:pt x="551596" y="132241"/>
                </a:cubicBezTo>
                <a:cubicBezTo>
                  <a:pt x="550526" y="133527"/>
                  <a:pt x="550526" y="138031"/>
                  <a:pt x="551596" y="139318"/>
                </a:cubicBezTo>
                <a:cubicBezTo>
                  <a:pt x="558035" y="139105"/>
                  <a:pt x="564900" y="138889"/>
                  <a:pt x="573479" y="138889"/>
                </a:cubicBezTo>
                <a:cubicBezTo>
                  <a:pt x="582062" y="138889"/>
                  <a:pt x="589784" y="139105"/>
                  <a:pt x="596220" y="139318"/>
                </a:cubicBezTo>
                <a:cubicBezTo>
                  <a:pt x="597294" y="138031"/>
                  <a:pt x="597294" y="133527"/>
                  <a:pt x="596220" y="132241"/>
                </a:cubicBezTo>
                <a:cubicBezTo>
                  <a:pt x="584206" y="131167"/>
                  <a:pt x="581846" y="130306"/>
                  <a:pt x="581846" y="112695"/>
                </a:cubicBezTo>
                <a:lnTo>
                  <a:pt x="581846" y="80694"/>
                </a:lnTo>
                <a:cubicBezTo>
                  <a:pt x="581846" y="68883"/>
                  <a:pt x="580989" y="58572"/>
                  <a:pt x="576056" y="51920"/>
                </a:cubicBezTo>
                <a:cubicBezTo>
                  <a:pt x="572406" y="47200"/>
                  <a:pt x="565757" y="44624"/>
                  <a:pt x="558248" y="44624"/>
                </a:cubicBezTo>
                <a:cubicBezTo>
                  <a:pt x="547737" y="44624"/>
                  <a:pt x="535786" y="47413"/>
                  <a:pt x="523065" y="62009"/>
                </a:cubicBezTo>
                <a:close/>
                <a:moveTo>
                  <a:pt x="708077" y="66281"/>
                </a:moveTo>
                <a:cubicBezTo>
                  <a:pt x="710434" y="70792"/>
                  <a:pt x="727596" y="95696"/>
                  <a:pt x="739826" y="111801"/>
                </a:cubicBezTo>
                <a:cubicBezTo>
                  <a:pt x="729315" y="126185"/>
                  <a:pt x="721590" y="133917"/>
                  <a:pt x="706358" y="133917"/>
                </a:cubicBezTo>
                <a:cubicBezTo>
                  <a:pt x="692842" y="133917"/>
                  <a:pt x="681261" y="126401"/>
                  <a:pt x="681261" y="105359"/>
                </a:cubicBezTo>
                <a:cubicBezTo>
                  <a:pt x="681261" y="90115"/>
                  <a:pt x="685978" y="78520"/>
                  <a:pt x="708077" y="66281"/>
                </a:cubicBezTo>
                <a:moveTo>
                  <a:pt x="744759" y="118672"/>
                </a:moveTo>
                <a:lnTo>
                  <a:pt x="750982" y="126617"/>
                </a:lnTo>
                <a:cubicBezTo>
                  <a:pt x="761064" y="140565"/>
                  <a:pt x="769002" y="140994"/>
                  <a:pt x="775650" y="140994"/>
                </a:cubicBezTo>
                <a:cubicBezTo>
                  <a:pt x="783160" y="140994"/>
                  <a:pt x="792813" y="134987"/>
                  <a:pt x="797750" y="119962"/>
                </a:cubicBezTo>
                <a:cubicBezTo>
                  <a:pt x="796633" y="118803"/>
                  <a:pt x="795602" y="117815"/>
                  <a:pt x="793242" y="117815"/>
                </a:cubicBezTo>
                <a:cubicBezTo>
                  <a:pt x="788954" y="126191"/>
                  <a:pt x="784017" y="129412"/>
                  <a:pt x="776940" y="129412"/>
                </a:cubicBezTo>
                <a:cubicBezTo>
                  <a:pt x="773506" y="129412"/>
                  <a:pt x="767071" y="125118"/>
                  <a:pt x="760419" y="115883"/>
                </a:cubicBezTo>
                <a:lnTo>
                  <a:pt x="752697" y="105146"/>
                </a:lnTo>
                <a:cubicBezTo>
                  <a:pt x="761192" y="92907"/>
                  <a:pt x="766020" y="84317"/>
                  <a:pt x="771791" y="74013"/>
                </a:cubicBezTo>
                <a:cubicBezTo>
                  <a:pt x="781657" y="56405"/>
                  <a:pt x="783117" y="55289"/>
                  <a:pt x="796247" y="54470"/>
                </a:cubicBezTo>
                <a:cubicBezTo>
                  <a:pt x="797533" y="53184"/>
                  <a:pt x="797533" y="48679"/>
                  <a:pt x="796247" y="47393"/>
                </a:cubicBezTo>
                <a:cubicBezTo>
                  <a:pt x="791955" y="47606"/>
                  <a:pt x="785520" y="47822"/>
                  <a:pt x="778227" y="47822"/>
                </a:cubicBezTo>
                <a:cubicBezTo>
                  <a:pt x="770933" y="47822"/>
                  <a:pt x="762138" y="47606"/>
                  <a:pt x="757846" y="47393"/>
                </a:cubicBezTo>
                <a:cubicBezTo>
                  <a:pt x="756560" y="48679"/>
                  <a:pt x="756560" y="53184"/>
                  <a:pt x="757846" y="54470"/>
                </a:cubicBezTo>
                <a:cubicBezTo>
                  <a:pt x="769451" y="55053"/>
                  <a:pt x="772649" y="56189"/>
                  <a:pt x="764583" y="71220"/>
                </a:cubicBezTo>
                <a:cubicBezTo>
                  <a:pt x="760913" y="78072"/>
                  <a:pt x="755722" y="87260"/>
                  <a:pt x="747977" y="98704"/>
                </a:cubicBezTo>
                <a:cubicBezTo>
                  <a:pt x="738111" y="85391"/>
                  <a:pt x="725665" y="67570"/>
                  <a:pt x="721806" y="60916"/>
                </a:cubicBezTo>
                <a:lnTo>
                  <a:pt x="720948" y="59197"/>
                </a:lnTo>
                <a:cubicBezTo>
                  <a:pt x="738752" y="48895"/>
                  <a:pt x="752913" y="34957"/>
                  <a:pt x="752913" y="23163"/>
                </a:cubicBezTo>
                <a:cubicBezTo>
                  <a:pt x="752913" y="9653"/>
                  <a:pt x="740467" y="0"/>
                  <a:pt x="725452" y="0"/>
                </a:cubicBezTo>
                <a:cubicBezTo>
                  <a:pt x="703998" y="0"/>
                  <a:pt x="692413" y="15228"/>
                  <a:pt x="692413" y="27880"/>
                </a:cubicBezTo>
                <a:cubicBezTo>
                  <a:pt x="692413" y="36028"/>
                  <a:pt x="695418" y="44391"/>
                  <a:pt x="703356" y="58123"/>
                </a:cubicBezTo>
                <a:cubicBezTo>
                  <a:pt x="675038" y="74013"/>
                  <a:pt x="663669" y="88399"/>
                  <a:pt x="663669" y="105362"/>
                </a:cubicBezTo>
                <a:cubicBezTo>
                  <a:pt x="663669" y="131553"/>
                  <a:pt x="681902" y="140994"/>
                  <a:pt x="704856" y="140994"/>
                </a:cubicBezTo>
                <a:cubicBezTo>
                  <a:pt x="723092" y="140994"/>
                  <a:pt x="734893" y="132198"/>
                  <a:pt x="744759" y="118672"/>
                </a:cubicBezTo>
                <a:moveTo>
                  <a:pt x="716440" y="51040"/>
                </a:moveTo>
                <a:cubicBezTo>
                  <a:pt x="710866" y="40532"/>
                  <a:pt x="708289" y="32384"/>
                  <a:pt x="708289" y="27451"/>
                </a:cubicBezTo>
                <a:cubicBezTo>
                  <a:pt x="708289" y="13300"/>
                  <a:pt x="718801" y="7080"/>
                  <a:pt x="724378" y="7080"/>
                </a:cubicBezTo>
                <a:cubicBezTo>
                  <a:pt x="733174" y="7080"/>
                  <a:pt x="738111" y="13513"/>
                  <a:pt x="738111" y="23163"/>
                </a:cubicBezTo>
                <a:cubicBezTo>
                  <a:pt x="738111" y="30882"/>
                  <a:pt x="730172" y="42031"/>
                  <a:pt x="716440" y="5104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OptionalPrevention">
            <a:extLst xmlns:a="http://schemas.openxmlformats.org/drawingml/2006/main">
              <a:ext uri="{FF2B5EF4-FFF2-40B4-BE49-F238E27FC236}">
                <a16:creationId xmlns:a16="http://schemas.microsoft.com/office/drawing/2014/main" id="{0C78DFD8-2B96-46E2-8D94-7076ED66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571" y="1824326"/>
            <a:ext cx="1784151" cy="200073"/>
          </a:xfrm>
          <a:custGeom xmlns:a="http://schemas.openxmlformats.org/drawingml/2006/main">
            <a:pathLst>
              <a:path w="1784151" h="200073">
                <a:moveTo>
                  <a:pt x="63073" y="16315"/>
                </a:moveTo>
                <a:cubicBezTo>
                  <a:pt x="91391" y="16315"/>
                  <a:pt x="114345" y="39913"/>
                  <a:pt x="114345" y="83244"/>
                </a:cubicBezTo>
                <a:cubicBezTo>
                  <a:pt x="114345" y="121641"/>
                  <a:pt x="95896" y="144166"/>
                  <a:pt x="71440" y="144166"/>
                </a:cubicBezTo>
                <a:cubicBezTo>
                  <a:pt x="45265" y="144166"/>
                  <a:pt x="20597" y="120784"/>
                  <a:pt x="20597" y="79597"/>
                </a:cubicBezTo>
                <a:cubicBezTo>
                  <a:pt x="20597" y="34548"/>
                  <a:pt x="41835" y="16315"/>
                  <a:pt x="63073" y="16315"/>
                </a:cubicBezTo>
                <a:moveTo>
                  <a:pt x="134941" y="79168"/>
                </a:moveTo>
                <a:cubicBezTo>
                  <a:pt x="134941" y="34764"/>
                  <a:pt x="104263" y="8590"/>
                  <a:pt x="65862" y="8590"/>
                </a:cubicBezTo>
                <a:cubicBezTo>
                  <a:pt x="24309" y="8590"/>
                  <a:pt x="0" y="41648"/>
                  <a:pt x="0" y="83244"/>
                </a:cubicBezTo>
                <a:cubicBezTo>
                  <a:pt x="0" y="125504"/>
                  <a:pt x="30679" y="151888"/>
                  <a:pt x="67148" y="151888"/>
                </a:cubicBezTo>
                <a:cubicBezTo>
                  <a:pt x="90920" y="151888"/>
                  <a:pt x="109903" y="141655"/>
                  <a:pt x="121681" y="124859"/>
                </a:cubicBezTo>
                <a:cubicBezTo>
                  <a:pt x="130221" y="112698"/>
                  <a:pt x="134941" y="97189"/>
                  <a:pt x="134941" y="79168"/>
                </a:cubicBezTo>
                <a:close/>
                <a:moveTo>
                  <a:pt x="182500" y="78697"/>
                </a:moveTo>
                <a:cubicBezTo>
                  <a:pt x="188078" y="71826"/>
                  <a:pt x="197905" y="65387"/>
                  <a:pt x="204167" y="65387"/>
                </a:cubicBezTo>
                <a:cubicBezTo>
                  <a:pt x="217899" y="65387"/>
                  <a:pt x="229696" y="80841"/>
                  <a:pt x="229696" y="105097"/>
                </a:cubicBezTo>
                <a:cubicBezTo>
                  <a:pt x="229696" y="122702"/>
                  <a:pt x="223477" y="144595"/>
                  <a:pt x="199450" y="144595"/>
                </a:cubicBezTo>
                <a:cubicBezTo>
                  <a:pt x="195587" y="144595"/>
                  <a:pt x="188078" y="143521"/>
                  <a:pt x="184218" y="140067"/>
                </a:cubicBezTo>
                <a:cubicBezTo>
                  <a:pt x="179904" y="136202"/>
                  <a:pt x="179069" y="134958"/>
                  <a:pt x="179069" y="127209"/>
                </a:cubicBezTo>
                <a:lnTo>
                  <a:pt x="179069" y="88141"/>
                </a:lnTo>
                <a:cubicBezTo>
                  <a:pt x="179069" y="83633"/>
                  <a:pt x="180012" y="81764"/>
                  <a:pt x="182500" y="78697"/>
                </a:cubicBezTo>
                <a:moveTo>
                  <a:pt x="178424" y="70752"/>
                </a:moveTo>
                <a:cubicBezTo>
                  <a:pt x="178104" y="64313"/>
                  <a:pt x="177717" y="58801"/>
                  <a:pt x="176709" y="56591"/>
                </a:cubicBezTo>
                <a:cubicBezTo>
                  <a:pt x="176257" y="55606"/>
                  <a:pt x="175851" y="54876"/>
                  <a:pt x="174133" y="54876"/>
                </a:cubicBezTo>
                <a:cubicBezTo>
                  <a:pt x="168126" y="57236"/>
                  <a:pt x="162548" y="59168"/>
                  <a:pt x="147746" y="61096"/>
                </a:cubicBezTo>
                <a:cubicBezTo>
                  <a:pt x="147317" y="62385"/>
                  <a:pt x="147746" y="65816"/>
                  <a:pt x="148178" y="67106"/>
                </a:cubicBezTo>
                <a:cubicBezTo>
                  <a:pt x="159759" y="68179"/>
                  <a:pt x="162119" y="69250"/>
                  <a:pt x="162119" y="81702"/>
                </a:cubicBezTo>
                <a:lnTo>
                  <a:pt x="162119" y="173411"/>
                </a:lnTo>
                <a:cubicBezTo>
                  <a:pt x="162119" y="191274"/>
                  <a:pt x="159759" y="192351"/>
                  <a:pt x="146675" y="192996"/>
                </a:cubicBezTo>
                <a:cubicBezTo>
                  <a:pt x="145389" y="194282"/>
                  <a:pt x="145389" y="198787"/>
                  <a:pt x="146675" y="200073"/>
                </a:cubicBezTo>
                <a:cubicBezTo>
                  <a:pt x="154185" y="199860"/>
                  <a:pt x="162119" y="199644"/>
                  <a:pt x="170702" y="199644"/>
                </a:cubicBezTo>
                <a:cubicBezTo>
                  <a:pt x="179282" y="199644"/>
                  <a:pt x="189580" y="199860"/>
                  <a:pt x="196661" y="200073"/>
                </a:cubicBezTo>
                <a:cubicBezTo>
                  <a:pt x="197947" y="198787"/>
                  <a:pt x="197947" y="194282"/>
                  <a:pt x="196661" y="192996"/>
                </a:cubicBezTo>
                <a:cubicBezTo>
                  <a:pt x="181429" y="192135"/>
                  <a:pt x="179069" y="191274"/>
                  <a:pt x="179069" y="173411"/>
                </a:cubicBezTo>
                <a:lnTo>
                  <a:pt x="179069" y="150173"/>
                </a:lnTo>
                <a:cubicBezTo>
                  <a:pt x="179069" y="147384"/>
                  <a:pt x="179884" y="147662"/>
                  <a:pt x="182071" y="148565"/>
                </a:cubicBezTo>
                <a:cubicBezTo>
                  <a:pt x="187328" y="150687"/>
                  <a:pt x="193957" y="151888"/>
                  <a:pt x="200736" y="151888"/>
                </a:cubicBezTo>
                <a:cubicBezTo>
                  <a:pt x="212750" y="151888"/>
                  <a:pt x="223477" y="148241"/>
                  <a:pt x="232273" y="139874"/>
                </a:cubicBezTo>
                <a:cubicBezTo>
                  <a:pt x="242355" y="129998"/>
                  <a:pt x="248146" y="116689"/>
                  <a:pt x="248146" y="99303"/>
                </a:cubicBezTo>
                <a:cubicBezTo>
                  <a:pt x="248146" y="76550"/>
                  <a:pt x="232057" y="55518"/>
                  <a:pt x="210174" y="55518"/>
                </a:cubicBezTo>
                <a:cubicBezTo>
                  <a:pt x="200199" y="55518"/>
                  <a:pt x="189260" y="62061"/>
                  <a:pt x="180785" y="71613"/>
                </a:cubicBezTo>
                <a:cubicBezTo>
                  <a:pt x="179583" y="72965"/>
                  <a:pt x="178532" y="72815"/>
                  <a:pt x="178424" y="70752"/>
                </a:cubicBezTo>
                <a:close/>
                <a:moveTo>
                  <a:pt x="265031" y="57822"/>
                </a:moveTo>
                <a:cubicBezTo>
                  <a:pt x="262026" y="57822"/>
                  <a:pt x="261169" y="60398"/>
                  <a:pt x="261169" y="62114"/>
                </a:cubicBezTo>
                <a:lnTo>
                  <a:pt x="261169" y="64903"/>
                </a:lnTo>
                <a:cubicBezTo>
                  <a:pt x="261169" y="65976"/>
                  <a:pt x="261381" y="66189"/>
                  <a:pt x="262242" y="66189"/>
                </a:cubicBezTo>
                <a:lnTo>
                  <a:pt x="274897" y="66189"/>
                </a:lnTo>
                <a:lnTo>
                  <a:pt x="274897" y="130666"/>
                </a:lnTo>
                <a:cubicBezTo>
                  <a:pt x="274897" y="145881"/>
                  <a:pt x="281549" y="151888"/>
                  <a:pt x="291415" y="151888"/>
                </a:cubicBezTo>
                <a:cubicBezTo>
                  <a:pt x="301285" y="151888"/>
                  <a:pt x="312012" y="147171"/>
                  <a:pt x="320379" y="137734"/>
                </a:cubicBezTo>
                <a:cubicBezTo>
                  <a:pt x="319950" y="135527"/>
                  <a:pt x="318663" y="134306"/>
                  <a:pt x="316516" y="134093"/>
                </a:cubicBezTo>
                <a:cubicBezTo>
                  <a:pt x="310938" y="138378"/>
                  <a:pt x="304502" y="140090"/>
                  <a:pt x="298925" y="140090"/>
                </a:cubicBezTo>
                <a:cubicBezTo>
                  <a:pt x="293134" y="140090"/>
                  <a:pt x="291847" y="133665"/>
                  <a:pt x="291847" y="120384"/>
                </a:cubicBezTo>
                <a:lnTo>
                  <a:pt x="291847" y="66189"/>
                </a:lnTo>
                <a:lnTo>
                  <a:pt x="314156" y="66189"/>
                </a:lnTo>
                <a:cubicBezTo>
                  <a:pt x="316303" y="66189"/>
                  <a:pt x="319305" y="65331"/>
                  <a:pt x="319305" y="63400"/>
                </a:cubicBezTo>
                <a:lnTo>
                  <a:pt x="319305" y="59112"/>
                </a:lnTo>
                <a:cubicBezTo>
                  <a:pt x="319305" y="58254"/>
                  <a:pt x="318663" y="57822"/>
                  <a:pt x="317590" y="57822"/>
                </a:cubicBezTo>
                <a:lnTo>
                  <a:pt x="291847" y="57822"/>
                </a:lnTo>
                <a:lnTo>
                  <a:pt x="291847" y="49458"/>
                </a:lnTo>
                <a:cubicBezTo>
                  <a:pt x="291847" y="35514"/>
                  <a:pt x="292705" y="26931"/>
                  <a:pt x="292705" y="26931"/>
                </a:cubicBezTo>
                <a:cubicBezTo>
                  <a:pt x="292705" y="25559"/>
                  <a:pt x="292060" y="25045"/>
                  <a:pt x="291052" y="25045"/>
                </a:cubicBezTo>
                <a:cubicBezTo>
                  <a:pt x="290086" y="25045"/>
                  <a:pt x="288263" y="25880"/>
                  <a:pt x="286269" y="26973"/>
                </a:cubicBezTo>
                <a:cubicBezTo>
                  <a:pt x="283844" y="28325"/>
                  <a:pt x="281657" y="29248"/>
                  <a:pt x="278973" y="29998"/>
                </a:cubicBezTo>
                <a:cubicBezTo>
                  <a:pt x="276400" y="30728"/>
                  <a:pt x="274256" y="31458"/>
                  <a:pt x="274256" y="32937"/>
                </a:cubicBezTo>
                <a:cubicBezTo>
                  <a:pt x="274256" y="35429"/>
                  <a:pt x="274897" y="34011"/>
                  <a:pt x="274897" y="57803"/>
                </a:cubicBezTo>
                <a:lnTo>
                  <a:pt x="265031" y="57822"/>
                </a:lnTo>
                <a:close/>
                <a:moveTo>
                  <a:pt x="344128" y="21192"/>
                </a:moveTo>
                <a:cubicBezTo>
                  <a:pt x="344128" y="26770"/>
                  <a:pt x="349277" y="32348"/>
                  <a:pt x="354423" y="32348"/>
                </a:cubicBezTo>
                <a:cubicBezTo>
                  <a:pt x="360429" y="32348"/>
                  <a:pt x="365578" y="26577"/>
                  <a:pt x="365578" y="22050"/>
                </a:cubicBezTo>
                <a:cubicBezTo>
                  <a:pt x="365578" y="16904"/>
                  <a:pt x="361074" y="10894"/>
                  <a:pt x="355283" y="10894"/>
                </a:cubicBezTo>
                <a:cubicBezTo>
                  <a:pt x="350134" y="10894"/>
                  <a:pt x="344128" y="16043"/>
                  <a:pt x="344128" y="21192"/>
                </a:cubicBezTo>
                <a:moveTo>
                  <a:pt x="363650" y="123609"/>
                </a:moveTo>
                <a:lnTo>
                  <a:pt x="363650" y="80851"/>
                </a:lnTo>
                <a:cubicBezTo>
                  <a:pt x="363650" y="70186"/>
                  <a:pt x="364508" y="56408"/>
                  <a:pt x="364508" y="56408"/>
                </a:cubicBezTo>
                <a:cubicBezTo>
                  <a:pt x="364508" y="55541"/>
                  <a:pt x="363434" y="54889"/>
                  <a:pt x="361719" y="54889"/>
                </a:cubicBezTo>
                <a:cubicBezTo>
                  <a:pt x="355604" y="57275"/>
                  <a:pt x="347129" y="59226"/>
                  <a:pt x="332327" y="61174"/>
                </a:cubicBezTo>
                <a:cubicBezTo>
                  <a:pt x="331898" y="62464"/>
                  <a:pt x="332327" y="65894"/>
                  <a:pt x="332756" y="67184"/>
                </a:cubicBezTo>
                <a:cubicBezTo>
                  <a:pt x="344448" y="68278"/>
                  <a:pt x="346700" y="69544"/>
                  <a:pt x="346700" y="81774"/>
                </a:cubicBezTo>
                <a:lnTo>
                  <a:pt x="346700" y="123609"/>
                </a:lnTo>
                <a:cubicBezTo>
                  <a:pt x="346700" y="141416"/>
                  <a:pt x="344340" y="142061"/>
                  <a:pt x="331256" y="143135"/>
                </a:cubicBezTo>
                <a:cubicBezTo>
                  <a:pt x="329967" y="144421"/>
                  <a:pt x="329967" y="148925"/>
                  <a:pt x="331256" y="150212"/>
                </a:cubicBezTo>
                <a:cubicBezTo>
                  <a:pt x="338334" y="149999"/>
                  <a:pt x="346700" y="149783"/>
                  <a:pt x="355283" y="149783"/>
                </a:cubicBezTo>
                <a:cubicBezTo>
                  <a:pt x="363863" y="149783"/>
                  <a:pt x="372014" y="149999"/>
                  <a:pt x="379094" y="150212"/>
                </a:cubicBezTo>
                <a:cubicBezTo>
                  <a:pt x="380381" y="148925"/>
                  <a:pt x="380381" y="144421"/>
                  <a:pt x="379094" y="143135"/>
                </a:cubicBezTo>
                <a:cubicBezTo>
                  <a:pt x="366007" y="142277"/>
                  <a:pt x="363650" y="141416"/>
                  <a:pt x="363650" y="123609"/>
                </a:cubicBezTo>
                <a:close/>
                <a:moveTo>
                  <a:pt x="393616" y="105742"/>
                </a:moveTo>
                <a:cubicBezTo>
                  <a:pt x="393616" y="127638"/>
                  <a:pt x="408206" y="151888"/>
                  <a:pt x="438669" y="151888"/>
                </a:cubicBezTo>
                <a:cubicBezTo>
                  <a:pt x="452486" y="151888"/>
                  <a:pt x="462869" y="147020"/>
                  <a:pt x="470182" y="139874"/>
                </a:cubicBezTo>
                <a:cubicBezTo>
                  <a:pt x="479793" y="130473"/>
                  <a:pt x="484150" y="116970"/>
                  <a:pt x="484150" y="103811"/>
                </a:cubicBezTo>
                <a:cubicBezTo>
                  <a:pt x="484150" y="81486"/>
                  <a:pt x="471921" y="55518"/>
                  <a:pt x="439098" y="55518"/>
                </a:cubicBezTo>
                <a:cubicBezTo>
                  <a:pt x="424983" y="55518"/>
                  <a:pt x="413332" y="61312"/>
                  <a:pt x="405483" y="70539"/>
                </a:cubicBezTo>
                <a:cubicBezTo>
                  <a:pt x="397695" y="79685"/>
                  <a:pt x="393616" y="92177"/>
                  <a:pt x="393616" y="105742"/>
                </a:cubicBezTo>
                <a:moveTo>
                  <a:pt x="435880" y="63027"/>
                </a:moveTo>
                <a:cubicBezTo>
                  <a:pt x="454329" y="63027"/>
                  <a:pt x="465701" y="79771"/>
                  <a:pt x="465701" y="110682"/>
                </a:cubicBezTo>
                <a:cubicBezTo>
                  <a:pt x="465701" y="137727"/>
                  <a:pt x="451756" y="144382"/>
                  <a:pt x="441674" y="144382"/>
                </a:cubicBezTo>
                <a:cubicBezTo>
                  <a:pt x="419362" y="144382"/>
                  <a:pt x="412069" y="117333"/>
                  <a:pt x="412069" y="100806"/>
                </a:cubicBezTo>
                <a:cubicBezTo>
                  <a:pt x="412069" y="82131"/>
                  <a:pt x="416573" y="63027"/>
                  <a:pt x="435880" y="63027"/>
                </a:cubicBezTo>
                <a:close/>
                <a:moveTo>
                  <a:pt x="532139" y="72903"/>
                </a:moveTo>
                <a:cubicBezTo>
                  <a:pt x="530829" y="74405"/>
                  <a:pt x="529628" y="74923"/>
                  <a:pt x="529566" y="72903"/>
                </a:cubicBezTo>
                <a:cubicBezTo>
                  <a:pt x="529350" y="67106"/>
                  <a:pt x="528855" y="58801"/>
                  <a:pt x="527847" y="56591"/>
                </a:cubicBezTo>
                <a:cubicBezTo>
                  <a:pt x="527399" y="55606"/>
                  <a:pt x="526990" y="54876"/>
                  <a:pt x="525274" y="54876"/>
                </a:cubicBezTo>
                <a:cubicBezTo>
                  <a:pt x="519267" y="57236"/>
                  <a:pt x="513690" y="59168"/>
                  <a:pt x="498887" y="61096"/>
                </a:cubicBezTo>
                <a:cubicBezTo>
                  <a:pt x="498458" y="62385"/>
                  <a:pt x="498887" y="65816"/>
                  <a:pt x="499316" y="67106"/>
                </a:cubicBezTo>
                <a:cubicBezTo>
                  <a:pt x="510901" y="68179"/>
                  <a:pt x="513261" y="69253"/>
                  <a:pt x="513261" y="81708"/>
                </a:cubicBezTo>
                <a:lnTo>
                  <a:pt x="513261" y="123589"/>
                </a:lnTo>
                <a:cubicBezTo>
                  <a:pt x="513261" y="141200"/>
                  <a:pt x="511117" y="142061"/>
                  <a:pt x="498242" y="143135"/>
                </a:cubicBezTo>
                <a:cubicBezTo>
                  <a:pt x="496956" y="144421"/>
                  <a:pt x="496956" y="148925"/>
                  <a:pt x="498242" y="150212"/>
                </a:cubicBezTo>
                <a:cubicBezTo>
                  <a:pt x="504681" y="149999"/>
                  <a:pt x="513261" y="149783"/>
                  <a:pt x="521840" y="149783"/>
                </a:cubicBezTo>
                <a:cubicBezTo>
                  <a:pt x="530423" y="149783"/>
                  <a:pt x="536859" y="149999"/>
                  <a:pt x="543295" y="150212"/>
                </a:cubicBezTo>
                <a:cubicBezTo>
                  <a:pt x="544581" y="148925"/>
                  <a:pt x="544581" y="144421"/>
                  <a:pt x="543295" y="143135"/>
                </a:cubicBezTo>
                <a:cubicBezTo>
                  <a:pt x="532355" y="142061"/>
                  <a:pt x="530207" y="141200"/>
                  <a:pt x="530207" y="123589"/>
                </a:cubicBezTo>
                <a:lnTo>
                  <a:pt x="530207" y="88367"/>
                </a:lnTo>
                <a:cubicBezTo>
                  <a:pt x="530207" y="83856"/>
                  <a:pt x="532139" y="81280"/>
                  <a:pt x="533854" y="79348"/>
                </a:cubicBezTo>
                <a:cubicBezTo>
                  <a:pt x="542008" y="71400"/>
                  <a:pt x="551661" y="66674"/>
                  <a:pt x="560028" y="66674"/>
                </a:cubicBezTo>
                <a:cubicBezTo>
                  <a:pt x="564320" y="66674"/>
                  <a:pt x="568824" y="69466"/>
                  <a:pt x="571397" y="74405"/>
                </a:cubicBezTo>
                <a:cubicBezTo>
                  <a:pt x="573544" y="78703"/>
                  <a:pt x="573973" y="84501"/>
                  <a:pt x="573973" y="90943"/>
                </a:cubicBezTo>
                <a:lnTo>
                  <a:pt x="573973" y="123589"/>
                </a:lnTo>
                <a:cubicBezTo>
                  <a:pt x="573973" y="141200"/>
                  <a:pt x="571826" y="142061"/>
                  <a:pt x="560670" y="143135"/>
                </a:cubicBezTo>
                <a:cubicBezTo>
                  <a:pt x="559600" y="144421"/>
                  <a:pt x="559600" y="148925"/>
                  <a:pt x="560670" y="150212"/>
                </a:cubicBezTo>
                <a:cubicBezTo>
                  <a:pt x="567109" y="149999"/>
                  <a:pt x="573973" y="149783"/>
                  <a:pt x="582553" y="149783"/>
                </a:cubicBezTo>
                <a:cubicBezTo>
                  <a:pt x="591136" y="149783"/>
                  <a:pt x="598858" y="149999"/>
                  <a:pt x="605294" y="150212"/>
                </a:cubicBezTo>
                <a:cubicBezTo>
                  <a:pt x="606367" y="148925"/>
                  <a:pt x="606367" y="144421"/>
                  <a:pt x="605294" y="143135"/>
                </a:cubicBezTo>
                <a:cubicBezTo>
                  <a:pt x="593280" y="142061"/>
                  <a:pt x="590920" y="141200"/>
                  <a:pt x="590920" y="123589"/>
                </a:cubicBezTo>
                <a:lnTo>
                  <a:pt x="590920" y="91588"/>
                </a:lnTo>
                <a:cubicBezTo>
                  <a:pt x="590920" y="79777"/>
                  <a:pt x="590062" y="69466"/>
                  <a:pt x="585129" y="62814"/>
                </a:cubicBezTo>
                <a:cubicBezTo>
                  <a:pt x="581479" y="58094"/>
                  <a:pt x="574831" y="55518"/>
                  <a:pt x="567322" y="55518"/>
                </a:cubicBezTo>
                <a:cubicBezTo>
                  <a:pt x="556811" y="55518"/>
                  <a:pt x="544859" y="58307"/>
                  <a:pt x="532139" y="72903"/>
                </a:cubicBezTo>
                <a:close/>
                <a:moveTo>
                  <a:pt x="672378" y="99735"/>
                </a:moveTo>
                <a:lnTo>
                  <a:pt x="672378" y="128067"/>
                </a:lnTo>
                <a:cubicBezTo>
                  <a:pt x="672378" y="130859"/>
                  <a:pt x="671088" y="132362"/>
                  <a:pt x="669373" y="133648"/>
                </a:cubicBezTo>
                <a:cubicBezTo>
                  <a:pt x="663795" y="138156"/>
                  <a:pt x="656501" y="143095"/>
                  <a:pt x="650495" y="143095"/>
                </a:cubicBezTo>
                <a:cubicBezTo>
                  <a:pt x="639768" y="143095"/>
                  <a:pt x="635047" y="134509"/>
                  <a:pt x="635047" y="127854"/>
                </a:cubicBezTo>
                <a:cubicBezTo>
                  <a:pt x="635047" y="118194"/>
                  <a:pt x="639555" y="108318"/>
                  <a:pt x="655428" y="104243"/>
                </a:cubicBezTo>
                <a:lnTo>
                  <a:pt x="672378" y="99735"/>
                </a:lnTo>
                <a:moveTo>
                  <a:pt x="672378" y="139446"/>
                </a:moveTo>
                <a:cubicBezTo>
                  <a:pt x="673664" y="146097"/>
                  <a:pt x="675936" y="151888"/>
                  <a:pt x="686751" y="151888"/>
                </a:cubicBezTo>
                <a:cubicBezTo>
                  <a:pt x="694968" y="151888"/>
                  <a:pt x="702690" y="148241"/>
                  <a:pt x="707129" y="143953"/>
                </a:cubicBezTo>
                <a:cubicBezTo>
                  <a:pt x="706765" y="141315"/>
                  <a:pt x="705908" y="139511"/>
                  <a:pt x="703482" y="138159"/>
                </a:cubicBezTo>
                <a:cubicBezTo>
                  <a:pt x="701875" y="139488"/>
                  <a:pt x="698271" y="141593"/>
                  <a:pt x="695544" y="141593"/>
                </a:cubicBezTo>
                <a:cubicBezTo>
                  <a:pt x="689324" y="141593"/>
                  <a:pt x="689108" y="133219"/>
                  <a:pt x="689108" y="123347"/>
                </a:cubicBezTo>
                <a:lnTo>
                  <a:pt x="689108" y="91791"/>
                </a:lnTo>
                <a:cubicBezTo>
                  <a:pt x="689108" y="61312"/>
                  <a:pt x="672378" y="55518"/>
                  <a:pt x="656714" y="55518"/>
                </a:cubicBezTo>
                <a:cubicBezTo>
                  <a:pt x="639123" y="55518"/>
                  <a:pt x="621318" y="67106"/>
                  <a:pt x="621318" y="79342"/>
                </a:cubicBezTo>
                <a:cubicBezTo>
                  <a:pt x="621318" y="84494"/>
                  <a:pt x="623891" y="87070"/>
                  <a:pt x="628828" y="87070"/>
                </a:cubicBezTo>
                <a:cubicBezTo>
                  <a:pt x="635047" y="87070"/>
                  <a:pt x="638910" y="82563"/>
                  <a:pt x="638910" y="79771"/>
                </a:cubicBezTo>
                <a:cubicBezTo>
                  <a:pt x="638910" y="78268"/>
                  <a:pt x="638694" y="76766"/>
                  <a:pt x="638265" y="75908"/>
                </a:cubicBezTo>
                <a:cubicBezTo>
                  <a:pt x="638052" y="75263"/>
                  <a:pt x="637836" y="73977"/>
                  <a:pt x="637836" y="71613"/>
                </a:cubicBezTo>
                <a:cubicBezTo>
                  <a:pt x="637836" y="64958"/>
                  <a:pt x="646848" y="62598"/>
                  <a:pt x="654999" y="62598"/>
                </a:cubicBezTo>
                <a:cubicBezTo>
                  <a:pt x="662292" y="62598"/>
                  <a:pt x="672378" y="66248"/>
                  <a:pt x="672378" y="90504"/>
                </a:cubicBezTo>
                <a:cubicBezTo>
                  <a:pt x="672378" y="92007"/>
                  <a:pt x="671733" y="92864"/>
                  <a:pt x="671088" y="93080"/>
                </a:cubicBezTo>
                <a:lnTo>
                  <a:pt x="652639" y="97588"/>
                </a:lnTo>
                <a:cubicBezTo>
                  <a:pt x="632045" y="102740"/>
                  <a:pt x="617243" y="114116"/>
                  <a:pt x="617243" y="128712"/>
                </a:cubicBezTo>
                <a:cubicBezTo>
                  <a:pt x="617243" y="146313"/>
                  <a:pt x="629257" y="151888"/>
                  <a:pt x="644272" y="151888"/>
                </a:cubicBezTo>
                <a:cubicBezTo>
                  <a:pt x="651739" y="151888"/>
                  <a:pt x="658217" y="150173"/>
                  <a:pt x="667657" y="142879"/>
                </a:cubicBezTo>
                <a:lnTo>
                  <a:pt x="671949" y="139446"/>
                </a:lnTo>
                <a:lnTo>
                  <a:pt x="672378" y="139446"/>
                </a:lnTo>
                <a:close/>
                <a:moveTo>
                  <a:pt x="728732" y="123615"/>
                </a:moveTo>
                <a:cubicBezTo>
                  <a:pt x="728732" y="141419"/>
                  <a:pt x="726375" y="142490"/>
                  <a:pt x="713287" y="143135"/>
                </a:cubicBezTo>
                <a:cubicBezTo>
                  <a:pt x="712001" y="144421"/>
                  <a:pt x="712001" y="148925"/>
                  <a:pt x="713287" y="150212"/>
                </a:cubicBezTo>
                <a:cubicBezTo>
                  <a:pt x="720797" y="149999"/>
                  <a:pt x="728732" y="149783"/>
                  <a:pt x="737315" y="149783"/>
                </a:cubicBezTo>
                <a:cubicBezTo>
                  <a:pt x="745894" y="149783"/>
                  <a:pt x="754048" y="149999"/>
                  <a:pt x="761126" y="150212"/>
                </a:cubicBezTo>
                <a:cubicBezTo>
                  <a:pt x="762415" y="148925"/>
                  <a:pt x="762415" y="144421"/>
                  <a:pt x="761126" y="143135"/>
                </a:cubicBezTo>
                <a:cubicBezTo>
                  <a:pt x="748042" y="142490"/>
                  <a:pt x="745682" y="141419"/>
                  <a:pt x="745682" y="123615"/>
                </a:cubicBezTo>
                <a:lnTo>
                  <a:pt x="745682" y="24741"/>
                </a:lnTo>
                <a:cubicBezTo>
                  <a:pt x="745682" y="10802"/>
                  <a:pt x="746539" y="2174"/>
                  <a:pt x="746539" y="2174"/>
                </a:cubicBezTo>
                <a:cubicBezTo>
                  <a:pt x="746539" y="655"/>
                  <a:pt x="745682" y="0"/>
                  <a:pt x="743750" y="0"/>
                </a:cubicBezTo>
                <a:cubicBezTo>
                  <a:pt x="738388" y="2174"/>
                  <a:pt x="722296" y="5215"/>
                  <a:pt x="713716" y="5866"/>
                </a:cubicBezTo>
                <a:cubicBezTo>
                  <a:pt x="713287" y="7585"/>
                  <a:pt x="713716" y="11015"/>
                  <a:pt x="715003" y="12305"/>
                </a:cubicBezTo>
                <a:cubicBezTo>
                  <a:pt x="727445" y="13159"/>
                  <a:pt x="728732" y="13804"/>
                  <a:pt x="728732" y="29890"/>
                </a:cubicBezTo>
                <a:lnTo>
                  <a:pt x="728732" y="123615"/>
                </a:lnTo>
                <a:close/>
                <a:moveTo>
                  <a:pt x="859897" y="30878"/>
                </a:moveTo>
                <a:cubicBezTo>
                  <a:pt x="859897" y="24652"/>
                  <a:pt x="863114" y="17143"/>
                  <a:pt x="878559" y="17143"/>
                </a:cubicBezTo>
                <a:cubicBezTo>
                  <a:pt x="893361" y="17143"/>
                  <a:pt x="908164" y="22079"/>
                  <a:pt x="908164" y="49334"/>
                </a:cubicBezTo>
                <a:cubicBezTo>
                  <a:pt x="908164" y="72513"/>
                  <a:pt x="897011" y="81954"/>
                  <a:pt x="876202" y="81954"/>
                </a:cubicBezTo>
                <a:cubicBezTo>
                  <a:pt x="870836" y="81954"/>
                  <a:pt x="862257" y="81525"/>
                  <a:pt x="859897" y="80880"/>
                </a:cubicBezTo>
                <a:lnTo>
                  <a:pt x="859897" y="30878"/>
                </a:lnTo>
                <a:moveTo>
                  <a:pt x="841660" y="37530"/>
                </a:moveTo>
                <a:lnTo>
                  <a:pt x="841660" y="123599"/>
                </a:lnTo>
                <a:cubicBezTo>
                  <a:pt x="841660" y="141416"/>
                  <a:pt x="838014" y="142490"/>
                  <a:pt x="822998" y="143135"/>
                </a:cubicBezTo>
                <a:cubicBezTo>
                  <a:pt x="821709" y="144421"/>
                  <a:pt x="821709" y="148925"/>
                  <a:pt x="822998" y="150212"/>
                </a:cubicBezTo>
                <a:cubicBezTo>
                  <a:pt x="832652" y="149999"/>
                  <a:pt x="843228" y="149783"/>
                  <a:pt x="850885" y="149783"/>
                </a:cubicBezTo>
                <a:cubicBezTo>
                  <a:pt x="858479" y="149783"/>
                  <a:pt x="871053" y="149999"/>
                  <a:pt x="881780" y="150212"/>
                </a:cubicBezTo>
                <a:cubicBezTo>
                  <a:pt x="883066" y="148925"/>
                  <a:pt x="883066" y="144421"/>
                  <a:pt x="881780" y="143135"/>
                </a:cubicBezTo>
                <a:cubicBezTo>
                  <a:pt x="865046" y="142274"/>
                  <a:pt x="859897" y="141416"/>
                  <a:pt x="859897" y="123599"/>
                </a:cubicBezTo>
                <a:lnTo>
                  <a:pt x="859897" y="87103"/>
                </a:lnTo>
                <a:cubicBezTo>
                  <a:pt x="864617" y="88606"/>
                  <a:pt x="869763" y="89247"/>
                  <a:pt x="877272" y="89247"/>
                </a:cubicBezTo>
                <a:cubicBezTo>
                  <a:pt x="916318" y="89247"/>
                  <a:pt x="928115" y="63714"/>
                  <a:pt x="928115" y="45471"/>
                </a:cubicBezTo>
                <a:cubicBezTo>
                  <a:pt x="928115" y="32810"/>
                  <a:pt x="919748" y="9847"/>
                  <a:pt x="880061" y="9847"/>
                </a:cubicBezTo>
                <a:cubicBezTo>
                  <a:pt x="871845" y="9847"/>
                  <a:pt x="859252" y="11349"/>
                  <a:pt x="850672" y="11349"/>
                </a:cubicBezTo>
                <a:cubicBezTo>
                  <a:pt x="842799" y="11349"/>
                  <a:pt x="831578" y="11136"/>
                  <a:pt x="822998" y="10920"/>
                </a:cubicBezTo>
                <a:cubicBezTo>
                  <a:pt x="821709" y="12207"/>
                  <a:pt x="821709" y="16714"/>
                  <a:pt x="822998" y="18001"/>
                </a:cubicBezTo>
                <a:cubicBezTo>
                  <a:pt x="838014" y="18646"/>
                  <a:pt x="841660" y="19716"/>
                  <a:pt x="841660" y="37530"/>
                </a:cubicBezTo>
                <a:close/>
                <a:moveTo>
                  <a:pt x="973961" y="72900"/>
                </a:moveTo>
                <a:cubicBezTo>
                  <a:pt x="973594" y="64313"/>
                  <a:pt x="973254" y="58801"/>
                  <a:pt x="972246" y="56591"/>
                </a:cubicBezTo>
                <a:cubicBezTo>
                  <a:pt x="971794" y="55606"/>
                  <a:pt x="971385" y="54876"/>
                  <a:pt x="969670" y="54876"/>
                </a:cubicBezTo>
                <a:cubicBezTo>
                  <a:pt x="963663" y="57236"/>
                  <a:pt x="958085" y="59168"/>
                  <a:pt x="943282" y="61096"/>
                </a:cubicBezTo>
                <a:cubicBezTo>
                  <a:pt x="942854" y="62385"/>
                  <a:pt x="943282" y="65816"/>
                  <a:pt x="943711" y="67102"/>
                </a:cubicBezTo>
                <a:cubicBezTo>
                  <a:pt x="955296" y="68176"/>
                  <a:pt x="957656" y="69250"/>
                  <a:pt x="957656" y="81705"/>
                </a:cubicBezTo>
                <a:lnTo>
                  <a:pt x="957656" y="123589"/>
                </a:lnTo>
                <a:cubicBezTo>
                  <a:pt x="957656" y="141416"/>
                  <a:pt x="955083" y="142274"/>
                  <a:pt x="941780" y="143135"/>
                </a:cubicBezTo>
                <a:cubicBezTo>
                  <a:pt x="940493" y="144421"/>
                  <a:pt x="940493" y="148925"/>
                  <a:pt x="941780" y="150212"/>
                </a:cubicBezTo>
                <a:cubicBezTo>
                  <a:pt x="949289" y="149999"/>
                  <a:pt x="957656" y="149783"/>
                  <a:pt x="966239" y="149783"/>
                </a:cubicBezTo>
                <a:cubicBezTo>
                  <a:pt x="974819" y="149783"/>
                  <a:pt x="984688" y="149999"/>
                  <a:pt x="992194" y="150212"/>
                </a:cubicBezTo>
                <a:cubicBezTo>
                  <a:pt x="993484" y="148925"/>
                  <a:pt x="993484" y="144421"/>
                  <a:pt x="992194" y="143135"/>
                </a:cubicBezTo>
                <a:cubicBezTo>
                  <a:pt x="977179" y="142061"/>
                  <a:pt x="974603" y="141416"/>
                  <a:pt x="974603" y="123589"/>
                </a:cubicBezTo>
                <a:lnTo>
                  <a:pt x="974603" y="93735"/>
                </a:lnTo>
                <a:cubicBezTo>
                  <a:pt x="974603" y="88151"/>
                  <a:pt x="977179" y="83211"/>
                  <a:pt x="979752" y="79345"/>
                </a:cubicBezTo>
                <a:cubicBezTo>
                  <a:pt x="982112" y="75908"/>
                  <a:pt x="987048" y="68821"/>
                  <a:pt x="989621" y="68821"/>
                </a:cubicBezTo>
                <a:cubicBezTo>
                  <a:pt x="991553" y="68821"/>
                  <a:pt x="993484" y="69335"/>
                  <a:pt x="995157" y="71548"/>
                </a:cubicBezTo>
                <a:cubicBezTo>
                  <a:pt x="996787" y="73695"/>
                  <a:pt x="999190" y="76553"/>
                  <a:pt x="1002921" y="76553"/>
                </a:cubicBezTo>
                <a:cubicBezTo>
                  <a:pt x="1008070" y="76553"/>
                  <a:pt x="1013003" y="71181"/>
                  <a:pt x="1013003" y="65816"/>
                </a:cubicBezTo>
                <a:cubicBezTo>
                  <a:pt x="1013003" y="61718"/>
                  <a:pt x="1009144" y="55518"/>
                  <a:pt x="1000132" y="55518"/>
                </a:cubicBezTo>
                <a:cubicBezTo>
                  <a:pt x="990050" y="55518"/>
                  <a:pt x="981254" y="64958"/>
                  <a:pt x="976321" y="73328"/>
                </a:cubicBezTo>
                <a:cubicBezTo>
                  <a:pt x="975035" y="75692"/>
                  <a:pt x="974004" y="73973"/>
                  <a:pt x="973961" y="72900"/>
                </a:cubicBezTo>
                <a:close/>
                <a:moveTo>
                  <a:pt x="1043832" y="89287"/>
                </a:moveTo>
                <a:cubicBezTo>
                  <a:pt x="1047908" y="65148"/>
                  <a:pt x="1062926" y="63227"/>
                  <a:pt x="1068076" y="63227"/>
                </a:cubicBezTo>
                <a:cubicBezTo>
                  <a:pt x="1076226" y="63227"/>
                  <a:pt x="1085880" y="67715"/>
                  <a:pt x="1085880" y="85656"/>
                </a:cubicBezTo>
                <a:cubicBezTo>
                  <a:pt x="1085880" y="87578"/>
                  <a:pt x="1085022" y="88602"/>
                  <a:pt x="1082662" y="88648"/>
                </a:cubicBezTo>
                <a:lnTo>
                  <a:pt x="1043832" y="89287"/>
                </a:lnTo>
                <a:moveTo>
                  <a:pt x="1100038" y="129802"/>
                </a:moveTo>
                <a:cubicBezTo>
                  <a:pt x="1092103" y="137950"/>
                  <a:pt x="1085880" y="141377"/>
                  <a:pt x="1073438" y="141377"/>
                </a:cubicBezTo>
                <a:cubicBezTo>
                  <a:pt x="1065715" y="141377"/>
                  <a:pt x="1056704" y="136876"/>
                  <a:pt x="1050055" y="125946"/>
                </a:cubicBezTo>
                <a:cubicBezTo>
                  <a:pt x="1045764" y="118872"/>
                  <a:pt x="1043188" y="109012"/>
                  <a:pt x="1043188" y="96580"/>
                </a:cubicBezTo>
                <a:lnTo>
                  <a:pt x="1100254" y="97009"/>
                </a:lnTo>
                <a:cubicBezTo>
                  <a:pt x="1102827" y="97009"/>
                  <a:pt x="1104329" y="95722"/>
                  <a:pt x="1104329" y="93362"/>
                </a:cubicBezTo>
                <a:cubicBezTo>
                  <a:pt x="1104329" y="75404"/>
                  <a:pt x="1097893" y="56146"/>
                  <a:pt x="1068076" y="56146"/>
                </a:cubicBezTo>
                <a:cubicBezTo>
                  <a:pt x="1049410" y="56146"/>
                  <a:pt x="1025167" y="73908"/>
                  <a:pt x="1025167" y="106439"/>
                </a:cubicBezTo>
                <a:cubicBezTo>
                  <a:pt x="1025167" y="118443"/>
                  <a:pt x="1028172" y="130018"/>
                  <a:pt x="1035253" y="138162"/>
                </a:cubicBezTo>
                <a:cubicBezTo>
                  <a:pt x="1042546" y="146742"/>
                  <a:pt x="1052628" y="151888"/>
                  <a:pt x="1068076" y="151888"/>
                </a:cubicBezTo>
                <a:cubicBezTo>
                  <a:pt x="1084377" y="151888"/>
                  <a:pt x="1095962" y="144382"/>
                  <a:pt x="1104545" y="133233"/>
                </a:cubicBezTo>
                <a:cubicBezTo>
                  <a:pt x="1103900" y="131088"/>
                  <a:pt x="1102614" y="130018"/>
                  <a:pt x="1100038" y="129802"/>
                </a:cubicBezTo>
                <a:close/>
                <a:moveTo>
                  <a:pt x="1182784" y="64484"/>
                </a:moveTo>
                <a:cubicBezTo>
                  <a:pt x="1194369" y="65341"/>
                  <a:pt x="1195570" y="67953"/>
                  <a:pt x="1191085" y="78834"/>
                </a:cubicBezTo>
                <a:lnTo>
                  <a:pt x="1173772" y="120820"/>
                </a:lnTo>
                <a:cubicBezTo>
                  <a:pt x="1170299" y="129281"/>
                  <a:pt x="1169183" y="129131"/>
                  <a:pt x="1165834" y="120178"/>
                </a:cubicBezTo>
                <a:lnTo>
                  <a:pt x="1150367" y="78834"/>
                </a:lnTo>
                <a:cubicBezTo>
                  <a:pt x="1146527" y="68553"/>
                  <a:pt x="1145604" y="65983"/>
                  <a:pt x="1157038" y="64484"/>
                </a:cubicBezTo>
                <a:cubicBezTo>
                  <a:pt x="1158328" y="63197"/>
                  <a:pt x="1158328" y="58693"/>
                  <a:pt x="1157038" y="57403"/>
                </a:cubicBezTo>
                <a:cubicBezTo>
                  <a:pt x="1149961" y="57619"/>
                  <a:pt x="1142452" y="57835"/>
                  <a:pt x="1135371" y="57835"/>
                </a:cubicBezTo>
                <a:cubicBezTo>
                  <a:pt x="1128294" y="57835"/>
                  <a:pt x="1121855" y="57619"/>
                  <a:pt x="1115420" y="57403"/>
                </a:cubicBezTo>
                <a:cubicBezTo>
                  <a:pt x="1114133" y="58693"/>
                  <a:pt x="1114133" y="63197"/>
                  <a:pt x="1115420" y="64484"/>
                </a:cubicBezTo>
                <a:cubicBezTo>
                  <a:pt x="1126792" y="65832"/>
                  <a:pt x="1128294" y="69282"/>
                  <a:pt x="1132671" y="80121"/>
                </a:cubicBezTo>
                <a:lnTo>
                  <a:pt x="1160043" y="147809"/>
                </a:lnTo>
                <a:cubicBezTo>
                  <a:pt x="1161330" y="151024"/>
                  <a:pt x="1162616" y="152307"/>
                  <a:pt x="1165405" y="152307"/>
                </a:cubicBezTo>
                <a:cubicBezTo>
                  <a:pt x="1167552" y="152307"/>
                  <a:pt x="1169032" y="150939"/>
                  <a:pt x="1170554" y="147380"/>
                </a:cubicBezTo>
                <a:lnTo>
                  <a:pt x="1199174" y="80334"/>
                </a:lnTo>
                <a:cubicBezTo>
                  <a:pt x="1203184" y="70932"/>
                  <a:pt x="1205524" y="65554"/>
                  <a:pt x="1217538" y="64484"/>
                </a:cubicBezTo>
                <a:cubicBezTo>
                  <a:pt x="1218824" y="63197"/>
                  <a:pt x="1218824" y="58693"/>
                  <a:pt x="1217538" y="57403"/>
                </a:cubicBezTo>
                <a:cubicBezTo>
                  <a:pt x="1213247" y="57619"/>
                  <a:pt x="1208097" y="57835"/>
                  <a:pt x="1202519" y="57835"/>
                </a:cubicBezTo>
                <a:cubicBezTo>
                  <a:pt x="1195439" y="57835"/>
                  <a:pt x="1188146" y="57619"/>
                  <a:pt x="1182784" y="57403"/>
                </a:cubicBezTo>
                <a:cubicBezTo>
                  <a:pt x="1181497" y="58693"/>
                  <a:pt x="1181497" y="63197"/>
                  <a:pt x="1182784" y="64484"/>
                </a:cubicBezTo>
                <a:close/>
                <a:moveTo>
                  <a:pt x="1247506" y="89287"/>
                </a:moveTo>
                <a:cubicBezTo>
                  <a:pt x="1251582" y="65148"/>
                  <a:pt x="1266600" y="63227"/>
                  <a:pt x="1271749" y="63227"/>
                </a:cubicBezTo>
                <a:cubicBezTo>
                  <a:pt x="1279900" y="63227"/>
                  <a:pt x="1289554" y="67715"/>
                  <a:pt x="1289554" y="85656"/>
                </a:cubicBezTo>
                <a:cubicBezTo>
                  <a:pt x="1289554" y="87578"/>
                  <a:pt x="1288696" y="88602"/>
                  <a:pt x="1286336" y="88648"/>
                </a:cubicBezTo>
                <a:lnTo>
                  <a:pt x="1247506" y="89287"/>
                </a:lnTo>
                <a:moveTo>
                  <a:pt x="1303711" y="129802"/>
                </a:moveTo>
                <a:cubicBezTo>
                  <a:pt x="1295776" y="137950"/>
                  <a:pt x="1289554" y="141377"/>
                  <a:pt x="1277111" y="141377"/>
                </a:cubicBezTo>
                <a:cubicBezTo>
                  <a:pt x="1269389" y="141377"/>
                  <a:pt x="1260377" y="136876"/>
                  <a:pt x="1253729" y="125946"/>
                </a:cubicBezTo>
                <a:cubicBezTo>
                  <a:pt x="1249438" y="118872"/>
                  <a:pt x="1246861" y="109012"/>
                  <a:pt x="1246861" y="96580"/>
                </a:cubicBezTo>
                <a:lnTo>
                  <a:pt x="1303927" y="97009"/>
                </a:lnTo>
                <a:cubicBezTo>
                  <a:pt x="1306500" y="97009"/>
                  <a:pt x="1308003" y="95722"/>
                  <a:pt x="1308003" y="93362"/>
                </a:cubicBezTo>
                <a:cubicBezTo>
                  <a:pt x="1308003" y="75404"/>
                  <a:pt x="1301567" y="56146"/>
                  <a:pt x="1271749" y="56146"/>
                </a:cubicBezTo>
                <a:cubicBezTo>
                  <a:pt x="1253084" y="56146"/>
                  <a:pt x="1228841" y="73908"/>
                  <a:pt x="1228841" y="106439"/>
                </a:cubicBezTo>
                <a:cubicBezTo>
                  <a:pt x="1228841" y="118443"/>
                  <a:pt x="1231846" y="130018"/>
                  <a:pt x="1238927" y="138162"/>
                </a:cubicBezTo>
                <a:cubicBezTo>
                  <a:pt x="1246220" y="146742"/>
                  <a:pt x="1256302" y="151888"/>
                  <a:pt x="1271749" y="151888"/>
                </a:cubicBezTo>
                <a:cubicBezTo>
                  <a:pt x="1288051" y="151888"/>
                  <a:pt x="1299636" y="144382"/>
                  <a:pt x="1308219" y="133233"/>
                </a:cubicBezTo>
                <a:cubicBezTo>
                  <a:pt x="1307574" y="131088"/>
                  <a:pt x="1306287" y="130018"/>
                  <a:pt x="1303711" y="129802"/>
                </a:cubicBezTo>
                <a:close/>
                <a:moveTo>
                  <a:pt x="1356208" y="72903"/>
                </a:moveTo>
                <a:cubicBezTo>
                  <a:pt x="1354898" y="74405"/>
                  <a:pt x="1353697" y="74923"/>
                  <a:pt x="1353635" y="72903"/>
                </a:cubicBezTo>
                <a:cubicBezTo>
                  <a:pt x="1353419" y="67106"/>
                  <a:pt x="1352924" y="58801"/>
                  <a:pt x="1351916" y="56591"/>
                </a:cubicBezTo>
                <a:cubicBezTo>
                  <a:pt x="1351468" y="55606"/>
                  <a:pt x="1351059" y="54876"/>
                  <a:pt x="1349343" y="54876"/>
                </a:cubicBezTo>
                <a:cubicBezTo>
                  <a:pt x="1343336" y="57236"/>
                  <a:pt x="1337759" y="59168"/>
                  <a:pt x="1322956" y="61096"/>
                </a:cubicBezTo>
                <a:cubicBezTo>
                  <a:pt x="1322527" y="62385"/>
                  <a:pt x="1322956" y="65816"/>
                  <a:pt x="1323385" y="67106"/>
                </a:cubicBezTo>
                <a:cubicBezTo>
                  <a:pt x="1334970" y="68179"/>
                  <a:pt x="1337330" y="69253"/>
                  <a:pt x="1337330" y="81708"/>
                </a:cubicBezTo>
                <a:lnTo>
                  <a:pt x="1337330" y="123589"/>
                </a:lnTo>
                <a:cubicBezTo>
                  <a:pt x="1337330" y="141200"/>
                  <a:pt x="1335186" y="142061"/>
                  <a:pt x="1322311" y="143135"/>
                </a:cubicBezTo>
                <a:cubicBezTo>
                  <a:pt x="1321025" y="144421"/>
                  <a:pt x="1321025" y="148925"/>
                  <a:pt x="1322311" y="150212"/>
                </a:cubicBezTo>
                <a:cubicBezTo>
                  <a:pt x="1328750" y="149999"/>
                  <a:pt x="1337330" y="149783"/>
                  <a:pt x="1345909" y="149783"/>
                </a:cubicBezTo>
                <a:cubicBezTo>
                  <a:pt x="1354492" y="149783"/>
                  <a:pt x="1360928" y="149999"/>
                  <a:pt x="1367364" y="150212"/>
                </a:cubicBezTo>
                <a:cubicBezTo>
                  <a:pt x="1368650" y="148925"/>
                  <a:pt x="1368650" y="144421"/>
                  <a:pt x="1367364" y="143135"/>
                </a:cubicBezTo>
                <a:cubicBezTo>
                  <a:pt x="1356424" y="142061"/>
                  <a:pt x="1354276" y="141200"/>
                  <a:pt x="1354276" y="123589"/>
                </a:cubicBezTo>
                <a:lnTo>
                  <a:pt x="1354276" y="88367"/>
                </a:lnTo>
                <a:cubicBezTo>
                  <a:pt x="1354276" y="83856"/>
                  <a:pt x="1356208" y="81280"/>
                  <a:pt x="1357923" y="79348"/>
                </a:cubicBezTo>
                <a:cubicBezTo>
                  <a:pt x="1366077" y="71400"/>
                  <a:pt x="1375730" y="66674"/>
                  <a:pt x="1384097" y="66674"/>
                </a:cubicBezTo>
                <a:cubicBezTo>
                  <a:pt x="1388389" y="66674"/>
                  <a:pt x="1392893" y="69466"/>
                  <a:pt x="1395466" y="74405"/>
                </a:cubicBezTo>
                <a:cubicBezTo>
                  <a:pt x="1397613" y="78703"/>
                  <a:pt x="1398042" y="84501"/>
                  <a:pt x="1398042" y="90943"/>
                </a:cubicBezTo>
                <a:lnTo>
                  <a:pt x="1398042" y="123589"/>
                </a:lnTo>
                <a:cubicBezTo>
                  <a:pt x="1398042" y="141200"/>
                  <a:pt x="1395895" y="142061"/>
                  <a:pt x="1384739" y="143135"/>
                </a:cubicBezTo>
                <a:cubicBezTo>
                  <a:pt x="1383669" y="144421"/>
                  <a:pt x="1383669" y="148925"/>
                  <a:pt x="1384739" y="150212"/>
                </a:cubicBezTo>
                <a:cubicBezTo>
                  <a:pt x="1391178" y="149999"/>
                  <a:pt x="1398042" y="149783"/>
                  <a:pt x="1406622" y="149783"/>
                </a:cubicBezTo>
                <a:cubicBezTo>
                  <a:pt x="1415205" y="149783"/>
                  <a:pt x="1422927" y="149999"/>
                  <a:pt x="1429363" y="150212"/>
                </a:cubicBezTo>
                <a:cubicBezTo>
                  <a:pt x="1430436" y="148925"/>
                  <a:pt x="1430436" y="144421"/>
                  <a:pt x="1429363" y="143135"/>
                </a:cubicBezTo>
                <a:cubicBezTo>
                  <a:pt x="1417349" y="142061"/>
                  <a:pt x="1414989" y="141200"/>
                  <a:pt x="1414989" y="123589"/>
                </a:cubicBezTo>
                <a:lnTo>
                  <a:pt x="1414989" y="91588"/>
                </a:lnTo>
                <a:cubicBezTo>
                  <a:pt x="1414989" y="79777"/>
                  <a:pt x="1414131" y="69466"/>
                  <a:pt x="1409198" y="62814"/>
                </a:cubicBezTo>
                <a:cubicBezTo>
                  <a:pt x="1405548" y="58094"/>
                  <a:pt x="1398900" y="55518"/>
                  <a:pt x="1391391" y="55518"/>
                </a:cubicBezTo>
                <a:cubicBezTo>
                  <a:pt x="1380880" y="55518"/>
                  <a:pt x="1368928" y="58307"/>
                  <a:pt x="1356208" y="72903"/>
                </a:cubicBezTo>
                <a:close/>
                <a:moveTo>
                  <a:pt x="1442814" y="57822"/>
                </a:moveTo>
                <a:cubicBezTo>
                  <a:pt x="1439809" y="57822"/>
                  <a:pt x="1438952" y="60398"/>
                  <a:pt x="1438952" y="62114"/>
                </a:cubicBezTo>
                <a:lnTo>
                  <a:pt x="1438952" y="64903"/>
                </a:lnTo>
                <a:cubicBezTo>
                  <a:pt x="1438952" y="65976"/>
                  <a:pt x="1439164" y="66189"/>
                  <a:pt x="1440025" y="66189"/>
                </a:cubicBezTo>
                <a:lnTo>
                  <a:pt x="1452680" y="66189"/>
                </a:lnTo>
                <a:lnTo>
                  <a:pt x="1452680" y="130666"/>
                </a:lnTo>
                <a:cubicBezTo>
                  <a:pt x="1452680" y="145881"/>
                  <a:pt x="1459332" y="151888"/>
                  <a:pt x="1469198" y="151888"/>
                </a:cubicBezTo>
                <a:cubicBezTo>
                  <a:pt x="1479068" y="151888"/>
                  <a:pt x="1489795" y="147171"/>
                  <a:pt x="1498162" y="137734"/>
                </a:cubicBezTo>
                <a:cubicBezTo>
                  <a:pt x="1497733" y="135527"/>
                  <a:pt x="1496446" y="134306"/>
                  <a:pt x="1494299" y="134093"/>
                </a:cubicBezTo>
                <a:cubicBezTo>
                  <a:pt x="1488721" y="138378"/>
                  <a:pt x="1482285" y="140090"/>
                  <a:pt x="1476707" y="140090"/>
                </a:cubicBezTo>
                <a:cubicBezTo>
                  <a:pt x="1470917" y="140090"/>
                  <a:pt x="1469630" y="133665"/>
                  <a:pt x="1469630" y="120384"/>
                </a:cubicBezTo>
                <a:lnTo>
                  <a:pt x="1469630" y="66189"/>
                </a:lnTo>
                <a:lnTo>
                  <a:pt x="1491939" y="66189"/>
                </a:lnTo>
                <a:cubicBezTo>
                  <a:pt x="1494086" y="66189"/>
                  <a:pt x="1497088" y="65331"/>
                  <a:pt x="1497088" y="63400"/>
                </a:cubicBezTo>
                <a:lnTo>
                  <a:pt x="1497088" y="59112"/>
                </a:lnTo>
                <a:cubicBezTo>
                  <a:pt x="1497088" y="58254"/>
                  <a:pt x="1496446" y="57822"/>
                  <a:pt x="1495373" y="57822"/>
                </a:cubicBezTo>
                <a:lnTo>
                  <a:pt x="1469630" y="57822"/>
                </a:lnTo>
                <a:lnTo>
                  <a:pt x="1469630" y="49458"/>
                </a:lnTo>
                <a:cubicBezTo>
                  <a:pt x="1469630" y="35514"/>
                  <a:pt x="1470488" y="26931"/>
                  <a:pt x="1470488" y="26931"/>
                </a:cubicBezTo>
                <a:cubicBezTo>
                  <a:pt x="1470488" y="25559"/>
                  <a:pt x="1469843" y="25045"/>
                  <a:pt x="1468835" y="25045"/>
                </a:cubicBezTo>
                <a:cubicBezTo>
                  <a:pt x="1467869" y="25045"/>
                  <a:pt x="1466046" y="25880"/>
                  <a:pt x="1464052" y="26973"/>
                </a:cubicBezTo>
                <a:cubicBezTo>
                  <a:pt x="1461627" y="28325"/>
                  <a:pt x="1459440" y="29248"/>
                  <a:pt x="1456756" y="29998"/>
                </a:cubicBezTo>
                <a:cubicBezTo>
                  <a:pt x="1454183" y="30728"/>
                  <a:pt x="1452039" y="31458"/>
                  <a:pt x="1452039" y="32937"/>
                </a:cubicBezTo>
                <a:cubicBezTo>
                  <a:pt x="1452039" y="35429"/>
                  <a:pt x="1452680" y="34011"/>
                  <a:pt x="1452680" y="57803"/>
                </a:cubicBezTo>
                <a:lnTo>
                  <a:pt x="1442814" y="57822"/>
                </a:lnTo>
                <a:close/>
                <a:moveTo>
                  <a:pt x="1521910" y="21192"/>
                </a:moveTo>
                <a:cubicBezTo>
                  <a:pt x="1521910" y="26770"/>
                  <a:pt x="1527060" y="32348"/>
                  <a:pt x="1532205" y="32348"/>
                </a:cubicBezTo>
                <a:cubicBezTo>
                  <a:pt x="1538212" y="32348"/>
                  <a:pt x="1543361" y="26577"/>
                  <a:pt x="1543361" y="22050"/>
                </a:cubicBezTo>
                <a:cubicBezTo>
                  <a:pt x="1543361" y="16904"/>
                  <a:pt x="1538857" y="10894"/>
                  <a:pt x="1533066" y="10894"/>
                </a:cubicBezTo>
                <a:cubicBezTo>
                  <a:pt x="1527917" y="10894"/>
                  <a:pt x="1521910" y="16043"/>
                  <a:pt x="1521910" y="21192"/>
                </a:cubicBezTo>
                <a:moveTo>
                  <a:pt x="1541433" y="123609"/>
                </a:moveTo>
                <a:lnTo>
                  <a:pt x="1541433" y="80851"/>
                </a:lnTo>
                <a:cubicBezTo>
                  <a:pt x="1541433" y="70186"/>
                  <a:pt x="1542291" y="56408"/>
                  <a:pt x="1542291" y="56408"/>
                </a:cubicBezTo>
                <a:cubicBezTo>
                  <a:pt x="1542291" y="55541"/>
                  <a:pt x="1541217" y="54889"/>
                  <a:pt x="1539502" y="54889"/>
                </a:cubicBezTo>
                <a:cubicBezTo>
                  <a:pt x="1533387" y="57275"/>
                  <a:pt x="1524912" y="59226"/>
                  <a:pt x="1510110" y="61174"/>
                </a:cubicBezTo>
                <a:cubicBezTo>
                  <a:pt x="1509681" y="62464"/>
                  <a:pt x="1510110" y="65894"/>
                  <a:pt x="1510539" y="67184"/>
                </a:cubicBezTo>
                <a:cubicBezTo>
                  <a:pt x="1522231" y="68278"/>
                  <a:pt x="1524483" y="69544"/>
                  <a:pt x="1524483" y="81774"/>
                </a:cubicBezTo>
                <a:lnTo>
                  <a:pt x="1524483" y="123609"/>
                </a:lnTo>
                <a:cubicBezTo>
                  <a:pt x="1524483" y="141416"/>
                  <a:pt x="1522123" y="142061"/>
                  <a:pt x="1509039" y="143135"/>
                </a:cubicBezTo>
                <a:cubicBezTo>
                  <a:pt x="1507750" y="144421"/>
                  <a:pt x="1507750" y="148925"/>
                  <a:pt x="1509039" y="150212"/>
                </a:cubicBezTo>
                <a:cubicBezTo>
                  <a:pt x="1516116" y="149999"/>
                  <a:pt x="1524483" y="149783"/>
                  <a:pt x="1533066" y="149783"/>
                </a:cubicBezTo>
                <a:cubicBezTo>
                  <a:pt x="1541646" y="149783"/>
                  <a:pt x="1549797" y="149999"/>
                  <a:pt x="1556877" y="150212"/>
                </a:cubicBezTo>
                <a:cubicBezTo>
                  <a:pt x="1558164" y="148925"/>
                  <a:pt x="1558164" y="144421"/>
                  <a:pt x="1556877" y="143135"/>
                </a:cubicBezTo>
                <a:cubicBezTo>
                  <a:pt x="1543790" y="142277"/>
                  <a:pt x="1541433" y="141416"/>
                  <a:pt x="1541433" y="123609"/>
                </a:cubicBezTo>
                <a:close/>
                <a:moveTo>
                  <a:pt x="1571400" y="105742"/>
                </a:moveTo>
                <a:cubicBezTo>
                  <a:pt x="1571400" y="127638"/>
                  <a:pt x="1585989" y="151888"/>
                  <a:pt x="1616452" y="151888"/>
                </a:cubicBezTo>
                <a:cubicBezTo>
                  <a:pt x="1630269" y="151888"/>
                  <a:pt x="1640653" y="147020"/>
                  <a:pt x="1647966" y="139874"/>
                </a:cubicBezTo>
                <a:cubicBezTo>
                  <a:pt x="1657576" y="130473"/>
                  <a:pt x="1661933" y="116970"/>
                  <a:pt x="1661933" y="103811"/>
                </a:cubicBezTo>
                <a:cubicBezTo>
                  <a:pt x="1661933" y="81486"/>
                  <a:pt x="1649704" y="55518"/>
                  <a:pt x="1616881" y="55518"/>
                </a:cubicBezTo>
                <a:cubicBezTo>
                  <a:pt x="1602766" y="55518"/>
                  <a:pt x="1591116" y="61312"/>
                  <a:pt x="1583266" y="70539"/>
                </a:cubicBezTo>
                <a:cubicBezTo>
                  <a:pt x="1575478" y="79685"/>
                  <a:pt x="1571400" y="92177"/>
                  <a:pt x="1571400" y="105742"/>
                </a:cubicBezTo>
                <a:moveTo>
                  <a:pt x="1613663" y="63027"/>
                </a:moveTo>
                <a:cubicBezTo>
                  <a:pt x="1632112" y="63027"/>
                  <a:pt x="1643484" y="79771"/>
                  <a:pt x="1643484" y="110682"/>
                </a:cubicBezTo>
                <a:cubicBezTo>
                  <a:pt x="1643484" y="137727"/>
                  <a:pt x="1629539" y="144382"/>
                  <a:pt x="1619457" y="144382"/>
                </a:cubicBezTo>
                <a:cubicBezTo>
                  <a:pt x="1597145" y="144382"/>
                  <a:pt x="1589852" y="117333"/>
                  <a:pt x="1589852" y="100806"/>
                </a:cubicBezTo>
                <a:cubicBezTo>
                  <a:pt x="1589852" y="82131"/>
                  <a:pt x="1594356" y="63027"/>
                  <a:pt x="1613663" y="63027"/>
                </a:cubicBezTo>
                <a:close/>
                <a:moveTo>
                  <a:pt x="1709922" y="72903"/>
                </a:moveTo>
                <a:cubicBezTo>
                  <a:pt x="1708612" y="74405"/>
                  <a:pt x="1707411" y="74923"/>
                  <a:pt x="1707349" y="72903"/>
                </a:cubicBezTo>
                <a:cubicBezTo>
                  <a:pt x="1707133" y="67106"/>
                  <a:pt x="1706639" y="58801"/>
                  <a:pt x="1705630" y="56591"/>
                </a:cubicBezTo>
                <a:cubicBezTo>
                  <a:pt x="1705182" y="55606"/>
                  <a:pt x="1704773" y="54876"/>
                  <a:pt x="1703057" y="54876"/>
                </a:cubicBezTo>
                <a:cubicBezTo>
                  <a:pt x="1697051" y="57236"/>
                  <a:pt x="1691473" y="59168"/>
                  <a:pt x="1676670" y="61096"/>
                </a:cubicBezTo>
                <a:cubicBezTo>
                  <a:pt x="1676241" y="62385"/>
                  <a:pt x="1676670" y="65816"/>
                  <a:pt x="1677099" y="67106"/>
                </a:cubicBezTo>
                <a:cubicBezTo>
                  <a:pt x="1688684" y="68179"/>
                  <a:pt x="1691044" y="69253"/>
                  <a:pt x="1691044" y="81708"/>
                </a:cubicBezTo>
                <a:lnTo>
                  <a:pt x="1691044" y="123589"/>
                </a:lnTo>
                <a:cubicBezTo>
                  <a:pt x="1691044" y="141200"/>
                  <a:pt x="1688900" y="142061"/>
                  <a:pt x="1676025" y="143135"/>
                </a:cubicBezTo>
                <a:cubicBezTo>
                  <a:pt x="1674739" y="144421"/>
                  <a:pt x="1674739" y="148925"/>
                  <a:pt x="1676025" y="150212"/>
                </a:cubicBezTo>
                <a:cubicBezTo>
                  <a:pt x="1682464" y="149999"/>
                  <a:pt x="1691044" y="149783"/>
                  <a:pt x="1699624" y="149783"/>
                </a:cubicBezTo>
                <a:cubicBezTo>
                  <a:pt x="1708207" y="149783"/>
                  <a:pt x="1714642" y="149999"/>
                  <a:pt x="1721078" y="150212"/>
                </a:cubicBezTo>
                <a:cubicBezTo>
                  <a:pt x="1722364" y="148925"/>
                  <a:pt x="1722364" y="144421"/>
                  <a:pt x="1721078" y="143135"/>
                </a:cubicBezTo>
                <a:cubicBezTo>
                  <a:pt x="1710138" y="142061"/>
                  <a:pt x="1707991" y="141200"/>
                  <a:pt x="1707991" y="123589"/>
                </a:cubicBezTo>
                <a:lnTo>
                  <a:pt x="1707991" y="88367"/>
                </a:lnTo>
                <a:cubicBezTo>
                  <a:pt x="1707991" y="83856"/>
                  <a:pt x="1709922" y="81280"/>
                  <a:pt x="1711637" y="79348"/>
                </a:cubicBezTo>
                <a:cubicBezTo>
                  <a:pt x="1719791" y="71400"/>
                  <a:pt x="1729445" y="66674"/>
                  <a:pt x="1737812" y="66674"/>
                </a:cubicBezTo>
                <a:cubicBezTo>
                  <a:pt x="1742103" y="66674"/>
                  <a:pt x="1746607" y="69466"/>
                  <a:pt x="1749180" y="74405"/>
                </a:cubicBezTo>
                <a:cubicBezTo>
                  <a:pt x="1751328" y="78703"/>
                  <a:pt x="1751757" y="84501"/>
                  <a:pt x="1751757" y="90943"/>
                </a:cubicBezTo>
                <a:lnTo>
                  <a:pt x="1751757" y="123589"/>
                </a:lnTo>
                <a:cubicBezTo>
                  <a:pt x="1751757" y="141200"/>
                  <a:pt x="1749609" y="142061"/>
                  <a:pt x="1738453" y="143135"/>
                </a:cubicBezTo>
                <a:cubicBezTo>
                  <a:pt x="1737383" y="144421"/>
                  <a:pt x="1737383" y="148925"/>
                  <a:pt x="1738453" y="150212"/>
                </a:cubicBezTo>
                <a:cubicBezTo>
                  <a:pt x="1744892" y="149999"/>
                  <a:pt x="1751757" y="149783"/>
                  <a:pt x="1760336" y="149783"/>
                </a:cubicBezTo>
                <a:cubicBezTo>
                  <a:pt x="1768919" y="149783"/>
                  <a:pt x="1776641" y="149999"/>
                  <a:pt x="1783077" y="150212"/>
                </a:cubicBezTo>
                <a:cubicBezTo>
                  <a:pt x="1784151" y="148925"/>
                  <a:pt x="1784151" y="144421"/>
                  <a:pt x="1783077" y="143135"/>
                </a:cubicBezTo>
                <a:cubicBezTo>
                  <a:pt x="1771063" y="142061"/>
                  <a:pt x="1768703" y="141200"/>
                  <a:pt x="1768703" y="123589"/>
                </a:cubicBezTo>
                <a:lnTo>
                  <a:pt x="1768703" y="91588"/>
                </a:lnTo>
                <a:cubicBezTo>
                  <a:pt x="1768703" y="79777"/>
                  <a:pt x="1767845" y="69466"/>
                  <a:pt x="1762912" y="62814"/>
                </a:cubicBezTo>
                <a:cubicBezTo>
                  <a:pt x="1759263" y="58094"/>
                  <a:pt x="1752614" y="55518"/>
                  <a:pt x="1745105" y="55518"/>
                </a:cubicBezTo>
                <a:cubicBezTo>
                  <a:pt x="1734594" y="55518"/>
                  <a:pt x="1722642" y="58307"/>
                  <a:pt x="1709922" y="7290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5F00A8-6A49-4E53-B173-9A8B88CA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394" y="1587793"/>
            <a:ext cx="1172060" cy="774397"/>
          </a:xfrm>
          <a:custGeom xmlns:a="http://schemas.openxmlformats.org/drawingml/2006/main">
            <a:pathLst>
              <a:path w="1172060" h="774397">
                <a:moveTo>
                  <a:pt x="0" y="0"/>
                </a:moveTo>
                <a:lnTo>
                  <a:pt x="1172060" y="0"/>
                </a:lnTo>
                <a:lnTo>
                  <a:pt x="1172060" y="774397"/>
                </a:lnTo>
                <a:lnTo>
                  <a:pt x="0" y="7743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56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StopTDC">
            <a:extLst xmlns:a="http://schemas.openxmlformats.org/drawingml/2006/main">
              <a:ext uri="{FF2B5EF4-FFF2-40B4-BE49-F238E27FC236}">
                <a16:creationId xmlns:a16="http://schemas.microsoft.com/office/drawing/2014/main" id="{D1C2C59C-42AE-4BB0-951D-B45E4DEA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839" y="1780592"/>
            <a:ext cx="850756" cy="191483"/>
          </a:xfrm>
          <a:custGeom xmlns:a="http://schemas.openxmlformats.org/drawingml/2006/main">
            <a:pathLst>
              <a:path w="850756" h="191483">
                <a:moveTo>
                  <a:pt x="78861" y="5794"/>
                </a:moveTo>
                <a:cubicBezTo>
                  <a:pt x="66461" y="4079"/>
                  <a:pt x="66932" y="0"/>
                  <a:pt x="45995" y="0"/>
                </a:cubicBezTo>
                <a:cubicBezTo>
                  <a:pt x="24243" y="0"/>
                  <a:pt x="5149" y="14374"/>
                  <a:pt x="5149" y="37114"/>
                </a:cubicBezTo>
                <a:cubicBezTo>
                  <a:pt x="5149" y="59724"/>
                  <a:pt x="23706" y="70042"/>
                  <a:pt x="42584" y="77227"/>
                </a:cubicBezTo>
                <a:cubicBezTo>
                  <a:pt x="55626" y="82183"/>
                  <a:pt x="71440" y="88213"/>
                  <a:pt x="71440" y="109192"/>
                </a:cubicBezTo>
                <a:cubicBezTo>
                  <a:pt x="71440" y="126568"/>
                  <a:pt x="61740" y="135576"/>
                  <a:pt x="44620" y="135576"/>
                </a:cubicBezTo>
                <a:cubicBezTo>
                  <a:pt x="24584" y="135576"/>
                  <a:pt x="11693" y="126460"/>
                  <a:pt x="6972" y="105117"/>
                </a:cubicBezTo>
                <a:cubicBezTo>
                  <a:pt x="4334" y="104256"/>
                  <a:pt x="2059" y="104665"/>
                  <a:pt x="0" y="105758"/>
                </a:cubicBezTo>
                <a:cubicBezTo>
                  <a:pt x="858" y="122276"/>
                  <a:pt x="1715" y="127854"/>
                  <a:pt x="4291" y="138365"/>
                </a:cubicBezTo>
                <a:cubicBezTo>
                  <a:pt x="17804" y="138365"/>
                  <a:pt x="23791" y="143298"/>
                  <a:pt x="42820" y="143298"/>
                </a:cubicBezTo>
                <a:cubicBezTo>
                  <a:pt x="52581" y="143298"/>
                  <a:pt x="61826" y="140919"/>
                  <a:pt x="69292" y="136264"/>
                </a:cubicBezTo>
                <a:cubicBezTo>
                  <a:pt x="81627" y="128542"/>
                  <a:pt x="89460" y="115327"/>
                  <a:pt x="89460" y="101683"/>
                </a:cubicBezTo>
                <a:cubicBezTo>
                  <a:pt x="89460" y="78857"/>
                  <a:pt x="72274" y="68863"/>
                  <a:pt x="54598" y="62235"/>
                </a:cubicBezTo>
                <a:cubicBezTo>
                  <a:pt x="41897" y="57472"/>
                  <a:pt x="20466" y="49364"/>
                  <a:pt x="20466" y="31324"/>
                </a:cubicBezTo>
                <a:cubicBezTo>
                  <a:pt x="20466" y="19310"/>
                  <a:pt x="31320" y="7297"/>
                  <a:pt x="43956" y="7297"/>
                </a:cubicBezTo>
                <a:cubicBezTo>
                  <a:pt x="64788" y="7297"/>
                  <a:pt x="71440" y="20597"/>
                  <a:pt x="75728" y="34754"/>
                </a:cubicBezTo>
                <a:cubicBezTo>
                  <a:pt x="77980" y="35140"/>
                  <a:pt x="80769" y="34970"/>
                  <a:pt x="82700" y="33468"/>
                </a:cubicBezTo>
                <a:cubicBezTo>
                  <a:pt x="81951" y="23169"/>
                  <a:pt x="81093" y="17163"/>
                  <a:pt x="78861" y="5794"/>
                </a:cubicBezTo>
                <a:close/>
                <a:moveTo>
                  <a:pt x="108359" y="49233"/>
                </a:moveTo>
                <a:cubicBezTo>
                  <a:pt x="105354" y="49233"/>
                  <a:pt x="104497" y="51809"/>
                  <a:pt x="104497" y="53524"/>
                </a:cubicBezTo>
                <a:lnTo>
                  <a:pt x="104497" y="56313"/>
                </a:lnTo>
                <a:cubicBezTo>
                  <a:pt x="104497" y="57387"/>
                  <a:pt x="104709" y="57600"/>
                  <a:pt x="105570" y="57600"/>
                </a:cubicBezTo>
                <a:lnTo>
                  <a:pt x="118225" y="57600"/>
                </a:lnTo>
                <a:lnTo>
                  <a:pt x="118225" y="122077"/>
                </a:lnTo>
                <a:cubicBezTo>
                  <a:pt x="118225" y="137292"/>
                  <a:pt x="124877" y="143298"/>
                  <a:pt x="134743" y="143298"/>
                </a:cubicBezTo>
                <a:cubicBezTo>
                  <a:pt x="144613" y="143298"/>
                  <a:pt x="155340" y="138581"/>
                  <a:pt x="163707" y="129144"/>
                </a:cubicBezTo>
                <a:cubicBezTo>
                  <a:pt x="163278" y="126938"/>
                  <a:pt x="161991" y="125717"/>
                  <a:pt x="159844" y="125504"/>
                </a:cubicBezTo>
                <a:cubicBezTo>
                  <a:pt x="154266" y="129789"/>
                  <a:pt x="147830" y="131501"/>
                  <a:pt x="142253" y="131501"/>
                </a:cubicBezTo>
                <a:cubicBezTo>
                  <a:pt x="136462" y="131501"/>
                  <a:pt x="135175" y="125075"/>
                  <a:pt x="135175" y="111795"/>
                </a:cubicBezTo>
                <a:lnTo>
                  <a:pt x="135175" y="57600"/>
                </a:lnTo>
                <a:lnTo>
                  <a:pt x="157484" y="57600"/>
                </a:lnTo>
                <a:cubicBezTo>
                  <a:pt x="159631" y="57600"/>
                  <a:pt x="162633" y="56742"/>
                  <a:pt x="162633" y="54811"/>
                </a:cubicBezTo>
                <a:lnTo>
                  <a:pt x="162633" y="50522"/>
                </a:lnTo>
                <a:cubicBezTo>
                  <a:pt x="162633" y="49665"/>
                  <a:pt x="161991" y="49233"/>
                  <a:pt x="160918" y="49233"/>
                </a:cubicBezTo>
                <a:lnTo>
                  <a:pt x="135175" y="49233"/>
                </a:lnTo>
                <a:lnTo>
                  <a:pt x="135175" y="40869"/>
                </a:lnTo>
                <a:cubicBezTo>
                  <a:pt x="135175" y="26924"/>
                  <a:pt x="136033" y="18341"/>
                  <a:pt x="136033" y="18341"/>
                </a:cubicBezTo>
                <a:cubicBezTo>
                  <a:pt x="136033" y="16970"/>
                  <a:pt x="135388" y="16456"/>
                  <a:pt x="134380" y="16456"/>
                </a:cubicBezTo>
                <a:cubicBezTo>
                  <a:pt x="133414" y="16456"/>
                  <a:pt x="131591" y="17290"/>
                  <a:pt x="129597" y="18384"/>
                </a:cubicBezTo>
                <a:cubicBezTo>
                  <a:pt x="127172" y="19736"/>
                  <a:pt x="124985" y="20659"/>
                  <a:pt x="122301" y="21408"/>
                </a:cubicBezTo>
                <a:cubicBezTo>
                  <a:pt x="119728" y="22138"/>
                  <a:pt x="117584" y="22868"/>
                  <a:pt x="117584" y="24348"/>
                </a:cubicBezTo>
                <a:cubicBezTo>
                  <a:pt x="117584" y="26839"/>
                  <a:pt x="118225" y="25422"/>
                  <a:pt x="118225" y="49213"/>
                </a:cubicBezTo>
                <a:lnTo>
                  <a:pt x="108359" y="49233"/>
                </a:lnTo>
                <a:close/>
                <a:moveTo>
                  <a:pt x="176812" y="97153"/>
                </a:moveTo>
                <a:cubicBezTo>
                  <a:pt x="176812" y="119049"/>
                  <a:pt x="191402" y="143298"/>
                  <a:pt x="221864" y="143298"/>
                </a:cubicBezTo>
                <a:cubicBezTo>
                  <a:pt x="235682" y="143298"/>
                  <a:pt x="246065" y="138431"/>
                  <a:pt x="253378" y="131285"/>
                </a:cubicBezTo>
                <a:cubicBezTo>
                  <a:pt x="262989" y="121883"/>
                  <a:pt x="267346" y="108381"/>
                  <a:pt x="267346" y="95221"/>
                </a:cubicBezTo>
                <a:cubicBezTo>
                  <a:pt x="267346" y="72896"/>
                  <a:pt x="255116" y="46928"/>
                  <a:pt x="222293" y="46928"/>
                </a:cubicBezTo>
                <a:cubicBezTo>
                  <a:pt x="208178" y="46928"/>
                  <a:pt x="196528" y="52722"/>
                  <a:pt x="188678" y="61950"/>
                </a:cubicBezTo>
                <a:cubicBezTo>
                  <a:pt x="180891" y="71096"/>
                  <a:pt x="176812" y="83587"/>
                  <a:pt x="176812" y="97153"/>
                </a:cubicBezTo>
                <a:moveTo>
                  <a:pt x="219076" y="54437"/>
                </a:moveTo>
                <a:cubicBezTo>
                  <a:pt x="237525" y="54437"/>
                  <a:pt x="248897" y="71181"/>
                  <a:pt x="248897" y="102092"/>
                </a:cubicBezTo>
                <a:cubicBezTo>
                  <a:pt x="248897" y="129137"/>
                  <a:pt x="234952" y="135792"/>
                  <a:pt x="224870" y="135792"/>
                </a:cubicBezTo>
                <a:cubicBezTo>
                  <a:pt x="202558" y="135792"/>
                  <a:pt x="195264" y="108744"/>
                  <a:pt x="195264" y="92216"/>
                </a:cubicBezTo>
                <a:cubicBezTo>
                  <a:pt x="195264" y="73541"/>
                  <a:pt x="199769" y="54437"/>
                  <a:pt x="219076" y="54437"/>
                </a:cubicBezTo>
                <a:close/>
                <a:moveTo>
                  <a:pt x="313490" y="70107"/>
                </a:moveTo>
                <a:cubicBezTo>
                  <a:pt x="319067" y="63236"/>
                  <a:pt x="328894" y="56798"/>
                  <a:pt x="335156" y="56798"/>
                </a:cubicBezTo>
                <a:cubicBezTo>
                  <a:pt x="348889" y="56798"/>
                  <a:pt x="360686" y="72251"/>
                  <a:pt x="360686" y="96508"/>
                </a:cubicBezTo>
                <a:cubicBezTo>
                  <a:pt x="360686" y="114112"/>
                  <a:pt x="354467" y="136005"/>
                  <a:pt x="330439" y="136005"/>
                </a:cubicBezTo>
                <a:cubicBezTo>
                  <a:pt x="326577" y="136005"/>
                  <a:pt x="319067" y="134931"/>
                  <a:pt x="315208" y="131478"/>
                </a:cubicBezTo>
                <a:cubicBezTo>
                  <a:pt x="310894" y="127612"/>
                  <a:pt x="310059" y="126368"/>
                  <a:pt x="310059" y="118620"/>
                </a:cubicBezTo>
                <a:lnTo>
                  <a:pt x="310059" y="79551"/>
                </a:lnTo>
                <a:cubicBezTo>
                  <a:pt x="310059" y="75044"/>
                  <a:pt x="311002" y="73175"/>
                  <a:pt x="313490" y="70107"/>
                </a:cubicBezTo>
                <a:moveTo>
                  <a:pt x="309414" y="62163"/>
                </a:moveTo>
                <a:cubicBezTo>
                  <a:pt x="309093" y="55724"/>
                  <a:pt x="308707" y="50211"/>
                  <a:pt x="307699" y="48002"/>
                </a:cubicBezTo>
                <a:cubicBezTo>
                  <a:pt x="307247" y="47016"/>
                  <a:pt x="306841" y="46287"/>
                  <a:pt x="305123" y="46287"/>
                </a:cubicBezTo>
                <a:cubicBezTo>
                  <a:pt x="299116" y="48647"/>
                  <a:pt x="293538" y="50578"/>
                  <a:pt x="278735" y="52506"/>
                </a:cubicBezTo>
                <a:cubicBezTo>
                  <a:pt x="278307" y="53796"/>
                  <a:pt x="278735" y="57226"/>
                  <a:pt x="279167" y="58516"/>
                </a:cubicBezTo>
                <a:cubicBezTo>
                  <a:pt x="290749" y="59590"/>
                  <a:pt x="293109" y="60660"/>
                  <a:pt x="293109" y="73112"/>
                </a:cubicBezTo>
                <a:lnTo>
                  <a:pt x="293109" y="164821"/>
                </a:lnTo>
                <a:cubicBezTo>
                  <a:pt x="293109" y="182684"/>
                  <a:pt x="290749" y="183761"/>
                  <a:pt x="277665" y="184406"/>
                </a:cubicBezTo>
                <a:cubicBezTo>
                  <a:pt x="276378" y="185693"/>
                  <a:pt x="276378" y="190197"/>
                  <a:pt x="277665" y="191483"/>
                </a:cubicBezTo>
                <a:cubicBezTo>
                  <a:pt x="285174" y="191271"/>
                  <a:pt x="293109" y="191055"/>
                  <a:pt x="301692" y="191055"/>
                </a:cubicBezTo>
                <a:cubicBezTo>
                  <a:pt x="310272" y="191055"/>
                  <a:pt x="320570" y="191271"/>
                  <a:pt x="327650" y="191483"/>
                </a:cubicBezTo>
                <a:cubicBezTo>
                  <a:pt x="328937" y="190197"/>
                  <a:pt x="328937" y="185693"/>
                  <a:pt x="327650" y="184406"/>
                </a:cubicBezTo>
                <a:cubicBezTo>
                  <a:pt x="312419" y="183545"/>
                  <a:pt x="310059" y="182684"/>
                  <a:pt x="310059" y="164821"/>
                </a:cubicBezTo>
                <a:lnTo>
                  <a:pt x="310059" y="141583"/>
                </a:lnTo>
                <a:cubicBezTo>
                  <a:pt x="310059" y="138794"/>
                  <a:pt x="310874" y="139072"/>
                  <a:pt x="313061" y="139976"/>
                </a:cubicBezTo>
                <a:cubicBezTo>
                  <a:pt x="318318" y="142097"/>
                  <a:pt x="324947" y="143298"/>
                  <a:pt x="331726" y="143298"/>
                </a:cubicBezTo>
                <a:cubicBezTo>
                  <a:pt x="343739" y="143298"/>
                  <a:pt x="354467" y="139652"/>
                  <a:pt x="363262" y="131285"/>
                </a:cubicBezTo>
                <a:cubicBezTo>
                  <a:pt x="373344" y="121409"/>
                  <a:pt x="379135" y="108099"/>
                  <a:pt x="379135" y="90714"/>
                </a:cubicBezTo>
                <a:cubicBezTo>
                  <a:pt x="379135" y="67960"/>
                  <a:pt x="363046" y="46928"/>
                  <a:pt x="341163" y="46928"/>
                </a:cubicBezTo>
                <a:cubicBezTo>
                  <a:pt x="331189" y="46928"/>
                  <a:pt x="320249" y="53472"/>
                  <a:pt x="311774" y="63024"/>
                </a:cubicBezTo>
                <a:cubicBezTo>
                  <a:pt x="310573" y="64376"/>
                  <a:pt x="309522" y="64225"/>
                  <a:pt x="309414" y="62163"/>
                </a:cubicBezTo>
                <a:close/>
                <a:moveTo>
                  <a:pt x="515833" y="115039"/>
                </a:moveTo>
                <a:lnTo>
                  <a:pt x="515833" y="33163"/>
                </a:lnTo>
                <a:cubicBezTo>
                  <a:pt x="515833" y="19444"/>
                  <a:pt x="517981" y="11300"/>
                  <a:pt x="525703" y="11300"/>
                </a:cubicBezTo>
                <a:lnTo>
                  <a:pt x="530423" y="11300"/>
                </a:lnTo>
                <a:cubicBezTo>
                  <a:pt x="546512" y="11300"/>
                  <a:pt x="556594" y="16875"/>
                  <a:pt x="560241" y="33376"/>
                </a:cubicBezTo>
                <a:cubicBezTo>
                  <a:pt x="562601" y="33376"/>
                  <a:pt x="565606" y="33163"/>
                  <a:pt x="567534" y="32306"/>
                </a:cubicBezTo>
                <a:cubicBezTo>
                  <a:pt x="566035" y="22446"/>
                  <a:pt x="564961" y="11516"/>
                  <a:pt x="564745" y="1863"/>
                </a:cubicBezTo>
                <a:cubicBezTo>
                  <a:pt x="564745" y="1647"/>
                  <a:pt x="564316" y="1218"/>
                  <a:pt x="564103" y="1218"/>
                </a:cubicBezTo>
                <a:cubicBezTo>
                  <a:pt x="556810" y="1863"/>
                  <a:pt x="532996" y="2933"/>
                  <a:pt x="516049" y="2933"/>
                </a:cubicBezTo>
                <a:lnTo>
                  <a:pt x="497600" y="2933"/>
                </a:lnTo>
                <a:cubicBezTo>
                  <a:pt x="481079" y="2933"/>
                  <a:pt x="455766" y="1863"/>
                  <a:pt x="447615" y="1218"/>
                </a:cubicBezTo>
                <a:cubicBezTo>
                  <a:pt x="447186" y="1218"/>
                  <a:pt x="446757" y="1647"/>
                  <a:pt x="446757" y="1863"/>
                </a:cubicBezTo>
                <a:cubicBezTo>
                  <a:pt x="445896" y="11516"/>
                  <a:pt x="443752" y="22662"/>
                  <a:pt x="441392" y="32947"/>
                </a:cubicBezTo>
                <a:cubicBezTo>
                  <a:pt x="443536" y="33805"/>
                  <a:pt x="446112" y="34021"/>
                  <a:pt x="448685" y="34021"/>
                </a:cubicBezTo>
                <a:cubicBezTo>
                  <a:pt x="452977" y="16875"/>
                  <a:pt x="462846" y="11300"/>
                  <a:pt x="477004" y="11300"/>
                </a:cubicBezTo>
                <a:lnTo>
                  <a:pt x="487515" y="11300"/>
                </a:lnTo>
                <a:cubicBezTo>
                  <a:pt x="495453" y="11300"/>
                  <a:pt x="497600" y="19444"/>
                  <a:pt x="497600" y="32518"/>
                </a:cubicBezTo>
                <a:lnTo>
                  <a:pt x="497600" y="115039"/>
                </a:lnTo>
                <a:cubicBezTo>
                  <a:pt x="497600" y="132830"/>
                  <a:pt x="493950" y="133900"/>
                  <a:pt x="476791" y="134545"/>
                </a:cubicBezTo>
                <a:cubicBezTo>
                  <a:pt x="475501" y="135832"/>
                  <a:pt x="475501" y="140336"/>
                  <a:pt x="476791" y="141622"/>
                </a:cubicBezTo>
                <a:cubicBezTo>
                  <a:pt x="487302" y="141410"/>
                  <a:pt x="498222" y="141194"/>
                  <a:pt x="506825" y="141194"/>
                </a:cubicBezTo>
                <a:cubicBezTo>
                  <a:pt x="515061" y="141194"/>
                  <a:pt x="525915" y="141410"/>
                  <a:pt x="536643" y="141622"/>
                </a:cubicBezTo>
                <a:cubicBezTo>
                  <a:pt x="537929" y="140336"/>
                  <a:pt x="537929" y="135832"/>
                  <a:pt x="536643" y="134545"/>
                </a:cubicBezTo>
                <a:cubicBezTo>
                  <a:pt x="519480" y="133900"/>
                  <a:pt x="515833" y="132830"/>
                  <a:pt x="515833" y="115039"/>
                </a:cubicBezTo>
                <a:close/>
                <a:moveTo>
                  <a:pt x="610677" y="123167"/>
                </a:moveTo>
                <a:lnTo>
                  <a:pt x="610677" y="20119"/>
                </a:lnTo>
                <a:cubicBezTo>
                  <a:pt x="610677" y="12606"/>
                  <a:pt x="618186" y="9601"/>
                  <a:pt x="628697" y="9601"/>
                </a:cubicBezTo>
                <a:cubicBezTo>
                  <a:pt x="675036" y="9601"/>
                  <a:pt x="690267" y="47170"/>
                  <a:pt x="690267" y="80229"/>
                </a:cubicBezTo>
                <a:cubicBezTo>
                  <a:pt x="690267" y="123595"/>
                  <a:pt x="664309" y="134329"/>
                  <a:pt x="634059" y="134329"/>
                </a:cubicBezTo>
                <a:cubicBezTo>
                  <a:pt x="613037" y="134329"/>
                  <a:pt x="610677" y="130038"/>
                  <a:pt x="610677" y="123167"/>
                </a:cubicBezTo>
                <a:moveTo>
                  <a:pt x="601452" y="2737"/>
                </a:moveTo>
                <a:cubicBezTo>
                  <a:pt x="593792" y="2737"/>
                  <a:pt x="582358" y="2521"/>
                  <a:pt x="573779" y="2304"/>
                </a:cubicBezTo>
                <a:cubicBezTo>
                  <a:pt x="572489" y="3594"/>
                  <a:pt x="572489" y="8098"/>
                  <a:pt x="573779" y="9385"/>
                </a:cubicBezTo>
                <a:cubicBezTo>
                  <a:pt x="588794" y="10030"/>
                  <a:pt x="592441" y="11104"/>
                  <a:pt x="592441" y="28921"/>
                </a:cubicBezTo>
                <a:lnTo>
                  <a:pt x="592441" y="115009"/>
                </a:lnTo>
                <a:cubicBezTo>
                  <a:pt x="592441" y="132827"/>
                  <a:pt x="588794" y="133900"/>
                  <a:pt x="573779" y="134545"/>
                </a:cubicBezTo>
                <a:cubicBezTo>
                  <a:pt x="572489" y="135832"/>
                  <a:pt x="572489" y="140336"/>
                  <a:pt x="573779" y="141622"/>
                </a:cubicBezTo>
                <a:cubicBezTo>
                  <a:pt x="582146" y="141410"/>
                  <a:pt x="593580" y="141194"/>
                  <a:pt x="601665" y="141194"/>
                </a:cubicBezTo>
                <a:cubicBezTo>
                  <a:pt x="609603" y="141194"/>
                  <a:pt x="618615" y="141622"/>
                  <a:pt x="640711" y="141622"/>
                </a:cubicBezTo>
                <a:cubicBezTo>
                  <a:pt x="670961" y="141622"/>
                  <a:pt x="710861" y="127890"/>
                  <a:pt x="710861" y="75076"/>
                </a:cubicBezTo>
                <a:cubicBezTo>
                  <a:pt x="710861" y="35147"/>
                  <a:pt x="678038" y="2304"/>
                  <a:pt x="636848" y="2304"/>
                </a:cubicBezTo>
                <a:cubicBezTo>
                  <a:pt x="621617" y="2304"/>
                  <a:pt x="609819" y="2737"/>
                  <a:pt x="601452" y="2737"/>
                </a:cubicBezTo>
                <a:close/>
                <a:moveTo>
                  <a:pt x="796266" y="143298"/>
                </a:moveTo>
                <a:cubicBezTo>
                  <a:pt x="817076" y="143298"/>
                  <a:pt x="836170" y="133432"/>
                  <a:pt x="850756" y="114338"/>
                </a:cubicBezTo>
                <a:cubicBezTo>
                  <a:pt x="849682" y="112410"/>
                  <a:pt x="848183" y="111124"/>
                  <a:pt x="845823" y="111124"/>
                </a:cubicBezTo>
                <a:cubicBezTo>
                  <a:pt x="830592" y="127854"/>
                  <a:pt x="816002" y="134506"/>
                  <a:pt x="796050" y="134506"/>
                </a:cubicBezTo>
                <a:cubicBezTo>
                  <a:pt x="767175" y="134506"/>
                  <a:pt x="747138" y="101899"/>
                  <a:pt x="747138" y="70579"/>
                </a:cubicBezTo>
                <a:cubicBezTo>
                  <a:pt x="747138" y="52064"/>
                  <a:pt x="752052" y="36663"/>
                  <a:pt x="759882" y="27032"/>
                </a:cubicBezTo>
                <a:cubicBezTo>
                  <a:pt x="770524" y="13945"/>
                  <a:pt x="782966" y="7938"/>
                  <a:pt x="794122" y="7938"/>
                </a:cubicBezTo>
                <a:cubicBezTo>
                  <a:pt x="823727" y="7938"/>
                  <a:pt x="835525" y="25530"/>
                  <a:pt x="841103" y="43979"/>
                </a:cubicBezTo>
                <a:cubicBezTo>
                  <a:pt x="843676" y="44836"/>
                  <a:pt x="845758" y="44192"/>
                  <a:pt x="848183" y="42905"/>
                </a:cubicBezTo>
                <a:cubicBezTo>
                  <a:pt x="847110" y="31752"/>
                  <a:pt x="845607" y="21454"/>
                  <a:pt x="843463" y="9657"/>
                </a:cubicBezTo>
                <a:cubicBezTo>
                  <a:pt x="832523" y="8583"/>
                  <a:pt x="822866" y="0"/>
                  <a:pt x="796479" y="0"/>
                </a:cubicBezTo>
                <a:cubicBezTo>
                  <a:pt x="778246" y="0"/>
                  <a:pt x="763015" y="6652"/>
                  <a:pt x="750356" y="18236"/>
                </a:cubicBezTo>
                <a:cubicBezTo>
                  <a:pt x="736114" y="31278"/>
                  <a:pt x="727616" y="52280"/>
                  <a:pt x="727616" y="74654"/>
                </a:cubicBezTo>
                <a:cubicBezTo>
                  <a:pt x="727616" y="111939"/>
                  <a:pt x="750143" y="143298"/>
                  <a:pt x="796266" y="1432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&amp;ADC">
            <a:extLst xmlns:a="http://schemas.openxmlformats.org/drawingml/2006/main">
              <a:ext uri="{FF2B5EF4-FFF2-40B4-BE49-F238E27FC236}">
                <a16:creationId xmlns:a16="http://schemas.microsoft.com/office/drawing/2014/main" id="{E14035B6-8F53-483F-85D8-86CCAD30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629" y="1995121"/>
            <a:ext cx="628525" cy="143298"/>
          </a:xfrm>
          <a:custGeom xmlns:a="http://schemas.openxmlformats.org/drawingml/2006/main">
            <a:pathLst>
              <a:path w="628525" h="143298">
                <a:moveTo>
                  <a:pt x="44408" y="68585"/>
                </a:moveTo>
                <a:cubicBezTo>
                  <a:pt x="46764" y="73096"/>
                  <a:pt x="63927" y="98000"/>
                  <a:pt x="76157" y="114106"/>
                </a:cubicBezTo>
                <a:cubicBezTo>
                  <a:pt x="65646" y="128489"/>
                  <a:pt x="57920" y="136221"/>
                  <a:pt x="42689" y="136221"/>
                </a:cubicBezTo>
                <a:cubicBezTo>
                  <a:pt x="29173" y="136221"/>
                  <a:pt x="17591" y="128705"/>
                  <a:pt x="17591" y="107664"/>
                </a:cubicBezTo>
                <a:cubicBezTo>
                  <a:pt x="17591" y="92419"/>
                  <a:pt x="22309" y="80825"/>
                  <a:pt x="44408" y="68585"/>
                </a:cubicBezTo>
                <a:moveTo>
                  <a:pt x="81090" y="120977"/>
                </a:moveTo>
                <a:lnTo>
                  <a:pt x="87313" y="128921"/>
                </a:lnTo>
                <a:cubicBezTo>
                  <a:pt x="97395" y="142870"/>
                  <a:pt x="105333" y="143298"/>
                  <a:pt x="111981" y="143298"/>
                </a:cubicBezTo>
                <a:cubicBezTo>
                  <a:pt x="119491" y="143298"/>
                  <a:pt x="129144" y="137292"/>
                  <a:pt x="134080" y="122266"/>
                </a:cubicBezTo>
                <a:cubicBezTo>
                  <a:pt x="132964" y="121108"/>
                  <a:pt x="131933" y="120119"/>
                  <a:pt x="129573" y="120119"/>
                </a:cubicBezTo>
                <a:cubicBezTo>
                  <a:pt x="125285" y="128496"/>
                  <a:pt x="120348" y="131717"/>
                  <a:pt x="113271" y="131717"/>
                </a:cubicBezTo>
                <a:cubicBezTo>
                  <a:pt x="109837" y="131717"/>
                  <a:pt x="103402" y="127422"/>
                  <a:pt x="96750" y="118188"/>
                </a:cubicBezTo>
                <a:lnTo>
                  <a:pt x="89028" y="107451"/>
                </a:lnTo>
                <a:cubicBezTo>
                  <a:pt x="97522" y="95211"/>
                  <a:pt x="102351" y="86622"/>
                  <a:pt x="108122" y="76317"/>
                </a:cubicBezTo>
                <a:cubicBezTo>
                  <a:pt x="117988" y="58709"/>
                  <a:pt x="119448" y="57593"/>
                  <a:pt x="132578" y="56775"/>
                </a:cubicBezTo>
                <a:cubicBezTo>
                  <a:pt x="133864" y="55488"/>
                  <a:pt x="133864" y="50984"/>
                  <a:pt x="132578" y="49697"/>
                </a:cubicBezTo>
                <a:cubicBezTo>
                  <a:pt x="128286" y="49910"/>
                  <a:pt x="121851" y="50126"/>
                  <a:pt x="114558" y="50126"/>
                </a:cubicBezTo>
                <a:cubicBezTo>
                  <a:pt x="107264" y="50126"/>
                  <a:pt x="98469" y="49910"/>
                  <a:pt x="94177" y="49697"/>
                </a:cubicBezTo>
                <a:cubicBezTo>
                  <a:pt x="92891" y="50984"/>
                  <a:pt x="92891" y="55488"/>
                  <a:pt x="94177" y="56775"/>
                </a:cubicBezTo>
                <a:cubicBezTo>
                  <a:pt x="105781" y="57357"/>
                  <a:pt x="108980" y="58493"/>
                  <a:pt x="100914" y="73525"/>
                </a:cubicBezTo>
                <a:cubicBezTo>
                  <a:pt x="97244" y="80376"/>
                  <a:pt x="92053" y="89565"/>
                  <a:pt x="84308" y="101009"/>
                </a:cubicBezTo>
                <a:cubicBezTo>
                  <a:pt x="74441" y="87696"/>
                  <a:pt x="61996" y="69875"/>
                  <a:pt x="58136" y="63220"/>
                </a:cubicBezTo>
                <a:lnTo>
                  <a:pt x="57279" y="61501"/>
                </a:lnTo>
                <a:cubicBezTo>
                  <a:pt x="75083" y="51200"/>
                  <a:pt x="89244" y="37262"/>
                  <a:pt x="89244" y="25467"/>
                </a:cubicBezTo>
                <a:cubicBezTo>
                  <a:pt x="89244" y="11958"/>
                  <a:pt x="76798" y="2304"/>
                  <a:pt x="61783" y="2304"/>
                </a:cubicBezTo>
                <a:cubicBezTo>
                  <a:pt x="40329" y="2304"/>
                  <a:pt x="28744" y="17533"/>
                  <a:pt x="28744" y="30184"/>
                </a:cubicBezTo>
                <a:cubicBezTo>
                  <a:pt x="28744" y="38332"/>
                  <a:pt x="31749" y="46696"/>
                  <a:pt x="39687" y="60428"/>
                </a:cubicBezTo>
                <a:cubicBezTo>
                  <a:pt x="11369" y="76317"/>
                  <a:pt x="0" y="90704"/>
                  <a:pt x="0" y="107667"/>
                </a:cubicBezTo>
                <a:cubicBezTo>
                  <a:pt x="0" y="133858"/>
                  <a:pt x="18233" y="143298"/>
                  <a:pt x="41186" y="143298"/>
                </a:cubicBezTo>
                <a:cubicBezTo>
                  <a:pt x="59423" y="143298"/>
                  <a:pt x="71224" y="134503"/>
                  <a:pt x="81090" y="120977"/>
                </a:cubicBezTo>
                <a:moveTo>
                  <a:pt x="52771" y="53344"/>
                </a:moveTo>
                <a:cubicBezTo>
                  <a:pt x="47197" y="42836"/>
                  <a:pt x="44620" y="34689"/>
                  <a:pt x="44620" y="29756"/>
                </a:cubicBezTo>
                <a:cubicBezTo>
                  <a:pt x="44620" y="15605"/>
                  <a:pt x="55131" y="9385"/>
                  <a:pt x="60709" y="9385"/>
                </a:cubicBezTo>
                <a:cubicBezTo>
                  <a:pt x="69505" y="9385"/>
                  <a:pt x="74441" y="15817"/>
                  <a:pt x="74441" y="25467"/>
                </a:cubicBezTo>
                <a:cubicBezTo>
                  <a:pt x="74441" y="33186"/>
                  <a:pt x="66503" y="44336"/>
                  <a:pt x="52771" y="53344"/>
                </a:cubicBezTo>
                <a:close/>
                <a:moveTo>
                  <a:pt x="254088" y="80448"/>
                </a:moveTo>
                <a:cubicBezTo>
                  <a:pt x="249368" y="80448"/>
                  <a:pt x="247865" y="79807"/>
                  <a:pt x="248680" y="77597"/>
                </a:cubicBezTo>
                <a:lnTo>
                  <a:pt x="270606" y="22099"/>
                </a:lnTo>
                <a:lnTo>
                  <a:pt x="271892" y="22099"/>
                </a:lnTo>
                <a:lnTo>
                  <a:pt x="292057" y="80448"/>
                </a:lnTo>
                <a:lnTo>
                  <a:pt x="254088" y="80448"/>
                </a:lnTo>
                <a:moveTo>
                  <a:pt x="230919" y="124240"/>
                </a:moveTo>
                <a:lnTo>
                  <a:pt x="242716" y="93110"/>
                </a:lnTo>
                <a:cubicBezTo>
                  <a:pt x="243790" y="90318"/>
                  <a:pt x="245076" y="89460"/>
                  <a:pt x="250225" y="89460"/>
                </a:cubicBezTo>
                <a:lnTo>
                  <a:pt x="295491" y="89460"/>
                </a:lnTo>
                <a:lnTo>
                  <a:pt x="307933" y="125743"/>
                </a:lnTo>
                <a:cubicBezTo>
                  <a:pt x="310463" y="133151"/>
                  <a:pt x="302270" y="133815"/>
                  <a:pt x="292057" y="134545"/>
                </a:cubicBezTo>
                <a:cubicBezTo>
                  <a:pt x="290770" y="135832"/>
                  <a:pt x="290770" y="140336"/>
                  <a:pt x="292057" y="141622"/>
                </a:cubicBezTo>
                <a:cubicBezTo>
                  <a:pt x="299995" y="141410"/>
                  <a:pt x="311796" y="141194"/>
                  <a:pt x="320163" y="141194"/>
                </a:cubicBezTo>
                <a:cubicBezTo>
                  <a:pt x="328958" y="141194"/>
                  <a:pt x="337109" y="141410"/>
                  <a:pt x="344619" y="141622"/>
                </a:cubicBezTo>
                <a:cubicBezTo>
                  <a:pt x="345905" y="140336"/>
                  <a:pt x="345905" y="135832"/>
                  <a:pt x="344619" y="134545"/>
                </a:cubicBezTo>
                <a:cubicBezTo>
                  <a:pt x="336294" y="133792"/>
                  <a:pt x="329043" y="133085"/>
                  <a:pt x="325308" y="122738"/>
                </a:cubicBezTo>
                <a:lnTo>
                  <a:pt x="281117" y="0"/>
                </a:lnTo>
                <a:cubicBezTo>
                  <a:pt x="277899" y="1931"/>
                  <a:pt x="272108" y="4291"/>
                  <a:pt x="269319" y="4291"/>
                </a:cubicBezTo>
                <a:lnTo>
                  <a:pt x="220620" y="119301"/>
                </a:lnTo>
                <a:cubicBezTo>
                  <a:pt x="215042" y="132614"/>
                  <a:pt x="208499" y="133900"/>
                  <a:pt x="199166" y="134545"/>
                </a:cubicBezTo>
                <a:cubicBezTo>
                  <a:pt x="197880" y="135832"/>
                  <a:pt x="197880" y="140336"/>
                  <a:pt x="199166" y="141622"/>
                </a:cubicBezTo>
                <a:cubicBezTo>
                  <a:pt x="204744" y="141410"/>
                  <a:pt x="211759" y="141194"/>
                  <a:pt x="218260" y="141194"/>
                </a:cubicBezTo>
                <a:cubicBezTo>
                  <a:pt x="227056" y="141194"/>
                  <a:pt x="237783" y="141410"/>
                  <a:pt x="245721" y="141622"/>
                </a:cubicBezTo>
                <a:cubicBezTo>
                  <a:pt x="247008" y="140336"/>
                  <a:pt x="247008" y="135832"/>
                  <a:pt x="245721" y="134545"/>
                </a:cubicBezTo>
                <a:cubicBezTo>
                  <a:pt x="237652" y="133985"/>
                  <a:pt x="227570" y="133062"/>
                  <a:pt x="230919" y="124240"/>
                </a:cubicBezTo>
                <a:close/>
                <a:moveTo>
                  <a:pt x="388533" y="123167"/>
                </a:moveTo>
                <a:lnTo>
                  <a:pt x="388533" y="20119"/>
                </a:lnTo>
                <a:cubicBezTo>
                  <a:pt x="388533" y="12606"/>
                  <a:pt x="396042" y="9601"/>
                  <a:pt x="406553" y="9601"/>
                </a:cubicBezTo>
                <a:cubicBezTo>
                  <a:pt x="452892" y="9601"/>
                  <a:pt x="468123" y="47170"/>
                  <a:pt x="468123" y="80229"/>
                </a:cubicBezTo>
                <a:cubicBezTo>
                  <a:pt x="468123" y="123595"/>
                  <a:pt x="442165" y="134329"/>
                  <a:pt x="411915" y="134329"/>
                </a:cubicBezTo>
                <a:cubicBezTo>
                  <a:pt x="390893" y="134329"/>
                  <a:pt x="388533" y="130038"/>
                  <a:pt x="388533" y="123167"/>
                </a:cubicBezTo>
                <a:moveTo>
                  <a:pt x="379308" y="2737"/>
                </a:moveTo>
                <a:cubicBezTo>
                  <a:pt x="371648" y="2737"/>
                  <a:pt x="360214" y="2521"/>
                  <a:pt x="351634" y="2304"/>
                </a:cubicBezTo>
                <a:cubicBezTo>
                  <a:pt x="350345" y="3594"/>
                  <a:pt x="350345" y="8098"/>
                  <a:pt x="351634" y="9385"/>
                </a:cubicBezTo>
                <a:cubicBezTo>
                  <a:pt x="366650" y="10030"/>
                  <a:pt x="370296" y="11104"/>
                  <a:pt x="370296" y="28921"/>
                </a:cubicBezTo>
                <a:lnTo>
                  <a:pt x="370296" y="115009"/>
                </a:lnTo>
                <a:cubicBezTo>
                  <a:pt x="370296" y="132827"/>
                  <a:pt x="366650" y="133900"/>
                  <a:pt x="351634" y="134545"/>
                </a:cubicBezTo>
                <a:cubicBezTo>
                  <a:pt x="350345" y="135832"/>
                  <a:pt x="350345" y="140336"/>
                  <a:pt x="351634" y="141622"/>
                </a:cubicBezTo>
                <a:cubicBezTo>
                  <a:pt x="360001" y="141410"/>
                  <a:pt x="371435" y="141194"/>
                  <a:pt x="379521" y="141194"/>
                </a:cubicBezTo>
                <a:cubicBezTo>
                  <a:pt x="387459" y="141194"/>
                  <a:pt x="396471" y="141622"/>
                  <a:pt x="418566" y="141622"/>
                </a:cubicBezTo>
                <a:cubicBezTo>
                  <a:pt x="448816" y="141622"/>
                  <a:pt x="488716" y="127890"/>
                  <a:pt x="488716" y="75076"/>
                </a:cubicBezTo>
                <a:cubicBezTo>
                  <a:pt x="488716" y="35147"/>
                  <a:pt x="455894" y="2304"/>
                  <a:pt x="414704" y="2304"/>
                </a:cubicBezTo>
                <a:cubicBezTo>
                  <a:pt x="399472" y="2304"/>
                  <a:pt x="387675" y="2737"/>
                  <a:pt x="379308" y="2737"/>
                </a:cubicBezTo>
                <a:close/>
                <a:moveTo>
                  <a:pt x="574035" y="143298"/>
                </a:moveTo>
                <a:cubicBezTo>
                  <a:pt x="594844" y="143298"/>
                  <a:pt x="613938" y="133432"/>
                  <a:pt x="628525" y="114338"/>
                </a:cubicBezTo>
                <a:cubicBezTo>
                  <a:pt x="627451" y="112410"/>
                  <a:pt x="625952" y="111124"/>
                  <a:pt x="623592" y="111124"/>
                </a:cubicBezTo>
                <a:cubicBezTo>
                  <a:pt x="608361" y="127854"/>
                  <a:pt x="593771" y="134506"/>
                  <a:pt x="573819" y="134506"/>
                </a:cubicBezTo>
                <a:cubicBezTo>
                  <a:pt x="544944" y="134506"/>
                  <a:pt x="524907" y="101899"/>
                  <a:pt x="524907" y="70579"/>
                </a:cubicBezTo>
                <a:cubicBezTo>
                  <a:pt x="524907" y="52064"/>
                  <a:pt x="529821" y="36663"/>
                  <a:pt x="537651" y="27032"/>
                </a:cubicBezTo>
                <a:cubicBezTo>
                  <a:pt x="548293" y="13945"/>
                  <a:pt x="560735" y="7938"/>
                  <a:pt x="571891" y="7938"/>
                </a:cubicBezTo>
                <a:cubicBezTo>
                  <a:pt x="601496" y="7938"/>
                  <a:pt x="613294" y="25530"/>
                  <a:pt x="618872" y="43979"/>
                </a:cubicBezTo>
                <a:cubicBezTo>
                  <a:pt x="621444" y="44836"/>
                  <a:pt x="623526" y="44192"/>
                  <a:pt x="625952" y="42905"/>
                </a:cubicBezTo>
                <a:cubicBezTo>
                  <a:pt x="624878" y="31752"/>
                  <a:pt x="623376" y="21454"/>
                  <a:pt x="621232" y="9657"/>
                </a:cubicBezTo>
                <a:cubicBezTo>
                  <a:pt x="610292" y="8583"/>
                  <a:pt x="600635" y="0"/>
                  <a:pt x="574248" y="0"/>
                </a:cubicBezTo>
                <a:cubicBezTo>
                  <a:pt x="556015" y="0"/>
                  <a:pt x="540783" y="6652"/>
                  <a:pt x="528125" y="18236"/>
                </a:cubicBezTo>
                <a:cubicBezTo>
                  <a:pt x="513882" y="31278"/>
                  <a:pt x="505384" y="52280"/>
                  <a:pt x="505384" y="74654"/>
                </a:cubicBezTo>
                <a:cubicBezTo>
                  <a:pt x="505384" y="111939"/>
                  <a:pt x="527912" y="143298"/>
                  <a:pt x="574035" y="1432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28EDB-5E24-453F-92FE-FD717F71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899" y="536079"/>
            <a:ext cx="1036016" cy="518008"/>
          </a:xfrm>
          <a:custGeom xmlns:a="http://schemas.openxmlformats.org/drawingml/2006/main">
            <a:pathLst>
              <a:path w="1036016" h="518008">
                <a:moveTo>
                  <a:pt x="0" y="0"/>
                </a:moveTo>
                <a:lnTo>
                  <a:pt x="1036016" y="0"/>
                </a:lnTo>
                <a:lnTo>
                  <a:pt x="1036016" y="518008"/>
                </a:lnTo>
                <a:lnTo>
                  <a:pt x="0" y="518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55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StartTDC">
            <a:extLst xmlns:a="http://schemas.openxmlformats.org/drawingml/2006/main">
              <a:ext uri="{FF2B5EF4-FFF2-40B4-BE49-F238E27FC236}">
                <a16:creationId xmlns:a16="http://schemas.microsoft.com/office/drawing/2014/main" id="{10BB8386-209F-4C14-A4E4-3B05AB4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024" y="598068"/>
            <a:ext cx="880597" cy="143298"/>
          </a:xfrm>
          <a:custGeom xmlns:a="http://schemas.openxmlformats.org/drawingml/2006/main">
            <a:pathLst>
              <a:path w="880597" h="143298">
                <a:moveTo>
                  <a:pt x="78861" y="5794"/>
                </a:moveTo>
                <a:cubicBezTo>
                  <a:pt x="66461" y="4079"/>
                  <a:pt x="66932" y="0"/>
                  <a:pt x="45995" y="0"/>
                </a:cubicBezTo>
                <a:cubicBezTo>
                  <a:pt x="24243" y="0"/>
                  <a:pt x="5149" y="14374"/>
                  <a:pt x="5149" y="37114"/>
                </a:cubicBezTo>
                <a:cubicBezTo>
                  <a:pt x="5149" y="59724"/>
                  <a:pt x="23706" y="70042"/>
                  <a:pt x="42584" y="77227"/>
                </a:cubicBezTo>
                <a:cubicBezTo>
                  <a:pt x="55626" y="82183"/>
                  <a:pt x="71440" y="88213"/>
                  <a:pt x="71440" y="109192"/>
                </a:cubicBezTo>
                <a:cubicBezTo>
                  <a:pt x="71440" y="126568"/>
                  <a:pt x="61740" y="135576"/>
                  <a:pt x="44620" y="135576"/>
                </a:cubicBezTo>
                <a:cubicBezTo>
                  <a:pt x="24584" y="135576"/>
                  <a:pt x="11693" y="126460"/>
                  <a:pt x="6972" y="105117"/>
                </a:cubicBezTo>
                <a:cubicBezTo>
                  <a:pt x="4334" y="104256"/>
                  <a:pt x="2059" y="104665"/>
                  <a:pt x="0" y="105758"/>
                </a:cubicBezTo>
                <a:cubicBezTo>
                  <a:pt x="858" y="122276"/>
                  <a:pt x="1715" y="127854"/>
                  <a:pt x="4291" y="138365"/>
                </a:cubicBezTo>
                <a:cubicBezTo>
                  <a:pt x="17804" y="138365"/>
                  <a:pt x="23791" y="143298"/>
                  <a:pt x="42820" y="143298"/>
                </a:cubicBezTo>
                <a:cubicBezTo>
                  <a:pt x="52581" y="143298"/>
                  <a:pt x="61826" y="140919"/>
                  <a:pt x="69292" y="136264"/>
                </a:cubicBezTo>
                <a:cubicBezTo>
                  <a:pt x="81627" y="128542"/>
                  <a:pt x="89460" y="115327"/>
                  <a:pt x="89460" y="101683"/>
                </a:cubicBezTo>
                <a:cubicBezTo>
                  <a:pt x="89460" y="78857"/>
                  <a:pt x="72274" y="68863"/>
                  <a:pt x="54598" y="62235"/>
                </a:cubicBezTo>
                <a:cubicBezTo>
                  <a:pt x="41897" y="57472"/>
                  <a:pt x="20466" y="49364"/>
                  <a:pt x="20466" y="31324"/>
                </a:cubicBezTo>
                <a:cubicBezTo>
                  <a:pt x="20466" y="19310"/>
                  <a:pt x="31320" y="7297"/>
                  <a:pt x="43956" y="7297"/>
                </a:cubicBezTo>
                <a:cubicBezTo>
                  <a:pt x="64788" y="7297"/>
                  <a:pt x="71440" y="20597"/>
                  <a:pt x="75728" y="34754"/>
                </a:cubicBezTo>
                <a:cubicBezTo>
                  <a:pt x="77980" y="35140"/>
                  <a:pt x="80769" y="34970"/>
                  <a:pt x="82700" y="33468"/>
                </a:cubicBezTo>
                <a:cubicBezTo>
                  <a:pt x="81951" y="23169"/>
                  <a:pt x="81093" y="17163"/>
                  <a:pt x="78861" y="5794"/>
                </a:cubicBezTo>
                <a:close/>
                <a:moveTo>
                  <a:pt x="108360" y="49233"/>
                </a:moveTo>
                <a:cubicBezTo>
                  <a:pt x="105355" y="49233"/>
                  <a:pt x="104497" y="51809"/>
                  <a:pt x="104497" y="53524"/>
                </a:cubicBezTo>
                <a:lnTo>
                  <a:pt x="104497" y="56313"/>
                </a:lnTo>
                <a:cubicBezTo>
                  <a:pt x="104497" y="57387"/>
                  <a:pt x="104710" y="57600"/>
                  <a:pt x="105571" y="57600"/>
                </a:cubicBezTo>
                <a:lnTo>
                  <a:pt x="118226" y="57600"/>
                </a:lnTo>
                <a:lnTo>
                  <a:pt x="118226" y="122077"/>
                </a:lnTo>
                <a:cubicBezTo>
                  <a:pt x="118226" y="137292"/>
                  <a:pt x="124878" y="143298"/>
                  <a:pt x="134744" y="143298"/>
                </a:cubicBezTo>
                <a:cubicBezTo>
                  <a:pt x="144613" y="143298"/>
                  <a:pt x="155340" y="138581"/>
                  <a:pt x="163707" y="129144"/>
                </a:cubicBezTo>
                <a:cubicBezTo>
                  <a:pt x="163278" y="126938"/>
                  <a:pt x="161992" y="125717"/>
                  <a:pt x="159845" y="125504"/>
                </a:cubicBezTo>
                <a:cubicBezTo>
                  <a:pt x="154267" y="129789"/>
                  <a:pt x="147831" y="131501"/>
                  <a:pt x="142253" y="131501"/>
                </a:cubicBezTo>
                <a:cubicBezTo>
                  <a:pt x="136462" y="131501"/>
                  <a:pt x="135176" y="125075"/>
                  <a:pt x="135176" y="111795"/>
                </a:cubicBezTo>
                <a:lnTo>
                  <a:pt x="135176" y="57600"/>
                </a:lnTo>
                <a:lnTo>
                  <a:pt x="157484" y="57600"/>
                </a:lnTo>
                <a:cubicBezTo>
                  <a:pt x="159632" y="57600"/>
                  <a:pt x="162634" y="56742"/>
                  <a:pt x="162634" y="54811"/>
                </a:cubicBezTo>
                <a:lnTo>
                  <a:pt x="162634" y="50522"/>
                </a:lnTo>
                <a:cubicBezTo>
                  <a:pt x="162634" y="49665"/>
                  <a:pt x="161992" y="49233"/>
                  <a:pt x="160918" y="49233"/>
                </a:cubicBezTo>
                <a:lnTo>
                  <a:pt x="135176" y="49233"/>
                </a:lnTo>
                <a:lnTo>
                  <a:pt x="135176" y="40869"/>
                </a:lnTo>
                <a:cubicBezTo>
                  <a:pt x="135176" y="26924"/>
                  <a:pt x="136034" y="18341"/>
                  <a:pt x="136034" y="18341"/>
                </a:cubicBezTo>
                <a:cubicBezTo>
                  <a:pt x="136034" y="16970"/>
                  <a:pt x="135389" y="16456"/>
                  <a:pt x="134380" y="16456"/>
                </a:cubicBezTo>
                <a:cubicBezTo>
                  <a:pt x="133415" y="16456"/>
                  <a:pt x="131591" y="17290"/>
                  <a:pt x="129598" y="18384"/>
                </a:cubicBezTo>
                <a:cubicBezTo>
                  <a:pt x="127172" y="19736"/>
                  <a:pt x="124986" y="20659"/>
                  <a:pt x="122301" y="21408"/>
                </a:cubicBezTo>
                <a:cubicBezTo>
                  <a:pt x="119728" y="22138"/>
                  <a:pt x="117584" y="22868"/>
                  <a:pt x="117584" y="24348"/>
                </a:cubicBezTo>
                <a:cubicBezTo>
                  <a:pt x="117584" y="26839"/>
                  <a:pt x="118226" y="25422"/>
                  <a:pt x="118226" y="49213"/>
                </a:cubicBezTo>
                <a:lnTo>
                  <a:pt x="108360" y="49233"/>
                </a:lnTo>
                <a:close/>
                <a:moveTo>
                  <a:pt x="230877" y="91146"/>
                </a:moveTo>
                <a:lnTo>
                  <a:pt x="230877" y="119478"/>
                </a:lnTo>
                <a:cubicBezTo>
                  <a:pt x="230877" y="122270"/>
                  <a:pt x="229587" y="123772"/>
                  <a:pt x="227872" y="125059"/>
                </a:cubicBezTo>
                <a:cubicBezTo>
                  <a:pt x="222294" y="129566"/>
                  <a:pt x="215001" y="134506"/>
                  <a:pt x="208994" y="134506"/>
                </a:cubicBezTo>
                <a:cubicBezTo>
                  <a:pt x="198267" y="134506"/>
                  <a:pt x="193547" y="125920"/>
                  <a:pt x="193547" y="119265"/>
                </a:cubicBezTo>
                <a:cubicBezTo>
                  <a:pt x="193547" y="109605"/>
                  <a:pt x="198054" y="99729"/>
                  <a:pt x="213927" y="95653"/>
                </a:cubicBezTo>
                <a:lnTo>
                  <a:pt x="230877" y="91146"/>
                </a:lnTo>
                <a:moveTo>
                  <a:pt x="230877" y="130856"/>
                </a:moveTo>
                <a:cubicBezTo>
                  <a:pt x="232164" y="137508"/>
                  <a:pt x="234435" y="143298"/>
                  <a:pt x="245251" y="143298"/>
                </a:cubicBezTo>
                <a:cubicBezTo>
                  <a:pt x="253467" y="143298"/>
                  <a:pt x="261189" y="139652"/>
                  <a:pt x="265628" y="135364"/>
                </a:cubicBezTo>
                <a:cubicBezTo>
                  <a:pt x="265265" y="132725"/>
                  <a:pt x="264407" y="130921"/>
                  <a:pt x="261981" y="129570"/>
                </a:cubicBezTo>
                <a:cubicBezTo>
                  <a:pt x="260374" y="130899"/>
                  <a:pt x="256770" y="133003"/>
                  <a:pt x="254043" y="133003"/>
                </a:cubicBezTo>
                <a:cubicBezTo>
                  <a:pt x="247824" y="133003"/>
                  <a:pt x="247608" y="124630"/>
                  <a:pt x="247608" y="114757"/>
                </a:cubicBezTo>
                <a:lnTo>
                  <a:pt x="247608" y="83201"/>
                </a:lnTo>
                <a:cubicBezTo>
                  <a:pt x="247608" y="52722"/>
                  <a:pt x="230877" y="46928"/>
                  <a:pt x="215214" y="46928"/>
                </a:cubicBezTo>
                <a:cubicBezTo>
                  <a:pt x="197622" y="46928"/>
                  <a:pt x="179818" y="58516"/>
                  <a:pt x="179818" y="70752"/>
                </a:cubicBezTo>
                <a:cubicBezTo>
                  <a:pt x="179818" y="75905"/>
                  <a:pt x="182391" y="78481"/>
                  <a:pt x="187327" y="78481"/>
                </a:cubicBezTo>
                <a:cubicBezTo>
                  <a:pt x="193547" y="78481"/>
                  <a:pt x="197409" y="73973"/>
                  <a:pt x="197409" y="71181"/>
                </a:cubicBezTo>
                <a:cubicBezTo>
                  <a:pt x="197409" y="69679"/>
                  <a:pt x="197193" y="68176"/>
                  <a:pt x="196765" y="67318"/>
                </a:cubicBezTo>
                <a:cubicBezTo>
                  <a:pt x="196552" y="66674"/>
                  <a:pt x="196336" y="65387"/>
                  <a:pt x="196336" y="63024"/>
                </a:cubicBezTo>
                <a:cubicBezTo>
                  <a:pt x="196336" y="56369"/>
                  <a:pt x="205348" y="54009"/>
                  <a:pt x="213498" y="54009"/>
                </a:cubicBezTo>
                <a:cubicBezTo>
                  <a:pt x="220792" y="54009"/>
                  <a:pt x="230877" y="57658"/>
                  <a:pt x="230877" y="81915"/>
                </a:cubicBezTo>
                <a:cubicBezTo>
                  <a:pt x="230877" y="83417"/>
                  <a:pt x="230232" y="84275"/>
                  <a:pt x="229587" y="84491"/>
                </a:cubicBezTo>
                <a:lnTo>
                  <a:pt x="211138" y="88998"/>
                </a:lnTo>
                <a:cubicBezTo>
                  <a:pt x="190545" y="94151"/>
                  <a:pt x="175742" y="105526"/>
                  <a:pt x="175742" y="120122"/>
                </a:cubicBezTo>
                <a:cubicBezTo>
                  <a:pt x="175742" y="137724"/>
                  <a:pt x="187756" y="143298"/>
                  <a:pt x="202771" y="143298"/>
                </a:cubicBezTo>
                <a:cubicBezTo>
                  <a:pt x="210238" y="143298"/>
                  <a:pt x="216716" y="141583"/>
                  <a:pt x="226157" y="134290"/>
                </a:cubicBezTo>
                <a:lnTo>
                  <a:pt x="230448" y="130856"/>
                </a:lnTo>
                <a:lnTo>
                  <a:pt x="230877" y="130856"/>
                </a:lnTo>
                <a:close/>
                <a:moveTo>
                  <a:pt x="304695" y="64310"/>
                </a:moveTo>
                <a:cubicBezTo>
                  <a:pt x="304329" y="55724"/>
                  <a:pt x="303988" y="50211"/>
                  <a:pt x="302980" y="48002"/>
                </a:cubicBezTo>
                <a:cubicBezTo>
                  <a:pt x="302528" y="47016"/>
                  <a:pt x="302119" y="46287"/>
                  <a:pt x="300404" y="46287"/>
                </a:cubicBezTo>
                <a:cubicBezTo>
                  <a:pt x="294397" y="48647"/>
                  <a:pt x="288819" y="50578"/>
                  <a:pt x="274017" y="52506"/>
                </a:cubicBezTo>
                <a:cubicBezTo>
                  <a:pt x="273588" y="53796"/>
                  <a:pt x="274017" y="57226"/>
                  <a:pt x="274445" y="58513"/>
                </a:cubicBezTo>
                <a:cubicBezTo>
                  <a:pt x="286030" y="59587"/>
                  <a:pt x="288390" y="60660"/>
                  <a:pt x="288390" y="73116"/>
                </a:cubicBezTo>
                <a:lnTo>
                  <a:pt x="288390" y="114999"/>
                </a:lnTo>
                <a:cubicBezTo>
                  <a:pt x="288390" y="132827"/>
                  <a:pt x="285817" y="133684"/>
                  <a:pt x="272514" y="134545"/>
                </a:cubicBezTo>
                <a:cubicBezTo>
                  <a:pt x="271228" y="135832"/>
                  <a:pt x="271228" y="140336"/>
                  <a:pt x="272514" y="141622"/>
                </a:cubicBezTo>
                <a:cubicBezTo>
                  <a:pt x="280023" y="141410"/>
                  <a:pt x="288390" y="141194"/>
                  <a:pt x="296973" y="141194"/>
                </a:cubicBezTo>
                <a:cubicBezTo>
                  <a:pt x="305553" y="141194"/>
                  <a:pt x="315422" y="141410"/>
                  <a:pt x="322928" y="141622"/>
                </a:cubicBezTo>
                <a:cubicBezTo>
                  <a:pt x="324218" y="140336"/>
                  <a:pt x="324218" y="135832"/>
                  <a:pt x="322928" y="134545"/>
                </a:cubicBezTo>
                <a:cubicBezTo>
                  <a:pt x="307913" y="133471"/>
                  <a:pt x="305337" y="132827"/>
                  <a:pt x="305337" y="114999"/>
                </a:cubicBezTo>
                <a:lnTo>
                  <a:pt x="305337" y="85146"/>
                </a:lnTo>
                <a:cubicBezTo>
                  <a:pt x="305337" y="79561"/>
                  <a:pt x="307913" y="74621"/>
                  <a:pt x="310486" y="70756"/>
                </a:cubicBezTo>
                <a:cubicBezTo>
                  <a:pt x="312846" y="67318"/>
                  <a:pt x="317783" y="60231"/>
                  <a:pt x="320355" y="60231"/>
                </a:cubicBezTo>
                <a:cubicBezTo>
                  <a:pt x="322287" y="60231"/>
                  <a:pt x="324218" y="60745"/>
                  <a:pt x="325891" y="62958"/>
                </a:cubicBezTo>
                <a:cubicBezTo>
                  <a:pt x="327521" y="65106"/>
                  <a:pt x="329924" y="67963"/>
                  <a:pt x="333655" y="67963"/>
                </a:cubicBezTo>
                <a:cubicBezTo>
                  <a:pt x="338805" y="67963"/>
                  <a:pt x="343738" y="62592"/>
                  <a:pt x="343738" y="57226"/>
                </a:cubicBezTo>
                <a:cubicBezTo>
                  <a:pt x="343738" y="53128"/>
                  <a:pt x="339878" y="46928"/>
                  <a:pt x="330866" y="46928"/>
                </a:cubicBezTo>
                <a:cubicBezTo>
                  <a:pt x="320784" y="46928"/>
                  <a:pt x="311989" y="56369"/>
                  <a:pt x="307055" y="64739"/>
                </a:cubicBezTo>
                <a:cubicBezTo>
                  <a:pt x="305769" y="67102"/>
                  <a:pt x="304738" y="65384"/>
                  <a:pt x="304695" y="64310"/>
                </a:cubicBezTo>
                <a:close/>
                <a:moveTo>
                  <a:pt x="357063" y="49233"/>
                </a:moveTo>
                <a:cubicBezTo>
                  <a:pt x="354058" y="49233"/>
                  <a:pt x="353200" y="51809"/>
                  <a:pt x="353200" y="53524"/>
                </a:cubicBezTo>
                <a:lnTo>
                  <a:pt x="353200" y="56313"/>
                </a:lnTo>
                <a:cubicBezTo>
                  <a:pt x="353200" y="57387"/>
                  <a:pt x="353413" y="57600"/>
                  <a:pt x="354274" y="57600"/>
                </a:cubicBezTo>
                <a:lnTo>
                  <a:pt x="366929" y="57600"/>
                </a:lnTo>
                <a:lnTo>
                  <a:pt x="366929" y="122077"/>
                </a:lnTo>
                <a:cubicBezTo>
                  <a:pt x="366929" y="137292"/>
                  <a:pt x="373580" y="143298"/>
                  <a:pt x="383447" y="143298"/>
                </a:cubicBezTo>
                <a:cubicBezTo>
                  <a:pt x="393316" y="143298"/>
                  <a:pt x="404043" y="138581"/>
                  <a:pt x="412410" y="129144"/>
                </a:cubicBezTo>
                <a:cubicBezTo>
                  <a:pt x="411981" y="126938"/>
                  <a:pt x="410695" y="125717"/>
                  <a:pt x="408547" y="125504"/>
                </a:cubicBezTo>
                <a:cubicBezTo>
                  <a:pt x="402969" y="129789"/>
                  <a:pt x="396534" y="131501"/>
                  <a:pt x="390956" y="131501"/>
                </a:cubicBezTo>
                <a:cubicBezTo>
                  <a:pt x="385165" y="131501"/>
                  <a:pt x="383879" y="125075"/>
                  <a:pt x="383879" y="111795"/>
                </a:cubicBezTo>
                <a:lnTo>
                  <a:pt x="383879" y="57600"/>
                </a:lnTo>
                <a:lnTo>
                  <a:pt x="406187" y="57600"/>
                </a:lnTo>
                <a:cubicBezTo>
                  <a:pt x="408335" y="57600"/>
                  <a:pt x="411336" y="56742"/>
                  <a:pt x="411336" y="54811"/>
                </a:cubicBezTo>
                <a:lnTo>
                  <a:pt x="411336" y="50522"/>
                </a:lnTo>
                <a:cubicBezTo>
                  <a:pt x="411336" y="49665"/>
                  <a:pt x="410695" y="49233"/>
                  <a:pt x="409621" y="49233"/>
                </a:cubicBezTo>
                <a:lnTo>
                  <a:pt x="383879" y="49233"/>
                </a:lnTo>
                <a:lnTo>
                  <a:pt x="383879" y="40869"/>
                </a:lnTo>
                <a:cubicBezTo>
                  <a:pt x="383879" y="26924"/>
                  <a:pt x="384736" y="18341"/>
                  <a:pt x="384736" y="18341"/>
                </a:cubicBezTo>
                <a:cubicBezTo>
                  <a:pt x="384736" y="16970"/>
                  <a:pt x="384091" y="16456"/>
                  <a:pt x="383083" y="16456"/>
                </a:cubicBezTo>
                <a:cubicBezTo>
                  <a:pt x="382118" y="16456"/>
                  <a:pt x="380294" y="17290"/>
                  <a:pt x="378301" y="18384"/>
                </a:cubicBezTo>
                <a:cubicBezTo>
                  <a:pt x="375875" y="19736"/>
                  <a:pt x="373688" y="20659"/>
                  <a:pt x="371004" y="21408"/>
                </a:cubicBezTo>
                <a:cubicBezTo>
                  <a:pt x="368431" y="22138"/>
                  <a:pt x="366287" y="22868"/>
                  <a:pt x="366287" y="24348"/>
                </a:cubicBezTo>
                <a:cubicBezTo>
                  <a:pt x="366287" y="26839"/>
                  <a:pt x="366929" y="25422"/>
                  <a:pt x="366929" y="49213"/>
                </a:cubicBezTo>
                <a:lnTo>
                  <a:pt x="357063" y="49233"/>
                </a:lnTo>
                <a:close/>
                <a:moveTo>
                  <a:pt x="545675" y="115039"/>
                </a:moveTo>
                <a:lnTo>
                  <a:pt x="545675" y="33163"/>
                </a:lnTo>
                <a:cubicBezTo>
                  <a:pt x="545675" y="19444"/>
                  <a:pt x="547822" y="11300"/>
                  <a:pt x="555544" y="11300"/>
                </a:cubicBezTo>
                <a:lnTo>
                  <a:pt x="560264" y="11300"/>
                </a:lnTo>
                <a:cubicBezTo>
                  <a:pt x="576353" y="11300"/>
                  <a:pt x="586436" y="16875"/>
                  <a:pt x="590082" y="33376"/>
                </a:cubicBezTo>
                <a:cubicBezTo>
                  <a:pt x="592442" y="33376"/>
                  <a:pt x="595447" y="33163"/>
                  <a:pt x="597376" y="32306"/>
                </a:cubicBezTo>
                <a:cubicBezTo>
                  <a:pt x="595876" y="22446"/>
                  <a:pt x="594803" y="11516"/>
                  <a:pt x="594587" y="1863"/>
                </a:cubicBezTo>
                <a:cubicBezTo>
                  <a:pt x="594587" y="1647"/>
                  <a:pt x="594158" y="1218"/>
                  <a:pt x="593945" y="1218"/>
                </a:cubicBezTo>
                <a:cubicBezTo>
                  <a:pt x="586652" y="1863"/>
                  <a:pt x="562837" y="2933"/>
                  <a:pt x="545891" y="2933"/>
                </a:cubicBezTo>
                <a:lnTo>
                  <a:pt x="527442" y="2933"/>
                </a:lnTo>
                <a:cubicBezTo>
                  <a:pt x="510921" y="2933"/>
                  <a:pt x="485607" y="1863"/>
                  <a:pt x="477456" y="1218"/>
                </a:cubicBezTo>
                <a:cubicBezTo>
                  <a:pt x="477027" y="1218"/>
                  <a:pt x="476598" y="1647"/>
                  <a:pt x="476598" y="1863"/>
                </a:cubicBezTo>
                <a:cubicBezTo>
                  <a:pt x="475738" y="11516"/>
                  <a:pt x="473593" y="22662"/>
                  <a:pt x="471233" y="32947"/>
                </a:cubicBezTo>
                <a:cubicBezTo>
                  <a:pt x="473377" y="33805"/>
                  <a:pt x="475954" y="34021"/>
                  <a:pt x="478527" y="34021"/>
                </a:cubicBezTo>
                <a:cubicBezTo>
                  <a:pt x="482818" y="16875"/>
                  <a:pt x="492687" y="11300"/>
                  <a:pt x="506845" y="11300"/>
                </a:cubicBezTo>
                <a:lnTo>
                  <a:pt x="517356" y="11300"/>
                </a:lnTo>
                <a:cubicBezTo>
                  <a:pt x="525294" y="11300"/>
                  <a:pt x="527442" y="19444"/>
                  <a:pt x="527442" y="32518"/>
                </a:cubicBezTo>
                <a:lnTo>
                  <a:pt x="527442" y="115039"/>
                </a:lnTo>
                <a:cubicBezTo>
                  <a:pt x="527442" y="132830"/>
                  <a:pt x="523792" y="133900"/>
                  <a:pt x="506632" y="134545"/>
                </a:cubicBezTo>
                <a:cubicBezTo>
                  <a:pt x="505343" y="135832"/>
                  <a:pt x="505343" y="140336"/>
                  <a:pt x="506632" y="141622"/>
                </a:cubicBezTo>
                <a:cubicBezTo>
                  <a:pt x="517143" y="141410"/>
                  <a:pt x="528064" y="141194"/>
                  <a:pt x="536666" y="141194"/>
                </a:cubicBezTo>
                <a:cubicBezTo>
                  <a:pt x="544902" y="141194"/>
                  <a:pt x="555757" y="141410"/>
                  <a:pt x="566484" y="141622"/>
                </a:cubicBezTo>
                <a:cubicBezTo>
                  <a:pt x="567770" y="140336"/>
                  <a:pt x="567770" y="135832"/>
                  <a:pt x="566484" y="134545"/>
                </a:cubicBezTo>
                <a:cubicBezTo>
                  <a:pt x="549321" y="133900"/>
                  <a:pt x="545675" y="132830"/>
                  <a:pt x="545675" y="115039"/>
                </a:cubicBezTo>
                <a:close/>
                <a:moveTo>
                  <a:pt x="640518" y="123167"/>
                </a:moveTo>
                <a:lnTo>
                  <a:pt x="640518" y="20119"/>
                </a:lnTo>
                <a:cubicBezTo>
                  <a:pt x="640518" y="12606"/>
                  <a:pt x="648027" y="9601"/>
                  <a:pt x="658538" y="9601"/>
                </a:cubicBezTo>
                <a:cubicBezTo>
                  <a:pt x="704877" y="9601"/>
                  <a:pt x="720109" y="47170"/>
                  <a:pt x="720109" y="80229"/>
                </a:cubicBezTo>
                <a:cubicBezTo>
                  <a:pt x="720109" y="123595"/>
                  <a:pt x="694150" y="134329"/>
                  <a:pt x="663900" y="134329"/>
                </a:cubicBezTo>
                <a:cubicBezTo>
                  <a:pt x="642878" y="134329"/>
                  <a:pt x="640518" y="130038"/>
                  <a:pt x="640518" y="123167"/>
                </a:cubicBezTo>
                <a:moveTo>
                  <a:pt x="631294" y="2737"/>
                </a:moveTo>
                <a:cubicBezTo>
                  <a:pt x="623634" y="2737"/>
                  <a:pt x="612200" y="2521"/>
                  <a:pt x="603620" y="2304"/>
                </a:cubicBezTo>
                <a:cubicBezTo>
                  <a:pt x="602330" y="3594"/>
                  <a:pt x="602330" y="8098"/>
                  <a:pt x="603620" y="9385"/>
                </a:cubicBezTo>
                <a:cubicBezTo>
                  <a:pt x="618635" y="10030"/>
                  <a:pt x="622282" y="11104"/>
                  <a:pt x="622282" y="28921"/>
                </a:cubicBezTo>
                <a:lnTo>
                  <a:pt x="622282" y="115009"/>
                </a:lnTo>
                <a:cubicBezTo>
                  <a:pt x="622282" y="132827"/>
                  <a:pt x="618635" y="133900"/>
                  <a:pt x="603620" y="134545"/>
                </a:cubicBezTo>
                <a:cubicBezTo>
                  <a:pt x="602330" y="135832"/>
                  <a:pt x="602330" y="140336"/>
                  <a:pt x="603620" y="141622"/>
                </a:cubicBezTo>
                <a:cubicBezTo>
                  <a:pt x="611987" y="141410"/>
                  <a:pt x="623421" y="141194"/>
                  <a:pt x="631506" y="141194"/>
                </a:cubicBezTo>
                <a:cubicBezTo>
                  <a:pt x="639444" y="141194"/>
                  <a:pt x="648456" y="141622"/>
                  <a:pt x="670552" y="141622"/>
                </a:cubicBezTo>
                <a:cubicBezTo>
                  <a:pt x="700802" y="141622"/>
                  <a:pt x="740702" y="127890"/>
                  <a:pt x="740702" y="75076"/>
                </a:cubicBezTo>
                <a:cubicBezTo>
                  <a:pt x="740702" y="35147"/>
                  <a:pt x="707879" y="2304"/>
                  <a:pt x="666689" y="2304"/>
                </a:cubicBezTo>
                <a:cubicBezTo>
                  <a:pt x="651458" y="2304"/>
                  <a:pt x="639660" y="2737"/>
                  <a:pt x="631294" y="2737"/>
                </a:cubicBezTo>
                <a:close/>
                <a:moveTo>
                  <a:pt x="826107" y="143298"/>
                </a:moveTo>
                <a:cubicBezTo>
                  <a:pt x="846916" y="143298"/>
                  <a:pt x="866010" y="133432"/>
                  <a:pt x="880597" y="114338"/>
                </a:cubicBezTo>
                <a:cubicBezTo>
                  <a:pt x="879523" y="112410"/>
                  <a:pt x="878024" y="111124"/>
                  <a:pt x="875664" y="111124"/>
                </a:cubicBezTo>
                <a:cubicBezTo>
                  <a:pt x="860432" y="127854"/>
                  <a:pt x="845843" y="134506"/>
                  <a:pt x="825891" y="134506"/>
                </a:cubicBezTo>
                <a:cubicBezTo>
                  <a:pt x="797016" y="134506"/>
                  <a:pt x="776979" y="101899"/>
                  <a:pt x="776979" y="70579"/>
                </a:cubicBezTo>
                <a:cubicBezTo>
                  <a:pt x="776979" y="52064"/>
                  <a:pt x="781892" y="36663"/>
                  <a:pt x="789723" y="27032"/>
                </a:cubicBezTo>
                <a:cubicBezTo>
                  <a:pt x="800365" y="13945"/>
                  <a:pt x="812807" y="7938"/>
                  <a:pt x="823963" y="7938"/>
                </a:cubicBezTo>
                <a:cubicBezTo>
                  <a:pt x="853568" y="7938"/>
                  <a:pt x="865365" y="25530"/>
                  <a:pt x="870943" y="43979"/>
                </a:cubicBezTo>
                <a:cubicBezTo>
                  <a:pt x="873516" y="44836"/>
                  <a:pt x="875598" y="44192"/>
                  <a:pt x="878024" y="42905"/>
                </a:cubicBezTo>
                <a:cubicBezTo>
                  <a:pt x="876950" y="31752"/>
                  <a:pt x="875448" y="21454"/>
                  <a:pt x="873303" y="9657"/>
                </a:cubicBezTo>
                <a:cubicBezTo>
                  <a:pt x="862364" y="8583"/>
                  <a:pt x="852707" y="0"/>
                  <a:pt x="826320" y="0"/>
                </a:cubicBezTo>
                <a:cubicBezTo>
                  <a:pt x="808087" y="0"/>
                  <a:pt x="792855" y="6652"/>
                  <a:pt x="780197" y="18236"/>
                </a:cubicBezTo>
                <a:cubicBezTo>
                  <a:pt x="765954" y="31278"/>
                  <a:pt x="757456" y="52280"/>
                  <a:pt x="757456" y="74654"/>
                </a:cubicBezTo>
                <a:cubicBezTo>
                  <a:pt x="757456" y="111939"/>
                  <a:pt x="779984" y="143298"/>
                  <a:pt x="826107" y="1432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&amp;ADC">
            <a:extLst xmlns:a="http://schemas.openxmlformats.org/drawingml/2006/main">
              <a:ext uri="{FF2B5EF4-FFF2-40B4-BE49-F238E27FC236}">
                <a16:creationId xmlns:a16="http://schemas.microsoft.com/office/drawing/2014/main" id="{CFCAA0CC-3A05-4793-AFE7-BB0158DF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804" y="812597"/>
            <a:ext cx="628524" cy="143298"/>
          </a:xfrm>
          <a:custGeom xmlns:a="http://schemas.openxmlformats.org/drawingml/2006/main">
            <a:pathLst>
              <a:path w="628524" h="143298">
                <a:moveTo>
                  <a:pt x="44408" y="68585"/>
                </a:moveTo>
                <a:cubicBezTo>
                  <a:pt x="46764" y="73096"/>
                  <a:pt x="63927" y="98000"/>
                  <a:pt x="76157" y="114106"/>
                </a:cubicBezTo>
                <a:cubicBezTo>
                  <a:pt x="65646" y="128489"/>
                  <a:pt x="57920" y="136221"/>
                  <a:pt x="42689" y="136221"/>
                </a:cubicBezTo>
                <a:cubicBezTo>
                  <a:pt x="29173" y="136221"/>
                  <a:pt x="17591" y="128705"/>
                  <a:pt x="17591" y="107664"/>
                </a:cubicBezTo>
                <a:cubicBezTo>
                  <a:pt x="17591" y="92419"/>
                  <a:pt x="22309" y="80825"/>
                  <a:pt x="44408" y="68585"/>
                </a:cubicBezTo>
                <a:moveTo>
                  <a:pt x="81090" y="120977"/>
                </a:moveTo>
                <a:lnTo>
                  <a:pt x="87313" y="128921"/>
                </a:lnTo>
                <a:cubicBezTo>
                  <a:pt x="97395" y="142870"/>
                  <a:pt x="105333" y="143298"/>
                  <a:pt x="111981" y="143298"/>
                </a:cubicBezTo>
                <a:cubicBezTo>
                  <a:pt x="119491" y="143298"/>
                  <a:pt x="129144" y="137292"/>
                  <a:pt x="134080" y="122266"/>
                </a:cubicBezTo>
                <a:cubicBezTo>
                  <a:pt x="132964" y="121108"/>
                  <a:pt x="131933" y="120119"/>
                  <a:pt x="129573" y="120119"/>
                </a:cubicBezTo>
                <a:cubicBezTo>
                  <a:pt x="125285" y="128496"/>
                  <a:pt x="120348" y="131717"/>
                  <a:pt x="113271" y="131717"/>
                </a:cubicBezTo>
                <a:cubicBezTo>
                  <a:pt x="109837" y="131717"/>
                  <a:pt x="103402" y="127422"/>
                  <a:pt x="96750" y="118188"/>
                </a:cubicBezTo>
                <a:lnTo>
                  <a:pt x="89028" y="107451"/>
                </a:lnTo>
                <a:cubicBezTo>
                  <a:pt x="97522" y="95211"/>
                  <a:pt x="102351" y="86622"/>
                  <a:pt x="108122" y="76317"/>
                </a:cubicBezTo>
                <a:cubicBezTo>
                  <a:pt x="117988" y="58709"/>
                  <a:pt x="119448" y="57593"/>
                  <a:pt x="132578" y="56775"/>
                </a:cubicBezTo>
                <a:cubicBezTo>
                  <a:pt x="133864" y="55488"/>
                  <a:pt x="133864" y="50984"/>
                  <a:pt x="132578" y="49697"/>
                </a:cubicBezTo>
                <a:cubicBezTo>
                  <a:pt x="128286" y="49910"/>
                  <a:pt x="121851" y="50126"/>
                  <a:pt x="114558" y="50126"/>
                </a:cubicBezTo>
                <a:cubicBezTo>
                  <a:pt x="107264" y="50126"/>
                  <a:pt x="98469" y="49910"/>
                  <a:pt x="94177" y="49697"/>
                </a:cubicBezTo>
                <a:cubicBezTo>
                  <a:pt x="92891" y="50984"/>
                  <a:pt x="92891" y="55488"/>
                  <a:pt x="94177" y="56775"/>
                </a:cubicBezTo>
                <a:cubicBezTo>
                  <a:pt x="105781" y="57357"/>
                  <a:pt x="108980" y="58493"/>
                  <a:pt x="100914" y="73525"/>
                </a:cubicBezTo>
                <a:cubicBezTo>
                  <a:pt x="97244" y="80376"/>
                  <a:pt x="92053" y="89565"/>
                  <a:pt x="84308" y="101009"/>
                </a:cubicBezTo>
                <a:cubicBezTo>
                  <a:pt x="74441" y="87696"/>
                  <a:pt x="61996" y="69875"/>
                  <a:pt x="58136" y="63220"/>
                </a:cubicBezTo>
                <a:lnTo>
                  <a:pt x="57279" y="61501"/>
                </a:lnTo>
                <a:cubicBezTo>
                  <a:pt x="75083" y="51200"/>
                  <a:pt x="89244" y="37262"/>
                  <a:pt x="89244" y="25467"/>
                </a:cubicBezTo>
                <a:cubicBezTo>
                  <a:pt x="89244" y="11958"/>
                  <a:pt x="76798" y="2304"/>
                  <a:pt x="61783" y="2304"/>
                </a:cubicBezTo>
                <a:cubicBezTo>
                  <a:pt x="40329" y="2304"/>
                  <a:pt x="28744" y="17533"/>
                  <a:pt x="28744" y="30184"/>
                </a:cubicBezTo>
                <a:cubicBezTo>
                  <a:pt x="28744" y="38332"/>
                  <a:pt x="31749" y="46696"/>
                  <a:pt x="39687" y="60428"/>
                </a:cubicBezTo>
                <a:cubicBezTo>
                  <a:pt x="11369" y="76317"/>
                  <a:pt x="0" y="90704"/>
                  <a:pt x="0" y="107667"/>
                </a:cubicBezTo>
                <a:cubicBezTo>
                  <a:pt x="0" y="133858"/>
                  <a:pt x="18233" y="143298"/>
                  <a:pt x="41186" y="143298"/>
                </a:cubicBezTo>
                <a:cubicBezTo>
                  <a:pt x="59423" y="143298"/>
                  <a:pt x="71224" y="134503"/>
                  <a:pt x="81090" y="120977"/>
                </a:cubicBezTo>
                <a:moveTo>
                  <a:pt x="52771" y="53344"/>
                </a:moveTo>
                <a:cubicBezTo>
                  <a:pt x="47197" y="42836"/>
                  <a:pt x="44620" y="34689"/>
                  <a:pt x="44620" y="29756"/>
                </a:cubicBezTo>
                <a:cubicBezTo>
                  <a:pt x="44620" y="15605"/>
                  <a:pt x="55131" y="9385"/>
                  <a:pt x="60709" y="9385"/>
                </a:cubicBezTo>
                <a:cubicBezTo>
                  <a:pt x="69505" y="9385"/>
                  <a:pt x="74441" y="15817"/>
                  <a:pt x="74441" y="25467"/>
                </a:cubicBezTo>
                <a:cubicBezTo>
                  <a:pt x="74441" y="33186"/>
                  <a:pt x="66503" y="44336"/>
                  <a:pt x="52771" y="53344"/>
                </a:cubicBezTo>
                <a:close/>
                <a:moveTo>
                  <a:pt x="254088" y="80448"/>
                </a:moveTo>
                <a:cubicBezTo>
                  <a:pt x="249368" y="80448"/>
                  <a:pt x="247865" y="79807"/>
                  <a:pt x="248680" y="77597"/>
                </a:cubicBezTo>
                <a:lnTo>
                  <a:pt x="270606" y="22099"/>
                </a:lnTo>
                <a:lnTo>
                  <a:pt x="271892" y="22099"/>
                </a:lnTo>
                <a:lnTo>
                  <a:pt x="292057" y="80448"/>
                </a:lnTo>
                <a:lnTo>
                  <a:pt x="254088" y="80448"/>
                </a:lnTo>
                <a:moveTo>
                  <a:pt x="230918" y="124240"/>
                </a:moveTo>
                <a:lnTo>
                  <a:pt x="242716" y="93110"/>
                </a:lnTo>
                <a:cubicBezTo>
                  <a:pt x="243790" y="90318"/>
                  <a:pt x="245076" y="89460"/>
                  <a:pt x="250225" y="89460"/>
                </a:cubicBezTo>
                <a:lnTo>
                  <a:pt x="295490" y="89460"/>
                </a:lnTo>
                <a:lnTo>
                  <a:pt x="307933" y="125743"/>
                </a:lnTo>
                <a:cubicBezTo>
                  <a:pt x="310463" y="133151"/>
                  <a:pt x="302270" y="133815"/>
                  <a:pt x="292057" y="134545"/>
                </a:cubicBezTo>
                <a:cubicBezTo>
                  <a:pt x="290770" y="135832"/>
                  <a:pt x="290770" y="140336"/>
                  <a:pt x="292057" y="141622"/>
                </a:cubicBezTo>
                <a:cubicBezTo>
                  <a:pt x="299995" y="141410"/>
                  <a:pt x="311795" y="141194"/>
                  <a:pt x="320162" y="141194"/>
                </a:cubicBezTo>
                <a:cubicBezTo>
                  <a:pt x="328958" y="141194"/>
                  <a:pt x="337109" y="141410"/>
                  <a:pt x="344618" y="141622"/>
                </a:cubicBezTo>
                <a:cubicBezTo>
                  <a:pt x="345905" y="140336"/>
                  <a:pt x="345905" y="135832"/>
                  <a:pt x="344618" y="134545"/>
                </a:cubicBezTo>
                <a:cubicBezTo>
                  <a:pt x="336294" y="133792"/>
                  <a:pt x="329043" y="133085"/>
                  <a:pt x="325308" y="122738"/>
                </a:cubicBezTo>
                <a:lnTo>
                  <a:pt x="281117" y="0"/>
                </a:lnTo>
                <a:cubicBezTo>
                  <a:pt x="277899" y="1931"/>
                  <a:pt x="272108" y="4291"/>
                  <a:pt x="269319" y="4291"/>
                </a:cubicBezTo>
                <a:lnTo>
                  <a:pt x="220620" y="119301"/>
                </a:lnTo>
                <a:cubicBezTo>
                  <a:pt x="215042" y="132614"/>
                  <a:pt x="208499" y="133900"/>
                  <a:pt x="199166" y="134545"/>
                </a:cubicBezTo>
                <a:cubicBezTo>
                  <a:pt x="197879" y="135832"/>
                  <a:pt x="197879" y="140336"/>
                  <a:pt x="199166" y="141622"/>
                </a:cubicBezTo>
                <a:cubicBezTo>
                  <a:pt x="204744" y="141410"/>
                  <a:pt x="211759" y="141194"/>
                  <a:pt x="218260" y="141194"/>
                </a:cubicBezTo>
                <a:cubicBezTo>
                  <a:pt x="227056" y="141194"/>
                  <a:pt x="237783" y="141410"/>
                  <a:pt x="245721" y="141622"/>
                </a:cubicBezTo>
                <a:cubicBezTo>
                  <a:pt x="247007" y="140336"/>
                  <a:pt x="247007" y="135832"/>
                  <a:pt x="245721" y="134545"/>
                </a:cubicBezTo>
                <a:cubicBezTo>
                  <a:pt x="237652" y="133985"/>
                  <a:pt x="227570" y="133062"/>
                  <a:pt x="230918" y="124240"/>
                </a:cubicBezTo>
                <a:close/>
                <a:moveTo>
                  <a:pt x="388531" y="123167"/>
                </a:moveTo>
                <a:lnTo>
                  <a:pt x="388531" y="20119"/>
                </a:lnTo>
                <a:cubicBezTo>
                  <a:pt x="388531" y="12606"/>
                  <a:pt x="396040" y="9601"/>
                  <a:pt x="406551" y="9601"/>
                </a:cubicBezTo>
                <a:cubicBezTo>
                  <a:pt x="452890" y="9601"/>
                  <a:pt x="468122" y="47170"/>
                  <a:pt x="468122" y="80229"/>
                </a:cubicBezTo>
                <a:cubicBezTo>
                  <a:pt x="468122" y="123595"/>
                  <a:pt x="442163" y="134329"/>
                  <a:pt x="411913" y="134329"/>
                </a:cubicBezTo>
                <a:cubicBezTo>
                  <a:pt x="390891" y="134329"/>
                  <a:pt x="388531" y="130038"/>
                  <a:pt x="388531" y="123167"/>
                </a:cubicBezTo>
                <a:moveTo>
                  <a:pt x="379307" y="2737"/>
                </a:moveTo>
                <a:cubicBezTo>
                  <a:pt x="371647" y="2737"/>
                  <a:pt x="360213" y="2521"/>
                  <a:pt x="351633" y="2304"/>
                </a:cubicBezTo>
                <a:cubicBezTo>
                  <a:pt x="350343" y="3594"/>
                  <a:pt x="350343" y="8098"/>
                  <a:pt x="351633" y="9385"/>
                </a:cubicBezTo>
                <a:cubicBezTo>
                  <a:pt x="366648" y="10030"/>
                  <a:pt x="370295" y="11104"/>
                  <a:pt x="370295" y="28921"/>
                </a:cubicBezTo>
                <a:lnTo>
                  <a:pt x="370295" y="115009"/>
                </a:lnTo>
                <a:cubicBezTo>
                  <a:pt x="370295" y="132827"/>
                  <a:pt x="366648" y="133900"/>
                  <a:pt x="351633" y="134545"/>
                </a:cubicBezTo>
                <a:cubicBezTo>
                  <a:pt x="350343" y="135832"/>
                  <a:pt x="350343" y="140336"/>
                  <a:pt x="351633" y="141622"/>
                </a:cubicBezTo>
                <a:cubicBezTo>
                  <a:pt x="360000" y="141410"/>
                  <a:pt x="371434" y="141194"/>
                  <a:pt x="379519" y="141194"/>
                </a:cubicBezTo>
                <a:cubicBezTo>
                  <a:pt x="387457" y="141194"/>
                  <a:pt x="396469" y="141622"/>
                  <a:pt x="418565" y="141622"/>
                </a:cubicBezTo>
                <a:cubicBezTo>
                  <a:pt x="448815" y="141622"/>
                  <a:pt x="488715" y="127890"/>
                  <a:pt x="488715" y="75076"/>
                </a:cubicBezTo>
                <a:cubicBezTo>
                  <a:pt x="488715" y="35147"/>
                  <a:pt x="455892" y="2304"/>
                  <a:pt x="414702" y="2304"/>
                </a:cubicBezTo>
                <a:cubicBezTo>
                  <a:pt x="399471" y="2304"/>
                  <a:pt x="387674" y="2737"/>
                  <a:pt x="379307" y="2737"/>
                </a:cubicBezTo>
                <a:close/>
                <a:moveTo>
                  <a:pt x="574034" y="143298"/>
                </a:moveTo>
                <a:cubicBezTo>
                  <a:pt x="594844" y="143298"/>
                  <a:pt x="613938" y="133432"/>
                  <a:pt x="628524" y="114338"/>
                </a:cubicBezTo>
                <a:cubicBezTo>
                  <a:pt x="627450" y="112410"/>
                  <a:pt x="625951" y="111124"/>
                  <a:pt x="623591" y="111124"/>
                </a:cubicBezTo>
                <a:cubicBezTo>
                  <a:pt x="608360" y="127854"/>
                  <a:pt x="593770" y="134506"/>
                  <a:pt x="573818" y="134506"/>
                </a:cubicBezTo>
                <a:cubicBezTo>
                  <a:pt x="544943" y="134506"/>
                  <a:pt x="524906" y="101899"/>
                  <a:pt x="524906" y="70579"/>
                </a:cubicBezTo>
                <a:cubicBezTo>
                  <a:pt x="524906" y="52064"/>
                  <a:pt x="529820" y="36663"/>
                  <a:pt x="537650" y="27032"/>
                </a:cubicBezTo>
                <a:cubicBezTo>
                  <a:pt x="548292" y="13945"/>
                  <a:pt x="560734" y="7938"/>
                  <a:pt x="571890" y="7938"/>
                </a:cubicBezTo>
                <a:cubicBezTo>
                  <a:pt x="601495" y="7938"/>
                  <a:pt x="613293" y="25530"/>
                  <a:pt x="618871" y="43979"/>
                </a:cubicBezTo>
                <a:cubicBezTo>
                  <a:pt x="621444" y="44836"/>
                  <a:pt x="623526" y="44192"/>
                  <a:pt x="625951" y="42905"/>
                </a:cubicBezTo>
                <a:cubicBezTo>
                  <a:pt x="624877" y="31752"/>
                  <a:pt x="623375" y="21454"/>
                  <a:pt x="621231" y="9657"/>
                </a:cubicBezTo>
                <a:cubicBezTo>
                  <a:pt x="610291" y="8583"/>
                  <a:pt x="600634" y="0"/>
                  <a:pt x="574247" y="0"/>
                </a:cubicBezTo>
                <a:cubicBezTo>
                  <a:pt x="556014" y="0"/>
                  <a:pt x="540783" y="6652"/>
                  <a:pt x="528124" y="18236"/>
                </a:cubicBezTo>
                <a:cubicBezTo>
                  <a:pt x="513881" y="31278"/>
                  <a:pt x="505384" y="52280"/>
                  <a:pt x="505384" y="74654"/>
                </a:cubicBezTo>
                <a:cubicBezTo>
                  <a:pt x="505384" y="111939"/>
                  <a:pt x="527911" y="143298"/>
                  <a:pt x="574034" y="1432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0A8288-FC23-4337-9130-06BBAFCC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532" y="721452"/>
            <a:ext cx="680898" cy="147266"/>
          </a:xfrm>
          <a:custGeom xmlns:a="http://schemas.openxmlformats.org/drawingml/2006/main">
            <a:pathLst>
              <a:path w="680898" h="147266">
                <a:moveTo>
                  <a:pt x="0" y="85622"/>
                </a:moveTo>
                <a:lnTo>
                  <a:pt x="616463" y="85624"/>
                </a:lnTo>
                <a:lnTo>
                  <a:pt x="555991" y="123419"/>
                </a:lnTo>
                <a:lnTo>
                  <a:pt x="555309" y="123878"/>
                </a:lnTo>
                <a:lnTo>
                  <a:pt x="554669" y="124374"/>
                </a:lnTo>
                <a:lnTo>
                  <a:pt x="554070" y="124907"/>
                </a:lnTo>
                <a:lnTo>
                  <a:pt x="553514" y="125472"/>
                </a:lnTo>
                <a:lnTo>
                  <a:pt x="553001" y="126068"/>
                </a:lnTo>
                <a:lnTo>
                  <a:pt x="552532" y="126692"/>
                </a:lnTo>
                <a:lnTo>
                  <a:pt x="552106" y="127342"/>
                </a:lnTo>
                <a:lnTo>
                  <a:pt x="551725" y="128015"/>
                </a:lnTo>
                <a:lnTo>
                  <a:pt x="551390" y="128709"/>
                </a:lnTo>
                <a:lnTo>
                  <a:pt x="551101" y="129421"/>
                </a:lnTo>
                <a:lnTo>
                  <a:pt x="550857" y="130150"/>
                </a:lnTo>
                <a:lnTo>
                  <a:pt x="550661" y="130891"/>
                </a:lnTo>
                <a:lnTo>
                  <a:pt x="550512" y="131644"/>
                </a:lnTo>
                <a:lnTo>
                  <a:pt x="550412" y="132405"/>
                </a:lnTo>
                <a:lnTo>
                  <a:pt x="550360" y="133172"/>
                </a:lnTo>
                <a:lnTo>
                  <a:pt x="550357" y="133943"/>
                </a:lnTo>
                <a:lnTo>
                  <a:pt x="550405" y="134715"/>
                </a:lnTo>
                <a:lnTo>
                  <a:pt x="550502" y="135485"/>
                </a:lnTo>
                <a:lnTo>
                  <a:pt x="550651" y="136252"/>
                </a:lnTo>
                <a:lnTo>
                  <a:pt x="550851" y="137012"/>
                </a:lnTo>
                <a:lnTo>
                  <a:pt x="551103" y="137764"/>
                </a:lnTo>
                <a:lnTo>
                  <a:pt x="551408" y="138505"/>
                </a:lnTo>
                <a:lnTo>
                  <a:pt x="551766" y="139232"/>
                </a:lnTo>
                <a:lnTo>
                  <a:pt x="552177" y="139943"/>
                </a:lnTo>
                <a:lnTo>
                  <a:pt x="552636" y="140624"/>
                </a:lnTo>
                <a:lnTo>
                  <a:pt x="553132" y="141264"/>
                </a:lnTo>
                <a:lnTo>
                  <a:pt x="553664" y="141863"/>
                </a:lnTo>
                <a:lnTo>
                  <a:pt x="554230" y="142419"/>
                </a:lnTo>
                <a:lnTo>
                  <a:pt x="554825" y="142932"/>
                </a:lnTo>
                <a:lnTo>
                  <a:pt x="555450" y="143401"/>
                </a:lnTo>
                <a:lnTo>
                  <a:pt x="556099" y="143826"/>
                </a:lnTo>
                <a:lnTo>
                  <a:pt x="556773" y="144207"/>
                </a:lnTo>
                <a:lnTo>
                  <a:pt x="557466" y="144542"/>
                </a:lnTo>
                <a:lnTo>
                  <a:pt x="558179" y="144832"/>
                </a:lnTo>
                <a:lnTo>
                  <a:pt x="558907" y="145075"/>
                </a:lnTo>
                <a:lnTo>
                  <a:pt x="559649" y="145271"/>
                </a:lnTo>
                <a:lnTo>
                  <a:pt x="560401" y="145420"/>
                </a:lnTo>
                <a:lnTo>
                  <a:pt x="561162" y="145521"/>
                </a:lnTo>
                <a:lnTo>
                  <a:pt x="561930" y="145572"/>
                </a:lnTo>
                <a:lnTo>
                  <a:pt x="562700" y="145575"/>
                </a:lnTo>
                <a:lnTo>
                  <a:pt x="563472" y="145528"/>
                </a:lnTo>
                <a:lnTo>
                  <a:pt x="564243" y="145430"/>
                </a:lnTo>
                <a:lnTo>
                  <a:pt x="565010" y="145282"/>
                </a:lnTo>
                <a:lnTo>
                  <a:pt x="565770" y="145082"/>
                </a:lnTo>
                <a:lnTo>
                  <a:pt x="566522" y="144830"/>
                </a:lnTo>
                <a:lnTo>
                  <a:pt x="567263" y="144525"/>
                </a:lnTo>
                <a:lnTo>
                  <a:pt x="567990" y="144168"/>
                </a:lnTo>
                <a:lnTo>
                  <a:pt x="568701" y="143756"/>
                </a:lnTo>
                <a:lnTo>
                  <a:pt x="680898" y="73633"/>
                </a:lnTo>
                <a:lnTo>
                  <a:pt x="568701" y="3510"/>
                </a:lnTo>
                <a:lnTo>
                  <a:pt x="567990" y="3098"/>
                </a:lnTo>
                <a:lnTo>
                  <a:pt x="567263" y="2740"/>
                </a:lnTo>
                <a:lnTo>
                  <a:pt x="566522" y="2436"/>
                </a:lnTo>
                <a:lnTo>
                  <a:pt x="565771" y="2184"/>
                </a:lnTo>
                <a:lnTo>
                  <a:pt x="565010" y="1984"/>
                </a:lnTo>
                <a:lnTo>
                  <a:pt x="564243" y="1835"/>
                </a:lnTo>
                <a:lnTo>
                  <a:pt x="563473" y="1738"/>
                </a:lnTo>
                <a:lnTo>
                  <a:pt x="562701" y="1691"/>
                </a:lnTo>
                <a:lnTo>
                  <a:pt x="561930" y="1693"/>
                </a:lnTo>
                <a:lnTo>
                  <a:pt x="561163" y="1745"/>
                </a:lnTo>
                <a:lnTo>
                  <a:pt x="560402" y="1846"/>
                </a:lnTo>
                <a:lnTo>
                  <a:pt x="559650" y="1994"/>
                </a:lnTo>
                <a:lnTo>
                  <a:pt x="558908" y="2191"/>
                </a:lnTo>
                <a:lnTo>
                  <a:pt x="558180" y="2434"/>
                </a:lnTo>
                <a:lnTo>
                  <a:pt x="557468" y="2723"/>
                </a:lnTo>
                <a:lnTo>
                  <a:pt x="556774" y="3059"/>
                </a:lnTo>
                <a:lnTo>
                  <a:pt x="556100" y="3439"/>
                </a:lnTo>
                <a:lnTo>
                  <a:pt x="555451" y="3864"/>
                </a:lnTo>
                <a:lnTo>
                  <a:pt x="554826" y="4334"/>
                </a:lnTo>
                <a:lnTo>
                  <a:pt x="554230" y="4847"/>
                </a:lnTo>
                <a:lnTo>
                  <a:pt x="553665" y="5403"/>
                </a:lnTo>
                <a:lnTo>
                  <a:pt x="553133" y="6001"/>
                </a:lnTo>
                <a:lnTo>
                  <a:pt x="552636" y="6641"/>
                </a:lnTo>
                <a:lnTo>
                  <a:pt x="552177" y="7323"/>
                </a:lnTo>
                <a:lnTo>
                  <a:pt x="551766" y="8034"/>
                </a:lnTo>
                <a:lnTo>
                  <a:pt x="551408" y="8761"/>
                </a:lnTo>
                <a:lnTo>
                  <a:pt x="551104" y="9501"/>
                </a:lnTo>
                <a:lnTo>
                  <a:pt x="550852" y="10253"/>
                </a:lnTo>
                <a:lnTo>
                  <a:pt x="550652" y="11014"/>
                </a:lnTo>
                <a:lnTo>
                  <a:pt x="550503" y="11780"/>
                </a:lnTo>
                <a:lnTo>
                  <a:pt x="550406" y="12551"/>
                </a:lnTo>
                <a:lnTo>
                  <a:pt x="550359" y="13323"/>
                </a:lnTo>
                <a:lnTo>
                  <a:pt x="550361" y="14093"/>
                </a:lnTo>
                <a:lnTo>
                  <a:pt x="550413" y="14861"/>
                </a:lnTo>
                <a:lnTo>
                  <a:pt x="550513" y="15622"/>
                </a:lnTo>
                <a:lnTo>
                  <a:pt x="550662" y="16374"/>
                </a:lnTo>
                <a:lnTo>
                  <a:pt x="550858" y="17116"/>
                </a:lnTo>
                <a:lnTo>
                  <a:pt x="551101" y="17844"/>
                </a:lnTo>
                <a:lnTo>
                  <a:pt x="551391" y="18557"/>
                </a:lnTo>
                <a:lnTo>
                  <a:pt x="551726" y="19251"/>
                </a:lnTo>
                <a:lnTo>
                  <a:pt x="552107" y="19924"/>
                </a:lnTo>
                <a:lnTo>
                  <a:pt x="552532" y="20574"/>
                </a:lnTo>
                <a:lnTo>
                  <a:pt x="553001" y="21198"/>
                </a:lnTo>
                <a:lnTo>
                  <a:pt x="553514" y="21794"/>
                </a:lnTo>
                <a:lnTo>
                  <a:pt x="554070" y="22359"/>
                </a:lnTo>
                <a:lnTo>
                  <a:pt x="554669" y="22891"/>
                </a:lnTo>
                <a:lnTo>
                  <a:pt x="555309" y="23388"/>
                </a:lnTo>
                <a:lnTo>
                  <a:pt x="555991" y="23846"/>
                </a:lnTo>
                <a:lnTo>
                  <a:pt x="616463" y="61642"/>
                </a:lnTo>
                <a:lnTo>
                  <a:pt x="0" y="61640"/>
                </a:lnTo>
                <a:lnTo>
                  <a:pt x="0" y="85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IDIRQ">
            <a:extLst xmlns:a="http://schemas.openxmlformats.org/drawingml/2006/main">
              <a:ext uri="{FF2B5EF4-FFF2-40B4-BE49-F238E27FC236}">
                <a16:creationId xmlns:a16="http://schemas.microsoft.com/office/drawing/2014/main" id="{560556C0-54FC-401E-B8AA-E32A96A3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778" y="1157935"/>
            <a:ext cx="598967" cy="186036"/>
          </a:xfrm>
          <a:custGeom xmlns:a="http://schemas.openxmlformats.org/drawingml/2006/main">
            <a:pathLst>
              <a:path w="598967" h="186036">
                <a:moveTo>
                  <a:pt x="38188" y="115009"/>
                </a:moveTo>
                <a:lnTo>
                  <a:pt x="38188" y="28921"/>
                </a:lnTo>
                <a:cubicBezTo>
                  <a:pt x="38188" y="11104"/>
                  <a:pt x="41835" y="10030"/>
                  <a:pt x="56853" y="9385"/>
                </a:cubicBezTo>
                <a:cubicBezTo>
                  <a:pt x="58140" y="8098"/>
                  <a:pt x="58140" y="3594"/>
                  <a:pt x="56853" y="2304"/>
                </a:cubicBezTo>
                <a:cubicBezTo>
                  <a:pt x="47413" y="2521"/>
                  <a:pt x="37222" y="2737"/>
                  <a:pt x="28963" y="2737"/>
                </a:cubicBezTo>
                <a:cubicBezTo>
                  <a:pt x="21775" y="2737"/>
                  <a:pt x="11372" y="2521"/>
                  <a:pt x="1290" y="2304"/>
                </a:cubicBezTo>
                <a:cubicBezTo>
                  <a:pt x="0" y="3594"/>
                  <a:pt x="0" y="8098"/>
                  <a:pt x="1290" y="9385"/>
                </a:cubicBezTo>
                <a:cubicBezTo>
                  <a:pt x="16305" y="10030"/>
                  <a:pt x="19952" y="11104"/>
                  <a:pt x="19952" y="28921"/>
                </a:cubicBezTo>
                <a:lnTo>
                  <a:pt x="19952" y="115009"/>
                </a:lnTo>
                <a:cubicBezTo>
                  <a:pt x="19952" y="132827"/>
                  <a:pt x="16305" y="133900"/>
                  <a:pt x="1290" y="134545"/>
                </a:cubicBezTo>
                <a:cubicBezTo>
                  <a:pt x="0" y="135832"/>
                  <a:pt x="0" y="140336"/>
                  <a:pt x="1290" y="141622"/>
                </a:cubicBezTo>
                <a:cubicBezTo>
                  <a:pt x="10943" y="141410"/>
                  <a:pt x="21389" y="141194"/>
                  <a:pt x="29176" y="141194"/>
                </a:cubicBezTo>
                <a:cubicBezTo>
                  <a:pt x="36813" y="141194"/>
                  <a:pt x="47197" y="141410"/>
                  <a:pt x="56853" y="141622"/>
                </a:cubicBezTo>
                <a:cubicBezTo>
                  <a:pt x="58140" y="140336"/>
                  <a:pt x="58140" y="135832"/>
                  <a:pt x="56853" y="134545"/>
                </a:cubicBezTo>
                <a:cubicBezTo>
                  <a:pt x="41835" y="133900"/>
                  <a:pt x="38188" y="132827"/>
                  <a:pt x="38188" y="115009"/>
                </a:cubicBezTo>
                <a:close/>
                <a:moveTo>
                  <a:pt x="101131" y="123167"/>
                </a:moveTo>
                <a:lnTo>
                  <a:pt x="101131" y="20119"/>
                </a:lnTo>
                <a:cubicBezTo>
                  <a:pt x="101131" y="12606"/>
                  <a:pt x="108640" y="9601"/>
                  <a:pt x="119151" y="9601"/>
                </a:cubicBezTo>
                <a:cubicBezTo>
                  <a:pt x="165490" y="9601"/>
                  <a:pt x="180721" y="47170"/>
                  <a:pt x="180721" y="80229"/>
                </a:cubicBezTo>
                <a:cubicBezTo>
                  <a:pt x="180721" y="123595"/>
                  <a:pt x="154763" y="134329"/>
                  <a:pt x="124513" y="134329"/>
                </a:cubicBezTo>
                <a:cubicBezTo>
                  <a:pt x="103491" y="134329"/>
                  <a:pt x="101131" y="130038"/>
                  <a:pt x="101131" y="123167"/>
                </a:cubicBezTo>
                <a:moveTo>
                  <a:pt x="91906" y="2737"/>
                </a:moveTo>
                <a:cubicBezTo>
                  <a:pt x="84246" y="2737"/>
                  <a:pt x="72812" y="2521"/>
                  <a:pt x="64232" y="2304"/>
                </a:cubicBezTo>
                <a:cubicBezTo>
                  <a:pt x="62943" y="3594"/>
                  <a:pt x="62943" y="8098"/>
                  <a:pt x="64232" y="9385"/>
                </a:cubicBezTo>
                <a:cubicBezTo>
                  <a:pt x="79248" y="10030"/>
                  <a:pt x="82894" y="11104"/>
                  <a:pt x="82894" y="28921"/>
                </a:cubicBezTo>
                <a:lnTo>
                  <a:pt x="82894" y="115009"/>
                </a:lnTo>
                <a:cubicBezTo>
                  <a:pt x="82894" y="132827"/>
                  <a:pt x="79248" y="133900"/>
                  <a:pt x="64232" y="134545"/>
                </a:cubicBezTo>
                <a:cubicBezTo>
                  <a:pt x="62943" y="135832"/>
                  <a:pt x="62943" y="140336"/>
                  <a:pt x="64232" y="141622"/>
                </a:cubicBezTo>
                <a:cubicBezTo>
                  <a:pt x="72599" y="141410"/>
                  <a:pt x="84034" y="141194"/>
                  <a:pt x="92119" y="141194"/>
                </a:cubicBezTo>
                <a:cubicBezTo>
                  <a:pt x="100057" y="141194"/>
                  <a:pt x="109069" y="141622"/>
                  <a:pt x="131165" y="141622"/>
                </a:cubicBezTo>
                <a:cubicBezTo>
                  <a:pt x="161415" y="141622"/>
                  <a:pt x="201315" y="127890"/>
                  <a:pt x="201315" y="75076"/>
                </a:cubicBezTo>
                <a:cubicBezTo>
                  <a:pt x="201315" y="35147"/>
                  <a:pt x="168492" y="2304"/>
                  <a:pt x="127302" y="2304"/>
                </a:cubicBezTo>
                <a:cubicBezTo>
                  <a:pt x="112071" y="2304"/>
                  <a:pt x="100273" y="2737"/>
                  <a:pt x="91906" y="2737"/>
                </a:cubicBezTo>
                <a:close/>
                <a:moveTo>
                  <a:pt x="304890" y="115009"/>
                </a:moveTo>
                <a:lnTo>
                  <a:pt x="304890" y="28921"/>
                </a:lnTo>
                <a:cubicBezTo>
                  <a:pt x="304890" y="11104"/>
                  <a:pt x="308537" y="10030"/>
                  <a:pt x="323555" y="9385"/>
                </a:cubicBezTo>
                <a:cubicBezTo>
                  <a:pt x="324842" y="8098"/>
                  <a:pt x="324842" y="3594"/>
                  <a:pt x="323555" y="2304"/>
                </a:cubicBezTo>
                <a:cubicBezTo>
                  <a:pt x="314115" y="2521"/>
                  <a:pt x="303925" y="2737"/>
                  <a:pt x="295666" y="2737"/>
                </a:cubicBezTo>
                <a:cubicBezTo>
                  <a:pt x="288477" y="2737"/>
                  <a:pt x="278074" y="2521"/>
                  <a:pt x="267992" y="2304"/>
                </a:cubicBezTo>
                <a:cubicBezTo>
                  <a:pt x="266702" y="3594"/>
                  <a:pt x="266702" y="8098"/>
                  <a:pt x="267992" y="9385"/>
                </a:cubicBezTo>
                <a:cubicBezTo>
                  <a:pt x="283007" y="10030"/>
                  <a:pt x="286654" y="11104"/>
                  <a:pt x="286654" y="28921"/>
                </a:cubicBezTo>
                <a:lnTo>
                  <a:pt x="286654" y="115009"/>
                </a:lnTo>
                <a:cubicBezTo>
                  <a:pt x="286654" y="132827"/>
                  <a:pt x="283007" y="133900"/>
                  <a:pt x="267992" y="134545"/>
                </a:cubicBezTo>
                <a:cubicBezTo>
                  <a:pt x="266702" y="135832"/>
                  <a:pt x="266702" y="140336"/>
                  <a:pt x="267992" y="141622"/>
                </a:cubicBezTo>
                <a:cubicBezTo>
                  <a:pt x="277645" y="141410"/>
                  <a:pt x="288091" y="141194"/>
                  <a:pt x="295878" y="141194"/>
                </a:cubicBezTo>
                <a:cubicBezTo>
                  <a:pt x="303515" y="141194"/>
                  <a:pt x="313899" y="141410"/>
                  <a:pt x="323555" y="141622"/>
                </a:cubicBezTo>
                <a:cubicBezTo>
                  <a:pt x="324842" y="140336"/>
                  <a:pt x="324842" y="135832"/>
                  <a:pt x="323555" y="134545"/>
                </a:cubicBezTo>
                <a:cubicBezTo>
                  <a:pt x="308537" y="133900"/>
                  <a:pt x="304890" y="132827"/>
                  <a:pt x="304890" y="115009"/>
                </a:cubicBezTo>
                <a:close/>
                <a:moveTo>
                  <a:pt x="385208" y="8554"/>
                </a:moveTo>
                <a:cubicBezTo>
                  <a:pt x="398295" y="8554"/>
                  <a:pt x="413743" y="13274"/>
                  <a:pt x="413743" y="38600"/>
                </a:cubicBezTo>
                <a:cubicBezTo>
                  <a:pt x="413743" y="65433"/>
                  <a:pt x="398511" y="71440"/>
                  <a:pt x="377702" y="71440"/>
                </a:cubicBezTo>
                <a:lnTo>
                  <a:pt x="367404" y="71440"/>
                </a:lnTo>
                <a:lnTo>
                  <a:pt x="367404" y="22289"/>
                </a:lnTo>
                <a:cubicBezTo>
                  <a:pt x="367404" y="16066"/>
                  <a:pt x="369977" y="8554"/>
                  <a:pt x="385208" y="8554"/>
                </a:cubicBezTo>
                <a:moveTo>
                  <a:pt x="367404" y="114990"/>
                </a:moveTo>
                <a:lnTo>
                  <a:pt x="367404" y="78736"/>
                </a:lnTo>
                <a:cubicBezTo>
                  <a:pt x="385424" y="78736"/>
                  <a:pt x="389434" y="81889"/>
                  <a:pt x="392505" y="86887"/>
                </a:cubicBezTo>
                <a:lnTo>
                  <a:pt x="415458" y="124214"/>
                </a:lnTo>
                <a:cubicBezTo>
                  <a:pt x="421615" y="134205"/>
                  <a:pt x="430905" y="143298"/>
                  <a:pt x="443777" y="143298"/>
                </a:cubicBezTo>
                <a:cubicBezTo>
                  <a:pt x="446994" y="143298"/>
                  <a:pt x="450641" y="142870"/>
                  <a:pt x="452785" y="141799"/>
                </a:cubicBezTo>
                <a:cubicBezTo>
                  <a:pt x="453538" y="140320"/>
                  <a:pt x="453430" y="138365"/>
                  <a:pt x="452572" y="136650"/>
                </a:cubicBezTo>
                <a:cubicBezTo>
                  <a:pt x="442919" y="136650"/>
                  <a:pt x="437554" y="129442"/>
                  <a:pt x="431976" y="120132"/>
                </a:cubicBezTo>
                <a:lnTo>
                  <a:pt x="404947" y="75090"/>
                </a:lnTo>
                <a:cubicBezTo>
                  <a:pt x="414172" y="72085"/>
                  <a:pt x="433478" y="60925"/>
                  <a:pt x="433478" y="38388"/>
                </a:cubicBezTo>
                <a:cubicBezTo>
                  <a:pt x="433478" y="27654"/>
                  <a:pt x="429832" y="18855"/>
                  <a:pt x="422110" y="11559"/>
                </a:cubicBezTo>
                <a:cubicBezTo>
                  <a:pt x="411811" y="1902"/>
                  <a:pt x="398511" y="1257"/>
                  <a:pt x="384995" y="1257"/>
                </a:cubicBezTo>
                <a:cubicBezTo>
                  <a:pt x="374913" y="1257"/>
                  <a:pt x="365901" y="2760"/>
                  <a:pt x="358179" y="2760"/>
                </a:cubicBezTo>
                <a:cubicBezTo>
                  <a:pt x="350670" y="2760"/>
                  <a:pt x="340588" y="2547"/>
                  <a:pt x="330506" y="2331"/>
                </a:cubicBezTo>
                <a:cubicBezTo>
                  <a:pt x="329216" y="3617"/>
                  <a:pt x="329216" y="8125"/>
                  <a:pt x="330506" y="9411"/>
                </a:cubicBezTo>
                <a:cubicBezTo>
                  <a:pt x="345521" y="10056"/>
                  <a:pt x="349167" y="11130"/>
                  <a:pt x="349167" y="28944"/>
                </a:cubicBezTo>
                <a:lnTo>
                  <a:pt x="349167" y="114986"/>
                </a:lnTo>
                <a:cubicBezTo>
                  <a:pt x="349167" y="132827"/>
                  <a:pt x="345521" y="133900"/>
                  <a:pt x="330506" y="134545"/>
                </a:cubicBezTo>
                <a:cubicBezTo>
                  <a:pt x="329216" y="135832"/>
                  <a:pt x="329216" y="140336"/>
                  <a:pt x="330506" y="141622"/>
                </a:cubicBezTo>
                <a:cubicBezTo>
                  <a:pt x="340159" y="141410"/>
                  <a:pt x="350133" y="141194"/>
                  <a:pt x="358392" y="141194"/>
                </a:cubicBezTo>
                <a:cubicBezTo>
                  <a:pt x="366458" y="141194"/>
                  <a:pt x="376628" y="141410"/>
                  <a:pt x="386066" y="141622"/>
                </a:cubicBezTo>
                <a:cubicBezTo>
                  <a:pt x="387355" y="140336"/>
                  <a:pt x="387355" y="135832"/>
                  <a:pt x="386066" y="134545"/>
                </a:cubicBezTo>
                <a:cubicBezTo>
                  <a:pt x="371050" y="133900"/>
                  <a:pt x="367404" y="132827"/>
                  <a:pt x="367404" y="115013"/>
                </a:cubicBezTo>
                <a:lnTo>
                  <a:pt x="367404" y="114990"/>
                </a:lnTo>
                <a:close/>
                <a:moveTo>
                  <a:pt x="523881" y="7725"/>
                </a:moveTo>
                <a:cubicBezTo>
                  <a:pt x="552199" y="7725"/>
                  <a:pt x="575153" y="31324"/>
                  <a:pt x="575153" y="74654"/>
                </a:cubicBezTo>
                <a:cubicBezTo>
                  <a:pt x="575153" y="113052"/>
                  <a:pt x="556703" y="135576"/>
                  <a:pt x="532247" y="135576"/>
                </a:cubicBezTo>
                <a:cubicBezTo>
                  <a:pt x="506073" y="135576"/>
                  <a:pt x="481404" y="112194"/>
                  <a:pt x="481404" y="71008"/>
                </a:cubicBezTo>
                <a:cubicBezTo>
                  <a:pt x="481404" y="25958"/>
                  <a:pt x="502642" y="7725"/>
                  <a:pt x="523881" y="7725"/>
                </a:cubicBezTo>
                <a:moveTo>
                  <a:pt x="595749" y="70579"/>
                </a:moveTo>
                <a:cubicBezTo>
                  <a:pt x="595749" y="26174"/>
                  <a:pt x="565070" y="0"/>
                  <a:pt x="526670" y="0"/>
                </a:cubicBezTo>
                <a:cubicBezTo>
                  <a:pt x="485116" y="0"/>
                  <a:pt x="460808" y="33059"/>
                  <a:pt x="460808" y="74654"/>
                </a:cubicBezTo>
                <a:cubicBezTo>
                  <a:pt x="460808" y="113481"/>
                  <a:pt x="486704" y="138902"/>
                  <a:pt x="519183" y="142784"/>
                </a:cubicBezTo>
                <a:cubicBezTo>
                  <a:pt x="506119" y="149583"/>
                  <a:pt x="494167" y="159685"/>
                  <a:pt x="486465" y="168988"/>
                </a:cubicBezTo>
                <a:cubicBezTo>
                  <a:pt x="485008" y="170537"/>
                  <a:pt x="483722" y="172216"/>
                  <a:pt x="482691" y="174023"/>
                </a:cubicBezTo>
                <a:lnTo>
                  <a:pt x="491058" y="178314"/>
                </a:lnTo>
                <a:cubicBezTo>
                  <a:pt x="493588" y="174710"/>
                  <a:pt x="496315" y="171365"/>
                  <a:pt x="499146" y="168291"/>
                </a:cubicBezTo>
                <a:cubicBezTo>
                  <a:pt x="502171" y="166239"/>
                  <a:pt x="505088" y="165519"/>
                  <a:pt x="506718" y="165519"/>
                </a:cubicBezTo>
                <a:cubicBezTo>
                  <a:pt x="515834" y="165519"/>
                  <a:pt x="523687" y="169709"/>
                  <a:pt x="532031" y="174540"/>
                </a:cubicBezTo>
                <a:cubicBezTo>
                  <a:pt x="542029" y="180246"/>
                  <a:pt x="552929" y="186036"/>
                  <a:pt x="568072" y="186036"/>
                </a:cubicBezTo>
                <a:cubicBezTo>
                  <a:pt x="581588" y="186036"/>
                  <a:pt x="590600" y="180462"/>
                  <a:pt x="598967" y="168357"/>
                </a:cubicBezTo>
                <a:lnTo>
                  <a:pt x="595317" y="165738"/>
                </a:lnTo>
                <a:cubicBezTo>
                  <a:pt x="590600" y="171627"/>
                  <a:pt x="582875" y="173810"/>
                  <a:pt x="576655" y="173810"/>
                </a:cubicBezTo>
                <a:cubicBezTo>
                  <a:pt x="567686" y="173810"/>
                  <a:pt x="559064" y="169990"/>
                  <a:pt x="549947" y="165541"/>
                </a:cubicBezTo>
                <a:cubicBezTo>
                  <a:pt x="539950" y="160736"/>
                  <a:pt x="529200" y="156078"/>
                  <a:pt x="516800" y="156078"/>
                </a:cubicBezTo>
                <a:cubicBezTo>
                  <a:pt x="515514" y="156078"/>
                  <a:pt x="514077" y="156186"/>
                  <a:pt x="512532" y="156402"/>
                </a:cubicBezTo>
                <a:cubicBezTo>
                  <a:pt x="523173" y="148667"/>
                  <a:pt x="533685" y="144238"/>
                  <a:pt x="540677" y="142271"/>
                </a:cubicBezTo>
                <a:cubicBezTo>
                  <a:pt x="558527" y="139265"/>
                  <a:pt x="572900" y="129936"/>
                  <a:pt x="582488" y="116270"/>
                </a:cubicBezTo>
                <a:cubicBezTo>
                  <a:pt x="591029" y="104109"/>
                  <a:pt x="595749" y="88599"/>
                  <a:pt x="595749" y="705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Anomaly">
            <a:extLst xmlns:a="http://schemas.openxmlformats.org/drawingml/2006/main">
              <a:ext uri="{FF2B5EF4-FFF2-40B4-BE49-F238E27FC236}">
                <a16:creationId xmlns:a16="http://schemas.microsoft.com/office/drawing/2014/main" id="{290426BC-427E-4DB1-805E-28A4ED1F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222" y="2221989"/>
            <a:ext cx="810316" cy="199654"/>
          </a:xfrm>
          <a:custGeom xmlns:a="http://schemas.openxmlformats.org/drawingml/2006/main">
            <a:pathLst>
              <a:path w="810316" h="199654">
                <a:moveTo>
                  <a:pt x="56208" y="89038"/>
                </a:moveTo>
                <a:cubicBezTo>
                  <a:pt x="51488" y="89038"/>
                  <a:pt x="49986" y="88396"/>
                  <a:pt x="50801" y="86187"/>
                </a:cubicBezTo>
                <a:lnTo>
                  <a:pt x="72726" y="30689"/>
                </a:lnTo>
                <a:lnTo>
                  <a:pt x="74013" y="30689"/>
                </a:lnTo>
                <a:lnTo>
                  <a:pt x="94177" y="89038"/>
                </a:lnTo>
                <a:lnTo>
                  <a:pt x="56208" y="89038"/>
                </a:lnTo>
                <a:moveTo>
                  <a:pt x="33039" y="132830"/>
                </a:moveTo>
                <a:lnTo>
                  <a:pt x="44836" y="101699"/>
                </a:lnTo>
                <a:cubicBezTo>
                  <a:pt x="45910" y="98907"/>
                  <a:pt x="47197" y="98050"/>
                  <a:pt x="52346" y="98050"/>
                </a:cubicBezTo>
                <a:lnTo>
                  <a:pt x="97611" y="98050"/>
                </a:lnTo>
                <a:lnTo>
                  <a:pt x="110053" y="134332"/>
                </a:lnTo>
                <a:cubicBezTo>
                  <a:pt x="112584" y="141740"/>
                  <a:pt x="104390" y="142405"/>
                  <a:pt x="94177" y="143135"/>
                </a:cubicBezTo>
                <a:cubicBezTo>
                  <a:pt x="92891" y="144421"/>
                  <a:pt x="92891" y="148925"/>
                  <a:pt x="94177" y="150212"/>
                </a:cubicBezTo>
                <a:cubicBezTo>
                  <a:pt x="102115" y="149999"/>
                  <a:pt x="113916" y="149783"/>
                  <a:pt x="122283" y="149783"/>
                </a:cubicBezTo>
                <a:cubicBezTo>
                  <a:pt x="131079" y="149783"/>
                  <a:pt x="139229" y="149999"/>
                  <a:pt x="146739" y="150212"/>
                </a:cubicBezTo>
                <a:cubicBezTo>
                  <a:pt x="148025" y="148925"/>
                  <a:pt x="148025" y="144421"/>
                  <a:pt x="146739" y="143135"/>
                </a:cubicBezTo>
                <a:cubicBezTo>
                  <a:pt x="138414" y="142382"/>
                  <a:pt x="131164" y="141675"/>
                  <a:pt x="127429" y="131327"/>
                </a:cubicBezTo>
                <a:lnTo>
                  <a:pt x="83237" y="8590"/>
                </a:lnTo>
                <a:cubicBezTo>
                  <a:pt x="80019" y="10521"/>
                  <a:pt x="74229" y="12881"/>
                  <a:pt x="71440" y="12881"/>
                </a:cubicBezTo>
                <a:lnTo>
                  <a:pt x="22741" y="127890"/>
                </a:lnTo>
                <a:cubicBezTo>
                  <a:pt x="17163" y="141203"/>
                  <a:pt x="10619" y="142490"/>
                  <a:pt x="1286" y="143135"/>
                </a:cubicBezTo>
                <a:cubicBezTo>
                  <a:pt x="0" y="144421"/>
                  <a:pt x="0" y="148925"/>
                  <a:pt x="1286" y="150212"/>
                </a:cubicBezTo>
                <a:cubicBezTo>
                  <a:pt x="6864" y="149999"/>
                  <a:pt x="13879" y="149783"/>
                  <a:pt x="20380" y="149783"/>
                </a:cubicBezTo>
                <a:cubicBezTo>
                  <a:pt x="29176" y="149783"/>
                  <a:pt x="39903" y="149999"/>
                  <a:pt x="47841" y="150212"/>
                </a:cubicBezTo>
                <a:cubicBezTo>
                  <a:pt x="49128" y="148925"/>
                  <a:pt x="49128" y="144421"/>
                  <a:pt x="47841" y="143135"/>
                </a:cubicBezTo>
                <a:cubicBezTo>
                  <a:pt x="39772" y="142575"/>
                  <a:pt x="29690" y="141652"/>
                  <a:pt x="33039" y="132830"/>
                </a:cubicBezTo>
                <a:close/>
                <a:moveTo>
                  <a:pt x="189149" y="72903"/>
                </a:moveTo>
                <a:cubicBezTo>
                  <a:pt x="187840" y="74405"/>
                  <a:pt x="186639" y="74923"/>
                  <a:pt x="186577" y="72903"/>
                </a:cubicBezTo>
                <a:cubicBezTo>
                  <a:pt x="186360" y="67106"/>
                  <a:pt x="185866" y="58801"/>
                  <a:pt x="184858" y="56591"/>
                </a:cubicBezTo>
                <a:cubicBezTo>
                  <a:pt x="184410" y="55606"/>
                  <a:pt x="184000" y="54876"/>
                  <a:pt x="182285" y="54876"/>
                </a:cubicBezTo>
                <a:cubicBezTo>
                  <a:pt x="176278" y="57236"/>
                  <a:pt x="170700" y="59168"/>
                  <a:pt x="155898" y="61096"/>
                </a:cubicBezTo>
                <a:cubicBezTo>
                  <a:pt x="155469" y="62385"/>
                  <a:pt x="155898" y="65816"/>
                  <a:pt x="156327" y="67106"/>
                </a:cubicBezTo>
                <a:cubicBezTo>
                  <a:pt x="167911" y="68179"/>
                  <a:pt x="170271" y="69253"/>
                  <a:pt x="170271" y="81708"/>
                </a:cubicBezTo>
                <a:lnTo>
                  <a:pt x="170271" y="123589"/>
                </a:lnTo>
                <a:cubicBezTo>
                  <a:pt x="170271" y="141200"/>
                  <a:pt x="168127" y="142061"/>
                  <a:pt x="155253" y="143135"/>
                </a:cubicBezTo>
                <a:cubicBezTo>
                  <a:pt x="153966" y="144421"/>
                  <a:pt x="153966" y="148925"/>
                  <a:pt x="155253" y="150212"/>
                </a:cubicBezTo>
                <a:cubicBezTo>
                  <a:pt x="161692" y="149999"/>
                  <a:pt x="170271" y="149783"/>
                  <a:pt x="178851" y="149783"/>
                </a:cubicBezTo>
                <a:cubicBezTo>
                  <a:pt x="187434" y="149783"/>
                  <a:pt x="193870" y="149999"/>
                  <a:pt x="200305" y="150212"/>
                </a:cubicBezTo>
                <a:cubicBezTo>
                  <a:pt x="201592" y="148925"/>
                  <a:pt x="201592" y="144421"/>
                  <a:pt x="200305" y="143135"/>
                </a:cubicBezTo>
                <a:cubicBezTo>
                  <a:pt x="189366" y="142061"/>
                  <a:pt x="187218" y="141200"/>
                  <a:pt x="187218" y="123589"/>
                </a:cubicBezTo>
                <a:lnTo>
                  <a:pt x="187218" y="88367"/>
                </a:lnTo>
                <a:cubicBezTo>
                  <a:pt x="187218" y="83856"/>
                  <a:pt x="189149" y="81280"/>
                  <a:pt x="190865" y="79348"/>
                </a:cubicBezTo>
                <a:cubicBezTo>
                  <a:pt x="199019" y="71400"/>
                  <a:pt x="208672" y="66674"/>
                  <a:pt x="217039" y="66674"/>
                </a:cubicBezTo>
                <a:cubicBezTo>
                  <a:pt x="221331" y="66674"/>
                  <a:pt x="225835" y="69466"/>
                  <a:pt x="228408" y="74405"/>
                </a:cubicBezTo>
                <a:cubicBezTo>
                  <a:pt x="230555" y="78703"/>
                  <a:pt x="230984" y="84501"/>
                  <a:pt x="230984" y="90943"/>
                </a:cubicBezTo>
                <a:lnTo>
                  <a:pt x="230984" y="123589"/>
                </a:lnTo>
                <a:cubicBezTo>
                  <a:pt x="230984" y="141200"/>
                  <a:pt x="228837" y="142061"/>
                  <a:pt x="217681" y="143135"/>
                </a:cubicBezTo>
                <a:cubicBezTo>
                  <a:pt x="216610" y="144421"/>
                  <a:pt x="216610" y="148925"/>
                  <a:pt x="217681" y="150212"/>
                </a:cubicBezTo>
                <a:cubicBezTo>
                  <a:pt x="224120" y="149999"/>
                  <a:pt x="230984" y="149783"/>
                  <a:pt x="239564" y="149783"/>
                </a:cubicBezTo>
                <a:cubicBezTo>
                  <a:pt x="248147" y="149783"/>
                  <a:pt x="255869" y="149999"/>
                  <a:pt x="262304" y="150212"/>
                </a:cubicBezTo>
                <a:cubicBezTo>
                  <a:pt x="263378" y="148925"/>
                  <a:pt x="263378" y="144421"/>
                  <a:pt x="262304" y="143135"/>
                </a:cubicBezTo>
                <a:cubicBezTo>
                  <a:pt x="250291" y="142061"/>
                  <a:pt x="247931" y="141200"/>
                  <a:pt x="247931" y="123589"/>
                </a:cubicBezTo>
                <a:lnTo>
                  <a:pt x="247931" y="91588"/>
                </a:lnTo>
                <a:cubicBezTo>
                  <a:pt x="247931" y="79777"/>
                  <a:pt x="247073" y="69466"/>
                  <a:pt x="242140" y="62814"/>
                </a:cubicBezTo>
                <a:cubicBezTo>
                  <a:pt x="238490" y="58094"/>
                  <a:pt x="231842" y="55518"/>
                  <a:pt x="224332" y="55518"/>
                </a:cubicBezTo>
                <a:cubicBezTo>
                  <a:pt x="213821" y="55518"/>
                  <a:pt x="201870" y="58307"/>
                  <a:pt x="189149" y="72903"/>
                </a:cubicBezTo>
                <a:close/>
                <a:moveTo>
                  <a:pt x="275324" y="105742"/>
                </a:moveTo>
                <a:cubicBezTo>
                  <a:pt x="275324" y="127638"/>
                  <a:pt x="289914" y="151888"/>
                  <a:pt x="320377" y="151888"/>
                </a:cubicBezTo>
                <a:cubicBezTo>
                  <a:pt x="334194" y="151888"/>
                  <a:pt x="344577" y="147020"/>
                  <a:pt x="351890" y="139874"/>
                </a:cubicBezTo>
                <a:cubicBezTo>
                  <a:pt x="361501" y="130473"/>
                  <a:pt x="365858" y="116970"/>
                  <a:pt x="365858" y="103811"/>
                </a:cubicBezTo>
                <a:cubicBezTo>
                  <a:pt x="365858" y="81486"/>
                  <a:pt x="353629" y="55518"/>
                  <a:pt x="320806" y="55518"/>
                </a:cubicBezTo>
                <a:cubicBezTo>
                  <a:pt x="306691" y="55518"/>
                  <a:pt x="295040" y="61312"/>
                  <a:pt x="287191" y="70539"/>
                </a:cubicBezTo>
                <a:cubicBezTo>
                  <a:pt x="279403" y="79685"/>
                  <a:pt x="275324" y="92177"/>
                  <a:pt x="275324" y="105742"/>
                </a:cubicBezTo>
                <a:moveTo>
                  <a:pt x="317588" y="63027"/>
                </a:moveTo>
                <a:cubicBezTo>
                  <a:pt x="336037" y="63027"/>
                  <a:pt x="347409" y="79771"/>
                  <a:pt x="347409" y="110682"/>
                </a:cubicBezTo>
                <a:cubicBezTo>
                  <a:pt x="347409" y="137727"/>
                  <a:pt x="333464" y="144382"/>
                  <a:pt x="323382" y="144382"/>
                </a:cubicBezTo>
                <a:cubicBezTo>
                  <a:pt x="301070" y="144382"/>
                  <a:pt x="293777" y="117333"/>
                  <a:pt x="293777" y="100806"/>
                </a:cubicBezTo>
                <a:cubicBezTo>
                  <a:pt x="293777" y="82131"/>
                  <a:pt x="298281" y="63027"/>
                  <a:pt x="317588" y="63027"/>
                </a:cubicBezTo>
                <a:close/>
                <a:moveTo>
                  <a:pt x="410845" y="72903"/>
                </a:moveTo>
                <a:cubicBezTo>
                  <a:pt x="410563" y="66526"/>
                  <a:pt x="410135" y="58801"/>
                  <a:pt x="409126" y="56591"/>
                </a:cubicBezTo>
                <a:cubicBezTo>
                  <a:pt x="408678" y="55606"/>
                  <a:pt x="408269" y="54876"/>
                  <a:pt x="406553" y="54876"/>
                </a:cubicBezTo>
                <a:cubicBezTo>
                  <a:pt x="400547" y="57236"/>
                  <a:pt x="394969" y="59168"/>
                  <a:pt x="380166" y="61096"/>
                </a:cubicBezTo>
                <a:cubicBezTo>
                  <a:pt x="379737" y="62385"/>
                  <a:pt x="380166" y="65816"/>
                  <a:pt x="380595" y="67106"/>
                </a:cubicBezTo>
                <a:cubicBezTo>
                  <a:pt x="392180" y="68179"/>
                  <a:pt x="394540" y="69253"/>
                  <a:pt x="394540" y="81708"/>
                </a:cubicBezTo>
                <a:lnTo>
                  <a:pt x="394540" y="123589"/>
                </a:lnTo>
                <a:cubicBezTo>
                  <a:pt x="394540" y="141200"/>
                  <a:pt x="391751" y="142274"/>
                  <a:pt x="379950" y="143135"/>
                </a:cubicBezTo>
                <a:cubicBezTo>
                  <a:pt x="378664" y="144421"/>
                  <a:pt x="378664" y="148925"/>
                  <a:pt x="379950" y="150212"/>
                </a:cubicBezTo>
                <a:cubicBezTo>
                  <a:pt x="386389" y="149999"/>
                  <a:pt x="394540" y="149783"/>
                  <a:pt x="403120" y="149783"/>
                </a:cubicBezTo>
                <a:cubicBezTo>
                  <a:pt x="411703" y="149783"/>
                  <a:pt x="418308" y="149999"/>
                  <a:pt x="424744" y="150212"/>
                </a:cubicBezTo>
                <a:cubicBezTo>
                  <a:pt x="426034" y="148925"/>
                  <a:pt x="426034" y="144421"/>
                  <a:pt x="424744" y="143135"/>
                </a:cubicBezTo>
                <a:cubicBezTo>
                  <a:pt x="413847" y="142061"/>
                  <a:pt x="411487" y="141200"/>
                  <a:pt x="411487" y="123589"/>
                </a:cubicBezTo>
                <a:lnTo>
                  <a:pt x="411487" y="88367"/>
                </a:lnTo>
                <a:cubicBezTo>
                  <a:pt x="411487" y="83856"/>
                  <a:pt x="413418" y="81214"/>
                  <a:pt x="415133" y="79348"/>
                </a:cubicBezTo>
                <a:cubicBezTo>
                  <a:pt x="423631" y="71034"/>
                  <a:pt x="431674" y="66674"/>
                  <a:pt x="438303" y="66674"/>
                </a:cubicBezTo>
                <a:cubicBezTo>
                  <a:pt x="446457" y="66674"/>
                  <a:pt x="452464" y="71829"/>
                  <a:pt x="452464" y="86219"/>
                </a:cubicBezTo>
                <a:lnTo>
                  <a:pt x="452464" y="123589"/>
                </a:lnTo>
                <a:cubicBezTo>
                  <a:pt x="452464" y="141200"/>
                  <a:pt x="450745" y="142274"/>
                  <a:pt x="439160" y="143135"/>
                </a:cubicBezTo>
                <a:cubicBezTo>
                  <a:pt x="438090" y="144421"/>
                  <a:pt x="438090" y="148925"/>
                  <a:pt x="439160" y="150212"/>
                </a:cubicBezTo>
                <a:cubicBezTo>
                  <a:pt x="444525" y="149999"/>
                  <a:pt x="452464" y="149783"/>
                  <a:pt x="461043" y="149783"/>
                </a:cubicBezTo>
                <a:cubicBezTo>
                  <a:pt x="469626" y="149783"/>
                  <a:pt x="476703" y="149999"/>
                  <a:pt x="482069" y="150212"/>
                </a:cubicBezTo>
                <a:cubicBezTo>
                  <a:pt x="483139" y="148925"/>
                  <a:pt x="483139" y="144421"/>
                  <a:pt x="482069" y="143135"/>
                </a:cubicBezTo>
                <a:cubicBezTo>
                  <a:pt x="471341" y="142274"/>
                  <a:pt x="469410" y="141200"/>
                  <a:pt x="469410" y="123589"/>
                </a:cubicBezTo>
                <a:lnTo>
                  <a:pt x="469410" y="89440"/>
                </a:lnTo>
                <a:cubicBezTo>
                  <a:pt x="469410" y="86435"/>
                  <a:pt x="469410" y="83427"/>
                  <a:pt x="469194" y="80851"/>
                </a:cubicBezTo>
                <a:cubicBezTo>
                  <a:pt x="479492" y="69466"/>
                  <a:pt x="489146" y="66674"/>
                  <a:pt x="497513" y="66674"/>
                </a:cubicBezTo>
                <a:cubicBezTo>
                  <a:pt x="505667" y="66674"/>
                  <a:pt x="510384" y="71400"/>
                  <a:pt x="510384" y="85790"/>
                </a:cubicBezTo>
                <a:lnTo>
                  <a:pt x="510384" y="123589"/>
                </a:lnTo>
                <a:cubicBezTo>
                  <a:pt x="510384" y="141200"/>
                  <a:pt x="508240" y="142274"/>
                  <a:pt x="497084" y="143135"/>
                </a:cubicBezTo>
                <a:cubicBezTo>
                  <a:pt x="496010" y="144421"/>
                  <a:pt x="496010" y="148925"/>
                  <a:pt x="497084" y="150212"/>
                </a:cubicBezTo>
                <a:cubicBezTo>
                  <a:pt x="502449" y="149999"/>
                  <a:pt x="510384" y="149783"/>
                  <a:pt x="518967" y="149783"/>
                </a:cubicBezTo>
                <a:cubicBezTo>
                  <a:pt x="527547" y="149783"/>
                  <a:pt x="535056" y="149999"/>
                  <a:pt x="541063" y="150212"/>
                </a:cubicBezTo>
                <a:cubicBezTo>
                  <a:pt x="542136" y="148925"/>
                  <a:pt x="542136" y="144421"/>
                  <a:pt x="541063" y="143135"/>
                </a:cubicBezTo>
                <a:cubicBezTo>
                  <a:pt x="529265" y="142274"/>
                  <a:pt x="527334" y="141200"/>
                  <a:pt x="527334" y="123589"/>
                </a:cubicBezTo>
                <a:lnTo>
                  <a:pt x="527334" y="89656"/>
                </a:lnTo>
                <a:cubicBezTo>
                  <a:pt x="527334" y="70543"/>
                  <a:pt x="524116" y="55518"/>
                  <a:pt x="505238" y="55518"/>
                </a:cubicBezTo>
                <a:cubicBezTo>
                  <a:pt x="494252" y="55518"/>
                  <a:pt x="481018" y="59554"/>
                  <a:pt x="469839" y="71358"/>
                </a:cubicBezTo>
                <a:cubicBezTo>
                  <a:pt x="469194" y="72045"/>
                  <a:pt x="467908" y="73119"/>
                  <a:pt x="467479" y="71273"/>
                </a:cubicBezTo>
                <a:cubicBezTo>
                  <a:pt x="465443" y="62470"/>
                  <a:pt x="457181" y="55518"/>
                  <a:pt x="446028" y="55518"/>
                </a:cubicBezTo>
                <a:cubicBezTo>
                  <a:pt x="433582" y="55518"/>
                  <a:pt x="422364" y="62899"/>
                  <a:pt x="413418" y="72903"/>
                </a:cubicBezTo>
                <a:cubicBezTo>
                  <a:pt x="412433" y="74000"/>
                  <a:pt x="410950" y="75482"/>
                  <a:pt x="410845" y="72903"/>
                </a:cubicBezTo>
                <a:close/>
                <a:moveTo>
                  <a:pt x="608147" y="99735"/>
                </a:moveTo>
                <a:lnTo>
                  <a:pt x="608147" y="128067"/>
                </a:lnTo>
                <a:cubicBezTo>
                  <a:pt x="608147" y="130859"/>
                  <a:pt x="606858" y="132362"/>
                  <a:pt x="605142" y="133648"/>
                </a:cubicBezTo>
                <a:cubicBezTo>
                  <a:pt x="599564" y="138156"/>
                  <a:pt x="592271" y="143095"/>
                  <a:pt x="586264" y="143095"/>
                </a:cubicBezTo>
                <a:cubicBezTo>
                  <a:pt x="575537" y="143095"/>
                  <a:pt x="570817" y="134509"/>
                  <a:pt x="570817" y="127854"/>
                </a:cubicBezTo>
                <a:cubicBezTo>
                  <a:pt x="570817" y="118194"/>
                  <a:pt x="575324" y="108318"/>
                  <a:pt x="591197" y="104243"/>
                </a:cubicBezTo>
                <a:lnTo>
                  <a:pt x="608147" y="99735"/>
                </a:lnTo>
                <a:moveTo>
                  <a:pt x="608147" y="139446"/>
                </a:moveTo>
                <a:cubicBezTo>
                  <a:pt x="609434" y="146097"/>
                  <a:pt x="611705" y="151888"/>
                  <a:pt x="622521" y="151888"/>
                </a:cubicBezTo>
                <a:cubicBezTo>
                  <a:pt x="630737" y="151888"/>
                  <a:pt x="638459" y="148241"/>
                  <a:pt x="642898" y="143953"/>
                </a:cubicBezTo>
                <a:cubicBezTo>
                  <a:pt x="642535" y="141315"/>
                  <a:pt x="641677" y="139511"/>
                  <a:pt x="639252" y="138159"/>
                </a:cubicBezTo>
                <a:cubicBezTo>
                  <a:pt x="637644" y="139488"/>
                  <a:pt x="634040" y="141593"/>
                  <a:pt x="631313" y="141593"/>
                </a:cubicBezTo>
                <a:cubicBezTo>
                  <a:pt x="625094" y="141593"/>
                  <a:pt x="624878" y="133219"/>
                  <a:pt x="624878" y="123347"/>
                </a:cubicBezTo>
                <a:lnTo>
                  <a:pt x="624878" y="91791"/>
                </a:lnTo>
                <a:cubicBezTo>
                  <a:pt x="624878" y="61312"/>
                  <a:pt x="608147" y="55518"/>
                  <a:pt x="592484" y="55518"/>
                </a:cubicBezTo>
                <a:cubicBezTo>
                  <a:pt x="574892" y="55518"/>
                  <a:pt x="557088" y="67106"/>
                  <a:pt x="557088" y="79342"/>
                </a:cubicBezTo>
                <a:cubicBezTo>
                  <a:pt x="557088" y="84494"/>
                  <a:pt x="559661" y="87070"/>
                  <a:pt x="564597" y="87070"/>
                </a:cubicBezTo>
                <a:cubicBezTo>
                  <a:pt x="570817" y="87070"/>
                  <a:pt x="574680" y="82563"/>
                  <a:pt x="574680" y="79771"/>
                </a:cubicBezTo>
                <a:cubicBezTo>
                  <a:pt x="574680" y="78268"/>
                  <a:pt x="574463" y="76766"/>
                  <a:pt x="574035" y="75908"/>
                </a:cubicBezTo>
                <a:cubicBezTo>
                  <a:pt x="573822" y="75263"/>
                  <a:pt x="573606" y="73977"/>
                  <a:pt x="573606" y="71613"/>
                </a:cubicBezTo>
                <a:cubicBezTo>
                  <a:pt x="573606" y="64958"/>
                  <a:pt x="582618" y="62598"/>
                  <a:pt x="590769" y="62598"/>
                </a:cubicBezTo>
                <a:cubicBezTo>
                  <a:pt x="598062" y="62598"/>
                  <a:pt x="608147" y="66248"/>
                  <a:pt x="608147" y="90504"/>
                </a:cubicBezTo>
                <a:cubicBezTo>
                  <a:pt x="608147" y="92007"/>
                  <a:pt x="607502" y="92864"/>
                  <a:pt x="606858" y="93080"/>
                </a:cubicBezTo>
                <a:lnTo>
                  <a:pt x="588408" y="97588"/>
                </a:lnTo>
                <a:cubicBezTo>
                  <a:pt x="567815" y="102740"/>
                  <a:pt x="553013" y="114116"/>
                  <a:pt x="553013" y="128712"/>
                </a:cubicBezTo>
                <a:cubicBezTo>
                  <a:pt x="553013" y="146313"/>
                  <a:pt x="565026" y="151888"/>
                  <a:pt x="580041" y="151888"/>
                </a:cubicBezTo>
                <a:cubicBezTo>
                  <a:pt x="587508" y="151888"/>
                  <a:pt x="593986" y="150173"/>
                  <a:pt x="603427" y="142879"/>
                </a:cubicBezTo>
                <a:lnTo>
                  <a:pt x="607718" y="139446"/>
                </a:lnTo>
                <a:lnTo>
                  <a:pt x="608147" y="139446"/>
                </a:lnTo>
                <a:close/>
                <a:moveTo>
                  <a:pt x="664501" y="123615"/>
                </a:moveTo>
                <a:cubicBezTo>
                  <a:pt x="664501" y="141419"/>
                  <a:pt x="662144" y="142490"/>
                  <a:pt x="649057" y="143135"/>
                </a:cubicBezTo>
                <a:cubicBezTo>
                  <a:pt x="647770" y="144421"/>
                  <a:pt x="647770" y="148925"/>
                  <a:pt x="649057" y="150212"/>
                </a:cubicBezTo>
                <a:cubicBezTo>
                  <a:pt x="656566" y="149999"/>
                  <a:pt x="664501" y="149783"/>
                  <a:pt x="673084" y="149783"/>
                </a:cubicBezTo>
                <a:cubicBezTo>
                  <a:pt x="681664" y="149783"/>
                  <a:pt x="689818" y="149999"/>
                  <a:pt x="696895" y="150212"/>
                </a:cubicBezTo>
                <a:cubicBezTo>
                  <a:pt x="698185" y="148925"/>
                  <a:pt x="698185" y="144421"/>
                  <a:pt x="696895" y="143135"/>
                </a:cubicBezTo>
                <a:cubicBezTo>
                  <a:pt x="683811" y="142490"/>
                  <a:pt x="681451" y="141419"/>
                  <a:pt x="681451" y="123615"/>
                </a:cubicBezTo>
                <a:lnTo>
                  <a:pt x="681451" y="24741"/>
                </a:lnTo>
                <a:cubicBezTo>
                  <a:pt x="681451" y="10802"/>
                  <a:pt x="682309" y="2174"/>
                  <a:pt x="682309" y="2174"/>
                </a:cubicBezTo>
                <a:cubicBezTo>
                  <a:pt x="682309" y="655"/>
                  <a:pt x="681451" y="0"/>
                  <a:pt x="679520" y="0"/>
                </a:cubicBezTo>
                <a:cubicBezTo>
                  <a:pt x="674158" y="2174"/>
                  <a:pt x="658065" y="5215"/>
                  <a:pt x="649486" y="5866"/>
                </a:cubicBezTo>
                <a:cubicBezTo>
                  <a:pt x="649057" y="7585"/>
                  <a:pt x="649486" y="11015"/>
                  <a:pt x="650772" y="12305"/>
                </a:cubicBezTo>
                <a:cubicBezTo>
                  <a:pt x="663214" y="13159"/>
                  <a:pt x="664501" y="13804"/>
                  <a:pt x="664501" y="29890"/>
                </a:cubicBezTo>
                <a:lnTo>
                  <a:pt x="664501" y="123615"/>
                </a:lnTo>
                <a:close/>
                <a:moveTo>
                  <a:pt x="744887" y="184210"/>
                </a:moveTo>
                <a:cubicBezTo>
                  <a:pt x="748232" y="178246"/>
                  <a:pt x="751044" y="172108"/>
                  <a:pt x="753682" y="165757"/>
                </a:cubicBezTo>
                <a:cubicBezTo>
                  <a:pt x="770845" y="124348"/>
                  <a:pt x="780456" y="102334"/>
                  <a:pt x="791654" y="78216"/>
                </a:cubicBezTo>
                <a:cubicBezTo>
                  <a:pt x="795880" y="69142"/>
                  <a:pt x="798948" y="65708"/>
                  <a:pt x="809030" y="64484"/>
                </a:cubicBezTo>
                <a:cubicBezTo>
                  <a:pt x="810316" y="63197"/>
                  <a:pt x="810316" y="58693"/>
                  <a:pt x="809030" y="57403"/>
                </a:cubicBezTo>
                <a:cubicBezTo>
                  <a:pt x="804738" y="57619"/>
                  <a:pt x="799805" y="57835"/>
                  <a:pt x="793799" y="57835"/>
                </a:cubicBezTo>
                <a:cubicBezTo>
                  <a:pt x="787363" y="57835"/>
                  <a:pt x="780711" y="57619"/>
                  <a:pt x="774276" y="57403"/>
                </a:cubicBezTo>
                <a:cubicBezTo>
                  <a:pt x="772989" y="58693"/>
                  <a:pt x="772989" y="63197"/>
                  <a:pt x="774276" y="64484"/>
                </a:cubicBezTo>
                <a:cubicBezTo>
                  <a:pt x="781055" y="65128"/>
                  <a:pt x="788008" y="66415"/>
                  <a:pt x="784574" y="74140"/>
                </a:cubicBezTo>
                <a:lnTo>
                  <a:pt x="763293" y="123275"/>
                </a:lnTo>
                <a:cubicBezTo>
                  <a:pt x="761791" y="126728"/>
                  <a:pt x="759990" y="127308"/>
                  <a:pt x="758167" y="123059"/>
                </a:cubicBezTo>
                <a:lnTo>
                  <a:pt x="739139" y="78432"/>
                </a:lnTo>
                <a:cubicBezTo>
                  <a:pt x="735276" y="69377"/>
                  <a:pt x="734160" y="65407"/>
                  <a:pt x="746173" y="64484"/>
                </a:cubicBezTo>
                <a:cubicBezTo>
                  <a:pt x="747460" y="63197"/>
                  <a:pt x="747460" y="58693"/>
                  <a:pt x="746173" y="57403"/>
                </a:cubicBezTo>
                <a:cubicBezTo>
                  <a:pt x="738235" y="57619"/>
                  <a:pt x="729655" y="57835"/>
                  <a:pt x="721933" y="57835"/>
                </a:cubicBezTo>
                <a:cubicBezTo>
                  <a:pt x="714637" y="57835"/>
                  <a:pt x="708846" y="57619"/>
                  <a:pt x="704555" y="57403"/>
                </a:cubicBezTo>
                <a:cubicBezTo>
                  <a:pt x="703268" y="58693"/>
                  <a:pt x="703268" y="63197"/>
                  <a:pt x="704555" y="64484"/>
                </a:cubicBezTo>
                <a:cubicBezTo>
                  <a:pt x="713072" y="65557"/>
                  <a:pt x="715861" y="67489"/>
                  <a:pt x="721482" y="80576"/>
                </a:cubicBezTo>
                <a:lnTo>
                  <a:pt x="745744" y="137007"/>
                </a:lnTo>
                <a:cubicBezTo>
                  <a:pt x="747610" y="141318"/>
                  <a:pt x="750893" y="151168"/>
                  <a:pt x="748749" y="157175"/>
                </a:cubicBezTo>
                <a:cubicBezTo>
                  <a:pt x="746196" y="164340"/>
                  <a:pt x="743600" y="170262"/>
                  <a:pt x="740382" y="176913"/>
                </a:cubicBezTo>
                <a:cubicBezTo>
                  <a:pt x="738022" y="181205"/>
                  <a:pt x="735017" y="183136"/>
                  <a:pt x="729655" y="183136"/>
                </a:cubicBezTo>
                <a:cubicBezTo>
                  <a:pt x="726650" y="183136"/>
                  <a:pt x="725793" y="182495"/>
                  <a:pt x="723433" y="182495"/>
                </a:cubicBezTo>
                <a:cubicBezTo>
                  <a:pt x="717213" y="182495"/>
                  <a:pt x="713995" y="188930"/>
                  <a:pt x="713995" y="191719"/>
                </a:cubicBezTo>
                <a:cubicBezTo>
                  <a:pt x="713995" y="196223"/>
                  <a:pt x="718283" y="199654"/>
                  <a:pt x="724077" y="199654"/>
                </a:cubicBezTo>
                <a:cubicBezTo>
                  <a:pt x="728582" y="199654"/>
                  <a:pt x="737165" y="197939"/>
                  <a:pt x="744887" y="1842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MonitorSof">
            <a:extLst xmlns:a="http://schemas.openxmlformats.org/drawingml/2006/main">
              <a:ext uri="{FF2B5EF4-FFF2-40B4-BE49-F238E27FC236}">
                <a16:creationId xmlns:a16="http://schemas.microsoft.com/office/drawing/2014/main" id="{D92D160F-87C6-4352-89ED-6889481D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381" y="129027"/>
            <a:ext cx="1071355" cy="151888"/>
          </a:xfrm>
          <a:custGeom xmlns:a="http://schemas.openxmlformats.org/drawingml/2006/main">
            <a:pathLst>
              <a:path w="1071355" h="151888">
                <a:moveTo>
                  <a:pt x="139164" y="124885"/>
                </a:moveTo>
                <a:cubicBezTo>
                  <a:pt x="140238" y="142274"/>
                  <a:pt x="139442" y="142490"/>
                  <a:pt x="125501" y="143135"/>
                </a:cubicBezTo>
                <a:cubicBezTo>
                  <a:pt x="124211" y="144421"/>
                  <a:pt x="124211" y="148925"/>
                  <a:pt x="125501" y="150212"/>
                </a:cubicBezTo>
                <a:cubicBezTo>
                  <a:pt x="133435" y="149999"/>
                  <a:pt x="142018" y="149783"/>
                  <a:pt x="148454" y="149783"/>
                </a:cubicBezTo>
                <a:cubicBezTo>
                  <a:pt x="154890" y="149783"/>
                  <a:pt x="164717" y="149999"/>
                  <a:pt x="171836" y="150212"/>
                </a:cubicBezTo>
                <a:cubicBezTo>
                  <a:pt x="173126" y="148925"/>
                  <a:pt x="173126" y="144421"/>
                  <a:pt x="171836" y="143135"/>
                </a:cubicBezTo>
                <a:cubicBezTo>
                  <a:pt x="157250" y="142490"/>
                  <a:pt x="156585" y="141590"/>
                  <a:pt x="155341" y="123812"/>
                </a:cubicBezTo>
                <a:lnTo>
                  <a:pt x="148948" y="33432"/>
                </a:lnTo>
                <a:cubicBezTo>
                  <a:pt x="148025" y="21837"/>
                  <a:pt x="149099" y="18832"/>
                  <a:pt x="163685" y="17974"/>
                </a:cubicBezTo>
                <a:cubicBezTo>
                  <a:pt x="164972" y="16688"/>
                  <a:pt x="164972" y="12184"/>
                  <a:pt x="163685" y="10894"/>
                </a:cubicBezTo>
                <a:lnTo>
                  <a:pt x="135583" y="11326"/>
                </a:lnTo>
                <a:lnTo>
                  <a:pt x="90102" y="120162"/>
                </a:lnTo>
                <a:cubicBezTo>
                  <a:pt x="89244" y="122309"/>
                  <a:pt x="88599" y="123170"/>
                  <a:pt x="88170" y="123170"/>
                </a:cubicBezTo>
                <a:cubicBezTo>
                  <a:pt x="87741" y="123170"/>
                  <a:pt x="87119" y="122008"/>
                  <a:pt x="86455" y="120378"/>
                </a:cubicBezTo>
                <a:lnTo>
                  <a:pt x="42476" y="11326"/>
                </a:lnTo>
                <a:lnTo>
                  <a:pt x="11369" y="10894"/>
                </a:lnTo>
                <a:cubicBezTo>
                  <a:pt x="10082" y="12184"/>
                  <a:pt x="10082" y="16688"/>
                  <a:pt x="11369" y="17974"/>
                </a:cubicBezTo>
                <a:cubicBezTo>
                  <a:pt x="26171" y="18832"/>
                  <a:pt x="27461" y="19261"/>
                  <a:pt x="25958" y="35363"/>
                </a:cubicBezTo>
                <a:lnTo>
                  <a:pt x="17356" y="123812"/>
                </a:lnTo>
                <a:cubicBezTo>
                  <a:pt x="16089" y="136673"/>
                  <a:pt x="13516" y="142061"/>
                  <a:pt x="1286" y="143135"/>
                </a:cubicBezTo>
                <a:cubicBezTo>
                  <a:pt x="0" y="144421"/>
                  <a:pt x="0" y="148925"/>
                  <a:pt x="1286" y="150212"/>
                </a:cubicBezTo>
                <a:cubicBezTo>
                  <a:pt x="7722" y="149999"/>
                  <a:pt x="14586" y="149783"/>
                  <a:pt x="19736" y="149783"/>
                </a:cubicBezTo>
                <a:cubicBezTo>
                  <a:pt x="24885" y="149783"/>
                  <a:pt x="33468" y="149999"/>
                  <a:pt x="39903" y="150212"/>
                </a:cubicBezTo>
                <a:cubicBezTo>
                  <a:pt x="41190" y="148925"/>
                  <a:pt x="41190" y="144421"/>
                  <a:pt x="39903" y="143135"/>
                </a:cubicBezTo>
                <a:cubicBezTo>
                  <a:pt x="25742" y="142061"/>
                  <a:pt x="24584" y="135468"/>
                  <a:pt x="25742" y="123383"/>
                </a:cubicBezTo>
                <a:lnTo>
                  <a:pt x="33897" y="37294"/>
                </a:lnTo>
                <a:lnTo>
                  <a:pt x="34325" y="37294"/>
                </a:lnTo>
                <a:lnTo>
                  <a:pt x="78733" y="148713"/>
                </a:lnTo>
                <a:cubicBezTo>
                  <a:pt x="79332" y="150196"/>
                  <a:pt x="80664" y="151888"/>
                  <a:pt x="81951" y="151888"/>
                </a:cubicBezTo>
                <a:cubicBezTo>
                  <a:pt x="83237" y="151888"/>
                  <a:pt x="84095" y="150389"/>
                  <a:pt x="84952" y="148670"/>
                </a:cubicBezTo>
                <a:lnTo>
                  <a:pt x="133223" y="35144"/>
                </a:lnTo>
                <a:lnTo>
                  <a:pt x="133652" y="35144"/>
                </a:lnTo>
                <a:lnTo>
                  <a:pt x="139164" y="124885"/>
                </a:lnTo>
                <a:close/>
                <a:moveTo>
                  <a:pt x="185651" y="105742"/>
                </a:moveTo>
                <a:cubicBezTo>
                  <a:pt x="185651" y="127638"/>
                  <a:pt x="200241" y="151888"/>
                  <a:pt x="230704" y="151888"/>
                </a:cubicBezTo>
                <a:cubicBezTo>
                  <a:pt x="244521" y="151888"/>
                  <a:pt x="254905" y="147020"/>
                  <a:pt x="262217" y="139874"/>
                </a:cubicBezTo>
                <a:cubicBezTo>
                  <a:pt x="271828" y="130473"/>
                  <a:pt x="276185" y="116970"/>
                  <a:pt x="276185" y="103811"/>
                </a:cubicBezTo>
                <a:cubicBezTo>
                  <a:pt x="276185" y="81486"/>
                  <a:pt x="263956" y="55518"/>
                  <a:pt x="231133" y="55518"/>
                </a:cubicBezTo>
                <a:cubicBezTo>
                  <a:pt x="217018" y="55518"/>
                  <a:pt x="205367" y="61312"/>
                  <a:pt x="197518" y="70539"/>
                </a:cubicBezTo>
                <a:cubicBezTo>
                  <a:pt x="189730" y="79685"/>
                  <a:pt x="185651" y="92177"/>
                  <a:pt x="185651" y="105742"/>
                </a:cubicBezTo>
                <a:moveTo>
                  <a:pt x="227915" y="63027"/>
                </a:moveTo>
                <a:cubicBezTo>
                  <a:pt x="246364" y="63027"/>
                  <a:pt x="257736" y="79771"/>
                  <a:pt x="257736" y="110682"/>
                </a:cubicBezTo>
                <a:cubicBezTo>
                  <a:pt x="257736" y="137727"/>
                  <a:pt x="243791" y="144382"/>
                  <a:pt x="233709" y="144382"/>
                </a:cubicBezTo>
                <a:cubicBezTo>
                  <a:pt x="211397" y="144382"/>
                  <a:pt x="204104" y="117333"/>
                  <a:pt x="204104" y="100806"/>
                </a:cubicBezTo>
                <a:cubicBezTo>
                  <a:pt x="204104" y="82131"/>
                  <a:pt x="208608" y="63027"/>
                  <a:pt x="227915" y="63027"/>
                </a:cubicBezTo>
                <a:close/>
                <a:moveTo>
                  <a:pt x="324324" y="72903"/>
                </a:moveTo>
                <a:cubicBezTo>
                  <a:pt x="323014" y="74405"/>
                  <a:pt x="321813" y="74923"/>
                  <a:pt x="321751" y="72903"/>
                </a:cubicBezTo>
                <a:cubicBezTo>
                  <a:pt x="321535" y="67106"/>
                  <a:pt x="321040" y="58801"/>
                  <a:pt x="320032" y="56591"/>
                </a:cubicBezTo>
                <a:cubicBezTo>
                  <a:pt x="319584" y="55606"/>
                  <a:pt x="319175" y="54876"/>
                  <a:pt x="317459" y="54876"/>
                </a:cubicBezTo>
                <a:cubicBezTo>
                  <a:pt x="311453" y="57236"/>
                  <a:pt x="305875" y="59168"/>
                  <a:pt x="291072" y="61096"/>
                </a:cubicBezTo>
                <a:cubicBezTo>
                  <a:pt x="290643" y="62385"/>
                  <a:pt x="291072" y="65816"/>
                  <a:pt x="291501" y="67106"/>
                </a:cubicBezTo>
                <a:cubicBezTo>
                  <a:pt x="303086" y="68179"/>
                  <a:pt x="305446" y="69253"/>
                  <a:pt x="305446" y="81708"/>
                </a:cubicBezTo>
                <a:lnTo>
                  <a:pt x="305446" y="123589"/>
                </a:lnTo>
                <a:cubicBezTo>
                  <a:pt x="305446" y="141200"/>
                  <a:pt x="303302" y="142061"/>
                  <a:pt x="290427" y="143135"/>
                </a:cubicBezTo>
                <a:cubicBezTo>
                  <a:pt x="289141" y="144421"/>
                  <a:pt x="289141" y="148925"/>
                  <a:pt x="290427" y="150212"/>
                </a:cubicBezTo>
                <a:cubicBezTo>
                  <a:pt x="296866" y="149999"/>
                  <a:pt x="305446" y="149783"/>
                  <a:pt x="314025" y="149783"/>
                </a:cubicBezTo>
                <a:cubicBezTo>
                  <a:pt x="322608" y="149783"/>
                  <a:pt x="329044" y="149999"/>
                  <a:pt x="335480" y="150212"/>
                </a:cubicBezTo>
                <a:cubicBezTo>
                  <a:pt x="336766" y="148925"/>
                  <a:pt x="336766" y="144421"/>
                  <a:pt x="335480" y="143135"/>
                </a:cubicBezTo>
                <a:cubicBezTo>
                  <a:pt x="324540" y="142061"/>
                  <a:pt x="322392" y="141200"/>
                  <a:pt x="322392" y="123589"/>
                </a:cubicBezTo>
                <a:lnTo>
                  <a:pt x="322392" y="88367"/>
                </a:lnTo>
                <a:cubicBezTo>
                  <a:pt x="322392" y="83856"/>
                  <a:pt x="324324" y="81280"/>
                  <a:pt x="326039" y="79348"/>
                </a:cubicBezTo>
                <a:cubicBezTo>
                  <a:pt x="334193" y="71400"/>
                  <a:pt x="343847" y="66674"/>
                  <a:pt x="352213" y="66674"/>
                </a:cubicBezTo>
                <a:cubicBezTo>
                  <a:pt x="356505" y="66674"/>
                  <a:pt x="361009" y="69466"/>
                  <a:pt x="363582" y="74405"/>
                </a:cubicBezTo>
                <a:cubicBezTo>
                  <a:pt x="365730" y="78703"/>
                  <a:pt x="366158" y="84501"/>
                  <a:pt x="366158" y="90943"/>
                </a:cubicBezTo>
                <a:lnTo>
                  <a:pt x="366158" y="123589"/>
                </a:lnTo>
                <a:cubicBezTo>
                  <a:pt x="366158" y="141200"/>
                  <a:pt x="364011" y="142061"/>
                  <a:pt x="352855" y="143135"/>
                </a:cubicBezTo>
                <a:cubicBezTo>
                  <a:pt x="351785" y="144421"/>
                  <a:pt x="351785" y="148925"/>
                  <a:pt x="352855" y="150212"/>
                </a:cubicBezTo>
                <a:cubicBezTo>
                  <a:pt x="359294" y="149999"/>
                  <a:pt x="366158" y="149783"/>
                  <a:pt x="374738" y="149783"/>
                </a:cubicBezTo>
                <a:cubicBezTo>
                  <a:pt x="383321" y="149783"/>
                  <a:pt x="391043" y="149999"/>
                  <a:pt x="397479" y="150212"/>
                </a:cubicBezTo>
                <a:cubicBezTo>
                  <a:pt x="398552" y="148925"/>
                  <a:pt x="398552" y="144421"/>
                  <a:pt x="397479" y="143135"/>
                </a:cubicBezTo>
                <a:cubicBezTo>
                  <a:pt x="385465" y="142061"/>
                  <a:pt x="383105" y="141200"/>
                  <a:pt x="383105" y="123589"/>
                </a:cubicBezTo>
                <a:lnTo>
                  <a:pt x="383105" y="91588"/>
                </a:lnTo>
                <a:cubicBezTo>
                  <a:pt x="383105" y="79777"/>
                  <a:pt x="382247" y="69466"/>
                  <a:pt x="377314" y="62814"/>
                </a:cubicBezTo>
                <a:cubicBezTo>
                  <a:pt x="373664" y="58094"/>
                  <a:pt x="367016" y="55518"/>
                  <a:pt x="359507" y="55518"/>
                </a:cubicBezTo>
                <a:cubicBezTo>
                  <a:pt x="348996" y="55518"/>
                  <a:pt x="337044" y="58307"/>
                  <a:pt x="324324" y="72903"/>
                </a:cubicBezTo>
                <a:close/>
                <a:moveTo>
                  <a:pt x="421163" y="21192"/>
                </a:moveTo>
                <a:cubicBezTo>
                  <a:pt x="421163" y="26770"/>
                  <a:pt x="426312" y="32348"/>
                  <a:pt x="431458" y="32348"/>
                </a:cubicBezTo>
                <a:cubicBezTo>
                  <a:pt x="437465" y="32348"/>
                  <a:pt x="442614" y="26577"/>
                  <a:pt x="442614" y="22050"/>
                </a:cubicBezTo>
                <a:cubicBezTo>
                  <a:pt x="442614" y="16904"/>
                  <a:pt x="438109" y="10894"/>
                  <a:pt x="432319" y="10894"/>
                </a:cubicBezTo>
                <a:cubicBezTo>
                  <a:pt x="427170" y="10894"/>
                  <a:pt x="421163" y="16043"/>
                  <a:pt x="421163" y="21192"/>
                </a:cubicBezTo>
                <a:moveTo>
                  <a:pt x="440686" y="123609"/>
                </a:moveTo>
                <a:lnTo>
                  <a:pt x="440686" y="80851"/>
                </a:lnTo>
                <a:cubicBezTo>
                  <a:pt x="440686" y="70186"/>
                  <a:pt x="441543" y="56408"/>
                  <a:pt x="441543" y="56408"/>
                </a:cubicBezTo>
                <a:cubicBezTo>
                  <a:pt x="441543" y="55541"/>
                  <a:pt x="440470" y="54889"/>
                  <a:pt x="438754" y="54889"/>
                </a:cubicBezTo>
                <a:cubicBezTo>
                  <a:pt x="432639" y="57275"/>
                  <a:pt x="424165" y="59226"/>
                  <a:pt x="409362" y="61174"/>
                </a:cubicBezTo>
                <a:cubicBezTo>
                  <a:pt x="408933" y="62464"/>
                  <a:pt x="409362" y="65894"/>
                  <a:pt x="409791" y="67184"/>
                </a:cubicBezTo>
                <a:cubicBezTo>
                  <a:pt x="421484" y="68278"/>
                  <a:pt x="423736" y="69544"/>
                  <a:pt x="423736" y="81774"/>
                </a:cubicBezTo>
                <a:lnTo>
                  <a:pt x="423736" y="123609"/>
                </a:lnTo>
                <a:cubicBezTo>
                  <a:pt x="423736" y="141416"/>
                  <a:pt x="421376" y="142061"/>
                  <a:pt x="408292" y="143135"/>
                </a:cubicBezTo>
                <a:cubicBezTo>
                  <a:pt x="407002" y="144421"/>
                  <a:pt x="407002" y="148925"/>
                  <a:pt x="408292" y="150212"/>
                </a:cubicBezTo>
                <a:cubicBezTo>
                  <a:pt x="415369" y="149999"/>
                  <a:pt x="423736" y="149783"/>
                  <a:pt x="432319" y="149783"/>
                </a:cubicBezTo>
                <a:cubicBezTo>
                  <a:pt x="440898" y="149783"/>
                  <a:pt x="449049" y="149999"/>
                  <a:pt x="456130" y="150212"/>
                </a:cubicBezTo>
                <a:cubicBezTo>
                  <a:pt x="457416" y="148925"/>
                  <a:pt x="457416" y="144421"/>
                  <a:pt x="456130" y="143135"/>
                </a:cubicBezTo>
                <a:cubicBezTo>
                  <a:pt x="443042" y="142277"/>
                  <a:pt x="440686" y="141416"/>
                  <a:pt x="440686" y="123609"/>
                </a:cubicBezTo>
                <a:close/>
                <a:moveTo>
                  <a:pt x="471019" y="57822"/>
                </a:moveTo>
                <a:cubicBezTo>
                  <a:pt x="468014" y="57822"/>
                  <a:pt x="467157" y="60398"/>
                  <a:pt x="467157" y="62114"/>
                </a:cubicBezTo>
                <a:lnTo>
                  <a:pt x="467157" y="64903"/>
                </a:lnTo>
                <a:cubicBezTo>
                  <a:pt x="467157" y="65976"/>
                  <a:pt x="467370" y="66189"/>
                  <a:pt x="468231" y="66189"/>
                </a:cubicBezTo>
                <a:lnTo>
                  <a:pt x="480886" y="66189"/>
                </a:lnTo>
                <a:lnTo>
                  <a:pt x="480886" y="130666"/>
                </a:lnTo>
                <a:cubicBezTo>
                  <a:pt x="480886" y="145881"/>
                  <a:pt x="487537" y="151888"/>
                  <a:pt x="497403" y="151888"/>
                </a:cubicBezTo>
                <a:cubicBezTo>
                  <a:pt x="507273" y="151888"/>
                  <a:pt x="518000" y="147171"/>
                  <a:pt x="526367" y="137734"/>
                </a:cubicBezTo>
                <a:cubicBezTo>
                  <a:pt x="525938" y="135527"/>
                  <a:pt x="524652" y="134306"/>
                  <a:pt x="522504" y="134093"/>
                </a:cubicBezTo>
                <a:cubicBezTo>
                  <a:pt x="516926" y="138378"/>
                  <a:pt x="510491" y="140090"/>
                  <a:pt x="504913" y="140090"/>
                </a:cubicBezTo>
                <a:cubicBezTo>
                  <a:pt x="499122" y="140090"/>
                  <a:pt x="497836" y="133665"/>
                  <a:pt x="497836" y="120384"/>
                </a:cubicBezTo>
                <a:lnTo>
                  <a:pt x="497836" y="66189"/>
                </a:lnTo>
                <a:lnTo>
                  <a:pt x="520144" y="66189"/>
                </a:lnTo>
                <a:cubicBezTo>
                  <a:pt x="522291" y="66189"/>
                  <a:pt x="525293" y="65331"/>
                  <a:pt x="525293" y="63400"/>
                </a:cubicBezTo>
                <a:lnTo>
                  <a:pt x="525293" y="59112"/>
                </a:lnTo>
                <a:cubicBezTo>
                  <a:pt x="525293" y="58254"/>
                  <a:pt x="524652" y="57822"/>
                  <a:pt x="523578" y="57822"/>
                </a:cubicBezTo>
                <a:lnTo>
                  <a:pt x="497836" y="57822"/>
                </a:lnTo>
                <a:lnTo>
                  <a:pt x="497836" y="49458"/>
                </a:lnTo>
                <a:cubicBezTo>
                  <a:pt x="497836" y="35514"/>
                  <a:pt x="498693" y="26931"/>
                  <a:pt x="498693" y="26931"/>
                </a:cubicBezTo>
                <a:cubicBezTo>
                  <a:pt x="498693" y="25559"/>
                  <a:pt x="498048" y="25045"/>
                  <a:pt x="497040" y="25045"/>
                </a:cubicBezTo>
                <a:cubicBezTo>
                  <a:pt x="496074" y="25045"/>
                  <a:pt x="494251" y="25880"/>
                  <a:pt x="492258" y="26973"/>
                </a:cubicBezTo>
                <a:cubicBezTo>
                  <a:pt x="489832" y="28325"/>
                  <a:pt x="487645" y="29248"/>
                  <a:pt x="484961" y="29998"/>
                </a:cubicBezTo>
                <a:cubicBezTo>
                  <a:pt x="482388" y="30728"/>
                  <a:pt x="480244" y="31458"/>
                  <a:pt x="480244" y="32937"/>
                </a:cubicBezTo>
                <a:cubicBezTo>
                  <a:pt x="480244" y="35429"/>
                  <a:pt x="480886" y="34011"/>
                  <a:pt x="480886" y="57803"/>
                </a:cubicBezTo>
                <a:lnTo>
                  <a:pt x="471019" y="57822"/>
                </a:lnTo>
                <a:close/>
                <a:moveTo>
                  <a:pt x="539537" y="105742"/>
                </a:moveTo>
                <a:cubicBezTo>
                  <a:pt x="539537" y="127638"/>
                  <a:pt x="554127" y="151888"/>
                  <a:pt x="584590" y="151888"/>
                </a:cubicBezTo>
                <a:cubicBezTo>
                  <a:pt x="598407" y="151888"/>
                  <a:pt x="608790" y="147020"/>
                  <a:pt x="616103" y="139874"/>
                </a:cubicBezTo>
                <a:cubicBezTo>
                  <a:pt x="625714" y="130473"/>
                  <a:pt x="630071" y="116970"/>
                  <a:pt x="630071" y="103811"/>
                </a:cubicBezTo>
                <a:cubicBezTo>
                  <a:pt x="630071" y="81486"/>
                  <a:pt x="617842" y="55518"/>
                  <a:pt x="585019" y="55518"/>
                </a:cubicBezTo>
                <a:cubicBezTo>
                  <a:pt x="570904" y="55518"/>
                  <a:pt x="559253" y="61312"/>
                  <a:pt x="551404" y="70539"/>
                </a:cubicBezTo>
                <a:cubicBezTo>
                  <a:pt x="543616" y="79685"/>
                  <a:pt x="539537" y="92177"/>
                  <a:pt x="539537" y="105742"/>
                </a:cubicBezTo>
                <a:moveTo>
                  <a:pt x="581801" y="63027"/>
                </a:moveTo>
                <a:cubicBezTo>
                  <a:pt x="600250" y="63027"/>
                  <a:pt x="611622" y="79771"/>
                  <a:pt x="611622" y="110682"/>
                </a:cubicBezTo>
                <a:cubicBezTo>
                  <a:pt x="611622" y="137727"/>
                  <a:pt x="597677" y="144382"/>
                  <a:pt x="587595" y="144382"/>
                </a:cubicBezTo>
                <a:cubicBezTo>
                  <a:pt x="565283" y="144382"/>
                  <a:pt x="557990" y="117333"/>
                  <a:pt x="557990" y="100806"/>
                </a:cubicBezTo>
                <a:cubicBezTo>
                  <a:pt x="557990" y="82131"/>
                  <a:pt x="562494" y="63027"/>
                  <a:pt x="581801" y="63027"/>
                </a:cubicBezTo>
                <a:close/>
                <a:moveTo>
                  <a:pt x="676495" y="72900"/>
                </a:moveTo>
                <a:cubicBezTo>
                  <a:pt x="676129" y="64313"/>
                  <a:pt x="675788" y="58801"/>
                  <a:pt x="674780" y="56591"/>
                </a:cubicBezTo>
                <a:cubicBezTo>
                  <a:pt x="674328" y="55606"/>
                  <a:pt x="673919" y="54876"/>
                  <a:pt x="672204" y="54876"/>
                </a:cubicBezTo>
                <a:cubicBezTo>
                  <a:pt x="666197" y="57236"/>
                  <a:pt x="660619" y="59168"/>
                  <a:pt x="645817" y="61096"/>
                </a:cubicBezTo>
                <a:cubicBezTo>
                  <a:pt x="645388" y="62385"/>
                  <a:pt x="645817" y="65816"/>
                  <a:pt x="646245" y="67102"/>
                </a:cubicBezTo>
                <a:cubicBezTo>
                  <a:pt x="657830" y="68176"/>
                  <a:pt x="660190" y="69250"/>
                  <a:pt x="660190" y="81705"/>
                </a:cubicBezTo>
                <a:lnTo>
                  <a:pt x="660190" y="123589"/>
                </a:lnTo>
                <a:cubicBezTo>
                  <a:pt x="660190" y="141416"/>
                  <a:pt x="657617" y="142274"/>
                  <a:pt x="644314" y="143135"/>
                </a:cubicBezTo>
                <a:cubicBezTo>
                  <a:pt x="643028" y="144421"/>
                  <a:pt x="643028" y="148925"/>
                  <a:pt x="644314" y="150212"/>
                </a:cubicBezTo>
                <a:cubicBezTo>
                  <a:pt x="651823" y="149999"/>
                  <a:pt x="660190" y="149783"/>
                  <a:pt x="668773" y="149783"/>
                </a:cubicBezTo>
                <a:cubicBezTo>
                  <a:pt x="677353" y="149783"/>
                  <a:pt x="687222" y="149999"/>
                  <a:pt x="694728" y="150212"/>
                </a:cubicBezTo>
                <a:cubicBezTo>
                  <a:pt x="696018" y="148925"/>
                  <a:pt x="696018" y="144421"/>
                  <a:pt x="694728" y="143135"/>
                </a:cubicBezTo>
                <a:cubicBezTo>
                  <a:pt x="679713" y="142061"/>
                  <a:pt x="677137" y="141416"/>
                  <a:pt x="677137" y="123589"/>
                </a:cubicBezTo>
                <a:lnTo>
                  <a:pt x="677137" y="93735"/>
                </a:lnTo>
                <a:cubicBezTo>
                  <a:pt x="677137" y="88151"/>
                  <a:pt x="679713" y="83211"/>
                  <a:pt x="682286" y="79345"/>
                </a:cubicBezTo>
                <a:cubicBezTo>
                  <a:pt x="684646" y="75908"/>
                  <a:pt x="689582" y="68821"/>
                  <a:pt x="692155" y="68821"/>
                </a:cubicBezTo>
                <a:cubicBezTo>
                  <a:pt x="694087" y="68821"/>
                  <a:pt x="696018" y="69335"/>
                  <a:pt x="697691" y="71548"/>
                </a:cubicBezTo>
                <a:cubicBezTo>
                  <a:pt x="699321" y="73695"/>
                  <a:pt x="701724" y="76553"/>
                  <a:pt x="705455" y="76553"/>
                </a:cubicBezTo>
                <a:cubicBezTo>
                  <a:pt x="710605" y="76553"/>
                  <a:pt x="715538" y="71181"/>
                  <a:pt x="715538" y="65816"/>
                </a:cubicBezTo>
                <a:cubicBezTo>
                  <a:pt x="715538" y="61718"/>
                  <a:pt x="711678" y="55518"/>
                  <a:pt x="702666" y="55518"/>
                </a:cubicBezTo>
                <a:cubicBezTo>
                  <a:pt x="692584" y="55518"/>
                  <a:pt x="683788" y="64958"/>
                  <a:pt x="678855" y="73328"/>
                </a:cubicBezTo>
                <a:cubicBezTo>
                  <a:pt x="677569" y="75692"/>
                  <a:pt x="676538" y="73973"/>
                  <a:pt x="676495" y="72900"/>
                </a:cubicBezTo>
                <a:close/>
                <a:moveTo>
                  <a:pt x="858285" y="14384"/>
                </a:moveTo>
                <a:cubicBezTo>
                  <a:pt x="845885" y="12668"/>
                  <a:pt x="846357" y="8590"/>
                  <a:pt x="825420" y="8590"/>
                </a:cubicBezTo>
                <a:cubicBezTo>
                  <a:pt x="803668" y="8590"/>
                  <a:pt x="784574" y="22963"/>
                  <a:pt x="784574" y="45704"/>
                </a:cubicBezTo>
                <a:cubicBezTo>
                  <a:pt x="784574" y="68314"/>
                  <a:pt x="803131" y="78631"/>
                  <a:pt x="822009" y="85817"/>
                </a:cubicBezTo>
                <a:cubicBezTo>
                  <a:pt x="835050" y="90773"/>
                  <a:pt x="850864" y="96802"/>
                  <a:pt x="850864" y="117782"/>
                </a:cubicBezTo>
                <a:cubicBezTo>
                  <a:pt x="850864" y="135157"/>
                  <a:pt x="841165" y="144166"/>
                  <a:pt x="824045" y="144166"/>
                </a:cubicBezTo>
                <a:cubicBezTo>
                  <a:pt x="804008" y="144166"/>
                  <a:pt x="791117" y="135049"/>
                  <a:pt x="786397" y="113706"/>
                </a:cubicBezTo>
                <a:cubicBezTo>
                  <a:pt x="783759" y="112846"/>
                  <a:pt x="781484" y="113255"/>
                  <a:pt x="779425" y="114348"/>
                </a:cubicBezTo>
                <a:cubicBezTo>
                  <a:pt x="780282" y="130866"/>
                  <a:pt x="781140" y="136444"/>
                  <a:pt x="783716" y="146955"/>
                </a:cubicBezTo>
                <a:cubicBezTo>
                  <a:pt x="797229" y="146955"/>
                  <a:pt x="803216" y="151888"/>
                  <a:pt x="822245" y="151888"/>
                </a:cubicBezTo>
                <a:cubicBezTo>
                  <a:pt x="832006" y="151888"/>
                  <a:pt x="841250" y="149508"/>
                  <a:pt x="848717" y="144853"/>
                </a:cubicBezTo>
                <a:cubicBezTo>
                  <a:pt x="861051" y="137131"/>
                  <a:pt x="868885" y="123916"/>
                  <a:pt x="868885" y="110273"/>
                </a:cubicBezTo>
                <a:cubicBezTo>
                  <a:pt x="868885" y="87447"/>
                  <a:pt x="851699" y="77453"/>
                  <a:pt x="834022" y="70824"/>
                </a:cubicBezTo>
                <a:cubicBezTo>
                  <a:pt x="821321" y="66061"/>
                  <a:pt x="799890" y="57953"/>
                  <a:pt x="799890" y="39913"/>
                </a:cubicBezTo>
                <a:cubicBezTo>
                  <a:pt x="799890" y="27900"/>
                  <a:pt x="810745" y="15886"/>
                  <a:pt x="823380" y="15886"/>
                </a:cubicBezTo>
                <a:cubicBezTo>
                  <a:pt x="844213" y="15886"/>
                  <a:pt x="850864" y="29186"/>
                  <a:pt x="855153" y="43344"/>
                </a:cubicBezTo>
                <a:cubicBezTo>
                  <a:pt x="857405" y="43730"/>
                  <a:pt x="860194" y="43560"/>
                  <a:pt x="862125" y="42057"/>
                </a:cubicBezTo>
                <a:cubicBezTo>
                  <a:pt x="861375" y="31759"/>
                  <a:pt x="860518" y="25752"/>
                  <a:pt x="858285" y="14384"/>
                </a:cubicBezTo>
                <a:close/>
                <a:moveTo>
                  <a:pt x="887418" y="105742"/>
                </a:moveTo>
                <a:cubicBezTo>
                  <a:pt x="887418" y="127638"/>
                  <a:pt x="902008" y="151888"/>
                  <a:pt x="932470" y="151888"/>
                </a:cubicBezTo>
                <a:cubicBezTo>
                  <a:pt x="946287" y="151888"/>
                  <a:pt x="956671" y="147020"/>
                  <a:pt x="963984" y="139874"/>
                </a:cubicBezTo>
                <a:cubicBezTo>
                  <a:pt x="973595" y="130473"/>
                  <a:pt x="977951" y="116970"/>
                  <a:pt x="977951" y="103811"/>
                </a:cubicBezTo>
                <a:cubicBezTo>
                  <a:pt x="977951" y="81486"/>
                  <a:pt x="965722" y="55518"/>
                  <a:pt x="932899" y="55518"/>
                </a:cubicBezTo>
                <a:cubicBezTo>
                  <a:pt x="918784" y="55518"/>
                  <a:pt x="907134" y="61312"/>
                  <a:pt x="899284" y="70539"/>
                </a:cubicBezTo>
                <a:cubicBezTo>
                  <a:pt x="891496" y="79685"/>
                  <a:pt x="887418" y="92177"/>
                  <a:pt x="887418" y="105742"/>
                </a:cubicBezTo>
                <a:moveTo>
                  <a:pt x="929681" y="63027"/>
                </a:moveTo>
                <a:cubicBezTo>
                  <a:pt x="948130" y="63027"/>
                  <a:pt x="959502" y="79771"/>
                  <a:pt x="959502" y="110682"/>
                </a:cubicBezTo>
                <a:cubicBezTo>
                  <a:pt x="959502" y="137727"/>
                  <a:pt x="945557" y="144382"/>
                  <a:pt x="935475" y="144382"/>
                </a:cubicBezTo>
                <a:cubicBezTo>
                  <a:pt x="913163" y="144382"/>
                  <a:pt x="905870" y="117333"/>
                  <a:pt x="905870" y="100806"/>
                </a:cubicBezTo>
                <a:cubicBezTo>
                  <a:pt x="905870" y="82131"/>
                  <a:pt x="910374" y="63027"/>
                  <a:pt x="929681" y="63027"/>
                </a:cubicBezTo>
                <a:close/>
                <a:moveTo>
                  <a:pt x="1024158" y="123632"/>
                </a:moveTo>
                <a:lnTo>
                  <a:pt x="1024158" y="66189"/>
                </a:lnTo>
                <a:lnTo>
                  <a:pt x="1044110" y="66189"/>
                </a:lnTo>
                <a:cubicBezTo>
                  <a:pt x="1046041" y="66189"/>
                  <a:pt x="1049046" y="65331"/>
                  <a:pt x="1049046" y="63400"/>
                </a:cubicBezTo>
                <a:lnTo>
                  <a:pt x="1049046" y="59112"/>
                </a:lnTo>
                <a:cubicBezTo>
                  <a:pt x="1049046" y="58254"/>
                  <a:pt x="1048402" y="57822"/>
                  <a:pt x="1047328" y="57822"/>
                </a:cubicBezTo>
                <a:lnTo>
                  <a:pt x="1024158" y="57822"/>
                </a:lnTo>
                <a:lnTo>
                  <a:pt x="1024158" y="45566"/>
                </a:lnTo>
                <a:cubicBezTo>
                  <a:pt x="1024158" y="12455"/>
                  <a:pt x="1034028" y="7297"/>
                  <a:pt x="1041108" y="7297"/>
                </a:cubicBezTo>
                <a:cubicBezTo>
                  <a:pt x="1047544" y="7297"/>
                  <a:pt x="1050974" y="9876"/>
                  <a:pt x="1053979" y="17402"/>
                </a:cubicBezTo>
                <a:cubicBezTo>
                  <a:pt x="1055695" y="21271"/>
                  <a:pt x="1058055" y="24282"/>
                  <a:pt x="1062559" y="24282"/>
                </a:cubicBezTo>
                <a:cubicBezTo>
                  <a:pt x="1066206" y="24282"/>
                  <a:pt x="1071355" y="19765"/>
                  <a:pt x="1071355" y="15467"/>
                </a:cubicBezTo>
                <a:cubicBezTo>
                  <a:pt x="1071355" y="11811"/>
                  <a:pt x="1068995" y="7941"/>
                  <a:pt x="1064491" y="4508"/>
                </a:cubicBezTo>
                <a:cubicBezTo>
                  <a:pt x="1058913" y="645"/>
                  <a:pt x="1053335" y="0"/>
                  <a:pt x="1045184" y="0"/>
                </a:cubicBezTo>
                <a:cubicBezTo>
                  <a:pt x="1027163" y="0"/>
                  <a:pt x="1007212" y="15680"/>
                  <a:pt x="1007212" y="49223"/>
                </a:cubicBezTo>
                <a:lnTo>
                  <a:pt x="1007212" y="57822"/>
                </a:lnTo>
                <a:lnTo>
                  <a:pt x="996272" y="57822"/>
                </a:lnTo>
                <a:cubicBezTo>
                  <a:pt x="992409" y="57822"/>
                  <a:pt x="991336" y="60398"/>
                  <a:pt x="991336" y="62114"/>
                </a:cubicBezTo>
                <a:lnTo>
                  <a:pt x="991336" y="64903"/>
                </a:lnTo>
                <a:cubicBezTo>
                  <a:pt x="991336" y="65976"/>
                  <a:pt x="991552" y="66189"/>
                  <a:pt x="992409" y="66189"/>
                </a:cubicBezTo>
                <a:lnTo>
                  <a:pt x="1007212" y="66189"/>
                </a:lnTo>
                <a:lnTo>
                  <a:pt x="1007212" y="123632"/>
                </a:lnTo>
                <a:cubicBezTo>
                  <a:pt x="1007212" y="141419"/>
                  <a:pt x="1003778" y="142277"/>
                  <a:pt x="992193" y="143135"/>
                </a:cubicBezTo>
                <a:cubicBezTo>
                  <a:pt x="990907" y="144421"/>
                  <a:pt x="990907" y="148925"/>
                  <a:pt x="992193" y="150212"/>
                </a:cubicBezTo>
                <a:cubicBezTo>
                  <a:pt x="999702" y="149999"/>
                  <a:pt x="1007212" y="149783"/>
                  <a:pt x="1015791" y="149783"/>
                </a:cubicBezTo>
                <a:cubicBezTo>
                  <a:pt x="1024374" y="149783"/>
                  <a:pt x="1034673" y="149999"/>
                  <a:pt x="1042179" y="150212"/>
                </a:cubicBezTo>
                <a:cubicBezTo>
                  <a:pt x="1043468" y="148925"/>
                  <a:pt x="1043468" y="144421"/>
                  <a:pt x="1042179" y="143135"/>
                </a:cubicBezTo>
                <a:cubicBezTo>
                  <a:pt x="1025448" y="142277"/>
                  <a:pt x="1024158" y="141419"/>
                  <a:pt x="1024158" y="1236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tware">
            <a:extLst xmlns:a="http://schemas.openxmlformats.org/drawingml/2006/main">
              <a:ext uri="{FF2B5EF4-FFF2-40B4-BE49-F238E27FC236}">
                <a16:creationId xmlns:a16="http://schemas.microsoft.com/office/drawing/2014/main" id="{12484475-58E8-45B1-AE3C-7812D141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307" y="154072"/>
            <a:ext cx="492687" cy="127262"/>
          </a:xfrm>
          <a:custGeom xmlns:a="http://schemas.openxmlformats.org/drawingml/2006/main">
            <a:pathLst>
              <a:path w="492687" h="127262">
                <a:moveTo>
                  <a:pt x="3863" y="32777"/>
                </a:moveTo>
                <a:cubicBezTo>
                  <a:pt x="858" y="32777"/>
                  <a:pt x="0" y="35353"/>
                  <a:pt x="0" y="37069"/>
                </a:cubicBezTo>
                <a:lnTo>
                  <a:pt x="0" y="39857"/>
                </a:lnTo>
                <a:cubicBezTo>
                  <a:pt x="0" y="40931"/>
                  <a:pt x="213" y="41144"/>
                  <a:pt x="1074" y="41144"/>
                </a:cubicBezTo>
                <a:lnTo>
                  <a:pt x="13729" y="41144"/>
                </a:lnTo>
                <a:lnTo>
                  <a:pt x="13729" y="105621"/>
                </a:lnTo>
                <a:cubicBezTo>
                  <a:pt x="13729" y="120836"/>
                  <a:pt x="20380" y="126843"/>
                  <a:pt x="30247" y="126843"/>
                </a:cubicBezTo>
                <a:cubicBezTo>
                  <a:pt x="40116" y="126843"/>
                  <a:pt x="50843" y="122126"/>
                  <a:pt x="59210" y="112688"/>
                </a:cubicBezTo>
                <a:cubicBezTo>
                  <a:pt x="58781" y="110482"/>
                  <a:pt x="57495" y="109261"/>
                  <a:pt x="55347" y="109048"/>
                </a:cubicBezTo>
                <a:cubicBezTo>
                  <a:pt x="49769" y="113333"/>
                  <a:pt x="43334" y="115045"/>
                  <a:pt x="37756" y="115045"/>
                </a:cubicBezTo>
                <a:cubicBezTo>
                  <a:pt x="31965" y="115045"/>
                  <a:pt x="30679" y="108619"/>
                  <a:pt x="30679" y="95339"/>
                </a:cubicBezTo>
                <a:lnTo>
                  <a:pt x="30679" y="41144"/>
                </a:lnTo>
                <a:lnTo>
                  <a:pt x="52987" y="41144"/>
                </a:lnTo>
                <a:cubicBezTo>
                  <a:pt x="55135" y="41144"/>
                  <a:pt x="58136" y="40286"/>
                  <a:pt x="58136" y="38355"/>
                </a:cubicBezTo>
                <a:lnTo>
                  <a:pt x="58136" y="34067"/>
                </a:lnTo>
                <a:cubicBezTo>
                  <a:pt x="58136" y="33209"/>
                  <a:pt x="57495" y="32777"/>
                  <a:pt x="56421" y="32777"/>
                </a:cubicBezTo>
                <a:lnTo>
                  <a:pt x="30679" y="32777"/>
                </a:lnTo>
                <a:lnTo>
                  <a:pt x="30679" y="24413"/>
                </a:lnTo>
                <a:cubicBezTo>
                  <a:pt x="30679" y="10468"/>
                  <a:pt x="31536" y="1886"/>
                  <a:pt x="31536" y="1886"/>
                </a:cubicBezTo>
                <a:cubicBezTo>
                  <a:pt x="31536" y="514"/>
                  <a:pt x="30892" y="0"/>
                  <a:pt x="29883" y="0"/>
                </a:cubicBezTo>
                <a:cubicBezTo>
                  <a:pt x="28918" y="0"/>
                  <a:pt x="27094" y="835"/>
                  <a:pt x="25101" y="1928"/>
                </a:cubicBezTo>
                <a:cubicBezTo>
                  <a:pt x="22675" y="3280"/>
                  <a:pt x="20488" y="4203"/>
                  <a:pt x="17804" y="4953"/>
                </a:cubicBezTo>
                <a:cubicBezTo>
                  <a:pt x="15231" y="5683"/>
                  <a:pt x="13087" y="6413"/>
                  <a:pt x="13087" y="7892"/>
                </a:cubicBezTo>
                <a:cubicBezTo>
                  <a:pt x="13087" y="10383"/>
                  <a:pt x="13729" y="8966"/>
                  <a:pt x="13729" y="32757"/>
                </a:cubicBezTo>
                <a:lnTo>
                  <a:pt x="3863" y="32777"/>
                </a:lnTo>
                <a:close/>
                <a:moveTo>
                  <a:pt x="107135" y="39438"/>
                </a:moveTo>
                <a:cubicBezTo>
                  <a:pt x="108424" y="38152"/>
                  <a:pt x="108424" y="33648"/>
                  <a:pt x="107135" y="32358"/>
                </a:cubicBezTo>
                <a:cubicBezTo>
                  <a:pt x="100699" y="32574"/>
                  <a:pt x="93190" y="32790"/>
                  <a:pt x="85468" y="32790"/>
                </a:cubicBezTo>
                <a:cubicBezTo>
                  <a:pt x="77317" y="32790"/>
                  <a:pt x="71565" y="32574"/>
                  <a:pt x="65945" y="32358"/>
                </a:cubicBezTo>
                <a:cubicBezTo>
                  <a:pt x="64658" y="33648"/>
                  <a:pt x="64658" y="38152"/>
                  <a:pt x="65945" y="39438"/>
                </a:cubicBezTo>
                <a:cubicBezTo>
                  <a:pt x="76050" y="40466"/>
                  <a:pt x="78387" y="42653"/>
                  <a:pt x="82914" y="53789"/>
                </a:cubicBezTo>
                <a:lnTo>
                  <a:pt x="110997" y="122980"/>
                </a:lnTo>
                <a:cubicBezTo>
                  <a:pt x="112284" y="125979"/>
                  <a:pt x="113999" y="127262"/>
                  <a:pt x="116146" y="127262"/>
                </a:cubicBezTo>
                <a:cubicBezTo>
                  <a:pt x="118078" y="127262"/>
                  <a:pt x="119793" y="125979"/>
                  <a:pt x="121295" y="122551"/>
                </a:cubicBezTo>
                <a:lnTo>
                  <a:pt x="142962" y="69855"/>
                </a:lnTo>
                <a:lnTo>
                  <a:pt x="165058" y="122980"/>
                </a:lnTo>
                <a:cubicBezTo>
                  <a:pt x="166345" y="125979"/>
                  <a:pt x="168063" y="127262"/>
                  <a:pt x="170207" y="127262"/>
                </a:cubicBezTo>
                <a:cubicBezTo>
                  <a:pt x="172139" y="127262"/>
                  <a:pt x="173854" y="125979"/>
                  <a:pt x="175140" y="122764"/>
                </a:cubicBezTo>
                <a:lnTo>
                  <a:pt x="203158" y="54863"/>
                </a:lnTo>
                <a:cubicBezTo>
                  <a:pt x="206677" y="46100"/>
                  <a:pt x="210323" y="40080"/>
                  <a:pt x="221266" y="39438"/>
                </a:cubicBezTo>
                <a:cubicBezTo>
                  <a:pt x="222553" y="38152"/>
                  <a:pt x="222553" y="33648"/>
                  <a:pt x="221266" y="32358"/>
                </a:cubicBezTo>
                <a:cubicBezTo>
                  <a:pt x="216975" y="32574"/>
                  <a:pt x="212255" y="32790"/>
                  <a:pt x="205819" y="32790"/>
                </a:cubicBezTo>
                <a:cubicBezTo>
                  <a:pt x="199383" y="32790"/>
                  <a:pt x="190372" y="32574"/>
                  <a:pt x="183936" y="32358"/>
                </a:cubicBezTo>
                <a:cubicBezTo>
                  <a:pt x="182650" y="33648"/>
                  <a:pt x="182650" y="38152"/>
                  <a:pt x="183936" y="39438"/>
                </a:cubicBezTo>
                <a:cubicBezTo>
                  <a:pt x="200025" y="40296"/>
                  <a:pt x="197816" y="46486"/>
                  <a:pt x="194791" y="54005"/>
                </a:cubicBezTo>
                <a:lnTo>
                  <a:pt x="176859" y="98560"/>
                </a:lnTo>
                <a:cubicBezTo>
                  <a:pt x="174712" y="103916"/>
                  <a:pt x="173854" y="103873"/>
                  <a:pt x="172096" y="99418"/>
                </a:cubicBezTo>
                <a:lnTo>
                  <a:pt x="153581" y="52506"/>
                </a:lnTo>
                <a:cubicBezTo>
                  <a:pt x="149611" y="42437"/>
                  <a:pt x="150043" y="40296"/>
                  <a:pt x="161412" y="39438"/>
                </a:cubicBezTo>
                <a:cubicBezTo>
                  <a:pt x="162698" y="38152"/>
                  <a:pt x="162698" y="33648"/>
                  <a:pt x="161412" y="32358"/>
                </a:cubicBezTo>
                <a:cubicBezTo>
                  <a:pt x="154976" y="32574"/>
                  <a:pt x="146393" y="32790"/>
                  <a:pt x="139957" y="32790"/>
                </a:cubicBezTo>
                <a:cubicBezTo>
                  <a:pt x="134595" y="32790"/>
                  <a:pt x="127515" y="32574"/>
                  <a:pt x="121079" y="32358"/>
                </a:cubicBezTo>
                <a:cubicBezTo>
                  <a:pt x="119793" y="33648"/>
                  <a:pt x="119793" y="38152"/>
                  <a:pt x="121079" y="39438"/>
                </a:cubicBezTo>
                <a:cubicBezTo>
                  <a:pt x="131162" y="40404"/>
                  <a:pt x="133672" y="46552"/>
                  <a:pt x="137512" y="56146"/>
                </a:cubicBezTo>
                <a:lnTo>
                  <a:pt x="138887" y="59573"/>
                </a:lnTo>
                <a:lnTo>
                  <a:pt x="123868" y="97490"/>
                </a:lnTo>
                <a:cubicBezTo>
                  <a:pt x="121079" y="104557"/>
                  <a:pt x="120608" y="104878"/>
                  <a:pt x="117842" y="97919"/>
                </a:cubicBezTo>
                <a:lnTo>
                  <a:pt x="100679" y="53789"/>
                </a:lnTo>
                <a:cubicBezTo>
                  <a:pt x="96623" y="43507"/>
                  <a:pt x="96840" y="40080"/>
                  <a:pt x="107135" y="39438"/>
                </a:cubicBezTo>
                <a:close/>
                <a:moveTo>
                  <a:pt x="288285" y="74690"/>
                </a:moveTo>
                <a:lnTo>
                  <a:pt x="288285" y="103022"/>
                </a:lnTo>
                <a:cubicBezTo>
                  <a:pt x="288285" y="105814"/>
                  <a:pt x="286995" y="107317"/>
                  <a:pt x="285279" y="108603"/>
                </a:cubicBezTo>
                <a:cubicBezTo>
                  <a:pt x="279702" y="113111"/>
                  <a:pt x="272408" y="118050"/>
                  <a:pt x="266402" y="118050"/>
                </a:cubicBezTo>
                <a:cubicBezTo>
                  <a:pt x="255674" y="118050"/>
                  <a:pt x="250954" y="109464"/>
                  <a:pt x="250954" y="102809"/>
                </a:cubicBezTo>
                <a:cubicBezTo>
                  <a:pt x="250954" y="93149"/>
                  <a:pt x="255462" y="83273"/>
                  <a:pt x="271335" y="79198"/>
                </a:cubicBezTo>
                <a:lnTo>
                  <a:pt x="288285" y="74690"/>
                </a:lnTo>
                <a:moveTo>
                  <a:pt x="288285" y="114400"/>
                </a:moveTo>
                <a:cubicBezTo>
                  <a:pt x="289571" y="121052"/>
                  <a:pt x="291843" y="126843"/>
                  <a:pt x="302658" y="126843"/>
                </a:cubicBezTo>
                <a:cubicBezTo>
                  <a:pt x="310875" y="126843"/>
                  <a:pt x="318597" y="123196"/>
                  <a:pt x="323035" y="118908"/>
                </a:cubicBezTo>
                <a:cubicBezTo>
                  <a:pt x="322672" y="116270"/>
                  <a:pt x="321814" y="114466"/>
                  <a:pt x="319389" y="113114"/>
                </a:cubicBezTo>
                <a:cubicBezTo>
                  <a:pt x="317782" y="114443"/>
                  <a:pt x="314177" y="116548"/>
                  <a:pt x="311451" y="116548"/>
                </a:cubicBezTo>
                <a:cubicBezTo>
                  <a:pt x="305231" y="116548"/>
                  <a:pt x="305015" y="108174"/>
                  <a:pt x="305015" y="98302"/>
                </a:cubicBezTo>
                <a:lnTo>
                  <a:pt x="305015" y="66746"/>
                </a:lnTo>
                <a:cubicBezTo>
                  <a:pt x="305015" y="36267"/>
                  <a:pt x="288285" y="30473"/>
                  <a:pt x="272621" y="30473"/>
                </a:cubicBezTo>
                <a:cubicBezTo>
                  <a:pt x="255030" y="30473"/>
                  <a:pt x="237225" y="42061"/>
                  <a:pt x="237225" y="54297"/>
                </a:cubicBezTo>
                <a:cubicBezTo>
                  <a:pt x="237225" y="59449"/>
                  <a:pt x="239798" y="62025"/>
                  <a:pt x="244735" y="62025"/>
                </a:cubicBezTo>
                <a:cubicBezTo>
                  <a:pt x="250954" y="62025"/>
                  <a:pt x="254817" y="57518"/>
                  <a:pt x="254817" y="54725"/>
                </a:cubicBezTo>
                <a:cubicBezTo>
                  <a:pt x="254817" y="53223"/>
                  <a:pt x="254601" y="51720"/>
                  <a:pt x="254172" y="50863"/>
                </a:cubicBezTo>
                <a:cubicBezTo>
                  <a:pt x="253959" y="50218"/>
                  <a:pt x="253743" y="48931"/>
                  <a:pt x="253743" y="46568"/>
                </a:cubicBezTo>
                <a:cubicBezTo>
                  <a:pt x="253743" y="39913"/>
                  <a:pt x="262755" y="37553"/>
                  <a:pt x="270906" y="37553"/>
                </a:cubicBezTo>
                <a:cubicBezTo>
                  <a:pt x="278199" y="37553"/>
                  <a:pt x="288285" y="41203"/>
                  <a:pt x="288285" y="65459"/>
                </a:cubicBezTo>
                <a:cubicBezTo>
                  <a:pt x="288285" y="66962"/>
                  <a:pt x="287640" y="67819"/>
                  <a:pt x="286995" y="68035"/>
                </a:cubicBezTo>
                <a:lnTo>
                  <a:pt x="268546" y="72543"/>
                </a:lnTo>
                <a:cubicBezTo>
                  <a:pt x="247952" y="77695"/>
                  <a:pt x="233150" y="89070"/>
                  <a:pt x="233150" y="103667"/>
                </a:cubicBezTo>
                <a:cubicBezTo>
                  <a:pt x="233150" y="121268"/>
                  <a:pt x="245163" y="126843"/>
                  <a:pt x="260179" y="126843"/>
                </a:cubicBezTo>
                <a:cubicBezTo>
                  <a:pt x="267645" y="126843"/>
                  <a:pt x="274124" y="125127"/>
                  <a:pt x="283564" y="117834"/>
                </a:cubicBezTo>
                <a:lnTo>
                  <a:pt x="287856" y="114400"/>
                </a:lnTo>
                <a:lnTo>
                  <a:pt x="288285" y="114400"/>
                </a:lnTo>
                <a:close/>
                <a:moveTo>
                  <a:pt x="362167" y="47855"/>
                </a:moveTo>
                <a:cubicBezTo>
                  <a:pt x="361801" y="39268"/>
                  <a:pt x="361460" y="33756"/>
                  <a:pt x="360452" y="31546"/>
                </a:cubicBezTo>
                <a:cubicBezTo>
                  <a:pt x="360000" y="30561"/>
                  <a:pt x="359591" y="29831"/>
                  <a:pt x="357876" y="29831"/>
                </a:cubicBezTo>
                <a:cubicBezTo>
                  <a:pt x="351869" y="32191"/>
                  <a:pt x="346291" y="34122"/>
                  <a:pt x="331489" y="36050"/>
                </a:cubicBezTo>
                <a:cubicBezTo>
                  <a:pt x="331060" y="37340"/>
                  <a:pt x="331489" y="40771"/>
                  <a:pt x="331917" y="42057"/>
                </a:cubicBezTo>
                <a:cubicBezTo>
                  <a:pt x="343502" y="43131"/>
                  <a:pt x="345862" y="44205"/>
                  <a:pt x="345862" y="56660"/>
                </a:cubicBezTo>
                <a:lnTo>
                  <a:pt x="345862" y="98544"/>
                </a:lnTo>
                <a:cubicBezTo>
                  <a:pt x="345862" y="116371"/>
                  <a:pt x="343289" y="117229"/>
                  <a:pt x="329986" y="118090"/>
                </a:cubicBezTo>
                <a:cubicBezTo>
                  <a:pt x="328700" y="119376"/>
                  <a:pt x="328700" y="123880"/>
                  <a:pt x="329986" y="125167"/>
                </a:cubicBezTo>
                <a:cubicBezTo>
                  <a:pt x="337495" y="124954"/>
                  <a:pt x="345862" y="124738"/>
                  <a:pt x="354445" y="124738"/>
                </a:cubicBezTo>
                <a:cubicBezTo>
                  <a:pt x="363025" y="124738"/>
                  <a:pt x="372894" y="124954"/>
                  <a:pt x="380400" y="125167"/>
                </a:cubicBezTo>
                <a:cubicBezTo>
                  <a:pt x="381690" y="123880"/>
                  <a:pt x="381690" y="119376"/>
                  <a:pt x="380400" y="118090"/>
                </a:cubicBezTo>
                <a:cubicBezTo>
                  <a:pt x="365385" y="117016"/>
                  <a:pt x="362809" y="116371"/>
                  <a:pt x="362809" y="98544"/>
                </a:cubicBezTo>
                <a:lnTo>
                  <a:pt x="362809" y="68690"/>
                </a:lnTo>
                <a:cubicBezTo>
                  <a:pt x="362809" y="63105"/>
                  <a:pt x="365385" y="58166"/>
                  <a:pt x="367958" y="54300"/>
                </a:cubicBezTo>
                <a:cubicBezTo>
                  <a:pt x="370318" y="50863"/>
                  <a:pt x="375254" y="43776"/>
                  <a:pt x="377827" y="43776"/>
                </a:cubicBezTo>
                <a:cubicBezTo>
                  <a:pt x="379759" y="43776"/>
                  <a:pt x="381690" y="44290"/>
                  <a:pt x="383363" y="46503"/>
                </a:cubicBezTo>
                <a:cubicBezTo>
                  <a:pt x="384993" y="48650"/>
                  <a:pt x="387396" y="51508"/>
                  <a:pt x="391127" y="51508"/>
                </a:cubicBezTo>
                <a:cubicBezTo>
                  <a:pt x="396277" y="51508"/>
                  <a:pt x="401210" y="46136"/>
                  <a:pt x="401210" y="40771"/>
                </a:cubicBezTo>
                <a:cubicBezTo>
                  <a:pt x="401210" y="36672"/>
                  <a:pt x="397350" y="30473"/>
                  <a:pt x="388338" y="30473"/>
                </a:cubicBezTo>
                <a:cubicBezTo>
                  <a:pt x="378256" y="30473"/>
                  <a:pt x="369460" y="39913"/>
                  <a:pt x="364527" y="48283"/>
                </a:cubicBezTo>
                <a:cubicBezTo>
                  <a:pt x="363241" y="50647"/>
                  <a:pt x="362210" y="48928"/>
                  <a:pt x="362167" y="47855"/>
                </a:cubicBezTo>
                <a:close/>
                <a:moveTo>
                  <a:pt x="431974" y="64241"/>
                </a:moveTo>
                <a:cubicBezTo>
                  <a:pt x="436050" y="40103"/>
                  <a:pt x="451068" y="38181"/>
                  <a:pt x="456217" y="38181"/>
                </a:cubicBezTo>
                <a:cubicBezTo>
                  <a:pt x="464368" y="38181"/>
                  <a:pt x="474022" y="42669"/>
                  <a:pt x="474022" y="60611"/>
                </a:cubicBezTo>
                <a:cubicBezTo>
                  <a:pt x="474022" y="62533"/>
                  <a:pt x="473164" y="63557"/>
                  <a:pt x="470804" y="63603"/>
                </a:cubicBezTo>
                <a:lnTo>
                  <a:pt x="431974" y="64241"/>
                </a:lnTo>
                <a:moveTo>
                  <a:pt x="488179" y="104757"/>
                </a:moveTo>
                <a:cubicBezTo>
                  <a:pt x="480245" y="112904"/>
                  <a:pt x="474022" y="116332"/>
                  <a:pt x="461579" y="116332"/>
                </a:cubicBezTo>
                <a:cubicBezTo>
                  <a:pt x="453857" y="116332"/>
                  <a:pt x="444846" y="111831"/>
                  <a:pt x="438197" y="100901"/>
                </a:cubicBezTo>
                <a:cubicBezTo>
                  <a:pt x="433906" y="93827"/>
                  <a:pt x="431329" y="83967"/>
                  <a:pt x="431329" y="71535"/>
                </a:cubicBezTo>
                <a:lnTo>
                  <a:pt x="488395" y="71963"/>
                </a:lnTo>
                <a:cubicBezTo>
                  <a:pt x="490968" y="71963"/>
                  <a:pt x="492471" y="70677"/>
                  <a:pt x="492471" y="68317"/>
                </a:cubicBezTo>
                <a:cubicBezTo>
                  <a:pt x="492471" y="50359"/>
                  <a:pt x="486035" y="31101"/>
                  <a:pt x="456217" y="31101"/>
                </a:cubicBezTo>
                <a:cubicBezTo>
                  <a:pt x="437552" y="31101"/>
                  <a:pt x="413309" y="48863"/>
                  <a:pt x="413309" y="81394"/>
                </a:cubicBezTo>
                <a:cubicBezTo>
                  <a:pt x="413309" y="93398"/>
                  <a:pt x="416314" y="104973"/>
                  <a:pt x="423395" y="113117"/>
                </a:cubicBezTo>
                <a:cubicBezTo>
                  <a:pt x="430688" y="121697"/>
                  <a:pt x="440770" y="126843"/>
                  <a:pt x="456217" y="126843"/>
                </a:cubicBezTo>
                <a:cubicBezTo>
                  <a:pt x="472519" y="126843"/>
                  <a:pt x="484104" y="119337"/>
                  <a:pt x="492687" y="108187"/>
                </a:cubicBezTo>
                <a:cubicBezTo>
                  <a:pt x="492042" y="106043"/>
                  <a:pt x="490756" y="104973"/>
                  <a:pt x="488179" y="1047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164E7-2A47-4279-B551-5747DA05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311" y="1553795"/>
            <a:ext cx="1502343" cy="147265"/>
          </a:xfrm>
          <a:custGeom xmlns:a="http://schemas.openxmlformats.org/drawingml/2006/main">
            <a:pathLst>
              <a:path w="1502343" h="147265">
                <a:moveTo>
                  <a:pt x="863421" y="87353"/>
                </a:moveTo>
                <a:lnTo>
                  <a:pt x="935367" y="87114"/>
                </a:lnTo>
                <a:lnTo>
                  <a:pt x="935288" y="63132"/>
                </a:lnTo>
                <a:lnTo>
                  <a:pt x="863342" y="63371"/>
                </a:lnTo>
                <a:lnTo>
                  <a:pt x="863421" y="87353"/>
                </a:lnTo>
                <a:close/>
                <a:moveTo>
                  <a:pt x="767494" y="87671"/>
                </a:moveTo>
                <a:lnTo>
                  <a:pt x="839439" y="87432"/>
                </a:lnTo>
                <a:lnTo>
                  <a:pt x="839360" y="63451"/>
                </a:lnTo>
                <a:lnTo>
                  <a:pt x="767415" y="63689"/>
                </a:lnTo>
                <a:lnTo>
                  <a:pt x="767494" y="87671"/>
                </a:lnTo>
                <a:close/>
                <a:moveTo>
                  <a:pt x="671566" y="87989"/>
                </a:moveTo>
                <a:lnTo>
                  <a:pt x="743512" y="87751"/>
                </a:lnTo>
                <a:lnTo>
                  <a:pt x="743433" y="63769"/>
                </a:lnTo>
                <a:lnTo>
                  <a:pt x="671487" y="64008"/>
                </a:lnTo>
                <a:lnTo>
                  <a:pt x="671566" y="87989"/>
                </a:lnTo>
                <a:close/>
                <a:moveTo>
                  <a:pt x="575641" y="88308"/>
                </a:moveTo>
                <a:lnTo>
                  <a:pt x="647584" y="88069"/>
                </a:lnTo>
                <a:lnTo>
                  <a:pt x="647505" y="64087"/>
                </a:lnTo>
                <a:lnTo>
                  <a:pt x="575560" y="64326"/>
                </a:lnTo>
                <a:lnTo>
                  <a:pt x="575641" y="88308"/>
                </a:lnTo>
                <a:close/>
                <a:moveTo>
                  <a:pt x="479714" y="88626"/>
                </a:moveTo>
                <a:lnTo>
                  <a:pt x="551659" y="88387"/>
                </a:lnTo>
                <a:lnTo>
                  <a:pt x="551578" y="64406"/>
                </a:lnTo>
                <a:lnTo>
                  <a:pt x="479635" y="64644"/>
                </a:lnTo>
                <a:lnTo>
                  <a:pt x="479714" y="88626"/>
                </a:lnTo>
                <a:close/>
                <a:moveTo>
                  <a:pt x="383786" y="88944"/>
                </a:moveTo>
                <a:lnTo>
                  <a:pt x="455732" y="88706"/>
                </a:lnTo>
                <a:lnTo>
                  <a:pt x="455653" y="64724"/>
                </a:lnTo>
                <a:lnTo>
                  <a:pt x="383707" y="64963"/>
                </a:lnTo>
                <a:lnTo>
                  <a:pt x="383786" y="88944"/>
                </a:lnTo>
                <a:close/>
                <a:moveTo>
                  <a:pt x="287859" y="89263"/>
                </a:moveTo>
                <a:lnTo>
                  <a:pt x="359805" y="89024"/>
                </a:lnTo>
                <a:lnTo>
                  <a:pt x="359725" y="65042"/>
                </a:lnTo>
                <a:lnTo>
                  <a:pt x="287780" y="65281"/>
                </a:lnTo>
                <a:lnTo>
                  <a:pt x="287859" y="89263"/>
                </a:lnTo>
                <a:close/>
                <a:moveTo>
                  <a:pt x="263877" y="89342"/>
                </a:moveTo>
                <a:lnTo>
                  <a:pt x="263798" y="65361"/>
                </a:lnTo>
                <a:lnTo>
                  <a:pt x="191852" y="65599"/>
                </a:lnTo>
                <a:lnTo>
                  <a:pt x="191932" y="89581"/>
                </a:lnTo>
                <a:lnTo>
                  <a:pt x="263877" y="89342"/>
                </a:lnTo>
                <a:close/>
                <a:moveTo>
                  <a:pt x="167950" y="89661"/>
                </a:moveTo>
                <a:lnTo>
                  <a:pt x="167871" y="65679"/>
                </a:lnTo>
                <a:lnTo>
                  <a:pt x="95925" y="65918"/>
                </a:lnTo>
                <a:lnTo>
                  <a:pt x="96007" y="89899"/>
                </a:lnTo>
                <a:lnTo>
                  <a:pt x="167950" y="89661"/>
                </a:lnTo>
                <a:close/>
                <a:moveTo>
                  <a:pt x="79" y="90218"/>
                </a:moveTo>
                <a:lnTo>
                  <a:pt x="72025" y="89979"/>
                </a:lnTo>
                <a:lnTo>
                  <a:pt x="71943" y="65997"/>
                </a:lnTo>
                <a:lnTo>
                  <a:pt x="0" y="66236"/>
                </a:lnTo>
                <a:lnTo>
                  <a:pt x="79" y="90218"/>
                </a:lnTo>
                <a:close/>
                <a:moveTo>
                  <a:pt x="1376284" y="124402"/>
                </a:moveTo>
                <a:lnTo>
                  <a:pt x="1375687" y="124936"/>
                </a:lnTo>
                <a:lnTo>
                  <a:pt x="1375133" y="125503"/>
                </a:lnTo>
                <a:lnTo>
                  <a:pt x="1374622" y="126101"/>
                </a:lnTo>
                <a:lnTo>
                  <a:pt x="1374155" y="126726"/>
                </a:lnTo>
                <a:lnTo>
                  <a:pt x="1373732" y="127378"/>
                </a:lnTo>
                <a:lnTo>
                  <a:pt x="1373354" y="128052"/>
                </a:lnTo>
                <a:lnTo>
                  <a:pt x="1373021" y="128747"/>
                </a:lnTo>
                <a:lnTo>
                  <a:pt x="1372733" y="129460"/>
                </a:lnTo>
                <a:lnTo>
                  <a:pt x="1372493" y="130189"/>
                </a:lnTo>
                <a:lnTo>
                  <a:pt x="1372299" y="130932"/>
                </a:lnTo>
                <a:lnTo>
                  <a:pt x="1372153" y="131685"/>
                </a:lnTo>
                <a:lnTo>
                  <a:pt x="1372055" y="132446"/>
                </a:lnTo>
                <a:lnTo>
                  <a:pt x="1372005" y="133214"/>
                </a:lnTo>
                <a:lnTo>
                  <a:pt x="1372005" y="133984"/>
                </a:lnTo>
                <a:lnTo>
                  <a:pt x="1372055" y="134756"/>
                </a:lnTo>
                <a:lnTo>
                  <a:pt x="1372155" y="135526"/>
                </a:lnTo>
                <a:lnTo>
                  <a:pt x="1372306" y="136292"/>
                </a:lnTo>
                <a:lnTo>
                  <a:pt x="1372508" y="137052"/>
                </a:lnTo>
                <a:lnTo>
                  <a:pt x="1372763" y="137803"/>
                </a:lnTo>
                <a:lnTo>
                  <a:pt x="1373070" y="138543"/>
                </a:lnTo>
                <a:lnTo>
                  <a:pt x="1373430" y="139269"/>
                </a:lnTo>
                <a:lnTo>
                  <a:pt x="1373844" y="139978"/>
                </a:lnTo>
                <a:lnTo>
                  <a:pt x="1374305" y="140658"/>
                </a:lnTo>
                <a:lnTo>
                  <a:pt x="1374804" y="141297"/>
                </a:lnTo>
                <a:lnTo>
                  <a:pt x="1375338" y="141893"/>
                </a:lnTo>
                <a:lnTo>
                  <a:pt x="1375905" y="142447"/>
                </a:lnTo>
                <a:lnTo>
                  <a:pt x="1376503" y="142958"/>
                </a:lnTo>
                <a:lnTo>
                  <a:pt x="1377129" y="143426"/>
                </a:lnTo>
                <a:lnTo>
                  <a:pt x="1377780" y="143849"/>
                </a:lnTo>
                <a:lnTo>
                  <a:pt x="1378455" y="144227"/>
                </a:lnTo>
                <a:lnTo>
                  <a:pt x="1379150" y="144560"/>
                </a:lnTo>
                <a:lnTo>
                  <a:pt x="1379863" y="144847"/>
                </a:lnTo>
                <a:lnTo>
                  <a:pt x="1380592" y="145088"/>
                </a:lnTo>
                <a:lnTo>
                  <a:pt x="1381334" y="145282"/>
                </a:lnTo>
                <a:lnTo>
                  <a:pt x="1382088" y="145428"/>
                </a:lnTo>
                <a:lnTo>
                  <a:pt x="1382849" y="145526"/>
                </a:lnTo>
                <a:lnTo>
                  <a:pt x="1383616" y="145575"/>
                </a:lnTo>
                <a:lnTo>
                  <a:pt x="1384387" y="145576"/>
                </a:lnTo>
                <a:lnTo>
                  <a:pt x="1385158" y="145526"/>
                </a:lnTo>
                <a:lnTo>
                  <a:pt x="1385929" y="145426"/>
                </a:lnTo>
                <a:lnTo>
                  <a:pt x="1386695" y="145275"/>
                </a:lnTo>
                <a:lnTo>
                  <a:pt x="1387454" y="145072"/>
                </a:lnTo>
                <a:lnTo>
                  <a:pt x="1388205" y="144818"/>
                </a:lnTo>
                <a:lnTo>
                  <a:pt x="1388944" y="144511"/>
                </a:lnTo>
                <a:lnTo>
                  <a:pt x="1389670" y="144150"/>
                </a:lnTo>
                <a:lnTo>
                  <a:pt x="1390379" y="143736"/>
                </a:lnTo>
                <a:lnTo>
                  <a:pt x="1502343" y="73242"/>
                </a:lnTo>
                <a:lnTo>
                  <a:pt x="1389914" y="3491"/>
                </a:lnTo>
                <a:lnTo>
                  <a:pt x="1389202" y="3082"/>
                </a:lnTo>
                <a:lnTo>
                  <a:pt x="1388474" y="2727"/>
                </a:lnTo>
                <a:lnTo>
                  <a:pt x="1387732" y="2424"/>
                </a:lnTo>
                <a:lnTo>
                  <a:pt x="1386980" y="2175"/>
                </a:lnTo>
                <a:lnTo>
                  <a:pt x="1386219" y="1977"/>
                </a:lnTo>
                <a:lnTo>
                  <a:pt x="1385452" y="1831"/>
                </a:lnTo>
                <a:lnTo>
                  <a:pt x="1384681" y="1736"/>
                </a:lnTo>
                <a:lnTo>
                  <a:pt x="1383909" y="1692"/>
                </a:lnTo>
                <a:lnTo>
                  <a:pt x="1383139" y="1697"/>
                </a:lnTo>
                <a:lnTo>
                  <a:pt x="1382372" y="1751"/>
                </a:lnTo>
                <a:lnTo>
                  <a:pt x="1381611" y="1855"/>
                </a:lnTo>
                <a:lnTo>
                  <a:pt x="1380859" y="2006"/>
                </a:lnTo>
                <a:lnTo>
                  <a:pt x="1380118" y="2204"/>
                </a:lnTo>
                <a:lnTo>
                  <a:pt x="1379391" y="2450"/>
                </a:lnTo>
                <a:lnTo>
                  <a:pt x="1378679" y="2742"/>
                </a:lnTo>
                <a:lnTo>
                  <a:pt x="1377987" y="3079"/>
                </a:lnTo>
                <a:lnTo>
                  <a:pt x="1377315" y="3462"/>
                </a:lnTo>
                <a:lnTo>
                  <a:pt x="1376666" y="3890"/>
                </a:lnTo>
                <a:lnTo>
                  <a:pt x="1376044" y="4361"/>
                </a:lnTo>
                <a:lnTo>
                  <a:pt x="1375449" y="4876"/>
                </a:lnTo>
                <a:lnTo>
                  <a:pt x="1374886" y="5434"/>
                </a:lnTo>
                <a:lnTo>
                  <a:pt x="1374356" y="6034"/>
                </a:lnTo>
                <a:lnTo>
                  <a:pt x="1373861" y="6676"/>
                </a:lnTo>
                <a:lnTo>
                  <a:pt x="1373405" y="7359"/>
                </a:lnTo>
                <a:lnTo>
                  <a:pt x="1372995" y="8071"/>
                </a:lnTo>
                <a:lnTo>
                  <a:pt x="1372640" y="8799"/>
                </a:lnTo>
                <a:lnTo>
                  <a:pt x="1372338" y="9541"/>
                </a:lnTo>
                <a:lnTo>
                  <a:pt x="1372088" y="10294"/>
                </a:lnTo>
                <a:lnTo>
                  <a:pt x="1371891" y="11055"/>
                </a:lnTo>
                <a:lnTo>
                  <a:pt x="1371745" y="11822"/>
                </a:lnTo>
                <a:lnTo>
                  <a:pt x="1371650" y="12593"/>
                </a:lnTo>
                <a:lnTo>
                  <a:pt x="1371605" y="13365"/>
                </a:lnTo>
                <a:lnTo>
                  <a:pt x="1371610" y="14136"/>
                </a:lnTo>
                <a:lnTo>
                  <a:pt x="1371665" y="14903"/>
                </a:lnTo>
                <a:lnTo>
                  <a:pt x="1371768" y="15663"/>
                </a:lnTo>
                <a:lnTo>
                  <a:pt x="1371919" y="16416"/>
                </a:lnTo>
                <a:lnTo>
                  <a:pt x="1372118" y="17157"/>
                </a:lnTo>
                <a:lnTo>
                  <a:pt x="1372363" y="17884"/>
                </a:lnTo>
                <a:lnTo>
                  <a:pt x="1372655" y="18595"/>
                </a:lnTo>
                <a:lnTo>
                  <a:pt x="1372993" y="19288"/>
                </a:lnTo>
                <a:lnTo>
                  <a:pt x="1373376" y="19960"/>
                </a:lnTo>
                <a:lnTo>
                  <a:pt x="1373803" y="20609"/>
                </a:lnTo>
                <a:lnTo>
                  <a:pt x="1374275" y="21231"/>
                </a:lnTo>
                <a:lnTo>
                  <a:pt x="1374790" y="21825"/>
                </a:lnTo>
                <a:lnTo>
                  <a:pt x="1375348" y="22389"/>
                </a:lnTo>
                <a:lnTo>
                  <a:pt x="1375948" y="22919"/>
                </a:lnTo>
                <a:lnTo>
                  <a:pt x="1376590" y="23414"/>
                </a:lnTo>
                <a:lnTo>
                  <a:pt x="1377273" y="23870"/>
                </a:lnTo>
                <a:lnTo>
                  <a:pt x="1438904" y="62106"/>
                </a:lnTo>
                <a:lnTo>
                  <a:pt x="1438981" y="84796"/>
                </a:lnTo>
                <a:lnTo>
                  <a:pt x="1377602" y="123442"/>
                </a:lnTo>
                <a:lnTo>
                  <a:pt x="1376922" y="123903"/>
                </a:lnTo>
                <a:lnTo>
                  <a:pt x="1376284" y="124402"/>
                </a:lnTo>
                <a:close/>
                <a:moveTo>
                  <a:pt x="1343056" y="85761"/>
                </a:moveTo>
                <a:lnTo>
                  <a:pt x="1415001" y="85522"/>
                </a:lnTo>
                <a:lnTo>
                  <a:pt x="1414920" y="61541"/>
                </a:lnTo>
                <a:lnTo>
                  <a:pt x="1342977" y="61779"/>
                </a:lnTo>
                <a:lnTo>
                  <a:pt x="1343056" y="85761"/>
                </a:lnTo>
                <a:close/>
                <a:moveTo>
                  <a:pt x="1247128" y="86079"/>
                </a:moveTo>
                <a:lnTo>
                  <a:pt x="1319074" y="85841"/>
                </a:lnTo>
                <a:lnTo>
                  <a:pt x="1318995" y="61859"/>
                </a:lnTo>
                <a:lnTo>
                  <a:pt x="1247049" y="62098"/>
                </a:lnTo>
                <a:lnTo>
                  <a:pt x="1247128" y="86079"/>
                </a:lnTo>
                <a:close/>
                <a:moveTo>
                  <a:pt x="1151201" y="86398"/>
                </a:moveTo>
                <a:lnTo>
                  <a:pt x="1223147" y="86159"/>
                </a:lnTo>
                <a:lnTo>
                  <a:pt x="1223067" y="62177"/>
                </a:lnTo>
                <a:lnTo>
                  <a:pt x="1151122" y="62416"/>
                </a:lnTo>
                <a:lnTo>
                  <a:pt x="1151201" y="86398"/>
                </a:lnTo>
                <a:close/>
                <a:moveTo>
                  <a:pt x="1127219" y="86477"/>
                </a:moveTo>
                <a:lnTo>
                  <a:pt x="1127140" y="62496"/>
                </a:lnTo>
                <a:lnTo>
                  <a:pt x="1055194" y="62734"/>
                </a:lnTo>
                <a:lnTo>
                  <a:pt x="1055274" y="86716"/>
                </a:lnTo>
                <a:lnTo>
                  <a:pt x="1127219" y="86477"/>
                </a:lnTo>
                <a:close/>
                <a:moveTo>
                  <a:pt x="1031292" y="86796"/>
                </a:moveTo>
                <a:lnTo>
                  <a:pt x="1031213" y="62814"/>
                </a:lnTo>
                <a:lnTo>
                  <a:pt x="959267" y="63053"/>
                </a:lnTo>
                <a:lnTo>
                  <a:pt x="959349" y="87034"/>
                </a:lnTo>
                <a:lnTo>
                  <a:pt x="1031292" y="8679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CF8D2-B44A-4EEB-8438-28D82863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333" y="2019270"/>
            <a:ext cx="3229015" cy="147266"/>
          </a:xfrm>
          <a:custGeom xmlns:a="http://schemas.openxmlformats.org/drawingml/2006/main">
            <a:pathLst>
              <a:path w="3229015" h="147266">
                <a:moveTo>
                  <a:pt x="1798673" y="87650"/>
                </a:moveTo>
                <a:lnTo>
                  <a:pt x="1798637" y="63668"/>
                </a:lnTo>
                <a:lnTo>
                  <a:pt x="1726691" y="63780"/>
                </a:lnTo>
                <a:lnTo>
                  <a:pt x="1726727" y="87761"/>
                </a:lnTo>
                <a:lnTo>
                  <a:pt x="1798673" y="87650"/>
                </a:lnTo>
                <a:close/>
                <a:moveTo>
                  <a:pt x="1702745" y="87798"/>
                </a:moveTo>
                <a:lnTo>
                  <a:pt x="1702709" y="63816"/>
                </a:lnTo>
                <a:lnTo>
                  <a:pt x="1630764" y="63927"/>
                </a:lnTo>
                <a:lnTo>
                  <a:pt x="1630800" y="87909"/>
                </a:lnTo>
                <a:lnTo>
                  <a:pt x="1702745" y="87798"/>
                </a:lnTo>
                <a:close/>
                <a:moveTo>
                  <a:pt x="1606818" y="87946"/>
                </a:moveTo>
                <a:lnTo>
                  <a:pt x="1606782" y="63965"/>
                </a:lnTo>
                <a:lnTo>
                  <a:pt x="1534836" y="64076"/>
                </a:lnTo>
                <a:lnTo>
                  <a:pt x="1534872" y="88058"/>
                </a:lnTo>
                <a:lnTo>
                  <a:pt x="1606818" y="87946"/>
                </a:lnTo>
                <a:close/>
                <a:moveTo>
                  <a:pt x="1510890" y="88094"/>
                </a:moveTo>
                <a:lnTo>
                  <a:pt x="1510854" y="64113"/>
                </a:lnTo>
                <a:lnTo>
                  <a:pt x="1438909" y="64224"/>
                </a:lnTo>
                <a:lnTo>
                  <a:pt x="1438945" y="88206"/>
                </a:lnTo>
                <a:lnTo>
                  <a:pt x="1510890" y="88094"/>
                </a:lnTo>
                <a:close/>
                <a:moveTo>
                  <a:pt x="1414963" y="88243"/>
                </a:moveTo>
                <a:lnTo>
                  <a:pt x="1414927" y="64261"/>
                </a:lnTo>
                <a:lnTo>
                  <a:pt x="1342981" y="64372"/>
                </a:lnTo>
                <a:lnTo>
                  <a:pt x="1343017" y="88354"/>
                </a:lnTo>
                <a:lnTo>
                  <a:pt x="1414963" y="88243"/>
                </a:lnTo>
                <a:close/>
                <a:moveTo>
                  <a:pt x="1319036" y="88391"/>
                </a:moveTo>
                <a:lnTo>
                  <a:pt x="1319000" y="64409"/>
                </a:lnTo>
                <a:lnTo>
                  <a:pt x="1247054" y="64520"/>
                </a:lnTo>
                <a:lnTo>
                  <a:pt x="1247090" y="88502"/>
                </a:lnTo>
                <a:lnTo>
                  <a:pt x="1319036" y="88391"/>
                </a:lnTo>
                <a:close/>
                <a:moveTo>
                  <a:pt x="1223108" y="88539"/>
                </a:moveTo>
                <a:lnTo>
                  <a:pt x="1223072" y="64557"/>
                </a:lnTo>
                <a:lnTo>
                  <a:pt x="1151127" y="64668"/>
                </a:lnTo>
                <a:lnTo>
                  <a:pt x="1151163" y="88650"/>
                </a:lnTo>
                <a:lnTo>
                  <a:pt x="1223108" y="88539"/>
                </a:lnTo>
                <a:close/>
                <a:moveTo>
                  <a:pt x="1127145" y="64705"/>
                </a:moveTo>
                <a:lnTo>
                  <a:pt x="1055199" y="64816"/>
                </a:lnTo>
                <a:lnTo>
                  <a:pt x="1055235" y="88798"/>
                </a:lnTo>
                <a:lnTo>
                  <a:pt x="1127181" y="88687"/>
                </a:lnTo>
                <a:lnTo>
                  <a:pt x="1127145" y="64705"/>
                </a:lnTo>
                <a:close/>
                <a:moveTo>
                  <a:pt x="1031217" y="64853"/>
                </a:moveTo>
                <a:lnTo>
                  <a:pt x="959272" y="64964"/>
                </a:lnTo>
                <a:lnTo>
                  <a:pt x="959310" y="88946"/>
                </a:lnTo>
                <a:lnTo>
                  <a:pt x="1031253" y="88835"/>
                </a:lnTo>
                <a:lnTo>
                  <a:pt x="1031217" y="64853"/>
                </a:lnTo>
                <a:close/>
                <a:moveTo>
                  <a:pt x="935328" y="88983"/>
                </a:moveTo>
                <a:lnTo>
                  <a:pt x="935290" y="65001"/>
                </a:lnTo>
                <a:lnTo>
                  <a:pt x="863344" y="65112"/>
                </a:lnTo>
                <a:lnTo>
                  <a:pt x="863383" y="89094"/>
                </a:lnTo>
                <a:lnTo>
                  <a:pt x="935328" y="88983"/>
                </a:lnTo>
                <a:close/>
                <a:moveTo>
                  <a:pt x="839401" y="89131"/>
                </a:moveTo>
                <a:lnTo>
                  <a:pt x="839363" y="65149"/>
                </a:lnTo>
                <a:lnTo>
                  <a:pt x="767417" y="65260"/>
                </a:lnTo>
                <a:lnTo>
                  <a:pt x="767455" y="89242"/>
                </a:lnTo>
                <a:lnTo>
                  <a:pt x="839401" y="89131"/>
                </a:lnTo>
                <a:close/>
                <a:moveTo>
                  <a:pt x="743473" y="89279"/>
                </a:moveTo>
                <a:lnTo>
                  <a:pt x="743435" y="65298"/>
                </a:lnTo>
                <a:lnTo>
                  <a:pt x="671490" y="65409"/>
                </a:lnTo>
                <a:lnTo>
                  <a:pt x="671528" y="89390"/>
                </a:lnTo>
                <a:lnTo>
                  <a:pt x="743473" y="89279"/>
                </a:lnTo>
                <a:close/>
                <a:moveTo>
                  <a:pt x="647546" y="89427"/>
                </a:moveTo>
                <a:lnTo>
                  <a:pt x="647508" y="65446"/>
                </a:lnTo>
                <a:lnTo>
                  <a:pt x="575562" y="65557"/>
                </a:lnTo>
                <a:lnTo>
                  <a:pt x="575600" y="89538"/>
                </a:lnTo>
                <a:lnTo>
                  <a:pt x="647546" y="89427"/>
                </a:lnTo>
                <a:close/>
                <a:moveTo>
                  <a:pt x="551619" y="89576"/>
                </a:moveTo>
                <a:lnTo>
                  <a:pt x="551580" y="65594"/>
                </a:lnTo>
                <a:lnTo>
                  <a:pt x="479635" y="65705"/>
                </a:lnTo>
                <a:lnTo>
                  <a:pt x="479673" y="89687"/>
                </a:lnTo>
                <a:lnTo>
                  <a:pt x="551619" y="89576"/>
                </a:lnTo>
                <a:close/>
                <a:moveTo>
                  <a:pt x="455691" y="89724"/>
                </a:moveTo>
                <a:lnTo>
                  <a:pt x="455653" y="65742"/>
                </a:lnTo>
                <a:lnTo>
                  <a:pt x="383707" y="65853"/>
                </a:lnTo>
                <a:lnTo>
                  <a:pt x="383746" y="89835"/>
                </a:lnTo>
                <a:lnTo>
                  <a:pt x="455691" y="89724"/>
                </a:lnTo>
                <a:close/>
                <a:moveTo>
                  <a:pt x="359764" y="89872"/>
                </a:moveTo>
                <a:lnTo>
                  <a:pt x="359725" y="65890"/>
                </a:lnTo>
                <a:lnTo>
                  <a:pt x="287780" y="66001"/>
                </a:lnTo>
                <a:lnTo>
                  <a:pt x="287818" y="89983"/>
                </a:lnTo>
                <a:lnTo>
                  <a:pt x="359764" y="89872"/>
                </a:lnTo>
                <a:close/>
                <a:moveTo>
                  <a:pt x="263798" y="66038"/>
                </a:moveTo>
                <a:lnTo>
                  <a:pt x="191852" y="66149"/>
                </a:lnTo>
                <a:lnTo>
                  <a:pt x="191891" y="90131"/>
                </a:lnTo>
                <a:lnTo>
                  <a:pt x="263836" y="90020"/>
                </a:lnTo>
                <a:lnTo>
                  <a:pt x="263798" y="66038"/>
                </a:lnTo>
                <a:close/>
                <a:moveTo>
                  <a:pt x="167871" y="66186"/>
                </a:moveTo>
                <a:lnTo>
                  <a:pt x="95925" y="66297"/>
                </a:lnTo>
                <a:lnTo>
                  <a:pt x="95963" y="90279"/>
                </a:lnTo>
                <a:lnTo>
                  <a:pt x="167909" y="90168"/>
                </a:lnTo>
                <a:lnTo>
                  <a:pt x="167871" y="66186"/>
                </a:lnTo>
                <a:close/>
                <a:moveTo>
                  <a:pt x="71982" y="90316"/>
                </a:moveTo>
                <a:lnTo>
                  <a:pt x="71943" y="66334"/>
                </a:lnTo>
                <a:lnTo>
                  <a:pt x="0" y="66445"/>
                </a:lnTo>
                <a:lnTo>
                  <a:pt x="36" y="90427"/>
                </a:lnTo>
                <a:lnTo>
                  <a:pt x="71982" y="90316"/>
                </a:lnTo>
                <a:close/>
                <a:moveTo>
                  <a:pt x="3103504" y="123890"/>
                </a:moveTo>
                <a:lnTo>
                  <a:pt x="3102865" y="124387"/>
                </a:lnTo>
                <a:lnTo>
                  <a:pt x="3102267" y="124920"/>
                </a:lnTo>
                <a:lnTo>
                  <a:pt x="3101712" y="125487"/>
                </a:lnTo>
                <a:lnTo>
                  <a:pt x="3101200" y="126083"/>
                </a:lnTo>
                <a:lnTo>
                  <a:pt x="3100732" y="126708"/>
                </a:lnTo>
                <a:lnTo>
                  <a:pt x="3100308" y="127359"/>
                </a:lnTo>
                <a:lnTo>
                  <a:pt x="3099928" y="128033"/>
                </a:lnTo>
                <a:lnTo>
                  <a:pt x="3099594" y="128727"/>
                </a:lnTo>
                <a:lnTo>
                  <a:pt x="3099306" y="129440"/>
                </a:lnTo>
                <a:lnTo>
                  <a:pt x="3099064" y="130168"/>
                </a:lnTo>
                <a:lnTo>
                  <a:pt x="3098869" y="130910"/>
                </a:lnTo>
                <a:lnTo>
                  <a:pt x="3098721" y="131663"/>
                </a:lnTo>
                <a:lnTo>
                  <a:pt x="3098622" y="132424"/>
                </a:lnTo>
                <a:lnTo>
                  <a:pt x="3098571" y="133192"/>
                </a:lnTo>
                <a:lnTo>
                  <a:pt x="3098570" y="133962"/>
                </a:lnTo>
                <a:lnTo>
                  <a:pt x="3098618" y="134734"/>
                </a:lnTo>
                <a:lnTo>
                  <a:pt x="3098717" y="135505"/>
                </a:lnTo>
                <a:lnTo>
                  <a:pt x="3098866" y="136271"/>
                </a:lnTo>
                <a:lnTo>
                  <a:pt x="3099068" y="137031"/>
                </a:lnTo>
                <a:lnTo>
                  <a:pt x="3099321" y="137783"/>
                </a:lnTo>
                <a:lnTo>
                  <a:pt x="3099626" y="138523"/>
                </a:lnTo>
                <a:lnTo>
                  <a:pt x="3099985" y="139249"/>
                </a:lnTo>
                <a:lnTo>
                  <a:pt x="3100398" y="139959"/>
                </a:lnTo>
                <a:lnTo>
                  <a:pt x="3100858" y="140640"/>
                </a:lnTo>
                <a:lnTo>
                  <a:pt x="3101355" y="141280"/>
                </a:lnTo>
                <a:lnTo>
                  <a:pt x="3101888" y="141877"/>
                </a:lnTo>
                <a:lnTo>
                  <a:pt x="3102454" y="142432"/>
                </a:lnTo>
                <a:lnTo>
                  <a:pt x="3103051" y="142944"/>
                </a:lnTo>
                <a:lnTo>
                  <a:pt x="3103676" y="143413"/>
                </a:lnTo>
                <a:lnTo>
                  <a:pt x="3104327" y="143837"/>
                </a:lnTo>
                <a:lnTo>
                  <a:pt x="3105000" y="144217"/>
                </a:lnTo>
                <a:lnTo>
                  <a:pt x="3105695" y="144551"/>
                </a:lnTo>
                <a:lnTo>
                  <a:pt x="3106408" y="144840"/>
                </a:lnTo>
                <a:lnTo>
                  <a:pt x="3107136" y="145082"/>
                </a:lnTo>
                <a:lnTo>
                  <a:pt x="3107878" y="145277"/>
                </a:lnTo>
                <a:lnTo>
                  <a:pt x="3108631" y="145424"/>
                </a:lnTo>
                <a:lnTo>
                  <a:pt x="3109392" y="145523"/>
                </a:lnTo>
                <a:lnTo>
                  <a:pt x="3110159" y="145574"/>
                </a:lnTo>
                <a:lnTo>
                  <a:pt x="3110930" y="145576"/>
                </a:lnTo>
                <a:lnTo>
                  <a:pt x="3111702" y="145527"/>
                </a:lnTo>
                <a:lnTo>
                  <a:pt x="3112472" y="145429"/>
                </a:lnTo>
                <a:lnTo>
                  <a:pt x="3113239" y="145279"/>
                </a:lnTo>
                <a:lnTo>
                  <a:pt x="3113999" y="145078"/>
                </a:lnTo>
                <a:lnTo>
                  <a:pt x="3114750" y="144825"/>
                </a:lnTo>
                <a:lnTo>
                  <a:pt x="3115490" y="144519"/>
                </a:lnTo>
                <a:lnTo>
                  <a:pt x="3116216" y="144160"/>
                </a:lnTo>
                <a:lnTo>
                  <a:pt x="3116926" y="143747"/>
                </a:lnTo>
                <a:lnTo>
                  <a:pt x="3229015" y="73451"/>
                </a:lnTo>
                <a:lnTo>
                  <a:pt x="3116711" y="3501"/>
                </a:lnTo>
                <a:lnTo>
                  <a:pt x="3115999" y="3091"/>
                </a:lnTo>
                <a:lnTo>
                  <a:pt x="3115272" y="2734"/>
                </a:lnTo>
                <a:lnTo>
                  <a:pt x="3114530" y="2430"/>
                </a:lnTo>
                <a:lnTo>
                  <a:pt x="3113778" y="2180"/>
                </a:lnTo>
                <a:lnTo>
                  <a:pt x="3113017" y="1981"/>
                </a:lnTo>
                <a:lnTo>
                  <a:pt x="3112250" y="1834"/>
                </a:lnTo>
                <a:lnTo>
                  <a:pt x="3111480" y="1737"/>
                </a:lnTo>
                <a:lnTo>
                  <a:pt x="3110708" y="1691"/>
                </a:lnTo>
                <a:lnTo>
                  <a:pt x="3109937" y="1695"/>
                </a:lnTo>
                <a:lnTo>
                  <a:pt x="3109170" y="1748"/>
                </a:lnTo>
                <a:lnTo>
                  <a:pt x="3108409" y="1850"/>
                </a:lnTo>
                <a:lnTo>
                  <a:pt x="3107657" y="2000"/>
                </a:lnTo>
                <a:lnTo>
                  <a:pt x="3106915" y="2197"/>
                </a:lnTo>
                <a:lnTo>
                  <a:pt x="3106187" y="2441"/>
                </a:lnTo>
                <a:lnTo>
                  <a:pt x="3105476" y="2732"/>
                </a:lnTo>
                <a:lnTo>
                  <a:pt x="3104782" y="3068"/>
                </a:lnTo>
                <a:lnTo>
                  <a:pt x="3104110" y="3450"/>
                </a:lnTo>
                <a:lnTo>
                  <a:pt x="3103461" y="3876"/>
                </a:lnTo>
                <a:lnTo>
                  <a:pt x="3102837" y="4347"/>
                </a:lnTo>
                <a:lnTo>
                  <a:pt x="3102242" y="4861"/>
                </a:lnTo>
                <a:lnTo>
                  <a:pt x="3101678" y="5417"/>
                </a:lnTo>
                <a:lnTo>
                  <a:pt x="3101147" y="6017"/>
                </a:lnTo>
                <a:lnTo>
                  <a:pt x="3100652" y="6658"/>
                </a:lnTo>
                <a:lnTo>
                  <a:pt x="3100194" y="7340"/>
                </a:lnTo>
                <a:lnTo>
                  <a:pt x="3099784" y="8051"/>
                </a:lnTo>
                <a:lnTo>
                  <a:pt x="3099427" y="8779"/>
                </a:lnTo>
                <a:lnTo>
                  <a:pt x="3099123" y="9520"/>
                </a:lnTo>
                <a:lnTo>
                  <a:pt x="3098872" y="10272"/>
                </a:lnTo>
                <a:lnTo>
                  <a:pt x="3098674" y="11033"/>
                </a:lnTo>
                <a:lnTo>
                  <a:pt x="3098526" y="11800"/>
                </a:lnTo>
                <a:lnTo>
                  <a:pt x="3098430" y="12571"/>
                </a:lnTo>
                <a:lnTo>
                  <a:pt x="3098384" y="13343"/>
                </a:lnTo>
                <a:lnTo>
                  <a:pt x="3098387" y="14113"/>
                </a:lnTo>
                <a:lnTo>
                  <a:pt x="3098440" y="14880"/>
                </a:lnTo>
                <a:lnTo>
                  <a:pt x="3098542" y="15641"/>
                </a:lnTo>
                <a:lnTo>
                  <a:pt x="3098692" y="16394"/>
                </a:lnTo>
                <a:lnTo>
                  <a:pt x="3098889" y="17135"/>
                </a:lnTo>
                <a:lnTo>
                  <a:pt x="3099133" y="17863"/>
                </a:lnTo>
                <a:lnTo>
                  <a:pt x="3099424" y="18575"/>
                </a:lnTo>
                <a:lnTo>
                  <a:pt x="3099760" y="19268"/>
                </a:lnTo>
                <a:lnTo>
                  <a:pt x="3100142" y="19941"/>
                </a:lnTo>
                <a:lnTo>
                  <a:pt x="3100568" y="20590"/>
                </a:lnTo>
                <a:lnTo>
                  <a:pt x="3101038" y="21213"/>
                </a:lnTo>
                <a:lnTo>
                  <a:pt x="3101552" y="21809"/>
                </a:lnTo>
                <a:lnTo>
                  <a:pt x="3102109" y="22373"/>
                </a:lnTo>
                <a:lnTo>
                  <a:pt x="3102708" y="22904"/>
                </a:lnTo>
                <a:lnTo>
                  <a:pt x="3103349" y="23400"/>
                </a:lnTo>
                <a:lnTo>
                  <a:pt x="3104031" y="23857"/>
                </a:lnTo>
                <a:lnTo>
                  <a:pt x="3165601" y="62206"/>
                </a:lnTo>
                <a:lnTo>
                  <a:pt x="3165635" y="84892"/>
                </a:lnTo>
                <a:lnTo>
                  <a:pt x="3104185" y="123430"/>
                </a:lnTo>
                <a:lnTo>
                  <a:pt x="3103504" y="123890"/>
                </a:lnTo>
                <a:close/>
                <a:moveTo>
                  <a:pt x="3141654" y="85577"/>
                </a:moveTo>
                <a:lnTo>
                  <a:pt x="3141618" y="61595"/>
                </a:lnTo>
                <a:lnTo>
                  <a:pt x="3069673" y="61706"/>
                </a:lnTo>
                <a:lnTo>
                  <a:pt x="3069709" y="85688"/>
                </a:lnTo>
                <a:lnTo>
                  <a:pt x="3141654" y="85577"/>
                </a:lnTo>
                <a:close/>
                <a:moveTo>
                  <a:pt x="3045727" y="85725"/>
                </a:moveTo>
                <a:lnTo>
                  <a:pt x="3045691" y="61743"/>
                </a:lnTo>
                <a:lnTo>
                  <a:pt x="2973745" y="61854"/>
                </a:lnTo>
                <a:lnTo>
                  <a:pt x="2973784" y="85836"/>
                </a:lnTo>
                <a:lnTo>
                  <a:pt x="3045727" y="85725"/>
                </a:lnTo>
                <a:close/>
                <a:moveTo>
                  <a:pt x="2949763" y="61891"/>
                </a:moveTo>
                <a:lnTo>
                  <a:pt x="2877818" y="62002"/>
                </a:lnTo>
                <a:lnTo>
                  <a:pt x="2877856" y="85984"/>
                </a:lnTo>
                <a:lnTo>
                  <a:pt x="2949802" y="85873"/>
                </a:lnTo>
                <a:lnTo>
                  <a:pt x="2949763" y="61891"/>
                </a:lnTo>
                <a:close/>
                <a:moveTo>
                  <a:pt x="2853836" y="62039"/>
                </a:moveTo>
                <a:lnTo>
                  <a:pt x="2781890" y="62150"/>
                </a:lnTo>
                <a:lnTo>
                  <a:pt x="2781929" y="86132"/>
                </a:lnTo>
                <a:lnTo>
                  <a:pt x="2853874" y="86021"/>
                </a:lnTo>
                <a:lnTo>
                  <a:pt x="2853836" y="62039"/>
                </a:lnTo>
                <a:close/>
                <a:moveTo>
                  <a:pt x="2757947" y="86169"/>
                </a:moveTo>
                <a:lnTo>
                  <a:pt x="2757908" y="62187"/>
                </a:lnTo>
                <a:lnTo>
                  <a:pt x="2685963" y="62298"/>
                </a:lnTo>
                <a:lnTo>
                  <a:pt x="2686001" y="86280"/>
                </a:lnTo>
                <a:lnTo>
                  <a:pt x="2757947" y="86169"/>
                </a:lnTo>
                <a:close/>
                <a:moveTo>
                  <a:pt x="2662019" y="86317"/>
                </a:moveTo>
                <a:lnTo>
                  <a:pt x="2661981" y="62335"/>
                </a:lnTo>
                <a:lnTo>
                  <a:pt x="2590035" y="62447"/>
                </a:lnTo>
                <a:lnTo>
                  <a:pt x="2590074" y="86428"/>
                </a:lnTo>
                <a:lnTo>
                  <a:pt x="2662019" y="86317"/>
                </a:lnTo>
                <a:close/>
                <a:moveTo>
                  <a:pt x="2566092" y="86465"/>
                </a:moveTo>
                <a:lnTo>
                  <a:pt x="2566054" y="62484"/>
                </a:lnTo>
                <a:lnTo>
                  <a:pt x="2494108" y="62595"/>
                </a:lnTo>
                <a:lnTo>
                  <a:pt x="2494146" y="86576"/>
                </a:lnTo>
                <a:lnTo>
                  <a:pt x="2566092" y="86465"/>
                </a:lnTo>
                <a:close/>
                <a:moveTo>
                  <a:pt x="2470126" y="62632"/>
                </a:moveTo>
                <a:lnTo>
                  <a:pt x="2398183" y="62743"/>
                </a:lnTo>
                <a:lnTo>
                  <a:pt x="2398219" y="86725"/>
                </a:lnTo>
                <a:lnTo>
                  <a:pt x="2470165" y="86613"/>
                </a:lnTo>
                <a:lnTo>
                  <a:pt x="2470126" y="62632"/>
                </a:lnTo>
                <a:close/>
                <a:moveTo>
                  <a:pt x="2374201" y="62780"/>
                </a:moveTo>
                <a:lnTo>
                  <a:pt x="2302256" y="62891"/>
                </a:lnTo>
                <a:lnTo>
                  <a:pt x="2302292" y="86873"/>
                </a:lnTo>
                <a:lnTo>
                  <a:pt x="2374237" y="86762"/>
                </a:lnTo>
                <a:lnTo>
                  <a:pt x="2374201" y="62780"/>
                </a:lnTo>
                <a:close/>
                <a:moveTo>
                  <a:pt x="2278310" y="86910"/>
                </a:moveTo>
                <a:lnTo>
                  <a:pt x="2278274" y="62928"/>
                </a:lnTo>
                <a:lnTo>
                  <a:pt x="2206328" y="63039"/>
                </a:lnTo>
                <a:lnTo>
                  <a:pt x="2206364" y="87021"/>
                </a:lnTo>
                <a:lnTo>
                  <a:pt x="2278310" y="86910"/>
                </a:lnTo>
                <a:close/>
                <a:moveTo>
                  <a:pt x="2182382" y="87058"/>
                </a:moveTo>
                <a:lnTo>
                  <a:pt x="2182346" y="63076"/>
                </a:lnTo>
                <a:lnTo>
                  <a:pt x="2110401" y="63187"/>
                </a:lnTo>
                <a:lnTo>
                  <a:pt x="2110437" y="87169"/>
                </a:lnTo>
                <a:lnTo>
                  <a:pt x="2182382" y="87058"/>
                </a:lnTo>
                <a:close/>
                <a:moveTo>
                  <a:pt x="2086455" y="87206"/>
                </a:moveTo>
                <a:lnTo>
                  <a:pt x="2086419" y="63224"/>
                </a:lnTo>
                <a:lnTo>
                  <a:pt x="2014473" y="63335"/>
                </a:lnTo>
                <a:lnTo>
                  <a:pt x="2014509" y="87317"/>
                </a:lnTo>
                <a:lnTo>
                  <a:pt x="2086455" y="87206"/>
                </a:lnTo>
                <a:close/>
                <a:moveTo>
                  <a:pt x="1990492" y="63372"/>
                </a:moveTo>
                <a:lnTo>
                  <a:pt x="1918546" y="63483"/>
                </a:lnTo>
                <a:lnTo>
                  <a:pt x="1918582" y="87465"/>
                </a:lnTo>
                <a:lnTo>
                  <a:pt x="1990527" y="87354"/>
                </a:lnTo>
                <a:lnTo>
                  <a:pt x="1990492" y="63372"/>
                </a:lnTo>
                <a:close/>
                <a:moveTo>
                  <a:pt x="1894564" y="63520"/>
                </a:moveTo>
                <a:lnTo>
                  <a:pt x="1822619" y="63631"/>
                </a:lnTo>
                <a:lnTo>
                  <a:pt x="1822655" y="87613"/>
                </a:lnTo>
                <a:lnTo>
                  <a:pt x="1894600" y="87502"/>
                </a:lnTo>
                <a:lnTo>
                  <a:pt x="1894564" y="6352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Voltage">
            <a:extLst xmlns:a="http://schemas.openxmlformats.org/drawingml/2006/main">
              <a:ext uri="{FF2B5EF4-FFF2-40B4-BE49-F238E27FC236}">
                <a16:creationId xmlns:a16="http://schemas.microsoft.com/office/drawing/2014/main" id="{2C56BAF9-E600-42C3-8768-5887BF53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890" y="2237686"/>
            <a:ext cx="669073" cy="200911"/>
          </a:xfrm>
          <a:custGeom xmlns:a="http://schemas.openxmlformats.org/drawingml/2006/main">
            <a:pathLst>
              <a:path w="669073" h="200911">
                <a:moveTo>
                  <a:pt x="96324" y="17974"/>
                </a:moveTo>
                <a:cubicBezTo>
                  <a:pt x="112197" y="19048"/>
                  <a:pt x="112286" y="24757"/>
                  <a:pt x="107693" y="36430"/>
                </a:cubicBezTo>
                <a:lnTo>
                  <a:pt x="73819" y="122479"/>
                </a:lnTo>
                <a:lnTo>
                  <a:pt x="72831" y="122479"/>
                </a:lnTo>
                <a:lnTo>
                  <a:pt x="38702" y="35144"/>
                </a:lnTo>
                <a:cubicBezTo>
                  <a:pt x="33723" y="22374"/>
                  <a:pt x="34967" y="19477"/>
                  <a:pt x="49557" y="17974"/>
                </a:cubicBezTo>
                <a:cubicBezTo>
                  <a:pt x="50843" y="16688"/>
                  <a:pt x="50843" y="12184"/>
                  <a:pt x="49557" y="10894"/>
                </a:cubicBezTo>
                <a:cubicBezTo>
                  <a:pt x="40974" y="11110"/>
                  <a:pt x="31320" y="11326"/>
                  <a:pt x="23598" y="11326"/>
                </a:cubicBezTo>
                <a:cubicBezTo>
                  <a:pt x="15811" y="11326"/>
                  <a:pt x="8367" y="11110"/>
                  <a:pt x="1286" y="10894"/>
                </a:cubicBezTo>
                <a:cubicBezTo>
                  <a:pt x="0" y="12184"/>
                  <a:pt x="216" y="16688"/>
                  <a:pt x="1503" y="17974"/>
                </a:cubicBezTo>
                <a:cubicBezTo>
                  <a:pt x="13300" y="19048"/>
                  <a:pt x="14996" y="22695"/>
                  <a:pt x="20701" y="37504"/>
                </a:cubicBezTo>
                <a:lnTo>
                  <a:pt x="63073" y="147374"/>
                </a:lnTo>
                <a:cubicBezTo>
                  <a:pt x="64359" y="150719"/>
                  <a:pt x="65862" y="152307"/>
                  <a:pt x="68006" y="152307"/>
                </a:cubicBezTo>
                <a:cubicBezTo>
                  <a:pt x="70366" y="152307"/>
                  <a:pt x="71911" y="150441"/>
                  <a:pt x="73155" y="147374"/>
                </a:cubicBezTo>
                <a:lnTo>
                  <a:pt x="117497" y="37933"/>
                </a:lnTo>
                <a:cubicBezTo>
                  <a:pt x="121615" y="27782"/>
                  <a:pt x="125072" y="19477"/>
                  <a:pt x="138585" y="17974"/>
                </a:cubicBezTo>
                <a:cubicBezTo>
                  <a:pt x="139874" y="16688"/>
                  <a:pt x="139874" y="12184"/>
                  <a:pt x="138585" y="10894"/>
                </a:cubicBezTo>
                <a:cubicBezTo>
                  <a:pt x="132149" y="11110"/>
                  <a:pt x="124640" y="11326"/>
                  <a:pt x="119707" y="11326"/>
                </a:cubicBezTo>
                <a:cubicBezTo>
                  <a:pt x="114774" y="11326"/>
                  <a:pt x="105120" y="11110"/>
                  <a:pt x="96324" y="10894"/>
                </a:cubicBezTo>
                <a:cubicBezTo>
                  <a:pt x="95035" y="12184"/>
                  <a:pt x="95035" y="16688"/>
                  <a:pt x="96324" y="17974"/>
                </a:cubicBezTo>
                <a:close/>
                <a:moveTo>
                  <a:pt x="149911" y="105742"/>
                </a:moveTo>
                <a:cubicBezTo>
                  <a:pt x="149911" y="127638"/>
                  <a:pt x="164501" y="151888"/>
                  <a:pt x="194963" y="151888"/>
                </a:cubicBezTo>
                <a:cubicBezTo>
                  <a:pt x="208781" y="151888"/>
                  <a:pt x="219164" y="147020"/>
                  <a:pt x="226477" y="139874"/>
                </a:cubicBezTo>
                <a:cubicBezTo>
                  <a:pt x="236088" y="130473"/>
                  <a:pt x="240445" y="116970"/>
                  <a:pt x="240445" y="103811"/>
                </a:cubicBezTo>
                <a:cubicBezTo>
                  <a:pt x="240445" y="81486"/>
                  <a:pt x="228215" y="55518"/>
                  <a:pt x="195392" y="55518"/>
                </a:cubicBezTo>
                <a:cubicBezTo>
                  <a:pt x="181277" y="55518"/>
                  <a:pt x="169627" y="61312"/>
                  <a:pt x="161777" y="70539"/>
                </a:cubicBezTo>
                <a:cubicBezTo>
                  <a:pt x="153990" y="79685"/>
                  <a:pt x="149911" y="92177"/>
                  <a:pt x="149911" y="105742"/>
                </a:cubicBezTo>
                <a:moveTo>
                  <a:pt x="192175" y="63027"/>
                </a:moveTo>
                <a:cubicBezTo>
                  <a:pt x="210624" y="63027"/>
                  <a:pt x="221996" y="79771"/>
                  <a:pt x="221996" y="110682"/>
                </a:cubicBezTo>
                <a:cubicBezTo>
                  <a:pt x="221996" y="137727"/>
                  <a:pt x="208051" y="144382"/>
                  <a:pt x="197969" y="144382"/>
                </a:cubicBezTo>
                <a:cubicBezTo>
                  <a:pt x="175657" y="144382"/>
                  <a:pt x="168363" y="117333"/>
                  <a:pt x="168363" y="100806"/>
                </a:cubicBezTo>
                <a:cubicBezTo>
                  <a:pt x="168363" y="82131"/>
                  <a:pt x="172868" y="63027"/>
                  <a:pt x="192175" y="63027"/>
                </a:cubicBezTo>
                <a:close/>
                <a:moveTo>
                  <a:pt x="269360" y="123615"/>
                </a:moveTo>
                <a:cubicBezTo>
                  <a:pt x="269360" y="141419"/>
                  <a:pt x="267004" y="142490"/>
                  <a:pt x="253916" y="143135"/>
                </a:cubicBezTo>
                <a:cubicBezTo>
                  <a:pt x="252630" y="144421"/>
                  <a:pt x="252630" y="148925"/>
                  <a:pt x="253916" y="150212"/>
                </a:cubicBezTo>
                <a:cubicBezTo>
                  <a:pt x="261426" y="149999"/>
                  <a:pt x="269360" y="149783"/>
                  <a:pt x="277943" y="149783"/>
                </a:cubicBezTo>
                <a:cubicBezTo>
                  <a:pt x="286523" y="149783"/>
                  <a:pt x="294677" y="149999"/>
                  <a:pt x="301754" y="150212"/>
                </a:cubicBezTo>
                <a:cubicBezTo>
                  <a:pt x="303044" y="148925"/>
                  <a:pt x="303044" y="144421"/>
                  <a:pt x="301754" y="143135"/>
                </a:cubicBezTo>
                <a:cubicBezTo>
                  <a:pt x="288670" y="142490"/>
                  <a:pt x="286310" y="141419"/>
                  <a:pt x="286310" y="123615"/>
                </a:cubicBezTo>
                <a:lnTo>
                  <a:pt x="286310" y="24741"/>
                </a:lnTo>
                <a:cubicBezTo>
                  <a:pt x="286310" y="10802"/>
                  <a:pt x="287168" y="2174"/>
                  <a:pt x="287168" y="2174"/>
                </a:cubicBezTo>
                <a:cubicBezTo>
                  <a:pt x="287168" y="655"/>
                  <a:pt x="286310" y="0"/>
                  <a:pt x="284379" y="0"/>
                </a:cubicBezTo>
                <a:cubicBezTo>
                  <a:pt x="279017" y="2174"/>
                  <a:pt x="262925" y="5215"/>
                  <a:pt x="254345" y="5866"/>
                </a:cubicBezTo>
                <a:cubicBezTo>
                  <a:pt x="253916" y="7585"/>
                  <a:pt x="254345" y="11015"/>
                  <a:pt x="255632" y="12305"/>
                </a:cubicBezTo>
                <a:cubicBezTo>
                  <a:pt x="268074" y="13159"/>
                  <a:pt x="269360" y="13804"/>
                  <a:pt x="269360" y="29890"/>
                </a:cubicBezTo>
                <a:lnTo>
                  <a:pt x="269360" y="123615"/>
                </a:lnTo>
                <a:close/>
                <a:moveTo>
                  <a:pt x="315230" y="57822"/>
                </a:moveTo>
                <a:cubicBezTo>
                  <a:pt x="312225" y="57822"/>
                  <a:pt x="311367" y="60398"/>
                  <a:pt x="311367" y="62114"/>
                </a:cubicBezTo>
                <a:lnTo>
                  <a:pt x="311367" y="64903"/>
                </a:lnTo>
                <a:cubicBezTo>
                  <a:pt x="311367" y="65976"/>
                  <a:pt x="311580" y="66189"/>
                  <a:pt x="312441" y="66189"/>
                </a:cubicBezTo>
                <a:lnTo>
                  <a:pt x="325096" y="66189"/>
                </a:lnTo>
                <a:lnTo>
                  <a:pt x="325096" y="130666"/>
                </a:lnTo>
                <a:cubicBezTo>
                  <a:pt x="325096" y="145881"/>
                  <a:pt x="331748" y="151888"/>
                  <a:pt x="341614" y="151888"/>
                </a:cubicBezTo>
                <a:cubicBezTo>
                  <a:pt x="351483" y="151888"/>
                  <a:pt x="362210" y="147171"/>
                  <a:pt x="370577" y="137734"/>
                </a:cubicBezTo>
                <a:cubicBezTo>
                  <a:pt x="370148" y="135527"/>
                  <a:pt x="368862" y="134306"/>
                  <a:pt x="366715" y="134093"/>
                </a:cubicBezTo>
                <a:cubicBezTo>
                  <a:pt x="361137" y="138378"/>
                  <a:pt x="354701" y="140090"/>
                  <a:pt x="349123" y="140090"/>
                </a:cubicBezTo>
                <a:cubicBezTo>
                  <a:pt x="343332" y="140090"/>
                  <a:pt x="342046" y="133665"/>
                  <a:pt x="342046" y="120384"/>
                </a:cubicBezTo>
                <a:lnTo>
                  <a:pt x="342046" y="66189"/>
                </a:lnTo>
                <a:lnTo>
                  <a:pt x="364354" y="66189"/>
                </a:lnTo>
                <a:cubicBezTo>
                  <a:pt x="366502" y="66189"/>
                  <a:pt x="369503" y="65331"/>
                  <a:pt x="369503" y="63400"/>
                </a:cubicBezTo>
                <a:lnTo>
                  <a:pt x="369503" y="59112"/>
                </a:lnTo>
                <a:cubicBezTo>
                  <a:pt x="369503" y="58254"/>
                  <a:pt x="368862" y="57822"/>
                  <a:pt x="367788" y="57822"/>
                </a:cubicBezTo>
                <a:lnTo>
                  <a:pt x="342046" y="57822"/>
                </a:lnTo>
                <a:lnTo>
                  <a:pt x="342046" y="49458"/>
                </a:lnTo>
                <a:cubicBezTo>
                  <a:pt x="342046" y="35514"/>
                  <a:pt x="342903" y="26931"/>
                  <a:pt x="342903" y="26931"/>
                </a:cubicBezTo>
                <a:cubicBezTo>
                  <a:pt x="342903" y="25559"/>
                  <a:pt x="342259" y="25045"/>
                  <a:pt x="341250" y="25045"/>
                </a:cubicBezTo>
                <a:cubicBezTo>
                  <a:pt x="340285" y="25045"/>
                  <a:pt x="338461" y="25880"/>
                  <a:pt x="336468" y="26973"/>
                </a:cubicBezTo>
                <a:cubicBezTo>
                  <a:pt x="334042" y="28325"/>
                  <a:pt x="331856" y="29248"/>
                  <a:pt x="329171" y="29998"/>
                </a:cubicBezTo>
                <a:cubicBezTo>
                  <a:pt x="326598" y="30728"/>
                  <a:pt x="324454" y="31458"/>
                  <a:pt x="324454" y="32937"/>
                </a:cubicBezTo>
                <a:cubicBezTo>
                  <a:pt x="324454" y="35429"/>
                  <a:pt x="325096" y="34011"/>
                  <a:pt x="325096" y="57803"/>
                </a:cubicBezTo>
                <a:lnTo>
                  <a:pt x="315230" y="57822"/>
                </a:lnTo>
                <a:close/>
                <a:moveTo>
                  <a:pt x="437897" y="99735"/>
                </a:moveTo>
                <a:lnTo>
                  <a:pt x="437897" y="128067"/>
                </a:lnTo>
                <a:cubicBezTo>
                  <a:pt x="437897" y="130859"/>
                  <a:pt x="436607" y="132362"/>
                  <a:pt x="434892" y="133648"/>
                </a:cubicBezTo>
                <a:cubicBezTo>
                  <a:pt x="429314" y="138156"/>
                  <a:pt x="422021" y="143095"/>
                  <a:pt x="416014" y="143095"/>
                </a:cubicBezTo>
                <a:cubicBezTo>
                  <a:pt x="405287" y="143095"/>
                  <a:pt x="400567" y="134509"/>
                  <a:pt x="400567" y="127854"/>
                </a:cubicBezTo>
                <a:cubicBezTo>
                  <a:pt x="400567" y="118194"/>
                  <a:pt x="405074" y="108318"/>
                  <a:pt x="420947" y="104243"/>
                </a:cubicBezTo>
                <a:lnTo>
                  <a:pt x="437897" y="99735"/>
                </a:lnTo>
                <a:moveTo>
                  <a:pt x="437897" y="139446"/>
                </a:moveTo>
                <a:cubicBezTo>
                  <a:pt x="439184" y="146097"/>
                  <a:pt x="441455" y="151888"/>
                  <a:pt x="452271" y="151888"/>
                </a:cubicBezTo>
                <a:cubicBezTo>
                  <a:pt x="460487" y="151888"/>
                  <a:pt x="468209" y="148241"/>
                  <a:pt x="472648" y="143953"/>
                </a:cubicBezTo>
                <a:cubicBezTo>
                  <a:pt x="472285" y="141315"/>
                  <a:pt x="471427" y="139511"/>
                  <a:pt x="469001" y="138159"/>
                </a:cubicBezTo>
                <a:cubicBezTo>
                  <a:pt x="467394" y="139488"/>
                  <a:pt x="463790" y="141593"/>
                  <a:pt x="461063" y="141593"/>
                </a:cubicBezTo>
                <a:cubicBezTo>
                  <a:pt x="454844" y="141593"/>
                  <a:pt x="454628" y="133219"/>
                  <a:pt x="454628" y="123347"/>
                </a:cubicBezTo>
                <a:lnTo>
                  <a:pt x="454628" y="91791"/>
                </a:lnTo>
                <a:cubicBezTo>
                  <a:pt x="454628" y="61312"/>
                  <a:pt x="437897" y="55518"/>
                  <a:pt x="422234" y="55518"/>
                </a:cubicBezTo>
                <a:cubicBezTo>
                  <a:pt x="404642" y="55518"/>
                  <a:pt x="386838" y="67106"/>
                  <a:pt x="386838" y="79342"/>
                </a:cubicBezTo>
                <a:cubicBezTo>
                  <a:pt x="386838" y="84494"/>
                  <a:pt x="389411" y="87070"/>
                  <a:pt x="394347" y="87070"/>
                </a:cubicBezTo>
                <a:cubicBezTo>
                  <a:pt x="400567" y="87070"/>
                  <a:pt x="404429" y="82563"/>
                  <a:pt x="404429" y="79771"/>
                </a:cubicBezTo>
                <a:cubicBezTo>
                  <a:pt x="404429" y="78268"/>
                  <a:pt x="404213" y="76766"/>
                  <a:pt x="403785" y="75908"/>
                </a:cubicBezTo>
                <a:cubicBezTo>
                  <a:pt x="403572" y="75263"/>
                  <a:pt x="403356" y="73977"/>
                  <a:pt x="403356" y="71613"/>
                </a:cubicBezTo>
                <a:cubicBezTo>
                  <a:pt x="403356" y="64958"/>
                  <a:pt x="412367" y="62598"/>
                  <a:pt x="420518" y="62598"/>
                </a:cubicBezTo>
                <a:cubicBezTo>
                  <a:pt x="427812" y="62598"/>
                  <a:pt x="437897" y="66248"/>
                  <a:pt x="437897" y="90504"/>
                </a:cubicBezTo>
                <a:cubicBezTo>
                  <a:pt x="437897" y="92007"/>
                  <a:pt x="437252" y="92864"/>
                  <a:pt x="436607" y="93080"/>
                </a:cubicBezTo>
                <a:lnTo>
                  <a:pt x="418158" y="97588"/>
                </a:lnTo>
                <a:cubicBezTo>
                  <a:pt x="397565" y="102740"/>
                  <a:pt x="382762" y="114116"/>
                  <a:pt x="382762" y="128712"/>
                </a:cubicBezTo>
                <a:cubicBezTo>
                  <a:pt x="382762" y="146313"/>
                  <a:pt x="394776" y="151888"/>
                  <a:pt x="409791" y="151888"/>
                </a:cubicBezTo>
                <a:cubicBezTo>
                  <a:pt x="417258" y="151888"/>
                  <a:pt x="423736" y="150173"/>
                  <a:pt x="433177" y="142879"/>
                </a:cubicBezTo>
                <a:lnTo>
                  <a:pt x="437468" y="139446"/>
                </a:lnTo>
                <a:lnTo>
                  <a:pt x="437897" y="139446"/>
                </a:lnTo>
                <a:close/>
                <a:moveTo>
                  <a:pt x="542329" y="89895"/>
                </a:moveTo>
                <a:cubicBezTo>
                  <a:pt x="542329" y="109886"/>
                  <a:pt x="532244" y="113968"/>
                  <a:pt x="524306" y="113968"/>
                </a:cubicBezTo>
                <a:cubicBezTo>
                  <a:pt x="506285" y="113968"/>
                  <a:pt x="504357" y="98711"/>
                  <a:pt x="504357" y="84952"/>
                </a:cubicBezTo>
                <a:cubicBezTo>
                  <a:pt x="504357" y="69908"/>
                  <a:pt x="509719" y="62169"/>
                  <a:pt x="521520" y="62169"/>
                </a:cubicBezTo>
                <a:cubicBezTo>
                  <a:pt x="535033" y="62169"/>
                  <a:pt x="542329" y="72058"/>
                  <a:pt x="542329" y="89895"/>
                </a:cubicBezTo>
                <a:moveTo>
                  <a:pt x="502210" y="151878"/>
                </a:moveTo>
                <a:cubicBezTo>
                  <a:pt x="504570" y="152523"/>
                  <a:pt x="508004" y="152955"/>
                  <a:pt x="510793" y="152955"/>
                </a:cubicBezTo>
                <a:cubicBezTo>
                  <a:pt x="517441" y="152955"/>
                  <a:pt x="523448" y="152307"/>
                  <a:pt x="526453" y="152307"/>
                </a:cubicBezTo>
                <a:cubicBezTo>
                  <a:pt x="537180" y="152307"/>
                  <a:pt x="546189" y="152523"/>
                  <a:pt x="552412" y="155967"/>
                </a:cubicBezTo>
                <a:cubicBezTo>
                  <a:pt x="560779" y="160700"/>
                  <a:pt x="563351" y="163712"/>
                  <a:pt x="563351" y="169306"/>
                </a:cubicBezTo>
                <a:cubicBezTo>
                  <a:pt x="563351" y="184799"/>
                  <a:pt x="540611" y="192976"/>
                  <a:pt x="521304" y="192976"/>
                </a:cubicBezTo>
                <a:cubicBezTo>
                  <a:pt x="513582" y="192976"/>
                  <a:pt x="495562" y="186734"/>
                  <a:pt x="495562" y="172105"/>
                </a:cubicBezTo>
                <a:cubicBezTo>
                  <a:pt x="495562" y="164789"/>
                  <a:pt x="495990" y="159410"/>
                  <a:pt x="502210" y="151878"/>
                </a:cubicBezTo>
                <a:moveTo>
                  <a:pt x="569145" y="66683"/>
                </a:moveTo>
                <a:cubicBezTo>
                  <a:pt x="573221" y="66683"/>
                  <a:pt x="577080" y="62814"/>
                  <a:pt x="577080" y="58523"/>
                </a:cubicBezTo>
                <a:cubicBezTo>
                  <a:pt x="577080" y="54018"/>
                  <a:pt x="573005" y="50585"/>
                  <a:pt x="567214" y="50585"/>
                </a:cubicBezTo>
                <a:cubicBezTo>
                  <a:pt x="561636" y="50585"/>
                  <a:pt x="551338" y="54231"/>
                  <a:pt x="545760" y="61528"/>
                </a:cubicBezTo>
                <a:cubicBezTo>
                  <a:pt x="543187" y="59809"/>
                  <a:pt x="536107" y="55518"/>
                  <a:pt x="523448" y="55518"/>
                </a:cubicBezTo>
                <a:cubicBezTo>
                  <a:pt x="504357" y="55518"/>
                  <a:pt x="486766" y="68402"/>
                  <a:pt x="486766" y="88177"/>
                </a:cubicBezTo>
                <a:cubicBezTo>
                  <a:pt x="486766" y="99784"/>
                  <a:pt x="491915" y="106446"/>
                  <a:pt x="497922" y="112250"/>
                </a:cubicBezTo>
                <a:cubicBezTo>
                  <a:pt x="491915" y="117402"/>
                  <a:pt x="488481" y="126607"/>
                  <a:pt x="488481" y="133877"/>
                </a:cubicBezTo>
                <a:cubicBezTo>
                  <a:pt x="488481" y="141583"/>
                  <a:pt x="492773" y="147590"/>
                  <a:pt x="498351" y="150379"/>
                </a:cubicBezTo>
                <a:cubicBezTo>
                  <a:pt x="486766" y="157256"/>
                  <a:pt x="480759" y="167155"/>
                  <a:pt x="480759" y="176406"/>
                </a:cubicBezTo>
                <a:cubicBezTo>
                  <a:pt x="480759" y="195120"/>
                  <a:pt x="498351" y="200911"/>
                  <a:pt x="514868" y="200911"/>
                </a:cubicBezTo>
                <a:cubicBezTo>
                  <a:pt x="543829" y="200911"/>
                  <a:pt x="575152" y="186950"/>
                  <a:pt x="575152" y="163712"/>
                </a:cubicBezTo>
                <a:cubicBezTo>
                  <a:pt x="575152" y="156828"/>
                  <a:pt x="571934" y="151449"/>
                  <a:pt x="565712" y="146300"/>
                </a:cubicBezTo>
                <a:cubicBezTo>
                  <a:pt x="557345" y="139436"/>
                  <a:pt x="542329" y="139223"/>
                  <a:pt x="534391" y="139223"/>
                </a:cubicBezTo>
                <a:cubicBezTo>
                  <a:pt x="530529" y="139223"/>
                  <a:pt x="525167" y="139652"/>
                  <a:pt x="520018" y="140293"/>
                </a:cubicBezTo>
                <a:cubicBezTo>
                  <a:pt x="516800" y="140509"/>
                  <a:pt x="514652" y="140725"/>
                  <a:pt x="513582" y="140725"/>
                </a:cubicBezTo>
                <a:cubicBezTo>
                  <a:pt x="507359" y="140725"/>
                  <a:pt x="499850" y="137727"/>
                  <a:pt x="499850" y="128532"/>
                </a:cubicBezTo>
                <a:cubicBezTo>
                  <a:pt x="499850" y="124257"/>
                  <a:pt x="501140" y="119762"/>
                  <a:pt x="503713" y="116116"/>
                </a:cubicBezTo>
                <a:cubicBezTo>
                  <a:pt x="508862" y="119117"/>
                  <a:pt x="514868" y="120620"/>
                  <a:pt x="523235" y="120620"/>
                </a:cubicBezTo>
                <a:cubicBezTo>
                  <a:pt x="542113" y="120620"/>
                  <a:pt x="559489" y="108813"/>
                  <a:pt x="559489" y="87748"/>
                </a:cubicBezTo>
                <a:cubicBezTo>
                  <a:pt x="559489" y="77646"/>
                  <a:pt x="556487" y="71842"/>
                  <a:pt x="550264" y="65394"/>
                </a:cubicBezTo>
                <a:cubicBezTo>
                  <a:pt x="551767" y="63243"/>
                  <a:pt x="556058" y="60238"/>
                  <a:pt x="558847" y="60238"/>
                </a:cubicBezTo>
                <a:cubicBezTo>
                  <a:pt x="560350" y="60238"/>
                  <a:pt x="561849" y="60883"/>
                  <a:pt x="563139" y="62814"/>
                </a:cubicBezTo>
                <a:cubicBezTo>
                  <a:pt x="563996" y="64533"/>
                  <a:pt x="566785" y="66683"/>
                  <a:pt x="569145" y="66683"/>
                </a:cubicBezTo>
                <a:close/>
                <a:moveTo>
                  <a:pt x="608360" y="89287"/>
                </a:moveTo>
                <a:cubicBezTo>
                  <a:pt x="612436" y="65148"/>
                  <a:pt x="627454" y="63227"/>
                  <a:pt x="632603" y="63227"/>
                </a:cubicBezTo>
                <a:cubicBezTo>
                  <a:pt x="640754" y="63227"/>
                  <a:pt x="650408" y="67715"/>
                  <a:pt x="650408" y="85656"/>
                </a:cubicBezTo>
                <a:cubicBezTo>
                  <a:pt x="650408" y="87578"/>
                  <a:pt x="649550" y="88602"/>
                  <a:pt x="647190" y="88648"/>
                </a:cubicBezTo>
                <a:lnTo>
                  <a:pt x="608360" y="89287"/>
                </a:lnTo>
                <a:moveTo>
                  <a:pt x="664565" y="129802"/>
                </a:moveTo>
                <a:cubicBezTo>
                  <a:pt x="656630" y="137950"/>
                  <a:pt x="650408" y="141377"/>
                  <a:pt x="637965" y="141377"/>
                </a:cubicBezTo>
                <a:cubicBezTo>
                  <a:pt x="630243" y="141377"/>
                  <a:pt x="621231" y="136876"/>
                  <a:pt x="614583" y="125946"/>
                </a:cubicBezTo>
                <a:cubicBezTo>
                  <a:pt x="610292" y="118872"/>
                  <a:pt x="607715" y="109012"/>
                  <a:pt x="607715" y="96580"/>
                </a:cubicBezTo>
                <a:lnTo>
                  <a:pt x="664781" y="97009"/>
                </a:lnTo>
                <a:cubicBezTo>
                  <a:pt x="667354" y="97009"/>
                  <a:pt x="668857" y="95722"/>
                  <a:pt x="668857" y="93362"/>
                </a:cubicBezTo>
                <a:cubicBezTo>
                  <a:pt x="668857" y="75404"/>
                  <a:pt x="662421" y="56146"/>
                  <a:pt x="632603" y="56146"/>
                </a:cubicBezTo>
                <a:cubicBezTo>
                  <a:pt x="613938" y="56146"/>
                  <a:pt x="589695" y="73908"/>
                  <a:pt x="589695" y="106439"/>
                </a:cubicBezTo>
                <a:cubicBezTo>
                  <a:pt x="589695" y="118443"/>
                  <a:pt x="592700" y="130018"/>
                  <a:pt x="599781" y="138162"/>
                </a:cubicBezTo>
                <a:cubicBezTo>
                  <a:pt x="607074" y="146742"/>
                  <a:pt x="617156" y="151888"/>
                  <a:pt x="632603" y="151888"/>
                </a:cubicBezTo>
                <a:cubicBezTo>
                  <a:pt x="648905" y="151888"/>
                  <a:pt x="660490" y="144382"/>
                  <a:pt x="669073" y="133233"/>
                </a:cubicBezTo>
                <a:cubicBezTo>
                  <a:pt x="668428" y="131088"/>
                  <a:pt x="667142" y="130018"/>
                  <a:pt x="664565" y="1298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Msghaserror">
            <a:extLst xmlns:a="http://schemas.openxmlformats.org/drawingml/2006/main">
              <a:ext uri="{FF2B5EF4-FFF2-40B4-BE49-F238E27FC236}">
                <a16:creationId xmlns:a16="http://schemas.microsoft.com/office/drawing/2014/main" id="{8108997D-2E7F-4DF7-B65F-DB07E042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47" y="1374340"/>
            <a:ext cx="1219336" cy="200911"/>
          </a:xfrm>
          <a:custGeom xmlns:a="http://schemas.openxmlformats.org/drawingml/2006/main">
            <a:pathLst>
              <a:path w="1219336" h="200911">
                <a:moveTo>
                  <a:pt x="139164" y="124885"/>
                </a:moveTo>
                <a:cubicBezTo>
                  <a:pt x="140238" y="142274"/>
                  <a:pt x="139442" y="142490"/>
                  <a:pt x="125501" y="143135"/>
                </a:cubicBezTo>
                <a:cubicBezTo>
                  <a:pt x="124211" y="144421"/>
                  <a:pt x="124211" y="148925"/>
                  <a:pt x="125501" y="150212"/>
                </a:cubicBezTo>
                <a:cubicBezTo>
                  <a:pt x="133435" y="149999"/>
                  <a:pt x="142018" y="149783"/>
                  <a:pt x="148454" y="149783"/>
                </a:cubicBezTo>
                <a:cubicBezTo>
                  <a:pt x="154890" y="149783"/>
                  <a:pt x="164717" y="149999"/>
                  <a:pt x="171836" y="150212"/>
                </a:cubicBezTo>
                <a:cubicBezTo>
                  <a:pt x="173126" y="148925"/>
                  <a:pt x="173126" y="144421"/>
                  <a:pt x="171836" y="143135"/>
                </a:cubicBezTo>
                <a:cubicBezTo>
                  <a:pt x="157250" y="142490"/>
                  <a:pt x="156585" y="141590"/>
                  <a:pt x="155341" y="123812"/>
                </a:cubicBezTo>
                <a:lnTo>
                  <a:pt x="148948" y="33432"/>
                </a:lnTo>
                <a:cubicBezTo>
                  <a:pt x="148025" y="21837"/>
                  <a:pt x="149099" y="18832"/>
                  <a:pt x="163685" y="17974"/>
                </a:cubicBezTo>
                <a:cubicBezTo>
                  <a:pt x="164972" y="16688"/>
                  <a:pt x="164972" y="12184"/>
                  <a:pt x="163685" y="10894"/>
                </a:cubicBezTo>
                <a:lnTo>
                  <a:pt x="135583" y="11326"/>
                </a:lnTo>
                <a:lnTo>
                  <a:pt x="90102" y="120162"/>
                </a:lnTo>
                <a:cubicBezTo>
                  <a:pt x="89244" y="122309"/>
                  <a:pt x="88599" y="123170"/>
                  <a:pt x="88170" y="123170"/>
                </a:cubicBezTo>
                <a:cubicBezTo>
                  <a:pt x="87741" y="123170"/>
                  <a:pt x="87119" y="122008"/>
                  <a:pt x="86455" y="120378"/>
                </a:cubicBezTo>
                <a:lnTo>
                  <a:pt x="42476" y="11326"/>
                </a:lnTo>
                <a:lnTo>
                  <a:pt x="11369" y="10894"/>
                </a:lnTo>
                <a:cubicBezTo>
                  <a:pt x="10082" y="12184"/>
                  <a:pt x="10082" y="16688"/>
                  <a:pt x="11369" y="17974"/>
                </a:cubicBezTo>
                <a:cubicBezTo>
                  <a:pt x="26171" y="18832"/>
                  <a:pt x="27461" y="19261"/>
                  <a:pt x="25958" y="35363"/>
                </a:cubicBezTo>
                <a:lnTo>
                  <a:pt x="17356" y="123812"/>
                </a:lnTo>
                <a:cubicBezTo>
                  <a:pt x="16089" y="136673"/>
                  <a:pt x="13516" y="142061"/>
                  <a:pt x="1286" y="143135"/>
                </a:cubicBezTo>
                <a:cubicBezTo>
                  <a:pt x="0" y="144421"/>
                  <a:pt x="0" y="148925"/>
                  <a:pt x="1286" y="150212"/>
                </a:cubicBezTo>
                <a:cubicBezTo>
                  <a:pt x="7722" y="149999"/>
                  <a:pt x="14586" y="149783"/>
                  <a:pt x="19736" y="149783"/>
                </a:cubicBezTo>
                <a:cubicBezTo>
                  <a:pt x="24885" y="149783"/>
                  <a:pt x="33468" y="149999"/>
                  <a:pt x="39903" y="150212"/>
                </a:cubicBezTo>
                <a:cubicBezTo>
                  <a:pt x="41190" y="148925"/>
                  <a:pt x="41190" y="144421"/>
                  <a:pt x="39903" y="143135"/>
                </a:cubicBezTo>
                <a:cubicBezTo>
                  <a:pt x="25742" y="142061"/>
                  <a:pt x="24584" y="135468"/>
                  <a:pt x="25742" y="123383"/>
                </a:cubicBezTo>
                <a:lnTo>
                  <a:pt x="33897" y="37294"/>
                </a:lnTo>
                <a:lnTo>
                  <a:pt x="34325" y="37294"/>
                </a:lnTo>
                <a:lnTo>
                  <a:pt x="78733" y="148713"/>
                </a:lnTo>
                <a:cubicBezTo>
                  <a:pt x="79332" y="150196"/>
                  <a:pt x="80664" y="151888"/>
                  <a:pt x="81951" y="151888"/>
                </a:cubicBezTo>
                <a:cubicBezTo>
                  <a:pt x="83237" y="151888"/>
                  <a:pt x="84095" y="150389"/>
                  <a:pt x="84952" y="148670"/>
                </a:cubicBezTo>
                <a:lnTo>
                  <a:pt x="133223" y="35144"/>
                </a:lnTo>
                <a:lnTo>
                  <a:pt x="133652" y="35144"/>
                </a:lnTo>
                <a:lnTo>
                  <a:pt x="139164" y="124885"/>
                </a:lnTo>
                <a:close/>
                <a:moveTo>
                  <a:pt x="187154" y="120126"/>
                </a:moveTo>
                <a:cubicBezTo>
                  <a:pt x="188012" y="130643"/>
                  <a:pt x="188657" y="140732"/>
                  <a:pt x="188657" y="149744"/>
                </a:cubicBezTo>
                <a:cubicBezTo>
                  <a:pt x="190801" y="149315"/>
                  <a:pt x="192948" y="149102"/>
                  <a:pt x="194018" y="149102"/>
                </a:cubicBezTo>
                <a:cubicBezTo>
                  <a:pt x="195521" y="149102"/>
                  <a:pt x="196807" y="149102"/>
                  <a:pt x="198310" y="149531"/>
                </a:cubicBezTo>
                <a:cubicBezTo>
                  <a:pt x="204104" y="151030"/>
                  <a:pt x="209895" y="151888"/>
                  <a:pt x="217833" y="151888"/>
                </a:cubicBezTo>
                <a:cubicBezTo>
                  <a:pt x="229846" y="151888"/>
                  <a:pt x="251942" y="146097"/>
                  <a:pt x="251942" y="124846"/>
                </a:cubicBezTo>
                <a:cubicBezTo>
                  <a:pt x="251942" y="110187"/>
                  <a:pt x="241431" y="101667"/>
                  <a:pt x="226841" y="96256"/>
                </a:cubicBezTo>
                <a:cubicBezTo>
                  <a:pt x="213928" y="91470"/>
                  <a:pt x="205390" y="88141"/>
                  <a:pt x="205390" y="76337"/>
                </a:cubicBezTo>
                <a:cubicBezTo>
                  <a:pt x="205390" y="67534"/>
                  <a:pt x="213112" y="62598"/>
                  <a:pt x="220406" y="62598"/>
                </a:cubicBezTo>
                <a:cubicBezTo>
                  <a:pt x="225126" y="62598"/>
                  <a:pt x="237568" y="64317"/>
                  <a:pt x="240357" y="82563"/>
                </a:cubicBezTo>
                <a:cubicBezTo>
                  <a:pt x="241644" y="83849"/>
                  <a:pt x="245935" y="83633"/>
                  <a:pt x="247222" y="82347"/>
                </a:cubicBezTo>
                <a:cubicBezTo>
                  <a:pt x="247867" y="74618"/>
                  <a:pt x="248295" y="66677"/>
                  <a:pt x="248511" y="59596"/>
                </a:cubicBezTo>
                <a:cubicBezTo>
                  <a:pt x="241860" y="58523"/>
                  <a:pt x="231562" y="55518"/>
                  <a:pt x="220406" y="55518"/>
                </a:cubicBezTo>
                <a:cubicBezTo>
                  <a:pt x="204533" y="55518"/>
                  <a:pt x="190159" y="65819"/>
                  <a:pt x="190159" y="79558"/>
                </a:cubicBezTo>
                <a:cubicBezTo>
                  <a:pt x="190159" y="95225"/>
                  <a:pt x="197236" y="101879"/>
                  <a:pt x="213757" y="108750"/>
                </a:cubicBezTo>
                <a:cubicBezTo>
                  <a:pt x="231562" y="116047"/>
                  <a:pt x="235637" y="120554"/>
                  <a:pt x="235637" y="129786"/>
                </a:cubicBezTo>
                <a:cubicBezTo>
                  <a:pt x="235637" y="140303"/>
                  <a:pt x="225342" y="144811"/>
                  <a:pt x="217404" y="144811"/>
                </a:cubicBezTo>
                <a:cubicBezTo>
                  <a:pt x="209037" y="144811"/>
                  <a:pt x="204382" y="141956"/>
                  <a:pt x="202173" y="139658"/>
                </a:cubicBezTo>
                <a:cubicBezTo>
                  <a:pt x="197452" y="134722"/>
                  <a:pt x="195092" y="125278"/>
                  <a:pt x="193806" y="119910"/>
                </a:cubicBezTo>
                <a:cubicBezTo>
                  <a:pt x="192519" y="118623"/>
                  <a:pt x="188440" y="118836"/>
                  <a:pt x="187154" y="120126"/>
                </a:cubicBezTo>
                <a:close/>
                <a:moveTo>
                  <a:pt x="329260" y="89895"/>
                </a:moveTo>
                <a:cubicBezTo>
                  <a:pt x="329260" y="109886"/>
                  <a:pt x="319175" y="113968"/>
                  <a:pt x="311237" y="113968"/>
                </a:cubicBezTo>
                <a:cubicBezTo>
                  <a:pt x="293217" y="113968"/>
                  <a:pt x="291288" y="98711"/>
                  <a:pt x="291288" y="84952"/>
                </a:cubicBezTo>
                <a:cubicBezTo>
                  <a:pt x="291288" y="69908"/>
                  <a:pt x="296650" y="62169"/>
                  <a:pt x="308451" y="62169"/>
                </a:cubicBezTo>
                <a:cubicBezTo>
                  <a:pt x="321964" y="62169"/>
                  <a:pt x="329260" y="72058"/>
                  <a:pt x="329260" y="89895"/>
                </a:cubicBezTo>
                <a:moveTo>
                  <a:pt x="289141" y="151878"/>
                </a:moveTo>
                <a:cubicBezTo>
                  <a:pt x="291501" y="152523"/>
                  <a:pt x="294935" y="152955"/>
                  <a:pt x="297724" y="152955"/>
                </a:cubicBezTo>
                <a:cubicBezTo>
                  <a:pt x="304372" y="152955"/>
                  <a:pt x="310379" y="152307"/>
                  <a:pt x="313384" y="152307"/>
                </a:cubicBezTo>
                <a:cubicBezTo>
                  <a:pt x="324111" y="152307"/>
                  <a:pt x="333120" y="152523"/>
                  <a:pt x="339343" y="155967"/>
                </a:cubicBezTo>
                <a:cubicBezTo>
                  <a:pt x="347710" y="160700"/>
                  <a:pt x="350283" y="163712"/>
                  <a:pt x="350283" y="169306"/>
                </a:cubicBezTo>
                <a:cubicBezTo>
                  <a:pt x="350283" y="184799"/>
                  <a:pt x="327542" y="192976"/>
                  <a:pt x="308235" y="192976"/>
                </a:cubicBezTo>
                <a:cubicBezTo>
                  <a:pt x="300513" y="192976"/>
                  <a:pt x="282493" y="186734"/>
                  <a:pt x="282493" y="172105"/>
                </a:cubicBezTo>
                <a:cubicBezTo>
                  <a:pt x="282493" y="164789"/>
                  <a:pt x="282922" y="159410"/>
                  <a:pt x="289141" y="151878"/>
                </a:cubicBezTo>
                <a:moveTo>
                  <a:pt x="356077" y="66683"/>
                </a:moveTo>
                <a:cubicBezTo>
                  <a:pt x="360152" y="66683"/>
                  <a:pt x="364011" y="62814"/>
                  <a:pt x="364011" y="58523"/>
                </a:cubicBezTo>
                <a:cubicBezTo>
                  <a:pt x="364011" y="54018"/>
                  <a:pt x="359936" y="50585"/>
                  <a:pt x="354145" y="50585"/>
                </a:cubicBezTo>
                <a:cubicBezTo>
                  <a:pt x="348567" y="50585"/>
                  <a:pt x="338269" y="54231"/>
                  <a:pt x="332691" y="61528"/>
                </a:cubicBezTo>
                <a:cubicBezTo>
                  <a:pt x="330118" y="59809"/>
                  <a:pt x="323038" y="55518"/>
                  <a:pt x="310379" y="55518"/>
                </a:cubicBezTo>
                <a:cubicBezTo>
                  <a:pt x="291288" y="55518"/>
                  <a:pt x="273697" y="68402"/>
                  <a:pt x="273697" y="88177"/>
                </a:cubicBezTo>
                <a:cubicBezTo>
                  <a:pt x="273697" y="99784"/>
                  <a:pt x="278846" y="106446"/>
                  <a:pt x="284853" y="112250"/>
                </a:cubicBezTo>
                <a:cubicBezTo>
                  <a:pt x="278846" y="117402"/>
                  <a:pt x="275412" y="126607"/>
                  <a:pt x="275412" y="133877"/>
                </a:cubicBezTo>
                <a:cubicBezTo>
                  <a:pt x="275412" y="141583"/>
                  <a:pt x="279704" y="147590"/>
                  <a:pt x="285282" y="150379"/>
                </a:cubicBezTo>
                <a:cubicBezTo>
                  <a:pt x="273697" y="157256"/>
                  <a:pt x="267690" y="167155"/>
                  <a:pt x="267690" y="176406"/>
                </a:cubicBezTo>
                <a:cubicBezTo>
                  <a:pt x="267690" y="195120"/>
                  <a:pt x="285282" y="200911"/>
                  <a:pt x="301800" y="200911"/>
                </a:cubicBezTo>
                <a:cubicBezTo>
                  <a:pt x="330760" y="200911"/>
                  <a:pt x="362083" y="186950"/>
                  <a:pt x="362083" y="163712"/>
                </a:cubicBezTo>
                <a:cubicBezTo>
                  <a:pt x="362083" y="156828"/>
                  <a:pt x="358866" y="151449"/>
                  <a:pt x="352643" y="146300"/>
                </a:cubicBezTo>
                <a:cubicBezTo>
                  <a:pt x="344276" y="139436"/>
                  <a:pt x="329260" y="139223"/>
                  <a:pt x="321322" y="139223"/>
                </a:cubicBezTo>
                <a:cubicBezTo>
                  <a:pt x="317460" y="139223"/>
                  <a:pt x="312098" y="139652"/>
                  <a:pt x="306949" y="140293"/>
                </a:cubicBezTo>
                <a:cubicBezTo>
                  <a:pt x="303731" y="140509"/>
                  <a:pt x="301583" y="140725"/>
                  <a:pt x="300513" y="140725"/>
                </a:cubicBezTo>
                <a:cubicBezTo>
                  <a:pt x="294290" y="140725"/>
                  <a:pt x="286781" y="137727"/>
                  <a:pt x="286781" y="128532"/>
                </a:cubicBezTo>
                <a:cubicBezTo>
                  <a:pt x="286781" y="124257"/>
                  <a:pt x="288071" y="119762"/>
                  <a:pt x="290644" y="116116"/>
                </a:cubicBezTo>
                <a:cubicBezTo>
                  <a:pt x="295793" y="119117"/>
                  <a:pt x="301800" y="120620"/>
                  <a:pt x="310166" y="120620"/>
                </a:cubicBezTo>
                <a:cubicBezTo>
                  <a:pt x="329044" y="120620"/>
                  <a:pt x="346420" y="108813"/>
                  <a:pt x="346420" y="87748"/>
                </a:cubicBezTo>
                <a:cubicBezTo>
                  <a:pt x="346420" y="77646"/>
                  <a:pt x="343418" y="71842"/>
                  <a:pt x="337195" y="65394"/>
                </a:cubicBezTo>
                <a:cubicBezTo>
                  <a:pt x="338698" y="63243"/>
                  <a:pt x="342989" y="60238"/>
                  <a:pt x="345778" y="60238"/>
                </a:cubicBezTo>
                <a:cubicBezTo>
                  <a:pt x="347281" y="60238"/>
                  <a:pt x="348780" y="60883"/>
                  <a:pt x="350070" y="62814"/>
                </a:cubicBezTo>
                <a:cubicBezTo>
                  <a:pt x="350927" y="64533"/>
                  <a:pt x="353716" y="66683"/>
                  <a:pt x="356077" y="66683"/>
                </a:cubicBezTo>
                <a:close/>
                <a:moveTo>
                  <a:pt x="458576" y="88390"/>
                </a:moveTo>
                <a:cubicBezTo>
                  <a:pt x="458576" y="83856"/>
                  <a:pt x="460508" y="81214"/>
                  <a:pt x="462223" y="79348"/>
                </a:cubicBezTo>
                <a:cubicBezTo>
                  <a:pt x="470377" y="71335"/>
                  <a:pt x="481232" y="66674"/>
                  <a:pt x="489684" y="66674"/>
                </a:cubicBezTo>
                <a:cubicBezTo>
                  <a:pt x="494060" y="66674"/>
                  <a:pt x="498565" y="69489"/>
                  <a:pt x="501053" y="74405"/>
                </a:cubicBezTo>
                <a:cubicBezTo>
                  <a:pt x="503200" y="78661"/>
                  <a:pt x="503629" y="84501"/>
                  <a:pt x="503629" y="90943"/>
                </a:cubicBezTo>
                <a:lnTo>
                  <a:pt x="503629" y="123589"/>
                </a:lnTo>
                <a:cubicBezTo>
                  <a:pt x="503629" y="141200"/>
                  <a:pt x="501481" y="142061"/>
                  <a:pt x="490325" y="143135"/>
                </a:cubicBezTo>
                <a:cubicBezTo>
                  <a:pt x="489255" y="144421"/>
                  <a:pt x="489255" y="148925"/>
                  <a:pt x="490325" y="150212"/>
                </a:cubicBezTo>
                <a:cubicBezTo>
                  <a:pt x="496332" y="149999"/>
                  <a:pt x="503629" y="149783"/>
                  <a:pt x="512208" y="149783"/>
                </a:cubicBezTo>
                <a:cubicBezTo>
                  <a:pt x="520791" y="149783"/>
                  <a:pt x="527869" y="149999"/>
                  <a:pt x="534949" y="150212"/>
                </a:cubicBezTo>
                <a:cubicBezTo>
                  <a:pt x="536023" y="148925"/>
                  <a:pt x="536023" y="144421"/>
                  <a:pt x="534949" y="143135"/>
                </a:cubicBezTo>
                <a:cubicBezTo>
                  <a:pt x="522936" y="142061"/>
                  <a:pt x="520575" y="141200"/>
                  <a:pt x="520575" y="123589"/>
                </a:cubicBezTo>
                <a:lnTo>
                  <a:pt x="520575" y="91588"/>
                </a:lnTo>
                <a:cubicBezTo>
                  <a:pt x="520575" y="79777"/>
                  <a:pt x="519780" y="69361"/>
                  <a:pt x="514785" y="62814"/>
                </a:cubicBezTo>
                <a:cubicBezTo>
                  <a:pt x="511177" y="58094"/>
                  <a:pt x="504486" y="55518"/>
                  <a:pt x="496977" y="55518"/>
                </a:cubicBezTo>
                <a:cubicBezTo>
                  <a:pt x="486443" y="55518"/>
                  <a:pt x="473595" y="58307"/>
                  <a:pt x="460508" y="72903"/>
                </a:cubicBezTo>
                <a:cubicBezTo>
                  <a:pt x="459778" y="73721"/>
                  <a:pt x="458406" y="75911"/>
                  <a:pt x="458406" y="72903"/>
                </a:cubicBezTo>
                <a:lnTo>
                  <a:pt x="458576" y="24603"/>
                </a:lnTo>
                <a:cubicBezTo>
                  <a:pt x="458576" y="10652"/>
                  <a:pt x="459434" y="2118"/>
                  <a:pt x="459434" y="2118"/>
                </a:cubicBezTo>
                <a:cubicBezTo>
                  <a:pt x="459434" y="638"/>
                  <a:pt x="458576" y="0"/>
                  <a:pt x="456645" y="0"/>
                </a:cubicBezTo>
                <a:cubicBezTo>
                  <a:pt x="451283" y="2118"/>
                  <a:pt x="435194" y="5080"/>
                  <a:pt x="426611" y="5715"/>
                </a:cubicBezTo>
                <a:cubicBezTo>
                  <a:pt x="426182" y="7434"/>
                  <a:pt x="426611" y="10865"/>
                  <a:pt x="427898" y="12151"/>
                </a:cubicBezTo>
                <a:cubicBezTo>
                  <a:pt x="439054" y="12796"/>
                  <a:pt x="441630" y="11722"/>
                  <a:pt x="441630" y="29756"/>
                </a:cubicBezTo>
                <a:lnTo>
                  <a:pt x="441630" y="123589"/>
                </a:lnTo>
                <a:cubicBezTo>
                  <a:pt x="441630" y="141416"/>
                  <a:pt x="439096" y="142274"/>
                  <a:pt x="426654" y="143135"/>
                </a:cubicBezTo>
                <a:cubicBezTo>
                  <a:pt x="425367" y="144421"/>
                  <a:pt x="425367" y="148925"/>
                  <a:pt x="426654" y="150212"/>
                </a:cubicBezTo>
                <a:cubicBezTo>
                  <a:pt x="433734" y="149999"/>
                  <a:pt x="441630" y="149783"/>
                  <a:pt x="450209" y="149783"/>
                </a:cubicBezTo>
                <a:cubicBezTo>
                  <a:pt x="458360" y="149783"/>
                  <a:pt x="465398" y="149999"/>
                  <a:pt x="471405" y="150212"/>
                </a:cubicBezTo>
                <a:cubicBezTo>
                  <a:pt x="472691" y="148925"/>
                  <a:pt x="472691" y="144421"/>
                  <a:pt x="471405" y="143135"/>
                </a:cubicBezTo>
                <a:cubicBezTo>
                  <a:pt x="460508" y="142274"/>
                  <a:pt x="458576" y="141416"/>
                  <a:pt x="458576" y="123589"/>
                </a:cubicBezTo>
                <a:lnTo>
                  <a:pt x="458576" y="88390"/>
                </a:lnTo>
                <a:close/>
                <a:moveTo>
                  <a:pt x="602612" y="99735"/>
                </a:moveTo>
                <a:lnTo>
                  <a:pt x="602612" y="128067"/>
                </a:lnTo>
                <a:cubicBezTo>
                  <a:pt x="602612" y="130859"/>
                  <a:pt x="601322" y="132362"/>
                  <a:pt x="599607" y="133648"/>
                </a:cubicBezTo>
                <a:cubicBezTo>
                  <a:pt x="594029" y="138156"/>
                  <a:pt x="586736" y="143095"/>
                  <a:pt x="580729" y="143095"/>
                </a:cubicBezTo>
                <a:cubicBezTo>
                  <a:pt x="570002" y="143095"/>
                  <a:pt x="565282" y="134509"/>
                  <a:pt x="565282" y="127854"/>
                </a:cubicBezTo>
                <a:cubicBezTo>
                  <a:pt x="565282" y="118194"/>
                  <a:pt x="569789" y="108318"/>
                  <a:pt x="585662" y="104243"/>
                </a:cubicBezTo>
                <a:lnTo>
                  <a:pt x="602612" y="99735"/>
                </a:lnTo>
                <a:moveTo>
                  <a:pt x="602612" y="139446"/>
                </a:moveTo>
                <a:cubicBezTo>
                  <a:pt x="603899" y="146097"/>
                  <a:pt x="606170" y="151888"/>
                  <a:pt x="616986" y="151888"/>
                </a:cubicBezTo>
                <a:cubicBezTo>
                  <a:pt x="625202" y="151888"/>
                  <a:pt x="632924" y="148241"/>
                  <a:pt x="637363" y="143953"/>
                </a:cubicBezTo>
                <a:cubicBezTo>
                  <a:pt x="637000" y="141315"/>
                  <a:pt x="636142" y="139511"/>
                  <a:pt x="633717" y="138159"/>
                </a:cubicBezTo>
                <a:cubicBezTo>
                  <a:pt x="632109" y="139488"/>
                  <a:pt x="628505" y="141593"/>
                  <a:pt x="625778" y="141593"/>
                </a:cubicBezTo>
                <a:cubicBezTo>
                  <a:pt x="619559" y="141593"/>
                  <a:pt x="619343" y="133219"/>
                  <a:pt x="619343" y="123347"/>
                </a:cubicBezTo>
                <a:lnTo>
                  <a:pt x="619343" y="91791"/>
                </a:lnTo>
                <a:cubicBezTo>
                  <a:pt x="619343" y="61312"/>
                  <a:pt x="602612" y="55518"/>
                  <a:pt x="586949" y="55518"/>
                </a:cubicBezTo>
                <a:cubicBezTo>
                  <a:pt x="569357" y="55518"/>
                  <a:pt x="551553" y="67106"/>
                  <a:pt x="551553" y="79342"/>
                </a:cubicBezTo>
                <a:cubicBezTo>
                  <a:pt x="551553" y="84494"/>
                  <a:pt x="554126" y="87070"/>
                  <a:pt x="559062" y="87070"/>
                </a:cubicBezTo>
                <a:cubicBezTo>
                  <a:pt x="565282" y="87070"/>
                  <a:pt x="569145" y="82563"/>
                  <a:pt x="569145" y="79771"/>
                </a:cubicBezTo>
                <a:cubicBezTo>
                  <a:pt x="569145" y="78268"/>
                  <a:pt x="568928" y="76766"/>
                  <a:pt x="568500" y="75908"/>
                </a:cubicBezTo>
                <a:cubicBezTo>
                  <a:pt x="568287" y="75263"/>
                  <a:pt x="568071" y="73977"/>
                  <a:pt x="568071" y="71613"/>
                </a:cubicBezTo>
                <a:cubicBezTo>
                  <a:pt x="568071" y="64958"/>
                  <a:pt x="577083" y="62598"/>
                  <a:pt x="585234" y="62598"/>
                </a:cubicBezTo>
                <a:cubicBezTo>
                  <a:pt x="592527" y="62598"/>
                  <a:pt x="602612" y="66248"/>
                  <a:pt x="602612" y="90504"/>
                </a:cubicBezTo>
                <a:cubicBezTo>
                  <a:pt x="602612" y="92007"/>
                  <a:pt x="601967" y="92864"/>
                  <a:pt x="601322" y="93080"/>
                </a:cubicBezTo>
                <a:lnTo>
                  <a:pt x="582873" y="97588"/>
                </a:lnTo>
                <a:cubicBezTo>
                  <a:pt x="562280" y="102740"/>
                  <a:pt x="547478" y="114116"/>
                  <a:pt x="547478" y="128712"/>
                </a:cubicBezTo>
                <a:cubicBezTo>
                  <a:pt x="547478" y="146313"/>
                  <a:pt x="559491" y="151888"/>
                  <a:pt x="574506" y="151888"/>
                </a:cubicBezTo>
                <a:cubicBezTo>
                  <a:pt x="581973" y="151888"/>
                  <a:pt x="588451" y="150173"/>
                  <a:pt x="597892" y="142879"/>
                </a:cubicBezTo>
                <a:lnTo>
                  <a:pt x="602183" y="139446"/>
                </a:lnTo>
                <a:lnTo>
                  <a:pt x="602612" y="139446"/>
                </a:lnTo>
                <a:close/>
                <a:moveTo>
                  <a:pt x="649034" y="120126"/>
                </a:moveTo>
                <a:cubicBezTo>
                  <a:pt x="649892" y="130643"/>
                  <a:pt x="650537" y="140732"/>
                  <a:pt x="650537" y="149744"/>
                </a:cubicBezTo>
                <a:cubicBezTo>
                  <a:pt x="652681" y="149315"/>
                  <a:pt x="654828" y="149102"/>
                  <a:pt x="655898" y="149102"/>
                </a:cubicBezTo>
                <a:cubicBezTo>
                  <a:pt x="657401" y="149102"/>
                  <a:pt x="658687" y="149102"/>
                  <a:pt x="660190" y="149531"/>
                </a:cubicBezTo>
                <a:cubicBezTo>
                  <a:pt x="665984" y="151030"/>
                  <a:pt x="671775" y="151888"/>
                  <a:pt x="679713" y="151888"/>
                </a:cubicBezTo>
                <a:cubicBezTo>
                  <a:pt x="691726" y="151888"/>
                  <a:pt x="713822" y="146097"/>
                  <a:pt x="713822" y="124846"/>
                </a:cubicBezTo>
                <a:cubicBezTo>
                  <a:pt x="713822" y="110187"/>
                  <a:pt x="703311" y="101667"/>
                  <a:pt x="688721" y="96256"/>
                </a:cubicBezTo>
                <a:cubicBezTo>
                  <a:pt x="675808" y="91470"/>
                  <a:pt x="667270" y="88141"/>
                  <a:pt x="667270" y="76337"/>
                </a:cubicBezTo>
                <a:cubicBezTo>
                  <a:pt x="667270" y="67534"/>
                  <a:pt x="674992" y="62598"/>
                  <a:pt x="682286" y="62598"/>
                </a:cubicBezTo>
                <a:cubicBezTo>
                  <a:pt x="687006" y="62598"/>
                  <a:pt x="699448" y="64317"/>
                  <a:pt x="702237" y="82563"/>
                </a:cubicBezTo>
                <a:cubicBezTo>
                  <a:pt x="703524" y="83849"/>
                  <a:pt x="707815" y="83633"/>
                  <a:pt x="709102" y="82347"/>
                </a:cubicBezTo>
                <a:cubicBezTo>
                  <a:pt x="709747" y="74618"/>
                  <a:pt x="710175" y="66677"/>
                  <a:pt x="710391" y="59596"/>
                </a:cubicBezTo>
                <a:cubicBezTo>
                  <a:pt x="703740" y="58523"/>
                  <a:pt x="693442" y="55518"/>
                  <a:pt x="682286" y="55518"/>
                </a:cubicBezTo>
                <a:cubicBezTo>
                  <a:pt x="666413" y="55518"/>
                  <a:pt x="652039" y="65819"/>
                  <a:pt x="652039" y="79558"/>
                </a:cubicBezTo>
                <a:cubicBezTo>
                  <a:pt x="652039" y="95225"/>
                  <a:pt x="659116" y="101879"/>
                  <a:pt x="675637" y="108750"/>
                </a:cubicBezTo>
                <a:cubicBezTo>
                  <a:pt x="693442" y="116047"/>
                  <a:pt x="697517" y="120554"/>
                  <a:pt x="697517" y="129786"/>
                </a:cubicBezTo>
                <a:cubicBezTo>
                  <a:pt x="697517" y="140303"/>
                  <a:pt x="687222" y="144811"/>
                  <a:pt x="679284" y="144811"/>
                </a:cubicBezTo>
                <a:cubicBezTo>
                  <a:pt x="670917" y="144811"/>
                  <a:pt x="666262" y="141956"/>
                  <a:pt x="664053" y="139658"/>
                </a:cubicBezTo>
                <a:cubicBezTo>
                  <a:pt x="659332" y="134722"/>
                  <a:pt x="656972" y="125278"/>
                  <a:pt x="655686" y="119910"/>
                </a:cubicBezTo>
                <a:cubicBezTo>
                  <a:pt x="654399" y="118623"/>
                  <a:pt x="650320" y="118836"/>
                  <a:pt x="649034" y="120126"/>
                </a:cubicBezTo>
                <a:close/>
                <a:moveTo>
                  <a:pt x="803238" y="89287"/>
                </a:moveTo>
                <a:cubicBezTo>
                  <a:pt x="807313" y="65148"/>
                  <a:pt x="822332" y="63227"/>
                  <a:pt x="827481" y="63227"/>
                </a:cubicBezTo>
                <a:cubicBezTo>
                  <a:pt x="835632" y="63227"/>
                  <a:pt x="845285" y="67715"/>
                  <a:pt x="845285" y="85656"/>
                </a:cubicBezTo>
                <a:cubicBezTo>
                  <a:pt x="845285" y="87578"/>
                  <a:pt x="844428" y="88602"/>
                  <a:pt x="842068" y="88648"/>
                </a:cubicBezTo>
                <a:lnTo>
                  <a:pt x="803238" y="89287"/>
                </a:lnTo>
                <a:moveTo>
                  <a:pt x="859443" y="129802"/>
                </a:moveTo>
                <a:cubicBezTo>
                  <a:pt x="851508" y="137950"/>
                  <a:pt x="845285" y="141377"/>
                  <a:pt x="832843" y="141377"/>
                </a:cubicBezTo>
                <a:cubicBezTo>
                  <a:pt x="825121" y="141377"/>
                  <a:pt x="816109" y="136876"/>
                  <a:pt x="809461" y="125946"/>
                </a:cubicBezTo>
                <a:cubicBezTo>
                  <a:pt x="805169" y="118872"/>
                  <a:pt x="802593" y="109012"/>
                  <a:pt x="802593" y="96580"/>
                </a:cubicBezTo>
                <a:lnTo>
                  <a:pt x="859659" y="97009"/>
                </a:lnTo>
                <a:cubicBezTo>
                  <a:pt x="862232" y="97009"/>
                  <a:pt x="863735" y="95722"/>
                  <a:pt x="863735" y="93362"/>
                </a:cubicBezTo>
                <a:cubicBezTo>
                  <a:pt x="863735" y="75404"/>
                  <a:pt x="857299" y="56146"/>
                  <a:pt x="827481" y="56146"/>
                </a:cubicBezTo>
                <a:cubicBezTo>
                  <a:pt x="808816" y="56146"/>
                  <a:pt x="784573" y="73908"/>
                  <a:pt x="784573" y="106439"/>
                </a:cubicBezTo>
                <a:cubicBezTo>
                  <a:pt x="784573" y="118443"/>
                  <a:pt x="787578" y="130018"/>
                  <a:pt x="794658" y="138162"/>
                </a:cubicBezTo>
                <a:cubicBezTo>
                  <a:pt x="801952" y="146742"/>
                  <a:pt x="812034" y="151888"/>
                  <a:pt x="827481" y="151888"/>
                </a:cubicBezTo>
                <a:cubicBezTo>
                  <a:pt x="843783" y="151888"/>
                  <a:pt x="855368" y="144382"/>
                  <a:pt x="863951" y="133233"/>
                </a:cubicBezTo>
                <a:cubicBezTo>
                  <a:pt x="863306" y="131088"/>
                  <a:pt x="862019" y="130018"/>
                  <a:pt x="859443" y="129802"/>
                </a:cubicBezTo>
                <a:close/>
                <a:moveTo>
                  <a:pt x="910374" y="72900"/>
                </a:moveTo>
                <a:cubicBezTo>
                  <a:pt x="910008" y="64313"/>
                  <a:pt x="909667" y="58801"/>
                  <a:pt x="908659" y="56591"/>
                </a:cubicBezTo>
                <a:cubicBezTo>
                  <a:pt x="908207" y="55606"/>
                  <a:pt x="907798" y="54876"/>
                  <a:pt x="906083" y="54876"/>
                </a:cubicBezTo>
                <a:cubicBezTo>
                  <a:pt x="900076" y="57236"/>
                  <a:pt x="894498" y="59168"/>
                  <a:pt x="879695" y="61096"/>
                </a:cubicBezTo>
                <a:cubicBezTo>
                  <a:pt x="879267" y="62385"/>
                  <a:pt x="879695" y="65816"/>
                  <a:pt x="880124" y="67102"/>
                </a:cubicBezTo>
                <a:cubicBezTo>
                  <a:pt x="891709" y="68176"/>
                  <a:pt x="894069" y="69250"/>
                  <a:pt x="894069" y="81705"/>
                </a:cubicBezTo>
                <a:lnTo>
                  <a:pt x="894069" y="123589"/>
                </a:lnTo>
                <a:cubicBezTo>
                  <a:pt x="894069" y="141416"/>
                  <a:pt x="891496" y="142274"/>
                  <a:pt x="878193" y="143135"/>
                </a:cubicBezTo>
                <a:cubicBezTo>
                  <a:pt x="876906" y="144421"/>
                  <a:pt x="876906" y="148925"/>
                  <a:pt x="878193" y="150212"/>
                </a:cubicBezTo>
                <a:cubicBezTo>
                  <a:pt x="885702" y="149999"/>
                  <a:pt x="894069" y="149783"/>
                  <a:pt x="902652" y="149783"/>
                </a:cubicBezTo>
                <a:cubicBezTo>
                  <a:pt x="911232" y="149783"/>
                  <a:pt x="921101" y="149999"/>
                  <a:pt x="928607" y="150212"/>
                </a:cubicBezTo>
                <a:cubicBezTo>
                  <a:pt x="929897" y="148925"/>
                  <a:pt x="929897" y="144421"/>
                  <a:pt x="928607" y="143135"/>
                </a:cubicBezTo>
                <a:cubicBezTo>
                  <a:pt x="913592" y="142061"/>
                  <a:pt x="911016" y="141416"/>
                  <a:pt x="911016" y="123589"/>
                </a:cubicBezTo>
                <a:lnTo>
                  <a:pt x="911016" y="93735"/>
                </a:lnTo>
                <a:cubicBezTo>
                  <a:pt x="911016" y="88151"/>
                  <a:pt x="913592" y="83211"/>
                  <a:pt x="916165" y="79345"/>
                </a:cubicBezTo>
                <a:cubicBezTo>
                  <a:pt x="918525" y="75908"/>
                  <a:pt x="923461" y="68821"/>
                  <a:pt x="926034" y="68821"/>
                </a:cubicBezTo>
                <a:cubicBezTo>
                  <a:pt x="927966" y="68821"/>
                  <a:pt x="929897" y="69335"/>
                  <a:pt x="931570" y="71548"/>
                </a:cubicBezTo>
                <a:cubicBezTo>
                  <a:pt x="933200" y="73695"/>
                  <a:pt x="935603" y="76553"/>
                  <a:pt x="939334" y="76553"/>
                </a:cubicBezTo>
                <a:cubicBezTo>
                  <a:pt x="944483" y="76553"/>
                  <a:pt x="949417" y="71181"/>
                  <a:pt x="949417" y="65816"/>
                </a:cubicBezTo>
                <a:cubicBezTo>
                  <a:pt x="949417" y="61718"/>
                  <a:pt x="945557" y="55518"/>
                  <a:pt x="936545" y="55518"/>
                </a:cubicBezTo>
                <a:cubicBezTo>
                  <a:pt x="926463" y="55518"/>
                  <a:pt x="917667" y="64958"/>
                  <a:pt x="912734" y="73328"/>
                </a:cubicBezTo>
                <a:cubicBezTo>
                  <a:pt x="911448" y="75692"/>
                  <a:pt x="910417" y="73973"/>
                  <a:pt x="910374" y="72900"/>
                </a:cubicBezTo>
                <a:close/>
                <a:moveTo>
                  <a:pt x="991337" y="72900"/>
                </a:moveTo>
                <a:cubicBezTo>
                  <a:pt x="990971" y="64313"/>
                  <a:pt x="990630" y="58801"/>
                  <a:pt x="989622" y="56591"/>
                </a:cubicBezTo>
                <a:cubicBezTo>
                  <a:pt x="989170" y="55606"/>
                  <a:pt x="988761" y="54876"/>
                  <a:pt x="987046" y="54876"/>
                </a:cubicBezTo>
                <a:cubicBezTo>
                  <a:pt x="981039" y="57236"/>
                  <a:pt x="975461" y="59168"/>
                  <a:pt x="960659" y="61096"/>
                </a:cubicBezTo>
                <a:cubicBezTo>
                  <a:pt x="960230" y="62385"/>
                  <a:pt x="960659" y="65816"/>
                  <a:pt x="961088" y="67102"/>
                </a:cubicBezTo>
                <a:cubicBezTo>
                  <a:pt x="972672" y="68176"/>
                  <a:pt x="975032" y="69250"/>
                  <a:pt x="975032" y="81705"/>
                </a:cubicBezTo>
                <a:lnTo>
                  <a:pt x="975032" y="123589"/>
                </a:lnTo>
                <a:cubicBezTo>
                  <a:pt x="975032" y="141416"/>
                  <a:pt x="972459" y="142274"/>
                  <a:pt x="959156" y="143135"/>
                </a:cubicBezTo>
                <a:cubicBezTo>
                  <a:pt x="957870" y="144421"/>
                  <a:pt x="957870" y="148925"/>
                  <a:pt x="959156" y="150212"/>
                </a:cubicBezTo>
                <a:cubicBezTo>
                  <a:pt x="966665" y="149999"/>
                  <a:pt x="975032" y="149783"/>
                  <a:pt x="983615" y="149783"/>
                </a:cubicBezTo>
                <a:cubicBezTo>
                  <a:pt x="992195" y="149783"/>
                  <a:pt x="1002065" y="149999"/>
                  <a:pt x="1009571" y="150212"/>
                </a:cubicBezTo>
                <a:cubicBezTo>
                  <a:pt x="1010860" y="148925"/>
                  <a:pt x="1010860" y="144421"/>
                  <a:pt x="1009571" y="143135"/>
                </a:cubicBezTo>
                <a:cubicBezTo>
                  <a:pt x="994555" y="142061"/>
                  <a:pt x="991979" y="141416"/>
                  <a:pt x="991979" y="123589"/>
                </a:cubicBezTo>
                <a:lnTo>
                  <a:pt x="991979" y="93735"/>
                </a:lnTo>
                <a:cubicBezTo>
                  <a:pt x="991979" y="88151"/>
                  <a:pt x="994555" y="83211"/>
                  <a:pt x="997128" y="79345"/>
                </a:cubicBezTo>
                <a:cubicBezTo>
                  <a:pt x="999488" y="75908"/>
                  <a:pt x="1004425" y="68821"/>
                  <a:pt x="1006998" y="68821"/>
                </a:cubicBezTo>
                <a:cubicBezTo>
                  <a:pt x="1008929" y="68821"/>
                  <a:pt x="1010860" y="69335"/>
                  <a:pt x="1012533" y="71548"/>
                </a:cubicBezTo>
                <a:cubicBezTo>
                  <a:pt x="1014163" y="73695"/>
                  <a:pt x="1016566" y="76553"/>
                  <a:pt x="1020298" y="76553"/>
                </a:cubicBezTo>
                <a:cubicBezTo>
                  <a:pt x="1025447" y="76553"/>
                  <a:pt x="1030380" y="71181"/>
                  <a:pt x="1030380" y="65816"/>
                </a:cubicBezTo>
                <a:cubicBezTo>
                  <a:pt x="1030380" y="61718"/>
                  <a:pt x="1026520" y="55518"/>
                  <a:pt x="1017509" y="55518"/>
                </a:cubicBezTo>
                <a:cubicBezTo>
                  <a:pt x="1007426" y="55518"/>
                  <a:pt x="998631" y="64958"/>
                  <a:pt x="993698" y="73328"/>
                </a:cubicBezTo>
                <a:cubicBezTo>
                  <a:pt x="992411" y="75692"/>
                  <a:pt x="991380" y="73973"/>
                  <a:pt x="991337" y="72900"/>
                </a:cubicBezTo>
                <a:close/>
                <a:moveTo>
                  <a:pt x="1043337" y="105742"/>
                </a:moveTo>
                <a:cubicBezTo>
                  <a:pt x="1043337" y="127638"/>
                  <a:pt x="1057926" y="151888"/>
                  <a:pt x="1088389" y="151888"/>
                </a:cubicBezTo>
                <a:cubicBezTo>
                  <a:pt x="1102206" y="151888"/>
                  <a:pt x="1112590" y="147020"/>
                  <a:pt x="1119903" y="139874"/>
                </a:cubicBezTo>
                <a:cubicBezTo>
                  <a:pt x="1129513" y="130473"/>
                  <a:pt x="1133870" y="116970"/>
                  <a:pt x="1133870" y="103811"/>
                </a:cubicBezTo>
                <a:cubicBezTo>
                  <a:pt x="1133870" y="81486"/>
                  <a:pt x="1121641" y="55518"/>
                  <a:pt x="1088818" y="55518"/>
                </a:cubicBezTo>
                <a:cubicBezTo>
                  <a:pt x="1074703" y="55518"/>
                  <a:pt x="1063053" y="61312"/>
                  <a:pt x="1055203" y="70539"/>
                </a:cubicBezTo>
                <a:cubicBezTo>
                  <a:pt x="1047415" y="79685"/>
                  <a:pt x="1043337" y="92177"/>
                  <a:pt x="1043337" y="105742"/>
                </a:cubicBezTo>
                <a:moveTo>
                  <a:pt x="1085600" y="63027"/>
                </a:moveTo>
                <a:cubicBezTo>
                  <a:pt x="1104049" y="63027"/>
                  <a:pt x="1115421" y="79771"/>
                  <a:pt x="1115421" y="110682"/>
                </a:cubicBezTo>
                <a:cubicBezTo>
                  <a:pt x="1115421" y="137727"/>
                  <a:pt x="1101476" y="144382"/>
                  <a:pt x="1091394" y="144382"/>
                </a:cubicBezTo>
                <a:cubicBezTo>
                  <a:pt x="1069082" y="144382"/>
                  <a:pt x="1061789" y="117333"/>
                  <a:pt x="1061789" y="100806"/>
                </a:cubicBezTo>
                <a:cubicBezTo>
                  <a:pt x="1061789" y="82131"/>
                  <a:pt x="1066293" y="63027"/>
                  <a:pt x="1085600" y="63027"/>
                </a:cubicBezTo>
                <a:close/>
                <a:moveTo>
                  <a:pt x="1180294" y="72900"/>
                </a:moveTo>
                <a:cubicBezTo>
                  <a:pt x="1179927" y="64313"/>
                  <a:pt x="1179587" y="58801"/>
                  <a:pt x="1178579" y="56591"/>
                </a:cubicBezTo>
                <a:cubicBezTo>
                  <a:pt x="1178127" y="55606"/>
                  <a:pt x="1177718" y="54876"/>
                  <a:pt x="1176002" y="54876"/>
                </a:cubicBezTo>
                <a:cubicBezTo>
                  <a:pt x="1169996" y="57236"/>
                  <a:pt x="1164418" y="59168"/>
                  <a:pt x="1149615" y="61096"/>
                </a:cubicBezTo>
                <a:cubicBezTo>
                  <a:pt x="1149186" y="62385"/>
                  <a:pt x="1149615" y="65816"/>
                  <a:pt x="1150044" y="67102"/>
                </a:cubicBezTo>
                <a:cubicBezTo>
                  <a:pt x="1161629" y="68176"/>
                  <a:pt x="1163989" y="69250"/>
                  <a:pt x="1163989" y="81705"/>
                </a:cubicBezTo>
                <a:lnTo>
                  <a:pt x="1163989" y="123589"/>
                </a:lnTo>
                <a:cubicBezTo>
                  <a:pt x="1163989" y="141416"/>
                  <a:pt x="1161416" y="142274"/>
                  <a:pt x="1148113" y="143135"/>
                </a:cubicBezTo>
                <a:cubicBezTo>
                  <a:pt x="1146826" y="144421"/>
                  <a:pt x="1146826" y="148925"/>
                  <a:pt x="1148113" y="150212"/>
                </a:cubicBezTo>
                <a:cubicBezTo>
                  <a:pt x="1155622" y="149999"/>
                  <a:pt x="1163989" y="149783"/>
                  <a:pt x="1172572" y="149783"/>
                </a:cubicBezTo>
                <a:cubicBezTo>
                  <a:pt x="1181152" y="149783"/>
                  <a:pt x="1191021" y="149999"/>
                  <a:pt x="1198527" y="150212"/>
                </a:cubicBezTo>
                <a:cubicBezTo>
                  <a:pt x="1199817" y="148925"/>
                  <a:pt x="1199817" y="144421"/>
                  <a:pt x="1198527" y="143135"/>
                </a:cubicBezTo>
                <a:cubicBezTo>
                  <a:pt x="1183512" y="142061"/>
                  <a:pt x="1180936" y="141416"/>
                  <a:pt x="1180936" y="123589"/>
                </a:cubicBezTo>
                <a:lnTo>
                  <a:pt x="1180936" y="93735"/>
                </a:lnTo>
                <a:cubicBezTo>
                  <a:pt x="1180936" y="88151"/>
                  <a:pt x="1183512" y="83211"/>
                  <a:pt x="1186085" y="79345"/>
                </a:cubicBezTo>
                <a:cubicBezTo>
                  <a:pt x="1188445" y="75908"/>
                  <a:pt x="1193381" y="68821"/>
                  <a:pt x="1195954" y="68821"/>
                </a:cubicBezTo>
                <a:cubicBezTo>
                  <a:pt x="1197885" y="68821"/>
                  <a:pt x="1199817" y="69335"/>
                  <a:pt x="1201489" y="71548"/>
                </a:cubicBezTo>
                <a:cubicBezTo>
                  <a:pt x="1203120" y="73695"/>
                  <a:pt x="1205522" y="76553"/>
                  <a:pt x="1209254" y="76553"/>
                </a:cubicBezTo>
                <a:cubicBezTo>
                  <a:pt x="1214403" y="76553"/>
                  <a:pt x="1219336" y="71181"/>
                  <a:pt x="1219336" y="65816"/>
                </a:cubicBezTo>
                <a:cubicBezTo>
                  <a:pt x="1219336" y="61718"/>
                  <a:pt x="1215477" y="55518"/>
                  <a:pt x="1206465" y="55518"/>
                </a:cubicBezTo>
                <a:cubicBezTo>
                  <a:pt x="1196383" y="55518"/>
                  <a:pt x="1187587" y="64958"/>
                  <a:pt x="1182654" y="73328"/>
                </a:cubicBezTo>
                <a:cubicBezTo>
                  <a:pt x="1181368" y="75692"/>
                  <a:pt x="1180336" y="73973"/>
                  <a:pt x="1180294" y="729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2A9F8-D754-4614-84F3-2BB598B8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332" y="1773165"/>
            <a:ext cx="708026" cy="147266"/>
          </a:xfrm>
          <a:custGeom xmlns:a="http://schemas.openxmlformats.org/drawingml/2006/main">
            <a:pathLst>
              <a:path w="708026" h="147266">
                <a:moveTo>
                  <a:pt x="583119" y="123419"/>
                </a:moveTo>
                <a:lnTo>
                  <a:pt x="582437" y="123878"/>
                </a:lnTo>
                <a:lnTo>
                  <a:pt x="581797" y="124374"/>
                </a:lnTo>
                <a:lnTo>
                  <a:pt x="581198" y="124906"/>
                </a:lnTo>
                <a:lnTo>
                  <a:pt x="580642" y="125472"/>
                </a:lnTo>
                <a:lnTo>
                  <a:pt x="580130" y="126068"/>
                </a:lnTo>
                <a:lnTo>
                  <a:pt x="579660" y="126692"/>
                </a:lnTo>
                <a:lnTo>
                  <a:pt x="579235" y="127342"/>
                </a:lnTo>
                <a:lnTo>
                  <a:pt x="578854" y="128015"/>
                </a:lnTo>
                <a:lnTo>
                  <a:pt x="578519" y="128709"/>
                </a:lnTo>
                <a:lnTo>
                  <a:pt x="578230" y="129421"/>
                </a:lnTo>
                <a:lnTo>
                  <a:pt x="577986" y="130150"/>
                </a:lnTo>
                <a:lnTo>
                  <a:pt x="577790" y="130891"/>
                </a:lnTo>
                <a:lnTo>
                  <a:pt x="577642" y="131644"/>
                </a:lnTo>
                <a:lnTo>
                  <a:pt x="577541" y="132405"/>
                </a:lnTo>
                <a:lnTo>
                  <a:pt x="577489" y="133172"/>
                </a:lnTo>
                <a:lnTo>
                  <a:pt x="577487" y="133943"/>
                </a:lnTo>
                <a:lnTo>
                  <a:pt x="577534" y="134715"/>
                </a:lnTo>
                <a:lnTo>
                  <a:pt x="577631" y="135485"/>
                </a:lnTo>
                <a:lnTo>
                  <a:pt x="577780" y="136252"/>
                </a:lnTo>
                <a:lnTo>
                  <a:pt x="577980" y="137012"/>
                </a:lnTo>
                <a:lnTo>
                  <a:pt x="578232" y="137764"/>
                </a:lnTo>
                <a:lnTo>
                  <a:pt x="578536" y="138505"/>
                </a:lnTo>
                <a:lnTo>
                  <a:pt x="578894" y="139232"/>
                </a:lnTo>
                <a:lnTo>
                  <a:pt x="579306" y="139943"/>
                </a:lnTo>
                <a:lnTo>
                  <a:pt x="579764" y="140624"/>
                </a:lnTo>
                <a:lnTo>
                  <a:pt x="580261" y="141264"/>
                </a:lnTo>
                <a:lnTo>
                  <a:pt x="580793" y="141863"/>
                </a:lnTo>
                <a:lnTo>
                  <a:pt x="581359" y="142419"/>
                </a:lnTo>
                <a:lnTo>
                  <a:pt x="581955" y="142932"/>
                </a:lnTo>
                <a:lnTo>
                  <a:pt x="582579" y="143401"/>
                </a:lnTo>
                <a:lnTo>
                  <a:pt x="583229" y="143826"/>
                </a:lnTo>
                <a:lnTo>
                  <a:pt x="583902" y="144207"/>
                </a:lnTo>
                <a:lnTo>
                  <a:pt x="584596" y="144542"/>
                </a:lnTo>
                <a:lnTo>
                  <a:pt x="585308" y="144832"/>
                </a:lnTo>
                <a:lnTo>
                  <a:pt x="586036" y="145075"/>
                </a:lnTo>
                <a:lnTo>
                  <a:pt x="586778" y="145271"/>
                </a:lnTo>
                <a:lnTo>
                  <a:pt x="587530" y="145420"/>
                </a:lnTo>
                <a:lnTo>
                  <a:pt x="588291" y="145520"/>
                </a:lnTo>
                <a:lnTo>
                  <a:pt x="589059" y="145572"/>
                </a:lnTo>
                <a:lnTo>
                  <a:pt x="589829" y="145575"/>
                </a:lnTo>
                <a:lnTo>
                  <a:pt x="590601" y="145528"/>
                </a:lnTo>
                <a:lnTo>
                  <a:pt x="591372" y="145430"/>
                </a:lnTo>
                <a:lnTo>
                  <a:pt x="592138" y="145282"/>
                </a:lnTo>
                <a:lnTo>
                  <a:pt x="592899" y="145082"/>
                </a:lnTo>
                <a:lnTo>
                  <a:pt x="593651" y="144830"/>
                </a:lnTo>
                <a:lnTo>
                  <a:pt x="594391" y="144525"/>
                </a:lnTo>
                <a:lnTo>
                  <a:pt x="595118" y="144167"/>
                </a:lnTo>
                <a:lnTo>
                  <a:pt x="595829" y="143756"/>
                </a:lnTo>
                <a:lnTo>
                  <a:pt x="708026" y="73632"/>
                </a:lnTo>
                <a:lnTo>
                  <a:pt x="595829" y="3510"/>
                </a:lnTo>
                <a:lnTo>
                  <a:pt x="595118" y="3098"/>
                </a:lnTo>
                <a:lnTo>
                  <a:pt x="594391" y="2740"/>
                </a:lnTo>
                <a:lnTo>
                  <a:pt x="593651" y="2436"/>
                </a:lnTo>
                <a:lnTo>
                  <a:pt x="592899" y="2184"/>
                </a:lnTo>
                <a:lnTo>
                  <a:pt x="592138" y="1984"/>
                </a:lnTo>
                <a:lnTo>
                  <a:pt x="591372" y="1835"/>
                </a:lnTo>
                <a:lnTo>
                  <a:pt x="590601" y="1738"/>
                </a:lnTo>
                <a:lnTo>
                  <a:pt x="589829" y="1691"/>
                </a:lnTo>
                <a:lnTo>
                  <a:pt x="589059" y="1693"/>
                </a:lnTo>
                <a:lnTo>
                  <a:pt x="588291" y="1745"/>
                </a:lnTo>
                <a:lnTo>
                  <a:pt x="587530" y="1846"/>
                </a:lnTo>
                <a:lnTo>
                  <a:pt x="586778" y="1994"/>
                </a:lnTo>
                <a:lnTo>
                  <a:pt x="586036" y="2190"/>
                </a:lnTo>
                <a:lnTo>
                  <a:pt x="585308" y="2434"/>
                </a:lnTo>
                <a:lnTo>
                  <a:pt x="584596" y="2723"/>
                </a:lnTo>
                <a:lnTo>
                  <a:pt x="583902" y="3059"/>
                </a:lnTo>
                <a:lnTo>
                  <a:pt x="583229" y="3439"/>
                </a:lnTo>
                <a:lnTo>
                  <a:pt x="582579" y="3864"/>
                </a:lnTo>
                <a:lnTo>
                  <a:pt x="581955" y="4334"/>
                </a:lnTo>
                <a:lnTo>
                  <a:pt x="581359" y="4847"/>
                </a:lnTo>
                <a:lnTo>
                  <a:pt x="580793" y="5403"/>
                </a:lnTo>
                <a:lnTo>
                  <a:pt x="580261" y="6001"/>
                </a:lnTo>
                <a:lnTo>
                  <a:pt x="579764" y="6641"/>
                </a:lnTo>
                <a:lnTo>
                  <a:pt x="579306" y="7323"/>
                </a:lnTo>
                <a:lnTo>
                  <a:pt x="578894" y="8034"/>
                </a:lnTo>
                <a:lnTo>
                  <a:pt x="578536" y="8761"/>
                </a:lnTo>
                <a:lnTo>
                  <a:pt x="578231" y="9501"/>
                </a:lnTo>
                <a:lnTo>
                  <a:pt x="577979" y="10253"/>
                </a:lnTo>
                <a:lnTo>
                  <a:pt x="577779" y="11014"/>
                </a:lnTo>
                <a:lnTo>
                  <a:pt x="577630" y="11780"/>
                </a:lnTo>
                <a:lnTo>
                  <a:pt x="577533" y="12551"/>
                </a:lnTo>
                <a:lnTo>
                  <a:pt x="577486" y="13323"/>
                </a:lnTo>
                <a:lnTo>
                  <a:pt x="577488" y="14093"/>
                </a:lnTo>
                <a:lnTo>
                  <a:pt x="577540" y="14861"/>
                </a:lnTo>
                <a:lnTo>
                  <a:pt x="577641" y="15622"/>
                </a:lnTo>
                <a:lnTo>
                  <a:pt x="577789" y="16374"/>
                </a:lnTo>
                <a:lnTo>
                  <a:pt x="577986" y="17116"/>
                </a:lnTo>
                <a:lnTo>
                  <a:pt x="578229" y="17844"/>
                </a:lnTo>
                <a:lnTo>
                  <a:pt x="578518" y="18557"/>
                </a:lnTo>
                <a:lnTo>
                  <a:pt x="578854" y="19251"/>
                </a:lnTo>
                <a:lnTo>
                  <a:pt x="579234" y="19924"/>
                </a:lnTo>
                <a:lnTo>
                  <a:pt x="579660" y="20574"/>
                </a:lnTo>
                <a:lnTo>
                  <a:pt x="580129" y="21198"/>
                </a:lnTo>
                <a:lnTo>
                  <a:pt x="580642" y="21794"/>
                </a:lnTo>
                <a:lnTo>
                  <a:pt x="581198" y="22359"/>
                </a:lnTo>
                <a:lnTo>
                  <a:pt x="581797" y="22891"/>
                </a:lnTo>
                <a:lnTo>
                  <a:pt x="582437" y="23388"/>
                </a:lnTo>
                <a:lnTo>
                  <a:pt x="583119" y="23846"/>
                </a:lnTo>
                <a:lnTo>
                  <a:pt x="643591" y="61642"/>
                </a:lnTo>
                <a:lnTo>
                  <a:pt x="0" y="61643"/>
                </a:lnTo>
                <a:lnTo>
                  <a:pt x="0" y="85625"/>
                </a:lnTo>
                <a:lnTo>
                  <a:pt x="643591" y="85623"/>
                </a:lnTo>
                <a:lnTo>
                  <a:pt x="583119" y="1234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Attack">
            <a:extLst xmlns:a="http://schemas.openxmlformats.org/drawingml/2006/main">
              <a:ext uri="{FF2B5EF4-FFF2-40B4-BE49-F238E27FC236}">
                <a16:creationId xmlns:a16="http://schemas.microsoft.com/office/drawing/2014/main" id="{48F48D84-BD1C-4CA8-A877-39E56077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1348" y="1358646"/>
            <a:ext cx="588773" cy="151885"/>
          </a:xfrm>
          <a:custGeom xmlns:a="http://schemas.openxmlformats.org/drawingml/2006/main">
            <a:pathLst>
              <a:path w="588773" h="151885">
                <a:moveTo>
                  <a:pt x="56208" y="89034"/>
                </a:moveTo>
                <a:cubicBezTo>
                  <a:pt x="51488" y="89034"/>
                  <a:pt x="49986" y="88393"/>
                  <a:pt x="50801" y="86183"/>
                </a:cubicBezTo>
                <a:lnTo>
                  <a:pt x="72726" y="30685"/>
                </a:lnTo>
                <a:lnTo>
                  <a:pt x="74013" y="30685"/>
                </a:lnTo>
                <a:lnTo>
                  <a:pt x="94177" y="89034"/>
                </a:lnTo>
                <a:lnTo>
                  <a:pt x="56208" y="89034"/>
                </a:lnTo>
                <a:moveTo>
                  <a:pt x="33039" y="132827"/>
                </a:moveTo>
                <a:lnTo>
                  <a:pt x="44836" y="101696"/>
                </a:lnTo>
                <a:cubicBezTo>
                  <a:pt x="45910" y="98904"/>
                  <a:pt x="47197" y="98046"/>
                  <a:pt x="52346" y="98046"/>
                </a:cubicBezTo>
                <a:lnTo>
                  <a:pt x="97611" y="98046"/>
                </a:lnTo>
                <a:lnTo>
                  <a:pt x="110053" y="134329"/>
                </a:lnTo>
                <a:cubicBezTo>
                  <a:pt x="112584" y="141737"/>
                  <a:pt x="104390" y="142401"/>
                  <a:pt x="94177" y="143131"/>
                </a:cubicBezTo>
                <a:cubicBezTo>
                  <a:pt x="92891" y="144418"/>
                  <a:pt x="92891" y="148922"/>
                  <a:pt x="94177" y="150209"/>
                </a:cubicBezTo>
                <a:cubicBezTo>
                  <a:pt x="102115" y="149996"/>
                  <a:pt x="113916" y="149780"/>
                  <a:pt x="122283" y="149780"/>
                </a:cubicBezTo>
                <a:cubicBezTo>
                  <a:pt x="131079" y="149780"/>
                  <a:pt x="139229" y="149996"/>
                  <a:pt x="146739" y="150209"/>
                </a:cubicBezTo>
                <a:cubicBezTo>
                  <a:pt x="148025" y="148922"/>
                  <a:pt x="148025" y="144418"/>
                  <a:pt x="146739" y="143131"/>
                </a:cubicBezTo>
                <a:cubicBezTo>
                  <a:pt x="138414" y="142379"/>
                  <a:pt x="131164" y="141671"/>
                  <a:pt x="127429" y="131324"/>
                </a:cubicBezTo>
                <a:lnTo>
                  <a:pt x="83237" y="8586"/>
                </a:lnTo>
                <a:cubicBezTo>
                  <a:pt x="80019" y="10518"/>
                  <a:pt x="74229" y="12878"/>
                  <a:pt x="71440" y="12878"/>
                </a:cubicBezTo>
                <a:lnTo>
                  <a:pt x="22741" y="127887"/>
                </a:lnTo>
                <a:cubicBezTo>
                  <a:pt x="17163" y="141200"/>
                  <a:pt x="10619" y="142487"/>
                  <a:pt x="1286" y="143131"/>
                </a:cubicBezTo>
                <a:cubicBezTo>
                  <a:pt x="0" y="144418"/>
                  <a:pt x="0" y="148922"/>
                  <a:pt x="1286" y="150209"/>
                </a:cubicBezTo>
                <a:cubicBezTo>
                  <a:pt x="6864" y="149996"/>
                  <a:pt x="13879" y="149780"/>
                  <a:pt x="20380" y="149780"/>
                </a:cubicBezTo>
                <a:cubicBezTo>
                  <a:pt x="29176" y="149780"/>
                  <a:pt x="39903" y="149996"/>
                  <a:pt x="47841" y="150209"/>
                </a:cubicBezTo>
                <a:cubicBezTo>
                  <a:pt x="49128" y="148922"/>
                  <a:pt x="49128" y="144418"/>
                  <a:pt x="47841" y="143131"/>
                </a:cubicBezTo>
                <a:cubicBezTo>
                  <a:pt x="39772" y="142572"/>
                  <a:pt x="29690" y="141649"/>
                  <a:pt x="33039" y="132827"/>
                </a:cubicBezTo>
                <a:close/>
                <a:moveTo>
                  <a:pt x="158903" y="57819"/>
                </a:moveTo>
                <a:cubicBezTo>
                  <a:pt x="155898" y="57819"/>
                  <a:pt x="155041" y="60395"/>
                  <a:pt x="155041" y="62110"/>
                </a:cubicBezTo>
                <a:lnTo>
                  <a:pt x="155041" y="64899"/>
                </a:lnTo>
                <a:cubicBezTo>
                  <a:pt x="155041" y="65973"/>
                  <a:pt x="155253" y="66186"/>
                  <a:pt x="156114" y="66186"/>
                </a:cubicBezTo>
                <a:lnTo>
                  <a:pt x="168770" y="66186"/>
                </a:lnTo>
                <a:lnTo>
                  <a:pt x="168770" y="130663"/>
                </a:lnTo>
                <a:cubicBezTo>
                  <a:pt x="168770" y="145878"/>
                  <a:pt x="175421" y="151885"/>
                  <a:pt x="185287" y="151885"/>
                </a:cubicBezTo>
                <a:cubicBezTo>
                  <a:pt x="195157" y="151885"/>
                  <a:pt x="205884" y="147168"/>
                  <a:pt x="214251" y="137730"/>
                </a:cubicBezTo>
                <a:cubicBezTo>
                  <a:pt x="213822" y="135524"/>
                  <a:pt x="212536" y="134303"/>
                  <a:pt x="210388" y="134090"/>
                </a:cubicBezTo>
                <a:cubicBezTo>
                  <a:pt x="204810" y="138375"/>
                  <a:pt x="198375" y="140087"/>
                  <a:pt x="192797" y="140087"/>
                </a:cubicBezTo>
                <a:cubicBezTo>
                  <a:pt x="187006" y="140087"/>
                  <a:pt x="185719" y="133661"/>
                  <a:pt x="185719" y="120381"/>
                </a:cubicBezTo>
                <a:lnTo>
                  <a:pt x="185719" y="66186"/>
                </a:lnTo>
                <a:lnTo>
                  <a:pt x="208028" y="66186"/>
                </a:lnTo>
                <a:cubicBezTo>
                  <a:pt x="210175" y="66186"/>
                  <a:pt x="213177" y="65328"/>
                  <a:pt x="213177" y="63397"/>
                </a:cubicBezTo>
                <a:lnTo>
                  <a:pt x="213177" y="59109"/>
                </a:lnTo>
                <a:cubicBezTo>
                  <a:pt x="213177" y="58251"/>
                  <a:pt x="212536" y="57819"/>
                  <a:pt x="211462" y="57819"/>
                </a:cubicBezTo>
                <a:lnTo>
                  <a:pt x="185719" y="57819"/>
                </a:lnTo>
                <a:lnTo>
                  <a:pt x="185719" y="49455"/>
                </a:lnTo>
                <a:cubicBezTo>
                  <a:pt x="185719" y="35510"/>
                  <a:pt x="186577" y="26927"/>
                  <a:pt x="186577" y="26927"/>
                </a:cubicBezTo>
                <a:cubicBezTo>
                  <a:pt x="186577" y="25556"/>
                  <a:pt x="185932" y="25042"/>
                  <a:pt x="184924" y="25042"/>
                </a:cubicBezTo>
                <a:cubicBezTo>
                  <a:pt x="183958" y="25042"/>
                  <a:pt x="182135" y="25877"/>
                  <a:pt x="180142" y="26970"/>
                </a:cubicBezTo>
                <a:cubicBezTo>
                  <a:pt x="177716" y="28322"/>
                  <a:pt x="175529" y="29245"/>
                  <a:pt x="172845" y="29995"/>
                </a:cubicBezTo>
                <a:cubicBezTo>
                  <a:pt x="170272" y="30725"/>
                  <a:pt x="168128" y="31455"/>
                  <a:pt x="168128" y="32934"/>
                </a:cubicBezTo>
                <a:cubicBezTo>
                  <a:pt x="168128" y="35425"/>
                  <a:pt x="168770" y="34008"/>
                  <a:pt x="168770" y="57799"/>
                </a:cubicBezTo>
                <a:lnTo>
                  <a:pt x="158903" y="57819"/>
                </a:lnTo>
                <a:close/>
                <a:moveTo>
                  <a:pt x="227916" y="57819"/>
                </a:moveTo>
                <a:cubicBezTo>
                  <a:pt x="224911" y="57819"/>
                  <a:pt x="224054" y="60395"/>
                  <a:pt x="224054" y="62110"/>
                </a:cubicBezTo>
                <a:lnTo>
                  <a:pt x="224054" y="64899"/>
                </a:lnTo>
                <a:cubicBezTo>
                  <a:pt x="224054" y="65973"/>
                  <a:pt x="224266" y="66186"/>
                  <a:pt x="225127" y="66186"/>
                </a:cubicBezTo>
                <a:lnTo>
                  <a:pt x="237782" y="66186"/>
                </a:lnTo>
                <a:lnTo>
                  <a:pt x="237782" y="130663"/>
                </a:lnTo>
                <a:cubicBezTo>
                  <a:pt x="237782" y="145878"/>
                  <a:pt x="244434" y="151885"/>
                  <a:pt x="254300" y="151885"/>
                </a:cubicBezTo>
                <a:cubicBezTo>
                  <a:pt x="264170" y="151885"/>
                  <a:pt x="274897" y="147168"/>
                  <a:pt x="283264" y="137730"/>
                </a:cubicBezTo>
                <a:cubicBezTo>
                  <a:pt x="282835" y="135524"/>
                  <a:pt x="281548" y="134303"/>
                  <a:pt x="279401" y="134090"/>
                </a:cubicBezTo>
                <a:cubicBezTo>
                  <a:pt x="273823" y="138375"/>
                  <a:pt x="267388" y="140087"/>
                  <a:pt x="261810" y="140087"/>
                </a:cubicBezTo>
                <a:cubicBezTo>
                  <a:pt x="256019" y="140087"/>
                  <a:pt x="254732" y="133661"/>
                  <a:pt x="254732" y="120381"/>
                </a:cubicBezTo>
                <a:lnTo>
                  <a:pt x="254732" y="66186"/>
                </a:lnTo>
                <a:lnTo>
                  <a:pt x="277041" y="66186"/>
                </a:lnTo>
                <a:cubicBezTo>
                  <a:pt x="279188" y="66186"/>
                  <a:pt x="282190" y="65328"/>
                  <a:pt x="282190" y="63397"/>
                </a:cubicBezTo>
                <a:lnTo>
                  <a:pt x="282190" y="59109"/>
                </a:lnTo>
                <a:cubicBezTo>
                  <a:pt x="282190" y="58251"/>
                  <a:pt x="281548" y="57819"/>
                  <a:pt x="280475" y="57819"/>
                </a:cubicBezTo>
                <a:lnTo>
                  <a:pt x="254732" y="57819"/>
                </a:lnTo>
                <a:lnTo>
                  <a:pt x="254732" y="49455"/>
                </a:lnTo>
                <a:cubicBezTo>
                  <a:pt x="254732" y="35510"/>
                  <a:pt x="255590" y="26927"/>
                  <a:pt x="255590" y="26927"/>
                </a:cubicBezTo>
                <a:cubicBezTo>
                  <a:pt x="255590" y="25556"/>
                  <a:pt x="254945" y="25042"/>
                  <a:pt x="253937" y="25042"/>
                </a:cubicBezTo>
                <a:cubicBezTo>
                  <a:pt x="252971" y="25042"/>
                  <a:pt x="251148" y="25877"/>
                  <a:pt x="249154" y="26970"/>
                </a:cubicBezTo>
                <a:cubicBezTo>
                  <a:pt x="246729" y="28322"/>
                  <a:pt x="244542" y="29245"/>
                  <a:pt x="241858" y="29995"/>
                </a:cubicBezTo>
                <a:cubicBezTo>
                  <a:pt x="239285" y="30725"/>
                  <a:pt x="237141" y="31455"/>
                  <a:pt x="237141" y="32934"/>
                </a:cubicBezTo>
                <a:cubicBezTo>
                  <a:pt x="237141" y="35425"/>
                  <a:pt x="237782" y="34008"/>
                  <a:pt x="237782" y="57799"/>
                </a:cubicBezTo>
                <a:lnTo>
                  <a:pt x="227916" y="57819"/>
                </a:lnTo>
                <a:close/>
                <a:moveTo>
                  <a:pt x="350563" y="99732"/>
                </a:moveTo>
                <a:lnTo>
                  <a:pt x="350563" y="128064"/>
                </a:lnTo>
                <a:cubicBezTo>
                  <a:pt x="350563" y="130856"/>
                  <a:pt x="349273" y="132359"/>
                  <a:pt x="347558" y="133645"/>
                </a:cubicBezTo>
                <a:cubicBezTo>
                  <a:pt x="341980" y="138153"/>
                  <a:pt x="334687" y="143092"/>
                  <a:pt x="328680" y="143092"/>
                </a:cubicBezTo>
                <a:cubicBezTo>
                  <a:pt x="317953" y="143092"/>
                  <a:pt x="313232" y="134506"/>
                  <a:pt x="313232" y="127851"/>
                </a:cubicBezTo>
                <a:cubicBezTo>
                  <a:pt x="313232" y="118191"/>
                  <a:pt x="317740" y="108315"/>
                  <a:pt x="333613" y="104240"/>
                </a:cubicBezTo>
                <a:lnTo>
                  <a:pt x="350563" y="99732"/>
                </a:lnTo>
                <a:moveTo>
                  <a:pt x="350563" y="139442"/>
                </a:moveTo>
                <a:cubicBezTo>
                  <a:pt x="351849" y="146094"/>
                  <a:pt x="354121" y="151885"/>
                  <a:pt x="364936" y="151885"/>
                </a:cubicBezTo>
                <a:cubicBezTo>
                  <a:pt x="373153" y="151885"/>
                  <a:pt x="380875" y="148238"/>
                  <a:pt x="385314" y="143950"/>
                </a:cubicBezTo>
                <a:cubicBezTo>
                  <a:pt x="384950" y="141311"/>
                  <a:pt x="384093" y="139508"/>
                  <a:pt x="381667" y="138156"/>
                </a:cubicBezTo>
                <a:cubicBezTo>
                  <a:pt x="380060" y="139485"/>
                  <a:pt x="376456" y="141590"/>
                  <a:pt x="373729" y="141590"/>
                </a:cubicBezTo>
                <a:cubicBezTo>
                  <a:pt x="367509" y="141590"/>
                  <a:pt x="367293" y="133216"/>
                  <a:pt x="367293" y="123343"/>
                </a:cubicBezTo>
                <a:lnTo>
                  <a:pt x="367293" y="91787"/>
                </a:lnTo>
                <a:cubicBezTo>
                  <a:pt x="367293" y="61308"/>
                  <a:pt x="350563" y="55514"/>
                  <a:pt x="334899" y="55514"/>
                </a:cubicBezTo>
                <a:cubicBezTo>
                  <a:pt x="317308" y="55514"/>
                  <a:pt x="299504" y="67102"/>
                  <a:pt x="299504" y="79339"/>
                </a:cubicBezTo>
                <a:cubicBezTo>
                  <a:pt x="299504" y="84491"/>
                  <a:pt x="302076" y="87067"/>
                  <a:pt x="307013" y="87067"/>
                </a:cubicBezTo>
                <a:cubicBezTo>
                  <a:pt x="313232" y="87067"/>
                  <a:pt x="317095" y="82560"/>
                  <a:pt x="317095" y="79767"/>
                </a:cubicBezTo>
                <a:cubicBezTo>
                  <a:pt x="317095" y="78265"/>
                  <a:pt x="316879" y="76762"/>
                  <a:pt x="316450" y="75905"/>
                </a:cubicBezTo>
                <a:cubicBezTo>
                  <a:pt x="316237" y="75260"/>
                  <a:pt x="316021" y="73973"/>
                  <a:pt x="316021" y="71610"/>
                </a:cubicBezTo>
                <a:cubicBezTo>
                  <a:pt x="316021" y="64955"/>
                  <a:pt x="325033" y="62595"/>
                  <a:pt x="333184" y="62595"/>
                </a:cubicBezTo>
                <a:cubicBezTo>
                  <a:pt x="340477" y="62595"/>
                  <a:pt x="350563" y="66245"/>
                  <a:pt x="350563" y="90501"/>
                </a:cubicBezTo>
                <a:cubicBezTo>
                  <a:pt x="350563" y="92003"/>
                  <a:pt x="349918" y="92861"/>
                  <a:pt x="349273" y="93077"/>
                </a:cubicBezTo>
                <a:lnTo>
                  <a:pt x="330824" y="97585"/>
                </a:lnTo>
                <a:cubicBezTo>
                  <a:pt x="310231" y="102737"/>
                  <a:pt x="295428" y="114112"/>
                  <a:pt x="295428" y="128709"/>
                </a:cubicBezTo>
                <a:cubicBezTo>
                  <a:pt x="295428" y="146310"/>
                  <a:pt x="307442" y="151885"/>
                  <a:pt x="322457" y="151885"/>
                </a:cubicBezTo>
                <a:cubicBezTo>
                  <a:pt x="329924" y="151885"/>
                  <a:pt x="336402" y="150169"/>
                  <a:pt x="345842" y="142876"/>
                </a:cubicBezTo>
                <a:lnTo>
                  <a:pt x="350134" y="139442"/>
                </a:lnTo>
                <a:lnTo>
                  <a:pt x="350563" y="139442"/>
                </a:lnTo>
                <a:close/>
                <a:moveTo>
                  <a:pt x="471921" y="130211"/>
                </a:moveTo>
                <a:cubicBezTo>
                  <a:pt x="471063" y="128280"/>
                  <a:pt x="469345" y="127422"/>
                  <a:pt x="467417" y="127206"/>
                </a:cubicBezTo>
                <a:cubicBezTo>
                  <a:pt x="460120" y="136653"/>
                  <a:pt x="450896" y="141374"/>
                  <a:pt x="441671" y="141374"/>
                </a:cubicBezTo>
                <a:cubicBezTo>
                  <a:pt x="426011" y="141374"/>
                  <a:pt x="412924" y="125491"/>
                  <a:pt x="412924" y="100374"/>
                </a:cubicBezTo>
                <a:cubicBezTo>
                  <a:pt x="412924" y="76762"/>
                  <a:pt x="423222" y="62595"/>
                  <a:pt x="437383" y="62595"/>
                </a:cubicBezTo>
                <a:cubicBezTo>
                  <a:pt x="450038" y="62595"/>
                  <a:pt x="451753" y="70107"/>
                  <a:pt x="452614" y="77620"/>
                </a:cubicBezTo>
                <a:cubicBezTo>
                  <a:pt x="453256" y="83417"/>
                  <a:pt x="456261" y="85349"/>
                  <a:pt x="460765" y="85349"/>
                </a:cubicBezTo>
                <a:cubicBezTo>
                  <a:pt x="465269" y="85349"/>
                  <a:pt x="471276" y="82560"/>
                  <a:pt x="471276" y="75905"/>
                </a:cubicBezTo>
                <a:cubicBezTo>
                  <a:pt x="471276" y="64097"/>
                  <a:pt x="459050" y="55514"/>
                  <a:pt x="438453" y="55514"/>
                </a:cubicBezTo>
                <a:cubicBezTo>
                  <a:pt x="417215" y="55514"/>
                  <a:pt x="394474" y="74615"/>
                  <a:pt x="394474" y="105097"/>
                </a:cubicBezTo>
                <a:cubicBezTo>
                  <a:pt x="394474" y="132787"/>
                  <a:pt x="409922" y="151885"/>
                  <a:pt x="436951" y="151885"/>
                </a:cubicBezTo>
                <a:cubicBezTo>
                  <a:pt x="449825" y="151885"/>
                  <a:pt x="461194" y="147809"/>
                  <a:pt x="471921" y="130211"/>
                </a:cubicBezTo>
                <a:close/>
                <a:moveTo>
                  <a:pt x="498029" y="123615"/>
                </a:moveTo>
                <a:cubicBezTo>
                  <a:pt x="498029" y="141416"/>
                  <a:pt x="495669" y="142274"/>
                  <a:pt x="483656" y="143131"/>
                </a:cubicBezTo>
                <a:cubicBezTo>
                  <a:pt x="482366" y="144418"/>
                  <a:pt x="482366" y="148922"/>
                  <a:pt x="483656" y="150209"/>
                </a:cubicBezTo>
                <a:cubicBezTo>
                  <a:pt x="490733" y="149996"/>
                  <a:pt x="498029" y="149780"/>
                  <a:pt x="506609" y="149780"/>
                </a:cubicBezTo>
                <a:cubicBezTo>
                  <a:pt x="514118" y="149780"/>
                  <a:pt x="521199" y="149996"/>
                  <a:pt x="526132" y="150209"/>
                </a:cubicBezTo>
                <a:cubicBezTo>
                  <a:pt x="527418" y="148922"/>
                  <a:pt x="527418" y="144418"/>
                  <a:pt x="526132" y="143131"/>
                </a:cubicBezTo>
                <a:cubicBezTo>
                  <a:pt x="517336" y="142274"/>
                  <a:pt x="514976" y="141416"/>
                  <a:pt x="514976" y="123615"/>
                </a:cubicBezTo>
                <a:lnTo>
                  <a:pt x="514976" y="104979"/>
                </a:lnTo>
                <a:cubicBezTo>
                  <a:pt x="519094" y="105087"/>
                  <a:pt x="522119" y="105408"/>
                  <a:pt x="524201" y="106138"/>
                </a:cubicBezTo>
                <a:cubicBezTo>
                  <a:pt x="526561" y="107745"/>
                  <a:pt x="528512" y="109677"/>
                  <a:pt x="531065" y="113107"/>
                </a:cubicBezTo>
                <a:lnTo>
                  <a:pt x="546725" y="134123"/>
                </a:lnTo>
                <a:cubicBezTo>
                  <a:pt x="553033" y="142595"/>
                  <a:pt x="555459" y="146627"/>
                  <a:pt x="555737" y="149138"/>
                </a:cubicBezTo>
                <a:cubicBezTo>
                  <a:pt x="555799" y="149780"/>
                  <a:pt x="555950" y="150209"/>
                  <a:pt x="556595" y="150209"/>
                </a:cubicBezTo>
                <a:cubicBezTo>
                  <a:pt x="560886" y="149996"/>
                  <a:pt x="565603" y="149780"/>
                  <a:pt x="569895" y="149780"/>
                </a:cubicBezTo>
                <a:cubicBezTo>
                  <a:pt x="576546" y="149780"/>
                  <a:pt x="583195" y="149996"/>
                  <a:pt x="587486" y="150209"/>
                </a:cubicBezTo>
                <a:cubicBezTo>
                  <a:pt x="588773" y="148922"/>
                  <a:pt x="588773" y="144418"/>
                  <a:pt x="587486" y="143131"/>
                </a:cubicBezTo>
                <a:cubicBezTo>
                  <a:pt x="580193" y="142274"/>
                  <a:pt x="574766" y="141331"/>
                  <a:pt x="569037" y="134123"/>
                </a:cubicBezTo>
                <a:lnTo>
                  <a:pt x="540718" y="98524"/>
                </a:lnTo>
                <a:cubicBezTo>
                  <a:pt x="539946" y="97562"/>
                  <a:pt x="539219" y="96596"/>
                  <a:pt x="539219" y="95526"/>
                </a:cubicBezTo>
                <a:cubicBezTo>
                  <a:pt x="539219" y="94671"/>
                  <a:pt x="539219" y="94243"/>
                  <a:pt x="540077" y="93385"/>
                </a:cubicBezTo>
                <a:lnTo>
                  <a:pt x="558955" y="73901"/>
                </a:lnTo>
                <a:cubicBezTo>
                  <a:pt x="565390" y="67050"/>
                  <a:pt x="572900" y="65338"/>
                  <a:pt x="581479" y="64480"/>
                </a:cubicBezTo>
                <a:cubicBezTo>
                  <a:pt x="582766" y="63194"/>
                  <a:pt x="582766" y="58690"/>
                  <a:pt x="581479" y="57400"/>
                </a:cubicBezTo>
                <a:cubicBezTo>
                  <a:pt x="576546" y="57616"/>
                  <a:pt x="570540" y="57832"/>
                  <a:pt x="562818" y="57832"/>
                </a:cubicBezTo>
                <a:cubicBezTo>
                  <a:pt x="554663" y="57832"/>
                  <a:pt x="546725" y="57616"/>
                  <a:pt x="541792" y="57400"/>
                </a:cubicBezTo>
                <a:cubicBezTo>
                  <a:pt x="540506" y="58690"/>
                  <a:pt x="540506" y="63194"/>
                  <a:pt x="541792" y="64480"/>
                </a:cubicBezTo>
                <a:cubicBezTo>
                  <a:pt x="553806" y="65338"/>
                  <a:pt x="548722" y="72896"/>
                  <a:pt x="546725" y="75401"/>
                </a:cubicBezTo>
                <a:cubicBezTo>
                  <a:pt x="541792" y="81610"/>
                  <a:pt x="535078" y="88890"/>
                  <a:pt x="529563" y="92956"/>
                </a:cubicBezTo>
                <a:cubicBezTo>
                  <a:pt x="524803" y="96468"/>
                  <a:pt x="519032" y="98996"/>
                  <a:pt x="514976" y="99552"/>
                </a:cubicBezTo>
                <a:lnTo>
                  <a:pt x="514976" y="24757"/>
                </a:lnTo>
                <a:cubicBezTo>
                  <a:pt x="514976" y="10799"/>
                  <a:pt x="515834" y="2170"/>
                  <a:pt x="515834" y="2170"/>
                </a:cubicBezTo>
                <a:cubicBezTo>
                  <a:pt x="515834" y="651"/>
                  <a:pt x="514976" y="0"/>
                  <a:pt x="513045" y="0"/>
                </a:cubicBezTo>
                <a:cubicBezTo>
                  <a:pt x="507683" y="2170"/>
                  <a:pt x="491594" y="5211"/>
                  <a:pt x="483011" y="5866"/>
                </a:cubicBezTo>
                <a:cubicBezTo>
                  <a:pt x="482582" y="7581"/>
                  <a:pt x="483011" y="11012"/>
                  <a:pt x="484297" y="12302"/>
                </a:cubicBezTo>
                <a:cubicBezTo>
                  <a:pt x="495453" y="12943"/>
                  <a:pt x="498029" y="11873"/>
                  <a:pt x="498029" y="29913"/>
                </a:cubicBezTo>
                <a:lnTo>
                  <a:pt x="498029" y="1236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In">
            <a:extLst xmlns:a="http://schemas.openxmlformats.org/drawingml/2006/main">
              <a:ext uri="{FF2B5EF4-FFF2-40B4-BE49-F238E27FC236}">
                <a16:creationId xmlns:a16="http://schemas.microsoft.com/office/drawing/2014/main" id="{7C997407-3F44-4C7A-BBEB-57BADA17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978" y="1395699"/>
            <a:ext cx="173858" cy="139318"/>
          </a:xfrm>
          <a:custGeom xmlns:a="http://schemas.openxmlformats.org/drawingml/2006/main">
            <a:pathLst>
              <a:path w="173858" h="139318">
                <a:moveTo>
                  <a:pt x="38188" y="112705"/>
                </a:moveTo>
                <a:lnTo>
                  <a:pt x="38188" y="26616"/>
                </a:lnTo>
                <a:cubicBezTo>
                  <a:pt x="38188" y="8799"/>
                  <a:pt x="41835" y="7725"/>
                  <a:pt x="56853" y="7080"/>
                </a:cubicBezTo>
                <a:cubicBezTo>
                  <a:pt x="58140" y="5794"/>
                  <a:pt x="58140" y="1290"/>
                  <a:pt x="56853" y="0"/>
                </a:cubicBezTo>
                <a:cubicBezTo>
                  <a:pt x="47413" y="216"/>
                  <a:pt x="37222" y="432"/>
                  <a:pt x="28963" y="432"/>
                </a:cubicBezTo>
                <a:cubicBezTo>
                  <a:pt x="21775" y="432"/>
                  <a:pt x="11372" y="216"/>
                  <a:pt x="1290" y="0"/>
                </a:cubicBezTo>
                <a:cubicBezTo>
                  <a:pt x="0" y="1290"/>
                  <a:pt x="0" y="5794"/>
                  <a:pt x="1290" y="7080"/>
                </a:cubicBezTo>
                <a:cubicBezTo>
                  <a:pt x="16305" y="7725"/>
                  <a:pt x="19952" y="8799"/>
                  <a:pt x="19952" y="26616"/>
                </a:cubicBezTo>
                <a:lnTo>
                  <a:pt x="19952" y="112705"/>
                </a:lnTo>
                <a:cubicBezTo>
                  <a:pt x="19952" y="130522"/>
                  <a:pt x="16305" y="131596"/>
                  <a:pt x="1290" y="132241"/>
                </a:cubicBezTo>
                <a:cubicBezTo>
                  <a:pt x="0" y="133527"/>
                  <a:pt x="0" y="138031"/>
                  <a:pt x="1290" y="139318"/>
                </a:cubicBezTo>
                <a:cubicBezTo>
                  <a:pt x="10943" y="139105"/>
                  <a:pt x="21389" y="138889"/>
                  <a:pt x="29176" y="138889"/>
                </a:cubicBezTo>
                <a:cubicBezTo>
                  <a:pt x="36813" y="138889"/>
                  <a:pt x="47197" y="139105"/>
                  <a:pt x="56853" y="139318"/>
                </a:cubicBezTo>
                <a:cubicBezTo>
                  <a:pt x="58140" y="138031"/>
                  <a:pt x="58140" y="133527"/>
                  <a:pt x="56853" y="132241"/>
                </a:cubicBezTo>
                <a:cubicBezTo>
                  <a:pt x="41835" y="131596"/>
                  <a:pt x="38188" y="130522"/>
                  <a:pt x="38188" y="112705"/>
                </a:cubicBezTo>
                <a:close/>
                <a:moveTo>
                  <a:pt x="99629" y="62009"/>
                </a:moveTo>
                <a:cubicBezTo>
                  <a:pt x="98320" y="63511"/>
                  <a:pt x="97118" y="64029"/>
                  <a:pt x="97056" y="62009"/>
                </a:cubicBezTo>
                <a:cubicBezTo>
                  <a:pt x="96840" y="56212"/>
                  <a:pt x="96346" y="47907"/>
                  <a:pt x="95338" y="45697"/>
                </a:cubicBezTo>
                <a:cubicBezTo>
                  <a:pt x="94889" y="44712"/>
                  <a:pt x="94480" y="43982"/>
                  <a:pt x="92765" y="43982"/>
                </a:cubicBezTo>
                <a:cubicBezTo>
                  <a:pt x="86758" y="46342"/>
                  <a:pt x="81180" y="48274"/>
                  <a:pt x="66377" y="50202"/>
                </a:cubicBezTo>
                <a:cubicBezTo>
                  <a:pt x="65949" y="51491"/>
                  <a:pt x="66377" y="54922"/>
                  <a:pt x="66806" y="56212"/>
                </a:cubicBezTo>
                <a:cubicBezTo>
                  <a:pt x="78391" y="57285"/>
                  <a:pt x="80751" y="58359"/>
                  <a:pt x="80751" y="70814"/>
                </a:cubicBezTo>
                <a:lnTo>
                  <a:pt x="80751" y="112695"/>
                </a:lnTo>
                <a:cubicBezTo>
                  <a:pt x="80751" y="130306"/>
                  <a:pt x="78607" y="131167"/>
                  <a:pt x="65733" y="132241"/>
                </a:cubicBezTo>
                <a:cubicBezTo>
                  <a:pt x="64446" y="133527"/>
                  <a:pt x="64446" y="138031"/>
                  <a:pt x="65733" y="139318"/>
                </a:cubicBezTo>
                <a:cubicBezTo>
                  <a:pt x="72171" y="139105"/>
                  <a:pt x="80751" y="138889"/>
                  <a:pt x="89331" y="138889"/>
                </a:cubicBezTo>
                <a:cubicBezTo>
                  <a:pt x="97914" y="138889"/>
                  <a:pt x="104349" y="139105"/>
                  <a:pt x="110785" y="139318"/>
                </a:cubicBezTo>
                <a:cubicBezTo>
                  <a:pt x="112071" y="138031"/>
                  <a:pt x="112071" y="133527"/>
                  <a:pt x="110785" y="132241"/>
                </a:cubicBezTo>
                <a:cubicBezTo>
                  <a:pt x="99845" y="131167"/>
                  <a:pt x="97698" y="130306"/>
                  <a:pt x="97698" y="112695"/>
                </a:cubicBezTo>
                <a:lnTo>
                  <a:pt x="97698" y="77473"/>
                </a:lnTo>
                <a:cubicBezTo>
                  <a:pt x="97698" y="72962"/>
                  <a:pt x="99629" y="70386"/>
                  <a:pt x="101344" y="68454"/>
                </a:cubicBezTo>
                <a:cubicBezTo>
                  <a:pt x="109499" y="60506"/>
                  <a:pt x="119152" y="55780"/>
                  <a:pt x="127519" y="55780"/>
                </a:cubicBezTo>
                <a:cubicBezTo>
                  <a:pt x="131810" y="55780"/>
                  <a:pt x="136315" y="58572"/>
                  <a:pt x="138888" y="63511"/>
                </a:cubicBezTo>
                <a:cubicBezTo>
                  <a:pt x="141035" y="67809"/>
                  <a:pt x="141464" y="73607"/>
                  <a:pt x="141464" y="80049"/>
                </a:cubicBezTo>
                <a:lnTo>
                  <a:pt x="141464" y="112695"/>
                </a:lnTo>
                <a:cubicBezTo>
                  <a:pt x="141464" y="130306"/>
                  <a:pt x="139316" y="131167"/>
                  <a:pt x="128160" y="132241"/>
                </a:cubicBezTo>
                <a:cubicBezTo>
                  <a:pt x="127090" y="133527"/>
                  <a:pt x="127090" y="138031"/>
                  <a:pt x="128160" y="139318"/>
                </a:cubicBezTo>
                <a:cubicBezTo>
                  <a:pt x="134599" y="139105"/>
                  <a:pt x="141464" y="138889"/>
                  <a:pt x="150043" y="138889"/>
                </a:cubicBezTo>
                <a:cubicBezTo>
                  <a:pt x="158626" y="138889"/>
                  <a:pt x="166348" y="139105"/>
                  <a:pt x="172784" y="139318"/>
                </a:cubicBezTo>
                <a:cubicBezTo>
                  <a:pt x="173858" y="138031"/>
                  <a:pt x="173858" y="133527"/>
                  <a:pt x="172784" y="132241"/>
                </a:cubicBezTo>
                <a:cubicBezTo>
                  <a:pt x="160771" y="131167"/>
                  <a:pt x="158410" y="130306"/>
                  <a:pt x="158410" y="112695"/>
                </a:cubicBezTo>
                <a:lnTo>
                  <a:pt x="158410" y="80694"/>
                </a:lnTo>
                <a:cubicBezTo>
                  <a:pt x="158410" y="68883"/>
                  <a:pt x="157553" y="58572"/>
                  <a:pt x="152620" y="51920"/>
                </a:cubicBezTo>
                <a:cubicBezTo>
                  <a:pt x="148970" y="47200"/>
                  <a:pt x="142321" y="44624"/>
                  <a:pt x="134812" y="44624"/>
                </a:cubicBezTo>
                <a:cubicBezTo>
                  <a:pt x="124301" y="44624"/>
                  <a:pt x="112350" y="47413"/>
                  <a:pt x="99629" y="620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jected">
            <a:extLst xmlns:a="http://schemas.openxmlformats.org/drawingml/2006/main">
              <a:ext uri="{FF2B5EF4-FFF2-40B4-BE49-F238E27FC236}">
                <a16:creationId xmlns:a16="http://schemas.microsoft.com/office/drawing/2014/main" id="{6C967304-735D-434B-B1CC-E731F994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6840" y="1384804"/>
            <a:ext cx="532030" cy="197572"/>
          </a:xfrm>
          <a:custGeom xmlns:a="http://schemas.openxmlformats.org/drawingml/2006/main">
            <a:pathLst>
              <a:path w="532030" h="197572">
                <a:moveTo>
                  <a:pt x="31536" y="21192"/>
                </a:moveTo>
                <a:cubicBezTo>
                  <a:pt x="31536" y="26770"/>
                  <a:pt x="36682" y="32348"/>
                  <a:pt x="41831" y="32348"/>
                </a:cubicBezTo>
                <a:cubicBezTo>
                  <a:pt x="47838" y="32348"/>
                  <a:pt x="52987" y="26577"/>
                  <a:pt x="52987" y="22050"/>
                </a:cubicBezTo>
                <a:cubicBezTo>
                  <a:pt x="52987" y="16904"/>
                  <a:pt x="48483" y="10894"/>
                  <a:pt x="42689" y="10894"/>
                </a:cubicBezTo>
                <a:cubicBezTo>
                  <a:pt x="37543" y="10894"/>
                  <a:pt x="31536" y="16043"/>
                  <a:pt x="31536" y="21192"/>
                </a:cubicBezTo>
                <a:moveTo>
                  <a:pt x="34538" y="81764"/>
                </a:moveTo>
                <a:lnTo>
                  <a:pt x="34538" y="133449"/>
                </a:lnTo>
                <a:cubicBezTo>
                  <a:pt x="34538" y="161754"/>
                  <a:pt x="33680" y="188131"/>
                  <a:pt x="22953" y="188131"/>
                </a:cubicBezTo>
                <a:cubicBezTo>
                  <a:pt x="20593" y="188131"/>
                  <a:pt x="17804" y="187274"/>
                  <a:pt x="16305" y="185775"/>
                </a:cubicBezTo>
                <a:cubicBezTo>
                  <a:pt x="14158" y="183631"/>
                  <a:pt x="11585" y="180200"/>
                  <a:pt x="6864" y="180200"/>
                </a:cubicBezTo>
                <a:cubicBezTo>
                  <a:pt x="4504" y="180200"/>
                  <a:pt x="0" y="184488"/>
                  <a:pt x="0" y="188348"/>
                </a:cubicBezTo>
                <a:cubicBezTo>
                  <a:pt x="0" y="194570"/>
                  <a:pt x="7722" y="197572"/>
                  <a:pt x="11797" y="197572"/>
                </a:cubicBezTo>
                <a:cubicBezTo>
                  <a:pt x="16305" y="197572"/>
                  <a:pt x="27458" y="196927"/>
                  <a:pt x="35396" y="190279"/>
                </a:cubicBezTo>
                <a:cubicBezTo>
                  <a:pt x="45478" y="182128"/>
                  <a:pt x="51485" y="166687"/>
                  <a:pt x="51485" y="126155"/>
                </a:cubicBezTo>
                <a:lnTo>
                  <a:pt x="51485" y="80906"/>
                </a:lnTo>
                <a:cubicBezTo>
                  <a:pt x="51485" y="70186"/>
                  <a:pt x="52346" y="56408"/>
                  <a:pt x="52346" y="56408"/>
                </a:cubicBezTo>
                <a:cubicBezTo>
                  <a:pt x="52346" y="55541"/>
                  <a:pt x="51272" y="54889"/>
                  <a:pt x="49557" y="54889"/>
                </a:cubicBezTo>
                <a:cubicBezTo>
                  <a:pt x="43550" y="57275"/>
                  <a:pt x="34967" y="59226"/>
                  <a:pt x="20164" y="61174"/>
                </a:cubicBezTo>
                <a:cubicBezTo>
                  <a:pt x="19736" y="62464"/>
                  <a:pt x="20164" y="65894"/>
                  <a:pt x="20593" y="67184"/>
                </a:cubicBezTo>
                <a:cubicBezTo>
                  <a:pt x="32178" y="68255"/>
                  <a:pt x="34538" y="69541"/>
                  <a:pt x="34538" y="81764"/>
                </a:cubicBezTo>
                <a:close/>
                <a:moveTo>
                  <a:pt x="96838" y="89287"/>
                </a:moveTo>
                <a:cubicBezTo>
                  <a:pt x="100913" y="65148"/>
                  <a:pt x="115932" y="63227"/>
                  <a:pt x="121081" y="63227"/>
                </a:cubicBezTo>
                <a:cubicBezTo>
                  <a:pt x="129232" y="63227"/>
                  <a:pt x="138885" y="67715"/>
                  <a:pt x="138885" y="85656"/>
                </a:cubicBezTo>
                <a:cubicBezTo>
                  <a:pt x="138885" y="87578"/>
                  <a:pt x="138028" y="88602"/>
                  <a:pt x="135668" y="88648"/>
                </a:cubicBezTo>
                <a:lnTo>
                  <a:pt x="96838" y="89287"/>
                </a:lnTo>
                <a:moveTo>
                  <a:pt x="153043" y="129802"/>
                </a:moveTo>
                <a:cubicBezTo>
                  <a:pt x="145108" y="137950"/>
                  <a:pt x="138885" y="141377"/>
                  <a:pt x="126443" y="141377"/>
                </a:cubicBezTo>
                <a:cubicBezTo>
                  <a:pt x="118721" y="141377"/>
                  <a:pt x="109709" y="136876"/>
                  <a:pt x="103061" y="125946"/>
                </a:cubicBezTo>
                <a:cubicBezTo>
                  <a:pt x="98769" y="118872"/>
                  <a:pt x="96193" y="109012"/>
                  <a:pt x="96193" y="96580"/>
                </a:cubicBezTo>
                <a:lnTo>
                  <a:pt x="153259" y="97009"/>
                </a:lnTo>
                <a:cubicBezTo>
                  <a:pt x="155832" y="97009"/>
                  <a:pt x="157335" y="95722"/>
                  <a:pt x="157335" y="93362"/>
                </a:cubicBezTo>
                <a:cubicBezTo>
                  <a:pt x="157335" y="75404"/>
                  <a:pt x="150899" y="56146"/>
                  <a:pt x="121081" y="56146"/>
                </a:cubicBezTo>
                <a:cubicBezTo>
                  <a:pt x="102416" y="56146"/>
                  <a:pt x="78173" y="73908"/>
                  <a:pt x="78173" y="106439"/>
                </a:cubicBezTo>
                <a:cubicBezTo>
                  <a:pt x="78173" y="118443"/>
                  <a:pt x="81178" y="130018"/>
                  <a:pt x="88258" y="138162"/>
                </a:cubicBezTo>
                <a:cubicBezTo>
                  <a:pt x="95552" y="146742"/>
                  <a:pt x="105634" y="151888"/>
                  <a:pt x="121081" y="151888"/>
                </a:cubicBezTo>
                <a:cubicBezTo>
                  <a:pt x="137383" y="151888"/>
                  <a:pt x="148968" y="144382"/>
                  <a:pt x="157551" y="133233"/>
                </a:cubicBezTo>
                <a:cubicBezTo>
                  <a:pt x="156906" y="131088"/>
                  <a:pt x="155619" y="130018"/>
                  <a:pt x="153043" y="129802"/>
                </a:cubicBezTo>
                <a:close/>
                <a:moveTo>
                  <a:pt x="251599" y="130214"/>
                </a:moveTo>
                <a:cubicBezTo>
                  <a:pt x="250742" y="128283"/>
                  <a:pt x="249023" y="127425"/>
                  <a:pt x="247095" y="127209"/>
                </a:cubicBezTo>
                <a:cubicBezTo>
                  <a:pt x="239799" y="136657"/>
                  <a:pt x="230574" y="141377"/>
                  <a:pt x="221349" y="141377"/>
                </a:cubicBezTo>
                <a:cubicBezTo>
                  <a:pt x="205689" y="141377"/>
                  <a:pt x="192602" y="125494"/>
                  <a:pt x="192602" y="100377"/>
                </a:cubicBezTo>
                <a:cubicBezTo>
                  <a:pt x="192602" y="76766"/>
                  <a:pt x="202900" y="62598"/>
                  <a:pt x="217061" y="62598"/>
                </a:cubicBezTo>
                <a:cubicBezTo>
                  <a:pt x="229716" y="62598"/>
                  <a:pt x="231432" y="70111"/>
                  <a:pt x="232293" y="77623"/>
                </a:cubicBezTo>
                <a:cubicBezTo>
                  <a:pt x="232934" y="83421"/>
                  <a:pt x="235939" y="85352"/>
                  <a:pt x="240443" y="85352"/>
                </a:cubicBezTo>
                <a:cubicBezTo>
                  <a:pt x="244948" y="85352"/>
                  <a:pt x="250954" y="82563"/>
                  <a:pt x="250954" y="75908"/>
                </a:cubicBezTo>
                <a:cubicBezTo>
                  <a:pt x="250954" y="64101"/>
                  <a:pt x="238728" y="55518"/>
                  <a:pt x="218132" y="55518"/>
                </a:cubicBezTo>
                <a:cubicBezTo>
                  <a:pt x="196893" y="55518"/>
                  <a:pt x="174153" y="74618"/>
                  <a:pt x="174153" y="105101"/>
                </a:cubicBezTo>
                <a:cubicBezTo>
                  <a:pt x="174153" y="132791"/>
                  <a:pt x="189600" y="151888"/>
                  <a:pt x="216629" y="151888"/>
                </a:cubicBezTo>
                <a:cubicBezTo>
                  <a:pt x="229504" y="151888"/>
                  <a:pt x="240872" y="147812"/>
                  <a:pt x="251599" y="130214"/>
                </a:cubicBezTo>
                <a:close/>
                <a:moveTo>
                  <a:pt x="268420" y="57822"/>
                </a:moveTo>
                <a:cubicBezTo>
                  <a:pt x="265415" y="57822"/>
                  <a:pt x="264557" y="60398"/>
                  <a:pt x="264557" y="62114"/>
                </a:cubicBezTo>
                <a:lnTo>
                  <a:pt x="264557" y="64903"/>
                </a:lnTo>
                <a:cubicBezTo>
                  <a:pt x="264557" y="65976"/>
                  <a:pt x="264770" y="66189"/>
                  <a:pt x="265631" y="66189"/>
                </a:cubicBezTo>
                <a:lnTo>
                  <a:pt x="278286" y="66189"/>
                </a:lnTo>
                <a:lnTo>
                  <a:pt x="278286" y="130666"/>
                </a:lnTo>
                <a:cubicBezTo>
                  <a:pt x="278286" y="145881"/>
                  <a:pt x="284937" y="151888"/>
                  <a:pt x="294804" y="151888"/>
                </a:cubicBezTo>
                <a:cubicBezTo>
                  <a:pt x="304673" y="151888"/>
                  <a:pt x="315400" y="147171"/>
                  <a:pt x="323767" y="137734"/>
                </a:cubicBezTo>
                <a:cubicBezTo>
                  <a:pt x="323338" y="135527"/>
                  <a:pt x="322052" y="134306"/>
                  <a:pt x="319904" y="134093"/>
                </a:cubicBezTo>
                <a:cubicBezTo>
                  <a:pt x="314326" y="138378"/>
                  <a:pt x="307891" y="140090"/>
                  <a:pt x="302313" y="140090"/>
                </a:cubicBezTo>
                <a:cubicBezTo>
                  <a:pt x="296522" y="140090"/>
                  <a:pt x="295236" y="133665"/>
                  <a:pt x="295236" y="120384"/>
                </a:cubicBezTo>
                <a:lnTo>
                  <a:pt x="295236" y="66189"/>
                </a:lnTo>
                <a:lnTo>
                  <a:pt x="317544" y="66189"/>
                </a:lnTo>
                <a:cubicBezTo>
                  <a:pt x="319692" y="66189"/>
                  <a:pt x="322693" y="65331"/>
                  <a:pt x="322693" y="63400"/>
                </a:cubicBezTo>
                <a:lnTo>
                  <a:pt x="322693" y="59112"/>
                </a:lnTo>
                <a:cubicBezTo>
                  <a:pt x="322693" y="58254"/>
                  <a:pt x="322052" y="57822"/>
                  <a:pt x="320978" y="57822"/>
                </a:cubicBezTo>
                <a:lnTo>
                  <a:pt x="295236" y="57822"/>
                </a:lnTo>
                <a:lnTo>
                  <a:pt x="295236" y="49458"/>
                </a:lnTo>
                <a:cubicBezTo>
                  <a:pt x="295236" y="35514"/>
                  <a:pt x="296093" y="26931"/>
                  <a:pt x="296093" y="26931"/>
                </a:cubicBezTo>
                <a:cubicBezTo>
                  <a:pt x="296093" y="25559"/>
                  <a:pt x="295448" y="25045"/>
                  <a:pt x="294440" y="25045"/>
                </a:cubicBezTo>
                <a:cubicBezTo>
                  <a:pt x="293475" y="25045"/>
                  <a:pt x="291651" y="25880"/>
                  <a:pt x="289658" y="26973"/>
                </a:cubicBezTo>
                <a:cubicBezTo>
                  <a:pt x="287232" y="28325"/>
                  <a:pt x="285045" y="29248"/>
                  <a:pt x="282361" y="29998"/>
                </a:cubicBezTo>
                <a:cubicBezTo>
                  <a:pt x="279788" y="30728"/>
                  <a:pt x="277644" y="31458"/>
                  <a:pt x="277644" y="32937"/>
                </a:cubicBezTo>
                <a:cubicBezTo>
                  <a:pt x="277644" y="35429"/>
                  <a:pt x="278286" y="34011"/>
                  <a:pt x="278286" y="57803"/>
                </a:cubicBezTo>
                <a:lnTo>
                  <a:pt x="268420" y="57822"/>
                </a:lnTo>
                <a:close/>
                <a:moveTo>
                  <a:pt x="354745" y="89287"/>
                </a:moveTo>
                <a:cubicBezTo>
                  <a:pt x="358820" y="65148"/>
                  <a:pt x="373839" y="63227"/>
                  <a:pt x="378988" y="63227"/>
                </a:cubicBezTo>
                <a:cubicBezTo>
                  <a:pt x="387139" y="63227"/>
                  <a:pt x="396792" y="67715"/>
                  <a:pt x="396792" y="85656"/>
                </a:cubicBezTo>
                <a:cubicBezTo>
                  <a:pt x="396792" y="87578"/>
                  <a:pt x="395934" y="88602"/>
                  <a:pt x="393574" y="88648"/>
                </a:cubicBezTo>
                <a:lnTo>
                  <a:pt x="354745" y="89287"/>
                </a:lnTo>
                <a:moveTo>
                  <a:pt x="410950" y="129802"/>
                </a:moveTo>
                <a:cubicBezTo>
                  <a:pt x="403015" y="137950"/>
                  <a:pt x="396792" y="141377"/>
                  <a:pt x="384350" y="141377"/>
                </a:cubicBezTo>
                <a:cubicBezTo>
                  <a:pt x="376628" y="141377"/>
                  <a:pt x="367616" y="136876"/>
                  <a:pt x="360967" y="125946"/>
                </a:cubicBezTo>
                <a:cubicBezTo>
                  <a:pt x="356676" y="118872"/>
                  <a:pt x="354100" y="109012"/>
                  <a:pt x="354100" y="96580"/>
                </a:cubicBezTo>
                <a:lnTo>
                  <a:pt x="411166" y="97009"/>
                </a:lnTo>
                <a:cubicBezTo>
                  <a:pt x="413739" y="97009"/>
                  <a:pt x="415241" y="95722"/>
                  <a:pt x="415241" y="93362"/>
                </a:cubicBezTo>
                <a:cubicBezTo>
                  <a:pt x="415241" y="75404"/>
                  <a:pt x="408806" y="56146"/>
                  <a:pt x="378988" y="56146"/>
                </a:cubicBezTo>
                <a:cubicBezTo>
                  <a:pt x="360323" y="56146"/>
                  <a:pt x="336079" y="73908"/>
                  <a:pt x="336079" y="106439"/>
                </a:cubicBezTo>
                <a:cubicBezTo>
                  <a:pt x="336079" y="118443"/>
                  <a:pt x="339084" y="130018"/>
                  <a:pt x="346165" y="138162"/>
                </a:cubicBezTo>
                <a:cubicBezTo>
                  <a:pt x="353458" y="146742"/>
                  <a:pt x="363540" y="151888"/>
                  <a:pt x="378988" y="151888"/>
                </a:cubicBezTo>
                <a:cubicBezTo>
                  <a:pt x="395289" y="151888"/>
                  <a:pt x="406874" y="144382"/>
                  <a:pt x="415457" y="133233"/>
                </a:cubicBezTo>
                <a:cubicBezTo>
                  <a:pt x="414812" y="131088"/>
                  <a:pt x="413526" y="130018"/>
                  <a:pt x="410950" y="129802"/>
                </a:cubicBezTo>
                <a:close/>
                <a:moveTo>
                  <a:pt x="498133" y="123131"/>
                </a:moveTo>
                <a:cubicBezTo>
                  <a:pt x="498133" y="127209"/>
                  <a:pt x="497727" y="128885"/>
                  <a:pt x="494703" y="131504"/>
                </a:cubicBezTo>
                <a:cubicBezTo>
                  <a:pt x="486765" y="138372"/>
                  <a:pt x="479900" y="141806"/>
                  <a:pt x="474535" y="141806"/>
                </a:cubicBezTo>
                <a:cubicBezTo>
                  <a:pt x="462954" y="141806"/>
                  <a:pt x="450940" y="129141"/>
                  <a:pt x="450940" y="102308"/>
                </a:cubicBezTo>
                <a:cubicBezTo>
                  <a:pt x="450940" y="86854"/>
                  <a:pt x="453942" y="78268"/>
                  <a:pt x="457160" y="73761"/>
                </a:cubicBezTo>
                <a:cubicBezTo>
                  <a:pt x="463811" y="63672"/>
                  <a:pt x="472820" y="63027"/>
                  <a:pt x="477111" y="63027"/>
                </a:cubicBezTo>
                <a:cubicBezTo>
                  <a:pt x="484833" y="63027"/>
                  <a:pt x="490198" y="65819"/>
                  <a:pt x="494487" y="70756"/>
                </a:cubicBezTo>
                <a:cubicBezTo>
                  <a:pt x="497492" y="74189"/>
                  <a:pt x="498133" y="75692"/>
                  <a:pt x="498133" y="82347"/>
                </a:cubicBezTo>
                <a:lnTo>
                  <a:pt x="498133" y="123131"/>
                </a:lnTo>
                <a:moveTo>
                  <a:pt x="495776" y="138951"/>
                </a:moveTo>
                <a:cubicBezTo>
                  <a:pt x="496804" y="138113"/>
                  <a:pt x="498844" y="137727"/>
                  <a:pt x="498994" y="139229"/>
                </a:cubicBezTo>
                <a:cubicBezTo>
                  <a:pt x="499528" y="144490"/>
                  <a:pt x="501354" y="151888"/>
                  <a:pt x="501354" y="151888"/>
                </a:cubicBezTo>
                <a:cubicBezTo>
                  <a:pt x="503070" y="152533"/>
                  <a:pt x="504140" y="152425"/>
                  <a:pt x="505430" y="151888"/>
                </a:cubicBezTo>
                <a:cubicBezTo>
                  <a:pt x="510147" y="148019"/>
                  <a:pt x="517656" y="144801"/>
                  <a:pt x="530743" y="143298"/>
                </a:cubicBezTo>
                <a:cubicBezTo>
                  <a:pt x="532030" y="142012"/>
                  <a:pt x="532030" y="138794"/>
                  <a:pt x="530743" y="137508"/>
                </a:cubicBezTo>
                <a:cubicBezTo>
                  <a:pt x="517015" y="136434"/>
                  <a:pt x="515083" y="132355"/>
                  <a:pt x="515083" y="121838"/>
                </a:cubicBezTo>
                <a:lnTo>
                  <a:pt x="515083" y="24603"/>
                </a:lnTo>
                <a:cubicBezTo>
                  <a:pt x="515083" y="10652"/>
                  <a:pt x="515941" y="2118"/>
                  <a:pt x="515941" y="2118"/>
                </a:cubicBezTo>
                <a:cubicBezTo>
                  <a:pt x="515941" y="638"/>
                  <a:pt x="515083" y="0"/>
                  <a:pt x="513152" y="0"/>
                </a:cubicBezTo>
                <a:cubicBezTo>
                  <a:pt x="507790" y="2118"/>
                  <a:pt x="491698" y="5080"/>
                  <a:pt x="483118" y="5715"/>
                </a:cubicBezTo>
                <a:cubicBezTo>
                  <a:pt x="482689" y="7434"/>
                  <a:pt x="483118" y="10865"/>
                  <a:pt x="484404" y="12151"/>
                </a:cubicBezTo>
                <a:cubicBezTo>
                  <a:pt x="495560" y="12796"/>
                  <a:pt x="498133" y="11722"/>
                  <a:pt x="498133" y="29756"/>
                </a:cubicBezTo>
                <a:lnTo>
                  <a:pt x="498133" y="57236"/>
                </a:lnTo>
                <a:cubicBezTo>
                  <a:pt x="498133" y="58739"/>
                  <a:pt x="497705" y="59168"/>
                  <a:pt x="496205" y="59168"/>
                </a:cubicBezTo>
                <a:cubicBezTo>
                  <a:pt x="495344" y="59168"/>
                  <a:pt x="486552" y="55518"/>
                  <a:pt x="479471" y="55518"/>
                </a:cubicBezTo>
                <a:cubicBezTo>
                  <a:pt x="465310" y="55518"/>
                  <a:pt x="455873" y="60238"/>
                  <a:pt x="447290" y="68392"/>
                </a:cubicBezTo>
                <a:cubicBezTo>
                  <a:pt x="438066" y="77623"/>
                  <a:pt x="432488" y="90288"/>
                  <a:pt x="432488" y="106171"/>
                </a:cubicBezTo>
                <a:cubicBezTo>
                  <a:pt x="432488" y="132578"/>
                  <a:pt x="445791" y="151888"/>
                  <a:pt x="468960" y="151888"/>
                </a:cubicBezTo>
                <a:cubicBezTo>
                  <a:pt x="477324" y="151888"/>
                  <a:pt x="485262" y="147600"/>
                  <a:pt x="495776" y="1389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Error">
            <a:extLst xmlns:a="http://schemas.openxmlformats.org/drawingml/2006/main">
              <a:ext uri="{FF2B5EF4-FFF2-40B4-BE49-F238E27FC236}">
                <a16:creationId xmlns:a16="http://schemas.microsoft.com/office/drawing/2014/main" id="{3485F67A-BC11-4575-87D2-78BF1C65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5238" y="1609998"/>
            <a:ext cx="463724" cy="141223"/>
          </a:xfrm>
          <a:custGeom xmlns:a="http://schemas.openxmlformats.org/drawingml/2006/main">
            <a:pathLst>
              <a:path w="463724" h="141223">
                <a:moveTo>
                  <a:pt x="57708" y="61822"/>
                </a:moveTo>
                <a:lnTo>
                  <a:pt x="38185" y="61822"/>
                </a:lnTo>
                <a:lnTo>
                  <a:pt x="38185" y="23179"/>
                </a:lnTo>
                <a:cubicBezTo>
                  <a:pt x="38185" y="13735"/>
                  <a:pt x="40761" y="9441"/>
                  <a:pt x="52346" y="9441"/>
                </a:cubicBezTo>
                <a:lnTo>
                  <a:pt x="68435" y="9441"/>
                </a:lnTo>
                <a:cubicBezTo>
                  <a:pt x="84524" y="9441"/>
                  <a:pt x="87957" y="18027"/>
                  <a:pt x="92678" y="32842"/>
                </a:cubicBezTo>
                <a:cubicBezTo>
                  <a:pt x="95336" y="33229"/>
                  <a:pt x="97653" y="32777"/>
                  <a:pt x="99755" y="31769"/>
                </a:cubicBezTo>
                <a:cubicBezTo>
                  <a:pt x="98685" y="22967"/>
                  <a:pt x="95467" y="2360"/>
                  <a:pt x="95035" y="645"/>
                </a:cubicBezTo>
                <a:cubicBezTo>
                  <a:pt x="95035" y="216"/>
                  <a:pt x="94822" y="0"/>
                  <a:pt x="94177" y="0"/>
                </a:cubicBezTo>
                <a:cubicBezTo>
                  <a:pt x="90530" y="645"/>
                  <a:pt x="88815" y="858"/>
                  <a:pt x="83666" y="858"/>
                </a:cubicBezTo>
                <a:lnTo>
                  <a:pt x="28960" y="858"/>
                </a:lnTo>
                <a:cubicBezTo>
                  <a:pt x="22417" y="661"/>
                  <a:pt x="9869" y="445"/>
                  <a:pt x="1286" y="229"/>
                </a:cubicBezTo>
                <a:cubicBezTo>
                  <a:pt x="0" y="1519"/>
                  <a:pt x="0" y="6023"/>
                  <a:pt x="1286" y="7310"/>
                </a:cubicBezTo>
                <a:cubicBezTo>
                  <a:pt x="16305" y="7958"/>
                  <a:pt x="19952" y="9035"/>
                  <a:pt x="19952" y="26918"/>
                </a:cubicBezTo>
                <a:lnTo>
                  <a:pt x="19952" y="112993"/>
                </a:lnTo>
                <a:cubicBezTo>
                  <a:pt x="19952" y="130758"/>
                  <a:pt x="16305" y="131828"/>
                  <a:pt x="1286" y="132470"/>
                </a:cubicBezTo>
                <a:cubicBezTo>
                  <a:pt x="0" y="133756"/>
                  <a:pt x="0" y="138261"/>
                  <a:pt x="1286" y="139547"/>
                </a:cubicBezTo>
                <a:cubicBezTo>
                  <a:pt x="9225" y="139344"/>
                  <a:pt x="22096" y="139128"/>
                  <a:pt x="29176" y="139128"/>
                </a:cubicBezTo>
                <a:lnTo>
                  <a:pt x="75299" y="139128"/>
                </a:lnTo>
                <a:cubicBezTo>
                  <a:pt x="85597" y="139118"/>
                  <a:pt x="102760" y="139547"/>
                  <a:pt x="102760" y="139547"/>
                </a:cubicBezTo>
                <a:cubicBezTo>
                  <a:pt x="105762" y="128830"/>
                  <a:pt x="108980" y="114705"/>
                  <a:pt x="110698" y="103791"/>
                </a:cubicBezTo>
                <a:cubicBezTo>
                  <a:pt x="108466" y="102528"/>
                  <a:pt x="105997" y="102037"/>
                  <a:pt x="103189" y="102721"/>
                </a:cubicBezTo>
                <a:cubicBezTo>
                  <a:pt x="98897" y="118135"/>
                  <a:pt x="91388" y="130764"/>
                  <a:pt x="75086" y="130764"/>
                </a:cubicBezTo>
                <a:lnTo>
                  <a:pt x="50198" y="130764"/>
                </a:lnTo>
                <a:cubicBezTo>
                  <a:pt x="41190" y="130764"/>
                  <a:pt x="38185" y="127337"/>
                  <a:pt x="38185" y="117278"/>
                </a:cubicBezTo>
                <a:lnTo>
                  <a:pt x="38185" y="69976"/>
                </a:lnTo>
                <a:lnTo>
                  <a:pt x="57708" y="69976"/>
                </a:lnTo>
                <a:cubicBezTo>
                  <a:pt x="75944" y="69976"/>
                  <a:pt x="76586" y="74900"/>
                  <a:pt x="77230" y="84530"/>
                </a:cubicBezTo>
                <a:cubicBezTo>
                  <a:pt x="78517" y="85813"/>
                  <a:pt x="83021" y="85813"/>
                  <a:pt x="84311" y="84530"/>
                </a:cubicBezTo>
                <a:cubicBezTo>
                  <a:pt x="84095" y="78965"/>
                  <a:pt x="83882" y="73037"/>
                  <a:pt x="83882" y="65685"/>
                </a:cubicBezTo>
                <a:cubicBezTo>
                  <a:pt x="83882" y="59678"/>
                  <a:pt x="84095" y="52378"/>
                  <a:pt x="84311" y="47226"/>
                </a:cubicBezTo>
                <a:cubicBezTo>
                  <a:pt x="83021" y="45936"/>
                  <a:pt x="78517" y="45936"/>
                  <a:pt x="77230" y="47226"/>
                </a:cubicBezTo>
                <a:cubicBezTo>
                  <a:pt x="76586" y="59033"/>
                  <a:pt x="75944" y="61822"/>
                  <a:pt x="57708" y="61822"/>
                </a:cubicBezTo>
                <a:close/>
                <a:moveTo>
                  <a:pt x="155083" y="62235"/>
                </a:moveTo>
                <a:cubicBezTo>
                  <a:pt x="154717" y="53649"/>
                  <a:pt x="154376" y="48136"/>
                  <a:pt x="153368" y="45926"/>
                </a:cubicBezTo>
                <a:cubicBezTo>
                  <a:pt x="152916" y="44941"/>
                  <a:pt x="152507" y="44211"/>
                  <a:pt x="150792" y="44211"/>
                </a:cubicBezTo>
                <a:cubicBezTo>
                  <a:pt x="144785" y="46571"/>
                  <a:pt x="139207" y="48503"/>
                  <a:pt x="124405" y="50431"/>
                </a:cubicBezTo>
                <a:cubicBezTo>
                  <a:pt x="123976" y="51720"/>
                  <a:pt x="124405" y="55151"/>
                  <a:pt x="124833" y="56437"/>
                </a:cubicBezTo>
                <a:cubicBezTo>
                  <a:pt x="136418" y="57511"/>
                  <a:pt x="138778" y="58585"/>
                  <a:pt x="138778" y="71040"/>
                </a:cubicBezTo>
                <a:lnTo>
                  <a:pt x="138778" y="112924"/>
                </a:lnTo>
                <a:cubicBezTo>
                  <a:pt x="138778" y="130751"/>
                  <a:pt x="136205" y="131609"/>
                  <a:pt x="122902" y="132470"/>
                </a:cubicBezTo>
                <a:cubicBezTo>
                  <a:pt x="121616" y="133756"/>
                  <a:pt x="121616" y="138261"/>
                  <a:pt x="122902" y="139547"/>
                </a:cubicBezTo>
                <a:cubicBezTo>
                  <a:pt x="130411" y="139334"/>
                  <a:pt x="138778" y="139118"/>
                  <a:pt x="147361" y="139118"/>
                </a:cubicBezTo>
                <a:cubicBezTo>
                  <a:pt x="155941" y="139118"/>
                  <a:pt x="165810" y="139334"/>
                  <a:pt x="173317" y="139547"/>
                </a:cubicBezTo>
                <a:cubicBezTo>
                  <a:pt x="174606" y="138261"/>
                  <a:pt x="174606" y="133756"/>
                  <a:pt x="173317" y="132470"/>
                </a:cubicBezTo>
                <a:cubicBezTo>
                  <a:pt x="158301" y="131396"/>
                  <a:pt x="155725" y="130751"/>
                  <a:pt x="155725" y="112924"/>
                </a:cubicBezTo>
                <a:lnTo>
                  <a:pt x="155725" y="83070"/>
                </a:lnTo>
                <a:cubicBezTo>
                  <a:pt x="155725" y="77486"/>
                  <a:pt x="158301" y="72546"/>
                  <a:pt x="160874" y="68680"/>
                </a:cubicBezTo>
                <a:cubicBezTo>
                  <a:pt x="163234" y="65243"/>
                  <a:pt x="168171" y="58156"/>
                  <a:pt x="170744" y="58156"/>
                </a:cubicBezTo>
                <a:cubicBezTo>
                  <a:pt x="172675" y="58156"/>
                  <a:pt x="174606" y="58670"/>
                  <a:pt x="176279" y="60883"/>
                </a:cubicBezTo>
                <a:cubicBezTo>
                  <a:pt x="177909" y="63030"/>
                  <a:pt x="180312" y="65888"/>
                  <a:pt x="184044" y="65888"/>
                </a:cubicBezTo>
                <a:cubicBezTo>
                  <a:pt x="189193" y="65888"/>
                  <a:pt x="194126" y="60516"/>
                  <a:pt x="194126" y="55151"/>
                </a:cubicBezTo>
                <a:cubicBezTo>
                  <a:pt x="194126" y="51053"/>
                  <a:pt x="190266" y="44853"/>
                  <a:pt x="181255" y="44853"/>
                </a:cubicBezTo>
                <a:cubicBezTo>
                  <a:pt x="171172" y="44853"/>
                  <a:pt x="162377" y="54293"/>
                  <a:pt x="157444" y="62664"/>
                </a:cubicBezTo>
                <a:cubicBezTo>
                  <a:pt x="156157" y="65027"/>
                  <a:pt x="155126" y="63308"/>
                  <a:pt x="155083" y="62235"/>
                </a:cubicBezTo>
                <a:close/>
                <a:moveTo>
                  <a:pt x="235939" y="62235"/>
                </a:moveTo>
                <a:cubicBezTo>
                  <a:pt x="235572" y="53649"/>
                  <a:pt x="235232" y="48136"/>
                  <a:pt x="234224" y="45926"/>
                </a:cubicBezTo>
                <a:cubicBezTo>
                  <a:pt x="233772" y="44941"/>
                  <a:pt x="233363" y="44211"/>
                  <a:pt x="231647" y="44211"/>
                </a:cubicBezTo>
                <a:cubicBezTo>
                  <a:pt x="225641" y="46571"/>
                  <a:pt x="220063" y="48503"/>
                  <a:pt x="205260" y="50431"/>
                </a:cubicBezTo>
                <a:cubicBezTo>
                  <a:pt x="204831" y="51720"/>
                  <a:pt x="205260" y="55151"/>
                  <a:pt x="205689" y="56437"/>
                </a:cubicBezTo>
                <a:cubicBezTo>
                  <a:pt x="217274" y="57511"/>
                  <a:pt x="219634" y="58585"/>
                  <a:pt x="219634" y="71040"/>
                </a:cubicBezTo>
                <a:lnTo>
                  <a:pt x="219634" y="112924"/>
                </a:lnTo>
                <a:cubicBezTo>
                  <a:pt x="219634" y="130751"/>
                  <a:pt x="217061" y="131609"/>
                  <a:pt x="203758" y="132470"/>
                </a:cubicBezTo>
                <a:cubicBezTo>
                  <a:pt x="202471" y="133756"/>
                  <a:pt x="202471" y="138261"/>
                  <a:pt x="203758" y="139547"/>
                </a:cubicBezTo>
                <a:cubicBezTo>
                  <a:pt x="211267" y="139334"/>
                  <a:pt x="219634" y="139118"/>
                  <a:pt x="228217" y="139118"/>
                </a:cubicBezTo>
                <a:cubicBezTo>
                  <a:pt x="236797" y="139118"/>
                  <a:pt x="246666" y="139334"/>
                  <a:pt x="254172" y="139547"/>
                </a:cubicBezTo>
                <a:cubicBezTo>
                  <a:pt x="255462" y="138261"/>
                  <a:pt x="255462" y="133756"/>
                  <a:pt x="254172" y="132470"/>
                </a:cubicBezTo>
                <a:cubicBezTo>
                  <a:pt x="239157" y="131396"/>
                  <a:pt x="236581" y="130751"/>
                  <a:pt x="236581" y="112924"/>
                </a:cubicBezTo>
                <a:lnTo>
                  <a:pt x="236581" y="83070"/>
                </a:lnTo>
                <a:cubicBezTo>
                  <a:pt x="236581" y="77486"/>
                  <a:pt x="239157" y="72546"/>
                  <a:pt x="241730" y="68680"/>
                </a:cubicBezTo>
                <a:cubicBezTo>
                  <a:pt x="244090" y="65243"/>
                  <a:pt x="249026" y="58156"/>
                  <a:pt x="251599" y="58156"/>
                </a:cubicBezTo>
                <a:cubicBezTo>
                  <a:pt x="253530" y="58156"/>
                  <a:pt x="255462" y="58670"/>
                  <a:pt x="257135" y="60883"/>
                </a:cubicBezTo>
                <a:cubicBezTo>
                  <a:pt x="258765" y="63030"/>
                  <a:pt x="261167" y="65888"/>
                  <a:pt x="264899" y="65888"/>
                </a:cubicBezTo>
                <a:cubicBezTo>
                  <a:pt x="270048" y="65888"/>
                  <a:pt x="274981" y="60516"/>
                  <a:pt x="274981" y="55151"/>
                </a:cubicBezTo>
                <a:cubicBezTo>
                  <a:pt x="274981" y="51053"/>
                  <a:pt x="271122" y="44853"/>
                  <a:pt x="262110" y="44853"/>
                </a:cubicBezTo>
                <a:cubicBezTo>
                  <a:pt x="252028" y="44853"/>
                  <a:pt x="243232" y="54293"/>
                  <a:pt x="238299" y="62664"/>
                </a:cubicBezTo>
                <a:cubicBezTo>
                  <a:pt x="237013" y="65027"/>
                  <a:pt x="235982" y="63308"/>
                  <a:pt x="235939" y="62235"/>
                </a:cubicBezTo>
                <a:close/>
                <a:moveTo>
                  <a:pt x="287831" y="95077"/>
                </a:moveTo>
                <a:cubicBezTo>
                  <a:pt x="287831" y="116973"/>
                  <a:pt x="302421" y="141223"/>
                  <a:pt x="332883" y="141223"/>
                </a:cubicBezTo>
                <a:cubicBezTo>
                  <a:pt x="346701" y="141223"/>
                  <a:pt x="357084" y="136355"/>
                  <a:pt x="364397" y="129209"/>
                </a:cubicBezTo>
                <a:cubicBezTo>
                  <a:pt x="374008" y="119808"/>
                  <a:pt x="378365" y="106305"/>
                  <a:pt x="378365" y="93146"/>
                </a:cubicBezTo>
                <a:cubicBezTo>
                  <a:pt x="378365" y="70821"/>
                  <a:pt x="366135" y="44853"/>
                  <a:pt x="333312" y="44853"/>
                </a:cubicBezTo>
                <a:cubicBezTo>
                  <a:pt x="319197" y="44853"/>
                  <a:pt x="307547" y="50647"/>
                  <a:pt x="299697" y="59875"/>
                </a:cubicBezTo>
                <a:cubicBezTo>
                  <a:pt x="291910" y="69021"/>
                  <a:pt x="287831" y="81512"/>
                  <a:pt x="287831" y="95077"/>
                </a:cubicBezTo>
                <a:moveTo>
                  <a:pt x="330094" y="52362"/>
                </a:moveTo>
                <a:cubicBezTo>
                  <a:pt x="348544" y="52362"/>
                  <a:pt x="359916" y="69106"/>
                  <a:pt x="359916" y="100017"/>
                </a:cubicBezTo>
                <a:cubicBezTo>
                  <a:pt x="359916" y="127062"/>
                  <a:pt x="345971" y="133717"/>
                  <a:pt x="335888" y="133717"/>
                </a:cubicBezTo>
                <a:cubicBezTo>
                  <a:pt x="313577" y="133717"/>
                  <a:pt x="306283" y="106669"/>
                  <a:pt x="306283" y="90141"/>
                </a:cubicBezTo>
                <a:cubicBezTo>
                  <a:pt x="306283" y="71466"/>
                  <a:pt x="310788" y="52362"/>
                  <a:pt x="330094" y="52362"/>
                </a:cubicBezTo>
                <a:close/>
                <a:moveTo>
                  <a:pt x="424681" y="62235"/>
                </a:moveTo>
                <a:cubicBezTo>
                  <a:pt x="424315" y="53649"/>
                  <a:pt x="423974" y="48136"/>
                  <a:pt x="422966" y="45926"/>
                </a:cubicBezTo>
                <a:cubicBezTo>
                  <a:pt x="422514" y="44941"/>
                  <a:pt x="422105" y="44211"/>
                  <a:pt x="420390" y="44211"/>
                </a:cubicBezTo>
                <a:cubicBezTo>
                  <a:pt x="414383" y="46571"/>
                  <a:pt x="408805" y="48503"/>
                  <a:pt x="394003" y="50431"/>
                </a:cubicBezTo>
                <a:cubicBezTo>
                  <a:pt x="393574" y="51720"/>
                  <a:pt x="394003" y="55151"/>
                  <a:pt x="394431" y="56437"/>
                </a:cubicBezTo>
                <a:cubicBezTo>
                  <a:pt x="406016" y="57511"/>
                  <a:pt x="408376" y="58585"/>
                  <a:pt x="408376" y="71040"/>
                </a:cubicBezTo>
                <a:lnTo>
                  <a:pt x="408376" y="112924"/>
                </a:lnTo>
                <a:cubicBezTo>
                  <a:pt x="408376" y="130751"/>
                  <a:pt x="405803" y="131609"/>
                  <a:pt x="392500" y="132470"/>
                </a:cubicBezTo>
                <a:cubicBezTo>
                  <a:pt x="391214" y="133756"/>
                  <a:pt x="391214" y="138261"/>
                  <a:pt x="392500" y="139547"/>
                </a:cubicBezTo>
                <a:cubicBezTo>
                  <a:pt x="400009" y="139334"/>
                  <a:pt x="408376" y="139118"/>
                  <a:pt x="416959" y="139118"/>
                </a:cubicBezTo>
                <a:cubicBezTo>
                  <a:pt x="425539" y="139118"/>
                  <a:pt x="435408" y="139334"/>
                  <a:pt x="442914" y="139547"/>
                </a:cubicBezTo>
                <a:cubicBezTo>
                  <a:pt x="444204" y="138261"/>
                  <a:pt x="444204" y="133756"/>
                  <a:pt x="442914" y="132470"/>
                </a:cubicBezTo>
                <a:cubicBezTo>
                  <a:pt x="427899" y="131396"/>
                  <a:pt x="425323" y="130751"/>
                  <a:pt x="425323" y="112924"/>
                </a:cubicBezTo>
                <a:lnTo>
                  <a:pt x="425323" y="83070"/>
                </a:lnTo>
                <a:cubicBezTo>
                  <a:pt x="425323" y="77486"/>
                  <a:pt x="427899" y="72546"/>
                  <a:pt x="430472" y="68680"/>
                </a:cubicBezTo>
                <a:cubicBezTo>
                  <a:pt x="432832" y="65243"/>
                  <a:pt x="437769" y="58156"/>
                  <a:pt x="440342" y="58156"/>
                </a:cubicBezTo>
                <a:cubicBezTo>
                  <a:pt x="442273" y="58156"/>
                  <a:pt x="444204" y="58670"/>
                  <a:pt x="445877" y="60883"/>
                </a:cubicBezTo>
                <a:cubicBezTo>
                  <a:pt x="447507" y="63030"/>
                  <a:pt x="449910" y="65888"/>
                  <a:pt x="453642" y="65888"/>
                </a:cubicBezTo>
                <a:cubicBezTo>
                  <a:pt x="458791" y="65888"/>
                  <a:pt x="463724" y="60516"/>
                  <a:pt x="463724" y="55151"/>
                </a:cubicBezTo>
                <a:cubicBezTo>
                  <a:pt x="463724" y="51053"/>
                  <a:pt x="459864" y="44853"/>
                  <a:pt x="450853" y="44853"/>
                </a:cubicBezTo>
                <a:cubicBezTo>
                  <a:pt x="440770" y="44853"/>
                  <a:pt x="431975" y="54293"/>
                  <a:pt x="427042" y="62664"/>
                </a:cubicBezTo>
                <a:cubicBezTo>
                  <a:pt x="425755" y="65027"/>
                  <a:pt x="424724" y="63308"/>
                  <a:pt x="424681" y="62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F4949-106F-4C11-9BCD-A8686954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0404" y="721451"/>
            <a:ext cx="708026" cy="147266"/>
          </a:xfrm>
          <a:custGeom xmlns:a="http://schemas.openxmlformats.org/drawingml/2006/main">
            <a:pathLst>
              <a:path w="708026" h="147266">
                <a:moveTo>
                  <a:pt x="583119" y="123419"/>
                </a:moveTo>
                <a:lnTo>
                  <a:pt x="582437" y="123878"/>
                </a:lnTo>
                <a:lnTo>
                  <a:pt x="581797" y="124374"/>
                </a:lnTo>
                <a:lnTo>
                  <a:pt x="581199" y="124907"/>
                </a:lnTo>
                <a:lnTo>
                  <a:pt x="580643" y="125472"/>
                </a:lnTo>
                <a:lnTo>
                  <a:pt x="580130" y="126068"/>
                </a:lnTo>
                <a:lnTo>
                  <a:pt x="579661" y="126692"/>
                </a:lnTo>
                <a:lnTo>
                  <a:pt x="579236" y="127342"/>
                </a:lnTo>
                <a:lnTo>
                  <a:pt x="578855" y="128015"/>
                </a:lnTo>
                <a:lnTo>
                  <a:pt x="578520" y="128709"/>
                </a:lnTo>
                <a:lnTo>
                  <a:pt x="578231" y="129421"/>
                </a:lnTo>
                <a:lnTo>
                  <a:pt x="577987" y="130150"/>
                </a:lnTo>
                <a:lnTo>
                  <a:pt x="577791" y="130891"/>
                </a:lnTo>
                <a:lnTo>
                  <a:pt x="577643" y="131644"/>
                </a:lnTo>
                <a:lnTo>
                  <a:pt x="577542" y="132405"/>
                </a:lnTo>
                <a:lnTo>
                  <a:pt x="577490" y="133172"/>
                </a:lnTo>
                <a:lnTo>
                  <a:pt x="577487" y="133943"/>
                </a:lnTo>
                <a:lnTo>
                  <a:pt x="577534" y="134715"/>
                </a:lnTo>
                <a:lnTo>
                  <a:pt x="577632" y="135485"/>
                </a:lnTo>
                <a:lnTo>
                  <a:pt x="577780" y="136252"/>
                </a:lnTo>
                <a:lnTo>
                  <a:pt x="577980" y="137012"/>
                </a:lnTo>
                <a:lnTo>
                  <a:pt x="578232" y="137764"/>
                </a:lnTo>
                <a:lnTo>
                  <a:pt x="578536" y="138505"/>
                </a:lnTo>
                <a:lnTo>
                  <a:pt x="578894" y="139232"/>
                </a:lnTo>
                <a:lnTo>
                  <a:pt x="579306" y="139943"/>
                </a:lnTo>
                <a:lnTo>
                  <a:pt x="579764" y="140624"/>
                </a:lnTo>
                <a:lnTo>
                  <a:pt x="580261" y="141264"/>
                </a:lnTo>
                <a:lnTo>
                  <a:pt x="580793" y="141863"/>
                </a:lnTo>
                <a:lnTo>
                  <a:pt x="581359" y="142419"/>
                </a:lnTo>
                <a:lnTo>
                  <a:pt x="581955" y="142932"/>
                </a:lnTo>
                <a:lnTo>
                  <a:pt x="582579" y="143401"/>
                </a:lnTo>
                <a:lnTo>
                  <a:pt x="583229" y="143826"/>
                </a:lnTo>
                <a:lnTo>
                  <a:pt x="583902" y="144207"/>
                </a:lnTo>
                <a:lnTo>
                  <a:pt x="584596" y="144542"/>
                </a:lnTo>
                <a:lnTo>
                  <a:pt x="585309" y="144832"/>
                </a:lnTo>
                <a:lnTo>
                  <a:pt x="586037" y="145075"/>
                </a:lnTo>
                <a:lnTo>
                  <a:pt x="586779" y="145271"/>
                </a:lnTo>
                <a:lnTo>
                  <a:pt x="587531" y="145420"/>
                </a:lnTo>
                <a:lnTo>
                  <a:pt x="588292" y="145520"/>
                </a:lnTo>
                <a:lnTo>
                  <a:pt x="589060" y="145572"/>
                </a:lnTo>
                <a:lnTo>
                  <a:pt x="589830" y="145575"/>
                </a:lnTo>
                <a:lnTo>
                  <a:pt x="590602" y="145528"/>
                </a:lnTo>
                <a:lnTo>
                  <a:pt x="591373" y="145430"/>
                </a:lnTo>
                <a:lnTo>
                  <a:pt x="592139" y="145282"/>
                </a:lnTo>
                <a:lnTo>
                  <a:pt x="592900" y="145082"/>
                </a:lnTo>
                <a:lnTo>
                  <a:pt x="593651" y="144830"/>
                </a:lnTo>
                <a:lnTo>
                  <a:pt x="594392" y="144525"/>
                </a:lnTo>
                <a:lnTo>
                  <a:pt x="595119" y="144167"/>
                </a:lnTo>
                <a:lnTo>
                  <a:pt x="595829" y="143756"/>
                </a:lnTo>
                <a:lnTo>
                  <a:pt x="708026" y="73632"/>
                </a:lnTo>
                <a:lnTo>
                  <a:pt x="595829" y="3510"/>
                </a:lnTo>
                <a:lnTo>
                  <a:pt x="595118" y="3098"/>
                </a:lnTo>
                <a:lnTo>
                  <a:pt x="594391" y="2740"/>
                </a:lnTo>
                <a:lnTo>
                  <a:pt x="593651" y="2436"/>
                </a:lnTo>
                <a:lnTo>
                  <a:pt x="592899" y="2184"/>
                </a:lnTo>
                <a:lnTo>
                  <a:pt x="592138" y="1984"/>
                </a:lnTo>
                <a:lnTo>
                  <a:pt x="591372" y="1835"/>
                </a:lnTo>
                <a:lnTo>
                  <a:pt x="590601" y="1738"/>
                </a:lnTo>
                <a:lnTo>
                  <a:pt x="589829" y="1691"/>
                </a:lnTo>
                <a:lnTo>
                  <a:pt x="589059" y="1693"/>
                </a:lnTo>
                <a:lnTo>
                  <a:pt x="588291" y="1745"/>
                </a:lnTo>
                <a:lnTo>
                  <a:pt x="587530" y="1846"/>
                </a:lnTo>
                <a:lnTo>
                  <a:pt x="586778" y="1994"/>
                </a:lnTo>
                <a:lnTo>
                  <a:pt x="586036" y="2191"/>
                </a:lnTo>
                <a:lnTo>
                  <a:pt x="585308" y="2434"/>
                </a:lnTo>
                <a:lnTo>
                  <a:pt x="584596" y="2723"/>
                </a:lnTo>
                <a:lnTo>
                  <a:pt x="583902" y="3059"/>
                </a:lnTo>
                <a:lnTo>
                  <a:pt x="583229" y="3439"/>
                </a:lnTo>
                <a:lnTo>
                  <a:pt x="582579" y="3865"/>
                </a:lnTo>
                <a:lnTo>
                  <a:pt x="581955" y="4334"/>
                </a:lnTo>
                <a:lnTo>
                  <a:pt x="581359" y="4847"/>
                </a:lnTo>
                <a:lnTo>
                  <a:pt x="580793" y="5403"/>
                </a:lnTo>
                <a:lnTo>
                  <a:pt x="580261" y="6001"/>
                </a:lnTo>
                <a:lnTo>
                  <a:pt x="579764" y="6642"/>
                </a:lnTo>
                <a:lnTo>
                  <a:pt x="579306" y="7323"/>
                </a:lnTo>
                <a:lnTo>
                  <a:pt x="578894" y="8034"/>
                </a:lnTo>
                <a:lnTo>
                  <a:pt x="578536" y="8761"/>
                </a:lnTo>
                <a:lnTo>
                  <a:pt x="578232" y="9501"/>
                </a:lnTo>
                <a:lnTo>
                  <a:pt x="577980" y="10253"/>
                </a:lnTo>
                <a:lnTo>
                  <a:pt x="577780" y="11014"/>
                </a:lnTo>
                <a:lnTo>
                  <a:pt x="577631" y="11780"/>
                </a:lnTo>
                <a:lnTo>
                  <a:pt x="577534" y="12551"/>
                </a:lnTo>
                <a:lnTo>
                  <a:pt x="577487" y="13323"/>
                </a:lnTo>
                <a:lnTo>
                  <a:pt x="577489" y="14094"/>
                </a:lnTo>
                <a:lnTo>
                  <a:pt x="577541" y="14861"/>
                </a:lnTo>
                <a:lnTo>
                  <a:pt x="577642" y="15622"/>
                </a:lnTo>
                <a:lnTo>
                  <a:pt x="577790" y="16374"/>
                </a:lnTo>
                <a:lnTo>
                  <a:pt x="577986" y="17116"/>
                </a:lnTo>
                <a:lnTo>
                  <a:pt x="578230" y="17844"/>
                </a:lnTo>
                <a:lnTo>
                  <a:pt x="578519" y="18557"/>
                </a:lnTo>
                <a:lnTo>
                  <a:pt x="578854" y="19251"/>
                </a:lnTo>
                <a:lnTo>
                  <a:pt x="579235" y="19924"/>
                </a:lnTo>
                <a:lnTo>
                  <a:pt x="579660" y="20574"/>
                </a:lnTo>
                <a:lnTo>
                  <a:pt x="580130" y="21198"/>
                </a:lnTo>
                <a:lnTo>
                  <a:pt x="580642" y="21794"/>
                </a:lnTo>
                <a:lnTo>
                  <a:pt x="581198" y="22359"/>
                </a:lnTo>
                <a:lnTo>
                  <a:pt x="581797" y="22891"/>
                </a:lnTo>
                <a:lnTo>
                  <a:pt x="582437" y="23388"/>
                </a:lnTo>
                <a:lnTo>
                  <a:pt x="583119" y="23846"/>
                </a:lnTo>
                <a:lnTo>
                  <a:pt x="643591" y="61642"/>
                </a:lnTo>
                <a:lnTo>
                  <a:pt x="0" y="61643"/>
                </a:lnTo>
                <a:lnTo>
                  <a:pt x="0" y="85625"/>
                </a:lnTo>
                <a:lnTo>
                  <a:pt x="643592" y="85623"/>
                </a:lnTo>
                <a:lnTo>
                  <a:pt x="583119" y="1234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No">
            <a:extLst xmlns:a="http://schemas.openxmlformats.org/drawingml/2006/main">
              <a:ext uri="{FF2B5EF4-FFF2-40B4-BE49-F238E27FC236}">
                <a16:creationId xmlns:a16="http://schemas.microsoft.com/office/drawing/2014/main" id="{F36752E3-D370-479E-94FB-83B83214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7624" y="888155"/>
            <a:ext cx="247290" cy="140994"/>
          </a:xfrm>
          <a:custGeom xmlns:a="http://schemas.openxmlformats.org/drawingml/2006/main">
            <a:pathLst>
              <a:path w="247290" h="140994">
                <a:moveTo>
                  <a:pt x="117350" y="28977"/>
                </a:moveTo>
                <a:lnTo>
                  <a:pt x="117350" y="99179"/>
                </a:lnTo>
                <a:cubicBezTo>
                  <a:pt x="117350" y="103258"/>
                  <a:pt x="117350" y="105621"/>
                  <a:pt x="115847" y="105621"/>
                </a:cubicBezTo>
                <a:cubicBezTo>
                  <a:pt x="114990" y="105621"/>
                  <a:pt x="111772" y="101755"/>
                  <a:pt x="105549" y="93810"/>
                </a:cubicBezTo>
                <a:lnTo>
                  <a:pt x="31965" y="432"/>
                </a:lnTo>
                <a:lnTo>
                  <a:pt x="3005" y="0"/>
                </a:lnTo>
                <a:cubicBezTo>
                  <a:pt x="1719" y="1290"/>
                  <a:pt x="1719" y="5794"/>
                  <a:pt x="3005" y="7080"/>
                </a:cubicBezTo>
                <a:cubicBezTo>
                  <a:pt x="12230" y="7725"/>
                  <a:pt x="18665" y="15238"/>
                  <a:pt x="19952" y="20819"/>
                </a:cubicBezTo>
                <a:lnTo>
                  <a:pt x="19952" y="110341"/>
                </a:lnTo>
                <a:cubicBezTo>
                  <a:pt x="19952" y="129448"/>
                  <a:pt x="16305" y="130738"/>
                  <a:pt x="1290" y="132241"/>
                </a:cubicBezTo>
                <a:cubicBezTo>
                  <a:pt x="0" y="133527"/>
                  <a:pt x="0" y="138031"/>
                  <a:pt x="1290" y="139318"/>
                </a:cubicBezTo>
                <a:cubicBezTo>
                  <a:pt x="10514" y="139105"/>
                  <a:pt x="20253" y="138889"/>
                  <a:pt x="25317" y="138889"/>
                </a:cubicBezTo>
                <a:cubicBezTo>
                  <a:pt x="30270" y="138889"/>
                  <a:pt x="40119" y="139105"/>
                  <a:pt x="49128" y="139318"/>
                </a:cubicBezTo>
                <a:cubicBezTo>
                  <a:pt x="50414" y="138031"/>
                  <a:pt x="50414" y="133527"/>
                  <a:pt x="49128" y="132241"/>
                </a:cubicBezTo>
                <a:cubicBezTo>
                  <a:pt x="34113" y="130738"/>
                  <a:pt x="30463" y="129877"/>
                  <a:pt x="30463" y="110341"/>
                </a:cubicBezTo>
                <a:lnTo>
                  <a:pt x="30463" y="44650"/>
                </a:lnTo>
                <a:cubicBezTo>
                  <a:pt x="30463" y="37350"/>
                  <a:pt x="30463" y="34129"/>
                  <a:pt x="32181" y="34129"/>
                </a:cubicBezTo>
                <a:cubicBezTo>
                  <a:pt x="33468" y="34129"/>
                  <a:pt x="35828" y="36492"/>
                  <a:pt x="39474" y="41216"/>
                </a:cubicBezTo>
                <a:lnTo>
                  <a:pt x="114345" y="135887"/>
                </a:lnTo>
                <a:cubicBezTo>
                  <a:pt x="116705" y="139063"/>
                  <a:pt x="119494" y="140994"/>
                  <a:pt x="122928" y="140994"/>
                </a:cubicBezTo>
                <a:cubicBezTo>
                  <a:pt x="125929" y="140994"/>
                  <a:pt x="127861" y="138421"/>
                  <a:pt x="127861" y="134342"/>
                </a:cubicBezTo>
                <a:lnTo>
                  <a:pt x="127861" y="28970"/>
                </a:lnTo>
                <a:cubicBezTo>
                  <a:pt x="127861" y="9873"/>
                  <a:pt x="131507" y="8583"/>
                  <a:pt x="146526" y="7080"/>
                </a:cubicBezTo>
                <a:cubicBezTo>
                  <a:pt x="147812" y="5794"/>
                  <a:pt x="147812" y="1290"/>
                  <a:pt x="146526" y="0"/>
                </a:cubicBezTo>
                <a:cubicBezTo>
                  <a:pt x="137730" y="216"/>
                  <a:pt x="127583" y="432"/>
                  <a:pt x="122496" y="432"/>
                </a:cubicBezTo>
                <a:cubicBezTo>
                  <a:pt x="117929" y="432"/>
                  <a:pt x="108125" y="216"/>
                  <a:pt x="98685" y="0"/>
                </a:cubicBezTo>
                <a:cubicBezTo>
                  <a:pt x="97398" y="1290"/>
                  <a:pt x="97398" y="5794"/>
                  <a:pt x="98685" y="7080"/>
                </a:cubicBezTo>
                <a:cubicBezTo>
                  <a:pt x="113700" y="8583"/>
                  <a:pt x="117350" y="9441"/>
                  <a:pt x="117350" y="28970"/>
                </a:cubicBezTo>
                <a:lnTo>
                  <a:pt x="117350" y="28977"/>
                </a:lnTo>
                <a:close/>
                <a:moveTo>
                  <a:pt x="156756" y="94848"/>
                </a:moveTo>
                <a:cubicBezTo>
                  <a:pt x="156756" y="116744"/>
                  <a:pt x="171346" y="140994"/>
                  <a:pt x="201808" y="140994"/>
                </a:cubicBezTo>
                <a:cubicBezTo>
                  <a:pt x="215626" y="140994"/>
                  <a:pt x="226009" y="136126"/>
                  <a:pt x="233322" y="128980"/>
                </a:cubicBezTo>
                <a:cubicBezTo>
                  <a:pt x="242933" y="119579"/>
                  <a:pt x="247290" y="106076"/>
                  <a:pt x="247290" y="92917"/>
                </a:cubicBezTo>
                <a:cubicBezTo>
                  <a:pt x="247290" y="70592"/>
                  <a:pt x="235060" y="44624"/>
                  <a:pt x="202237" y="44624"/>
                </a:cubicBezTo>
                <a:cubicBezTo>
                  <a:pt x="188122" y="44624"/>
                  <a:pt x="176472" y="50418"/>
                  <a:pt x="168622" y="59645"/>
                </a:cubicBezTo>
                <a:cubicBezTo>
                  <a:pt x="160835" y="68791"/>
                  <a:pt x="156756" y="81283"/>
                  <a:pt x="156756" y="94848"/>
                </a:cubicBezTo>
                <a:moveTo>
                  <a:pt x="199019" y="52133"/>
                </a:moveTo>
                <a:cubicBezTo>
                  <a:pt x="217469" y="52133"/>
                  <a:pt x="228841" y="68877"/>
                  <a:pt x="228841" y="99788"/>
                </a:cubicBezTo>
                <a:cubicBezTo>
                  <a:pt x="228841" y="126833"/>
                  <a:pt x="214896" y="133488"/>
                  <a:pt x="204813" y="133488"/>
                </a:cubicBezTo>
                <a:cubicBezTo>
                  <a:pt x="182502" y="133488"/>
                  <a:pt x="175208" y="106439"/>
                  <a:pt x="175208" y="89912"/>
                </a:cubicBezTo>
                <a:cubicBezTo>
                  <a:pt x="175208" y="71237"/>
                  <a:pt x="179713" y="52133"/>
                  <a:pt x="199019" y="521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Attack">
            <a:extLst xmlns:a="http://schemas.openxmlformats.org/drawingml/2006/main">
              <a:ext uri="{FF2B5EF4-FFF2-40B4-BE49-F238E27FC236}">
                <a16:creationId xmlns:a16="http://schemas.microsoft.com/office/drawing/2014/main" id="{449A8FF2-15F5-44E9-9281-DB7A3BC5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9475" y="1133652"/>
            <a:ext cx="588772" cy="151885"/>
          </a:xfrm>
          <a:custGeom xmlns:a="http://schemas.openxmlformats.org/drawingml/2006/main">
            <a:pathLst>
              <a:path w="588772" h="151885">
                <a:moveTo>
                  <a:pt x="56208" y="89034"/>
                </a:moveTo>
                <a:cubicBezTo>
                  <a:pt x="51488" y="89034"/>
                  <a:pt x="49986" y="88393"/>
                  <a:pt x="50801" y="86183"/>
                </a:cubicBezTo>
                <a:lnTo>
                  <a:pt x="72726" y="30685"/>
                </a:lnTo>
                <a:lnTo>
                  <a:pt x="74013" y="30685"/>
                </a:lnTo>
                <a:lnTo>
                  <a:pt x="94177" y="89034"/>
                </a:lnTo>
                <a:lnTo>
                  <a:pt x="56208" y="89034"/>
                </a:lnTo>
                <a:moveTo>
                  <a:pt x="33039" y="132827"/>
                </a:moveTo>
                <a:lnTo>
                  <a:pt x="44836" y="101696"/>
                </a:lnTo>
                <a:cubicBezTo>
                  <a:pt x="45910" y="98904"/>
                  <a:pt x="47197" y="98046"/>
                  <a:pt x="52346" y="98046"/>
                </a:cubicBezTo>
                <a:lnTo>
                  <a:pt x="97611" y="98046"/>
                </a:lnTo>
                <a:lnTo>
                  <a:pt x="110053" y="134329"/>
                </a:lnTo>
                <a:cubicBezTo>
                  <a:pt x="112584" y="141737"/>
                  <a:pt x="104390" y="142401"/>
                  <a:pt x="94177" y="143131"/>
                </a:cubicBezTo>
                <a:cubicBezTo>
                  <a:pt x="92891" y="144418"/>
                  <a:pt x="92891" y="148922"/>
                  <a:pt x="94177" y="150209"/>
                </a:cubicBezTo>
                <a:cubicBezTo>
                  <a:pt x="102115" y="149996"/>
                  <a:pt x="113916" y="149780"/>
                  <a:pt x="122283" y="149780"/>
                </a:cubicBezTo>
                <a:cubicBezTo>
                  <a:pt x="131079" y="149780"/>
                  <a:pt x="139229" y="149996"/>
                  <a:pt x="146739" y="150209"/>
                </a:cubicBezTo>
                <a:cubicBezTo>
                  <a:pt x="148025" y="148922"/>
                  <a:pt x="148025" y="144418"/>
                  <a:pt x="146739" y="143131"/>
                </a:cubicBezTo>
                <a:cubicBezTo>
                  <a:pt x="138414" y="142379"/>
                  <a:pt x="131164" y="141671"/>
                  <a:pt x="127429" y="131324"/>
                </a:cubicBezTo>
                <a:lnTo>
                  <a:pt x="83237" y="8586"/>
                </a:lnTo>
                <a:cubicBezTo>
                  <a:pt x="80019" y="10518"/>
                  <a:pt x="74229" y="12878"/>
                  <a:pt x="71440" y="12878"/>
                </a:cubicBezTo>
                <a:lnTo>
                  <a:pt x="22741" y="127887"/>
                </a:lnTo>
                <a:cubicBezTo>
                  <a:pt x="17163" y="141200"/>
                  <a:pt x="10619" y="142487"/>
                  <a:pt x="1286" y="143131"/>
                </a:cubicBezTo>
                <a:cubicBezTo>
                  <a:pt x="0" y="144418"/>
                  <a:pt x="0" y="148922"/>
                  <a:pt x="1286" y="150209"/>
                </a:cubicBezTo>
                <a:cubicBezTo>
                  <a:pt x="6864" y="149996"/>
                  <a:pt x="13879" y="149780"/>
                  <a:pt x="20380" y="149780"/>
                </a:cubicBezTo>
                <a:cubicBezTo>
                  <a:pt x="29176" y="149780"/>
                  <a:pt x="39903" y="149996"/>
                  <a:pt x="47841" y="150209"/>
                </a:cubicBezTo>
                <a:cubicBezTo>
                  <a:pt x="49128" y="148922"/>
                  <a:pt x="49128" y="144418"/>
                  <a:pt x="47841" y="143131"/>
                </a:cubicBezTo>
                <a:cubicBezTo>
                  <a:pt x="39772" y="142572"/>
                  <a:pt x="29690" y="141649"/>
                  <a:pt x="33039" y="132827"/>
                </a:cubicBezTo>
                <a:close/>
                <a:moveTo>
                  <a:pt x="158903" y="57819"/>
                </a:moveTo>
                <a:cubicBezTo>
                  <a:pt x="155898" y="57819"/>
                  <a:pt x="155040" y="60395"/>
                  <a:pt x="155040" y="62110"/>
                </a:cubicBezTo>
                <a:lnTo>
                  <a:pt x="155040" y="64899"/>
                </a:lnTo>
                <a:cubicBezTo>
                  <a:pt x="155040" y="65973"/>
                  <a:pt x="155253" y="66186"/>
                  <a:pt x="156114" y="66186"/>
                </a:cubicBezTo>
                <a:lnTo>
                  <a:pt x="168769" y="66186"/>
                </a:lnTo>
                <a:lnTo>
                  <a:pt x="168769" y="130663"/>
                </a:lnTo>
                <a:cubicBezTo>
                  <a:pt x="168769" y="145878"/>
                  <a:pt x="175421" y="151885"/>
                  <a:pt x="185287" y="151885"/>
                </a:cubicBezTo>
                <a:cubicBezTo>
                  <a:pt x="195157" y="151885"/>
                  <a:pt x="205884" y="147168"/>
                  <a:pt x="214251" y="137730"/>
                </a:cubicBezTo>
                <a:cubicBezTo>
                  <a:pt x="213822" y="135524"/>
                  <a:pt x="212535" y="134303"/>
                  <a:pt x="210388" y="134090"/>
                </a:cubicBezTo>
                <a:cubicBezTo>
                  <a:pt x="204810" y="138375"/>
                  <a:pt x="198374" y="140087"/>
                  <a:pt x="192796" y="140087"/>
                </a:cubicBezTo>
                <a:cubicBezTo>
                  <a:pt x="187006" y="140087"/>
                  <a:pt x="185719" y="133661"/>
                  <a:pt x="185719" y="120381"/>
                </a:cubicBezTo>
                <a:lnTo>
                  <a:pt x="185719" y="66186"/>
                </a:lnTo>
                <a:lnTo>
                  <a:pt x="208028" y="66186"/>
                </a:lnTo>
                <a:cubicBezTo>
                  <a:pt x="210175" y="66186"/>
                  <a:pt x="213177" y="65328"/>
                  <a:pt x="213177" y="63397"/>
                </a:cubicBezTo>
                <a:lnTo>
                  <a:pt x="213177" y="59109"/>
                </a:lnTo>
                <a:cubicBezTo>
                  <a:pt x="213177" y="58251"/>
                  <a:pt x="212535" y="57819"/>
                  <a:pt x="211462" y="57819"/>
                </a:cubicBezTo>
                <a:lnTo>
                  <a:pt x="185719" y="57819"/>
                </a:lnTo>
                <a:lnTo>
                  <a:pt x="185719" y="49455"/>
                </a:lnTo>
                <a:cubicBezTo>
                  <a:pt x="185719" y="35510"/>
                  <a:pt x="186577" y="26927"/>
                  <a:pt x="186577" y="26927"/>
                </a:cubicBezTo>
                <a:cubicBezTo>
                  <a:pt x="186577" y="25556"/>
                  <a:pt x="185932" y="25042"/>
                  <a:pt x="184924" y="25042"/>
                </a:cubicBezTo>
                <a:cubicBezTo>
                  <a:pt x="183958" y="25042"/>
                  <a:pt x="182135" y="25877"/>
                  <a:pt x="180141" y="26970"/>
                </a:cubicBezTo>
                <a:cubicBezTo>
                  <a:pt x="177716" y="28322"/>
                  <a:pt x="175529" y="29245"/>
                  <a:pt x="172845" y="29995"/>
                </a:cubicBezTo>
                <a:cubicBezTo>
                  <a:pt x="170272" y="30725"/>
                  <a:pt x="168128" y="31455"/>
                  <a:pt x="168128" y="32934"/>
                </a:cubicBezTo>
                <a:cubicBezTo>
                  <a:pt x="168128" y="35425"/>
                  <a:pt x="168769" y="34008"/>
                  <a:pt x="168769" y="57799"/>
                </a:cubicBezTo>
                <a:lnTo>
                  <a:pt x="158903" y="57819"/>
                </a:lnTo>
                <a:close/>
                <a:moveTo>
                  <a:pt x="227917" y="57819"/>
                </a:moveTo>
                <a:cubicBezTo>
                  <a:pt x="224912" y="57819"/>
                  <a:pt x="224054" y="60395"/>
                  <a:pt x="224054" y="62110"/>
                </a:cubicBezTo>
                <a:lnTo>
                  <a:pt x="224054" y="64899"/>
                </a:lnTo>
                <a:cubicBezTo>
                  <a:pt x="224054" y="65973"/>
                  <a:pt x="224267" y="66186"/>
                  <a:pt x="225128" y="66186"/>
                </a:cubicBezTo>
                <a:lnTo>
                  <a:pt x="237783" y="66186"/>
                </a:lnTo>
                <a:lnTo>
                  <a:pt x="237783" y="130663"/>
                </a:lnTo>
                <a:cubicBezTo>
                  <a:pt x="237783" y="145878"/>
                  <a:pt x="244434" y="151885"/>
                  <a:pt x="254301" y="151885"/>
                </a:cubicBezTo>
                <a:cubicBezTo>
                  <a:pt x="264170" y="151885"/>
                  <a:pt x="274897" y="147168"/>
                  <a:pt x="283264" y="137730"/>
                </a:cubicBezTo>
                <a:cubicBezTo>
                  <a:pt x="282835" y="135524"/>
                  <a:pt x="281549" y="134303"/>
                  <a:pt x="279401" y="134090"/>
                </a:cubicBezTo>
                <a:cubicBezTo>
                  <a:pt x="273823" y="138375"/>
                  <a:pt x="267388" y="140087"/>
                  <a:pt x="261810" y="140087"/>
                </a:cubicBezTo>
                <a:cubicBezTo>
                  <a:pt x="256019" y="140087"/>
                  <a:pt x="254733" y="133661"/>
                  <a:pt x="254733" y="120381"/>
                </a:cubicBezTo>
                <a:lnTo>
                  <a:pt x="254733" y="66186"/>
                </a:lnTo>
                <a:lnTo>
                  <a:pt x="277041" y="66186"/>
                </a:lnTo>
                <a:cubicBezTo>
                  <a:pt x="279189" y="66186"/>
                  <a:pt x="282190" y="65328"/>
                  <a:pt x="282190" y="63397"/>
                </a:cubicBezTo>
                <a:lnTo>
                  <a:pt x="282190" y="59109"/>
                </a:lnTo>
                <a:cubicBezTo>
                  <a:pt x="282190" y="58251"/>
                  <a:pt x="281549" y="57819"/>
                  <a:pt x="280475" y="57819"/>
                </a:cubicBezTo>
                <a:lnTo>
                  <a:pt x="254733" y="57819"/>
                </a:lnTo>
                <a:lnTo>
                  <a:pt x="254733" y="49455"/>
                </a:lnTo>
                <a:cubicBezTo>
                  <a:pt x="254733" y="35510"/>
                  <a:pt x="255590" y="26927"/>
                  <a:pt x="255590" y="26927"/>
                </a:cubicBezTo>
                <a:cubicBezTo>
                  <a:pt x="255590" y="25556"/>
                  <a:pt x="254945" y="25042"/>
                  <a:pt x="253937" y="25042"/>
                </a:cubicBezTo>
                <a:cubicBezTo>
                  <a:pt x="252972" y="25042"/>
                  <a:pt x="251148" y="25877"/>
                  <a:pt x="249155" y="26970"/>
                </a:cubicBezTo>
                <a:cubicBezTo>
                  <a:pt x="246729" y="28322"/>
                  <a:pt x="244542" y="29245"/>
                  <a:pt x="241858" y="29995"/>
                </a:cubicBezTo>
                <a:cubicBezTo>
                  <a:pt x="239285" y="30725"/>
                  <a:pt x="237141" y="31455"/>
                  <a:pt x="237141" y="32934"/>
                </a:cubicBezTo>
                <a:cubicBezTo>
                  <a:pt x="237141" y="35425"/>
                  <a:pt x="237783" y="34008"/>
                  <a:pt x="237783" y="57799"/>
                </a:cubicBezTo>
                <a:lnTo>
                  <a:pt x="227917" y="57819"/>
                </a:lnTo>
                <a:close/>
                <a:moveTo>
                  <a:pt x="350563" y="99732"/>
                </a:moveTo>
                <a:lnTo>
                  <a:pt x="350563" y="128064"/>
                </a:lnTo>
                <a:cubicBezTo>
                  <a:pt x="350563" y="130856"/>
                  <a:pt x="349273" y="132359"/>
                  <a:pt x="347558" y="133645"/>
                </a:cubicBezTo>
                <a:cubicBezTo>
                  <a:pt x="341980" y="138153"/>
                  <a:pt x="334687" y="143092"/>
                  <a:pt x="328680" y="143092"/>
                </a:cubicBezTo>
                <a:cubicBezTo>
                  <a:pt x="317953" y="143092"/>
                  <a:pt x="313232" y="134506"/>
                  <a:pt x="313232" y="127851"/>
                </a:cubicBezTo>
                <a:cubicBezTo>
                  <a:pt x="313232" y="118191"/>
                  <a:pt x="317740" y="108315"/>
                  <a:pt x="333613" y="104240"/>
                </a:cubicBezTo>
                <a:lnTo>
                  <a:pt x="350563" y="99732"/>
                </a:lnTo>
                <a:moveTo>
                  <a:pt x="350563" y="139442"/>
                </a:moveTo>
                <a:cubicBezTo>
                  <a:pt x="351849" y="146094"/>
                  <a:pt x="354121" y="151885"/>
                  <a:pt x="364936" y="151885"/>
                </a:cubicBezTo>
                <a:cubicBezTo>
                  <a:pt x="373153" y="151885"/>
                  <a:pt x="380875" y="148238"/>
                  <a:pt x="385314" y="143950"/>
                </a:cubicBezTo>
                <a:cubicBezTo>
                  <a:pt x="384950" y="141311"/>
                  <a:pt x="384093" y="139508"/>
                  <a:pt x="381667" y="138156"/>
                </a:cubicBezTo>
                <a:cubicBezTo>
                  <a:pt x="380060" y="139485"/>
                  <a:pt x="376456" y="141590"/>
                  <a:pt x="373729" y="141590"/>
                </a:cubicBezTo>
                <a:cubicBezTo>
                  <a:pt x="367509" y="141590"/>
                  <a:pt x="367293" y="133216"/>
                  <a:pt x="367293" y="123343"/>
                </a:cubicBezTo>
                <a:lnTo>
                  <a:pt x="367293" y="91787"/>
                </a:lnTo>
                <a:cubicBezTo>
                  <a:pt x="367293" y="61308"/>
                  <a:pt x="350563" y="55514"/>
                  <a:pt x="334899" y="55514"/>
                </a:cubicBezTo>
                <a:cubicBezTo>
                  <a:pt x="317308" y="55514"/>
                  <a:pt x="299504" y="67102"/>
                  <a:pt x="299504" y="79339"/>
                </a:cubicBezTo>
                <a:cubicBezTo>
                  <a:pt x="299504" y="84491"/>
                  <a:pt x="302076" y="87067"/>
                  <a:pt x="307013" y="87067"/>
                </a:cubicBezTo>
                <a:cubicBezTo>
                  <a:pt x="313232" y="87067"/>
                  <a:pt x="317095" y="82560"/>
                  <a:pt x="317095" y="79767"/>
                </a:cubicBezTo>
                <a:cubicBezTo>
                  <a:pt x="317095" y="78265"/>
                  <a:pt x="316879" y="76762"/>
                  <a:pt x="316450" y="75905"/>
                </a:cubicBezTo>
                <a:cubicBezTo>
                  <a:pt x="316237" y="75260"/>
                  <a:pt x="316021" y="73973"/>
                  <a:pt x="316021" y="71610"/>
                </a:cubicBezTo>
                <a:cubicBezTo>
                  <a:pt x="316021" y="64955"/>
                  <a:pt x="325033" y="62595"/>
                  <a:pt x="333184" y="62595"/>
                </a:cubicBezTo>
                <a:cubicBezTo>
                  <a:pt x="340477" y="62595"/>
                  <a:pt x="350563" y="66245"/>
                  <a:pt x="350563" y="90501"/>
                </a:cubicBezTo>
                <a:cubicBezTo>
                  <a:pt x="350563" y="92003"/>
                  <a:pt x="349918" y="92861"/>
                  <a:pt x="349273" y="93077"/>
                </a:cubicBezTo>
                <a:lnTo>
                  <a:pt x="330824" y="97585"/>
                </a:lnTo>
                <a:cubicBezTo>
                  <a:pt x="310231" y="102737"/>
                  <a:pt x="295428" y="114112"/>
                  <a:pt x="295428" y="128709"/>
                </a:cubicBezTo>
                <a:cubicBezTo>
                  <a:pt x="295428" y="146310"/>
                  <a:pt x="307442" y="151885"/>
                  <a:pt x="322457" y="151885"/>
                </a:cubicBezTo>
                <a:cubicBezTo>
                  <a:pt x="329924" y="151885"/>
                  <a:pt x="336402" y="150169"/>
                  <a:pt x="345842" y="142876"/>
                </a:cubicBezTo>
                <a:lnTo>
                  <a:pt x="350134" y="139442"/>
                </a:lnTo>
                <a:lnTo>
                  <a:pt x="350563" y="139442"/>
                </a:lnTo>
                <a:close/>
                <a:moveTo>
                  <a:pt x="471921" y="130211"/>
                </a:moveTo>
                <a:cubicBezTo>
                  <a:pt x="471063" y="128280"/>
                  <a:pt x="469345" y="127422"/>
                  <a:pt x="467417" y="127206"/>
                </a:cubicBezTo>
                <a:cubicBezTo>
                  <a:pt x="460120" y="136653"/>
                  <a:pt x="450896" y="141374"/>
                  <a:pt x="441671" y="141374"/>
                </a:cubicBezTo>
                <a:cubicBezTo>
                  <a:pt x="426011" y="141374"/>
                  <a:pt x="412924" y="125491"/>
                  <a:pt x="412924" y="100374"/>
                </a:cubicBezTo>
                <a:cubicBezTo>
                  <a:pt x="412924" y="76762"/>
                  <a:pt x="423222" y="62595"/>
                  <a:pt x="437383" y="62595"/>
                </a:cubicBezTo>
                <a:cubicBezTo>
                  <a:pt x="450038" y="62595"/>
                  <a:pt x="451753" y="70107"/>
                  <a:pt x="452614" y="77620"/>
                </a:cubicBezTo>
                <a:cubicBezTo>
                  <a:pt x="453256" y="83417"/>
                  <a:pt x="456261" y="85349"/>
                  <a:pt x="460765" y="85349"/>
                </a:cubicBezTo>
                <a:cubicBezTo>
                  <a:pt x="465269" y="85349"/>
                  <a:pt x="471276" y="82560"/>
                  <a:pt x="471276" y="75905"/>
                </a:cubicBezTo>
                <a:cubicBezTo>
                  <a:pt x="471276" y="64097"/>
                  <a:pt x="459050" y="55514"/>
                  <a:pt x="438453" y="55514"/>
                </a:cubicBezTo>
                <a:cubicBezTo>
                  <a:pt x="417215" y="55514"/>
                  <a:pt x="394474" y="74615"/>
                  <a:pt x="394474" y="105097"/>
                </a:cubicBezTo>
                <a:cubicBezTo>
                  <a:pt x="394474" y="132787"/>
                  <a:pt x="409922" y="151885"/>
                  <a:pt x="436951" y="151885"/>
                </a:cubicBezTo>
                <a:cubicBezTo>
                  <a:pt x="449825" y="151885"/>
                  <a:pt x="461194" y="147809"/>
                  <a:pt x="471921" y="130211"/>
                </a:cubicBezTo>
                <a:close/>
                <a:moveTo>
                  <a:pt x="498029" y="123615"/>
                </a:moveTo>
                <a:cubicBezTo>
                  <a:pt x="498029" y="141416"/>
                  <a:pt x="495669" y="142274"/>
                  <a:pt x="483655" y="143131"/>
                </a:cubicBezTo>
                <a:cubicBezTo>
                  <a:pt x="482365" y="144418"/>
                  <a:pt x="482365" y="148922"/>
                  <a:pt x="483655" y="150209"/>
                </a:cubicBezTo>
                <a:cubicBezTo>
                  <a:pt x="490732" y="149996"/>
                  <a:pt x="498029" y="149780"/>
                  <a:pt x="506609" y="149780"/>
                </a:cubicBezTo>
                <a:cubicBezTo>
                  <a:pt x="514118" y="149780"/>
                  <a:pt x="521198" y="149996"/>
                  <a:pt x="526131" y="150209"/>
                </a:cubicBezTo>
                <a:cubicBezTo>
                  <a:pt x="527418" y="148922"/>
                  <a:pt x="527418" y="144418"/>
                  <a:pt x="526131" y="143131"/>
                </a:cubicBezTo>
                <a:cubicBezTo>
                  <a:pt x="517336" y="142274"/>
                  <a:pt x="514976" y="141416"/>
                  <a:pt x="514976" y="123615"/>
                </a:cubicBezTo>
                <a:lnTo>
                  <a:pt x="514976" y="104979"/>
                </a:lnTo>
                <a:cubicBezTo>
                  <a:pt x="519094" y="105087"/>
                  <a:pt x="522118" y="105408"/>
                  <a:pt x="524200" y="106138"/>
                </a:cubicBezTo>
                <a:cubicBezTo>
                  <a:pt x="526560" y="107745"/>
                  <a:pt x="528511" y="109677"/>
                  <a:pt x="531065" y="113107"/>
                </a:cubicBezTo>
                <a:lnTo>
                  <a:pt x="546725" y="134123"/>
                </a:lnTo>
                <a:cubicBezTo>
                  <a:pt x="553033" y="142595"/>
                  <a:pt x="555458" y="146627"/>
                  <a:pt x="555736" y="149138"/>
                </a:cubicBezTo>
                <a:cubicBezTo>
                  <a:pt x="555799" y="149780"/>
                  <a:pt x="555949" y="150209"/>
                  <a:pt x="556594" y="150209"/>
                </a:cubicBezTo>
                <a:cubicBezTo>
                  <a:pt x="560886" y="149996"/>
                  <a:pt x="565603" y="149780"/>
                  <a:pt x="569894" y="149780"/>
                </a:cubicBezTo>
                <a:cubicBezTo>
                  <a:pt x="576546" y="149780"/>
                  <a:pt x="583194" y="149996"/>
                  <a:pt x="587486" y="150209"/>
                </a:cubicBezTo>
                <a:cubicBezTo>
                  <a:pt x="588772" y="148922"/>
                  <a:pt x="588772" y="144418"/>
                  <a:pt x="587486" y="143131"/>
                </a:cubicBezTo>
                <a:cubicBezTo>
                  <a:pt x="580192" y="142274"/>
                  <a:pt x="574765" y="141331"/>
                  <a:pt x="569036" y="134123"/>
                </a:cubicBezTo>
                <a:lnTo>
                  <a:pt x="540718" y="98524"/>
                </a:lnTo>
                <a:cubicBezTo>
                  <a:pt x="539945" y="97562"/>
                  <a:pt x="539219" y="96596"/>
                  <a:pt x="539219" y="95526"/>
                </a:cubicBezTo>
                <a:cubicBezTo>
                  <a:pt x="539219" y="94671"/>
                  <a:pt x="539219" y="94243"/>
                  <a:pt x="540076" y="93385"/>
                </a:cubicBezTo>
                <a:lnTo>
                  <a:pt x="558954" y="73901"/>
                </a:lnTo>
                <a:cubicBezTo>
                  <a:pt x="565390" y="67050"/>
                  <a:pt x="572899" y="65338"/>
                  <a:pt x="581479" y="64480"/>
                </a:cubicBezTo>
                <a:cubicBezTo>
                  <a:pt x="582765" y="63194"/>
                  <a:pt x="582765" y="58690"/>
                  <a:pt x="581479" y="57400"/>
                </a:cubicBezTo>
                <a:cubicBezTo>
                  <a:pt x="576546" y="57616"/>
                  <a:pt x="570539" y="57832"/>
                  <a:pt x="562817" y="57832"/>
                </a:cubicBezTo>
                <a:cubicBezTo>
                  <a:pt x="554663" y="57832"/>
                  <a:pt x="546725" y="57616"/>
                  <a:pt x="541792" y="57400"/>
                </a:cubicBezTo>
                <a:cubicBezTo>
                  <a:pt x="540505" y="58690"/>
                  <a:pt x="540505" y="63194"/>
                  <a:pt x="541792" y="64480"/>
                </a:cubicBezTo>
                <a:cubicBezTo>
                  <a:pt x="553805" y="65338"/>
                  <a:pt x="548721" y="72896"/>
                  <a:pt x="546725" y="75401"/>
                </a:cubicBezTo>
                <a:cubicBezTo>
                  <a:pt x="541792" y="81610"/>
                  <a:pt x="535078" y="88890"/>
                  <a:pt x="529562" y="92956"/>
                </a:cubicBezTo>
                <a:cubicBezTo>
                  <a:pt x="524802" y="96468"/>
                  <a:pt x="519031" y="98996"/>
                  <a:pt x="514976" y="99552"/>
                </a:cubicBezTo>
                <a:lnTo>
                  <a:pt x="514976" y="24757"/>
                </a:lnTo>
                <a:cubicBezTo>
                  <a:pt x="514976" y="10799"/>
                  <a:pt x="515833" y="2170"/>
                  <a:pt x="515833" y="2170"/>
                </a:cubicBezTo>
                <a:cubicBezTo>
                  <a:pt x="515833" y="651"/>
                  <a:pt x="514976" y="0"/>
                  <a:pt x="513044" y="0"/>
                </a:cubicBezTo>
                <a:cubicBezTo>
                  <a:pt x="507682" y="2170"/>
                  <a:pt x="491593" y="5211"/>
                  <a:pt x="483010" y="5866"/>
                </a:cubicBezTo>
                <a:cubicBezTo>
                  <a:pt x="482582" y="7581"/>
                  <a:pt x="483010" y="11012"/>
                  <a:pt x="484297" y="12302"/>
                </a:cubicBezTo>
                <a:cubicBezTo>
                  <a:pt x="495453" y="12943"/>
                  <a:pt x="498029" y="11873"/>
                  <a:pt x="498029" y="29913"/>
                </a:cubicBezTo>
                <a:lnTo>
                  <a:pt x="498029" y="1236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E16203-6CFB-4E89-A2D7-84D48C8E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5176" y="1297317"/>
            <a:ext cx="147263" cy="293698"/>
          </a:xfrm>
          <a:custGeom xmlns:a="http://schemas.openxmlformats.org/drawingml/2006/main">
            <a:pathLst>
              <a:path w="147263" h="293698">
                <a:moveTo>
                  <a:pt x="86771" y="157"/>
                </a:moveTo>
                <a:lnTo>
                  <a:pt x="62792" y="0"/>
                </a:lnTo>
                <a:lnTo>
                  <a:pt x="61293" y="229187"/>
                </a:lnTo>
                <a:lnTo>
                  <a:pt x="23893" y="168468"/>
                </a:lnTo>
                <a:lnTo>
                  <a:pt x="23439" y="167783"/>
                </a:lnTo>
                <a:lnTo>
                  <a:pt x="22947" y="167140"/>
                </a:lnTo>
                <a:lnTo>
                  <a:pt x="22419" y="166538"/>
                </a:lnTo>
                <a:lnTo>
                  <a:pt x="21857" y="165978"/>
                </a:lnTo>
                <a:lnTo>
                  <a:pt x="21264" y="165462"/>
                </a:lnTo>
                <a:lnTo>
                  <a:pt x="20643" y="164988"/>
                </a:lnTo>
                <a:lnTo>
                  <a:pt x="19996" y="164559"/>
                </a:lnTo>
                <a:lnTo>
                  <a:pt x="19326" y="164174"/>
                </a:lnTo>
                <a:lnTo>
                  <a:pt x="18634" y="163834"/>
                </a:lnTo>
                <a:lnTo>
                  <a:pt x="17924" y="163539"/>
                </a:lnTo>
                <a:lnTo>
                  <a:pt x="17197" y="163292"/>
                </a:lnTo>
                <a:lnTo>
                  <a:pt x="16457" y="163091"/>
                </a:lnTo>
                <a:lnTo>
                  <a:pt x="15705" y="162937"/>
                </a:lnTo>
                <a:lnTo>
                  <a:pt x="14945" y="162831"/>
                </a:lnTo>
                <a:lnTo>
                  <a:pt x="14178" y="162775"/>
                </a:lnTo>
                <a:lnTo>
                  <a:pt x="13407" y="162767"/>
                </a:lnTo>
                <a:lnTo>
                  <a:pt x="12635" y="162809"/>
                </a:lnTo>
                <a:lnTo>
                  <a:pt x="11864" y="162901"/>
                </a:lnTo>
                <a:lnTo>
                  <a:pt x="11096" y="163045"/>
                </a:lnTo>
                <a:lnTo>
                  <a:pt x="10335" y="163240"/>
                </a:lnTo>
                <a:lnTo>
                  <a:pt x="9581" y="163487"/>
                </a:lnTo>
                <a:lnTo>
                  <a:pt x="8839" y="163787"/>
                </a:lnTo>
                <a:lnTo>
                  <a:pt x="8109" y="164140"/>
                </a:lnTo>
                <a:lnTo>
                  <a:pt x="7396" y="164547"/>
                </a:lnTo>
                <a:lnTo>
                  <a:pt x="6711" y="165001"/>
                </a:lnTo>
                <a:lnTo>
                  <a:pt x="6068" y="165493"/>
                </a:lnTo>
                <a:lnTo>
                  <a:pt x="5466" y="166022"/>
                </a:lnTo>
                <a:lnTo>
                  <a:pt x="4906" y="166583"/>
                </a:lnTo>
                <a:lnTo>
                  <a:pt x="4389" y="167176"/>
                </a:lnTo>
                <a:lnTo>
                  <a:pt x="3915" y="167797"/>
                </a:lnTo>
                <a:lnTo>
                  <a:pt x="3485" y="168444"/>
                </a:lnTo>
                <a:lnTo>
                  <a:pt x="3100" y="169115"/>
                </a:lnTo>
                <a:lnTo>
                  <a:pt x="2760" y="169807"/>
                </a:lnTo>
                <a:lnTo>
                  <a:pt x="2466" y="170517"/>
                </a:lnTo>
                <a:lnTo>
                  <a:pt x="2218" y="171244"/>
                </a:lnTo>
                <a:lnTo>
                  <a:pt x="2017" y="171984"/>
                </a:lnTo>
                <a:lnTo>
                  <a:pt x="1864" y="172736"/>
                </a:lnTo>
                <a:lnTo>
                  <a:pt x="1758" y="173496"/>
                </a:lnTo>
                <a:lnTo>
                  <a:pt x="1701" y="174263"/>
                </a:lnTo>
                <a:lnTo>
                  <a:pt x="1694" y="175033"/>
                </a:lnTo>
                <a:lnTo>
                  <a:pt x="1736" y="175806"/>
                </a:lnTo>
                <a:lnTo>
                  <a:pt x="1828" y="176577"/>
                </a:lnTo>
                <a:lnTo>
                  <a:pt x="1972" y="177344"/>
                </a:lnTo>
                <a:lnTo>
                  <a:pt x="2167" y="178106"/>
                </a:lnTo>
                <a:lnTo>
                  <a:pt x="2414" y="178860"/>
                </a:lnTo>
                <a:lnTo>
                  <a:pt x="2714" y="179602"/>
                </a:lnTo>
                <a:lnTo>
                  <a:pt x="3068" y="180331"/>
                </a:lnTo>
                <a:lnTo>
                  <a:pt x="3475" y="181045"/>
                </a:lnTo>
                <a:lnTo>
                  <a:pt x="72862" y="293698"/>
                </a:lnTo>
                <a:lnTo>
                  <a:pt x="143716" y="181962"/>
                </a:lnTo>
                <a:lnTo>
                  <a:pt x="144132" y="181254"/>
                </a:lnTo>
                <a:lnTo>
                  <a:pt x="144495" y="180529"/>
                </a:lnTo>
                <a:lnTo>
                  <a:pt x="144805" y="179790"/>
                </a:lnTo>
                <a:lnTo>
                  <a:pt x="145062" y="179040"/>
                </a:lnTo>
                <a:lnTo>
                  <a:pt x="145267" y="178281"/>
                </a:lnTo>
                <a:lnTo>
                  <a:pt x="145420" y="177515"/>
                </a:lnTo>
                <a:lnTo>
                  <a:pt x="145523" y="176746"/>
                </a:lnTo>
                <a:lnTo>
                  <a:pt x="145575" y="175974"/>
                </a:lnTo>
                <a:lnTo>
                  <a:pt x="145578" y="175203"/>
                </a:lnTo>
                <a:lnTo>
                  <a:pt x="145531" y="174436"/>
                </a:lnTo>
                <a:lnTo>
                  <a:pt x="145435" y="173674"/>
                </a:lnTo>
                <a:lnTo>
                  <a:pt x="145292" y="172920"/>
                </a:lnTo>
                <a:lnTo>
                  <a:pt x="145100" y="172177"/>
                </a:lnTo>
                <a:lnTo>
                  <a:pt x="144862" y="171448"/>
                </a:lnTo>
                <a:lnTo>
                  <a:pt x="144577" y="170733"/>
                </a:lnTo>
                <a:lnTo>
                  <a:pt x="144246" y="170037"/>
                </a:lnTo>
                <a:lnTo>
                  <a:pt x="143870" y="169362"/>
                </a:lnTo>
                <a:lnTo>
                  <a:pt x="143449" y="168709"/>
                </a:lnTo>
                <a:lnTo>
                  <a:pt x="142984" y="168082"/>
                </a:lnTo>
                <a:lnTo>
                  <a:pt x="142474" y="167482"/>
                </a:lnTo>
                <a:lnTo>
                  <a:pt x="141922" y="166914"/>
                </a:lnTo>
                <a:lnTo>
                  <a:pt x="141327" y="166377"/>
                </a:lnTo>
                <a:lnTo>
                  <a:pt x="140690" y="165877"/>
                </a:lnTo>
                <a:lnTo>
                  <a:pt x="140011" y="165414"/>
                </a:lnTo>
                <a:lnTo>
                  <a:pt x="139303" y="164997"/>
                </a:lnTo>
                <a:lnTo>
                  <a:pt x="138578" y="164635"/>
                </a:lnTo>
                <a:lnTo>
                  <a:pt x="137840" y="164325"/>
                </a:lnTo>
                <a:lnTo>
                  <a:pt x="137090" y="164068"/>
                </a:lnTo>
                <a:lnTo>
                  <a:pt x="136330" y="163863"/>
                </a:lnTo>
                <a:lnTo>
                  <a:pt x="135565" y="163710"/>
                </a:lnTo>
                <a:lnTo>
                  <a:pt x="134795" y="163607"/>
                </a:lnTo>
                <a:lnTo>
                  <a:pt x="134023" y="163555"/>
                </a:lnTo>
                <a:lnTo>
                  <a:pt x="133253" y="163553"/>
                </a:lnTo>
                <a:lnTo>
                  <a:pt x="132485" y="163600"/>
                </a:lnTo>
                <a:lnTo>
                  <a:pt x="131724" y="163695"/>
                </a:lnTo>
                <a:lnTo>
                  <a:pt x="130970" y="163839"/>
                </a:lnTo>
                <a:lnTo>
                  <a:pt x="130227" y="164030"/>
                </a:lnTo>
                <a:lnTo>
                  <a:pt x="129497" y="164269"/>
                </a:lnTo>
                <a:lnTo>
                  <a:pt x="128783" y="164554"/>
                </a:lnTo>
                <a:lnTo>
                  <a:pt x="128087" y="164884"/>
                </a:lnTo>
                <a:lnTo>
                  <a:pt x="127411" y="165261"/>
                </a:lnTo>
                <a:lnTo>
                  <a:pt x="126759" y="165682"/>
                </a:lnTo>
                <a:lnTo>
                  <a:pt x="126132" y="166147"/>
                </a:lnTo>
                <a:lnTo>
                  <a:pt x="125532" y="166656"/>
                </a:lnTo>
                <a:lnTo>
                  <a:pt x="124963" y="167208"/>
                </a:lnTo>
                <a:lnTo>
                  <a:pt x="124427" y="167803"/>
                </a:lnTo>
                <a:lnTo>
                  <a:pt x="123926" y="168440"/>
                </a:lnTo>
                <a:lnTo>
                  <a:pt x="123463" y="169119"/>
                </a:lnTo>
                <a:lnTo>
                  <a:pt x="85274" y="229342"/>
                </a:lnTo>
                <a:lnTo>
                  <a:pt x="86771" y="1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81A54-5AA2-45EF-A59E-1D5FF7D8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986" y="1297395"/>
            <a:ext cx="147265" cy="293619"/>
          </a:xfrm>
          <a:custGeom xmlns:a="http://schemas.openxmlformats.org/drawingml/2006/main">
            <a:pathLst>
              <a:path w="147265" h="293619">
                <a:moveTo>
                  <a:pt x="61641" y="0"/>
                </a:moveTo>
                <a:lnTo>
                  <a:pt x="61643" y="229185"/>
                </a:lnTo>
                <a:lnTo>
                  <a:pt x="23848" y="168713"/>
                </a:lnTo>
                <a:lnTo>
                  <a:pt x="23389" y="168031"/>
                </a:lnTo>
                <a:lnTo>
                  <a:pt x="22892" y="167391"/>
                </a:lnTo>
                <a:lnTo>
                  <a:pt x="22360" y="166793"/>
                </a:lnTo>
                <a:lnTo>
                  <a:pt x="21795" y="166237"/>
                </a:lnTo>
                <a:lnTo>
                  <a:pt x="21199" y="165724"/>
                </a:lnTo>
                <a:lnTo>
                  <a:pt x="20574" y="165254"/>
                </a:lnTo>
                <a:lnTo>
                  <a:pt x="19925" y="164829"/>
                </a:lnTo>
                <a:lnTo>
                  <a:pt x="19251" y="164448"/>
                </a:lnTo>
                <a:lnTo>
                  <a:pt x="18557" y="164113"/>
                </a:lnTo>
                <a:lnTo>
                  <a:pt x="17845" y="163823"/>
                </a:lnTo>
                <a:lnTo>
                  <a:pt x="17117" y="163580"/>
                </a:lnTo>
                <a:lnTo>
                  <a:pt x="16375" y="163384"/>
                </a:lnTo>
                <a:lnTo>
                  <a:pt x="15623" y="163236"/>
                </a:lnTo>
                <a:lnTo>
                  <a:pt x="14862" y="163135"/>
                </a:lnTo>
                <a:lnTo>
                  <a:pt x="14095" y="163083"/>
                </a:lnTo>
                <a:lnTo>
                  <a:pt x="13324" y="163080"/>
                </a:lnTo>
                <a:lnTo>
                  <a:pt x="12552" y="163128"/>
                </a:lnTo>
                <a:lnTo>
                  <a:pt x="11782" y="163225"/>
                </a:lnTo>
                <a:lnTo>
                  <a:pt x="11015" y="163374"/>
                </a:lnTo>
                <a:lnTo>
                  <a:pt x="10254" y="163574"/>
                </a:lnTo>
                <a:lnTo>
                  <a:pt x="9503" y="163826"/>
                </a:lnTo>
                <a:lnTo>
                  <a:pt x="8762" y="164130"/>
                </a:lnTo>
                <a:lnTo>
                  <a:pt x="8035" y="164488"/>
                </a:lnTo>
                <a:lnTo>
                  <a:pt x="7324" y="164900"/>
                </a:lnTo>
                <a:lnTo>
                  <a:pt x="6642" y="165358"/>
                </a:lnTo>
                <a:lnTo>
                  <a:pt x="6002" y="165855"/>
                </a:lnTo>
                <a:lnTo>
                  <a:pt x="5404" y="166387"/>
                </a:lnTo>
                <a:lnTo>
                  <a:pt x="4848" y="166952"/>
                </a:lnTo>
                <a:lnTo>
                  <a:pt x="4335" y="167548"/>
                </a:lnTo>
                <a:lnTo>
                  <a:pt x="3865" y="168173"/>
                </a:lnTo>
                <a:lnTo>
                  <a:pt x="3440" y="168822"/>
                </a:lnTo>
                <a:lnTo>
                  <a:pt x="3059" y="169496"/>
                </a:lnTo>
                <a:lnTo>
                  <a:pt x="2724" y="170190"/>
                </a:lnTo>
                <a:lnTo>
                  <a:pt x="2434" y="170902"/>
                </a:lnTo>
                <a:lnTo>
                  <a:pt x="2191" y="171630"/>
                </a:lnTo>
                <a:lnTo>
                  <a:pt x="1995" y="172372"/>
                </a:lnTo>
                <a:lnTo>
                  <a:pt x="1846" y="173124"/>
                </a:lnTo>
                <a:lnTo>
                  <a:pt x="1745" y="173886"/>
                </a:lnTo>
                <a:lnTo>
                  <a:pt x="1694" y="174653"/>
                </a:lnTo>
                <a:lnTo>
                  <a:pt x="1691" y="175424"/>
                </a:lnTo>
                <a:lnTo>
                  <a:pt x="1738" y="176195"/>
                </a:lnTo>
                <a:lnTo>
                  <a:pt x="1836" y="176966"/>
                </a:lnTo>
                <a:lnTo>
                  <a:pt x="1984" y="177733"/>
                </a:lnTo>
                <a:lnTo>
                  <a:pt x="2184" y="178493"/>
                </a:lnTo>
                <a:lnTo>
                  <a:pt x="2436" y="179245"/>
                </a:lnTo>
                <a:lnTo>
                  <a:pt x="2741" y="179985"/>
                </a:lnTo>
                <a:lnTo>
                  <a:pt x="3099" y="180712"/>
                </a:lnTo>
                <a:lnTo>
                  <a:pt x="3511" y="181423"/>
                </a:lnTo>
                <a:lnTo>
                  <a:pt x="73634" y="293619"/>
                </a:lnTo>
                <a:lnTo>
                  <a:pt x="143757" y="181422"/>
                </a:lnTo>
                <a:lnTo>
                  <a:pt x="144168" y="180712"/>
                </a:lnTo>
                <a:lnTo>
                  <a:pt x="144526" y="179985"/>
                </a:lnTo>
                <a:lnTo>
                  <a:pt x="144831" y="179244"/>
                </a:lnTo>
                <a:lnTo>
                  <a:pt x="145083" y="178492"/>
                </a:lnTo>
                <a:lnTo>
                  <a:pt x="145283" y="177732"/>
                </a:lnTo>
                <a:lnTo>
                  <a:pt x="145431" y="176965"/>
                </a:lnTo>
                <a:lnTo>
                  <a:pt x="145529" y="176195"/>
                </a:lnTo>
                <a:lnTo>
                  <a:pt x="145576" y="175423"/>
                </a:lnTo>
                <a:lnTo>
                  <a:pt x="145573" y="174652"/>
                </a:lnTo>
                <a:lnTo>
                  <a:pt x="145521" y="173885"/>
                </a:lnTo>
                <a:lnTo>
                  <a:pt x="145421" y="173124"/>
                </a:lnTo>
                <a:lnTo>
                  <a:pt x="145272" y="172371"/>
                </a:lnTo>
                <a:lnTo>
                  <a:pt x="145076" y="171629"/>
                </a:lnTo>
                <a:lnTo>
                  <a:pt x="144833" y="170901"/>
                </a:lnTo>
                <a:lnTo>
                  <a:pt x="144544" y="170189"/>
                </a:lnTo>
                <a:lnTo>
                  <a:pt x="144208" y="169495"/>
                </a:lnTo>
                <a:lnTo>
                  <a:pt x="143828" y="168822"/>
                </a:lnTo>
                <a:lnTo>
                  <a:pt x="143402" y="168172"/>
                </a:lnTo>
                <a:lnTo>
                  <a:pt x="142933" y="167548"/>
                </a:lnTo>
                <a:lnTo>
                  <a:pt x="142420" y="166952"/>
                </a:lnTo>
                <a:lnTo>
                  <a:pt x="141864" y="166386"/>
                </a:lnTo>
                <a:lnTo>
                  <a:pt x="141266" y="165854"/>
                </a:lnTo>
                <a:lnTo>
                  <a:pt x="140625" y="165358"/>
                </a:lnTo>
                <a:lnTo>
                  <a:pt x="139944" y="164899"/>
                </a:lnTo>
                <a:lnTo>
                  <a:pt x="139233" y="164487"/>
                </a:lnTo>
                <a:lnTo>
                  <a:pt x="138506" y="164129"/>
                </a:lnTo>
                <a:lnTo>
                  <a:pt x="137765" y="163825"/>
                </a:lnTo>
                <a:lnTo>
                  <a:pt x="137013" y="163573"/>
                </a:lnTo>
                <a:lnTo>
                  <a:pt x="136253" y="163373"/>
                </a:lnTo>
                <a:lnTo>
                  <a:pt x="135486" y="163224"/>
                </a:lnTo>
                <a:lnTo>
                  <a:pt x="134715" y="163127"/>
                </a:lnTo>
                <a:lnTo>
                  <a:pt x="133943" y="163080"/>
                </a:lnTo>
                <a:lnTo>
                  <a:pt x="133172" y="163082"/>
                </a:lnTo>
                <a:lnTo>
                  <a:pt x="132405" y="163134"/>
                </a:lnTo>
                <a:lnTo>
                  <a:pt x="131644" y="163235"/>
                </a:lnTo>
                <a:lnTo>
                  <a:pt x="130891" y="163383"/>
                </a:lnTo>
                <a:lnTo>
                  <a:pt x="130150" y="163580"/>
                </a:lnTo>
                <a:lnTo>
                  <a:pt x="129422" y="163823"/>
                </a:lnTo>
                <a:lnTo>
                  <a:pt x="128709" y="164112"/>
                </a:lnTo>
                <a:lnTo>
                  <a:pt x="128015" y="164448"/>
                </a:lnTo>
                <a:lnTo>
                  <a:pt x="127342" y="164828"/>
                </a:lnTo>
                <a:lnTo>
                  <a:pt x="126692" y="165254"/>
                </a:lnTo>
                <a:lnTo>
                  <a:pt x="126068" y="165723"/>
                </a:lnTo>
                <a:lnTo>
                  <a:pt x="125472" y="166236"/>
                </a:lnTo>
                <a:lnTo>
                  <a:pt x="124907" y="166792"/>
                </a:lnTo>
                <a:lnTo>
                  <a:pt x="124375" y="167390"/>
                </a:lnTo>
                <a:lnTo>
                  <a:pt x="123879" y="168031"/>
                </a:lnTo>
                <a:lnTo>
                  <a:pt x="123420" y="168712"/>
                </a:lnTo>
                <a:lnTo>
                  <a:pt x="85624" y="229186"/>
                </a:lnTo>
                <a:lnTo>
                  <a:pt x="85622" y="0"/>
                </a:lnTo>
                <a:lnTo>
                  <a:pt x="61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LegitimateError">
            <a:extLst xmlns:a="http://schemas.openxmlformats.org/drawingml/2006/main">
              <a:ext uri="{FF2B5EF4-FFF2-40B4-BE49-F238E27FC236}">
                <a16:creationId xmlns:a16="http://schemas.microsoft.com/office/drawing/2014/main" id="{78DBBE7D-744E-4286-B144-429A4C8E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539" y="2049520"/>
            <a:ext cx="1458794" cy="190246"/>
          </a:xfrm>
          <a:custGeom xmlns:a="http://schemas.openxmlformats.org/drawingml/2006/main">
            <a:pathLst>
              <a:path w="1458794" h="190246">
                <a:moveTo>
                  <a:pt x="29176" y="139128"/>
                </a:moveTo>
                <a:lnTo>
                  <a:pt x="74808" y="139128"/>
                </a:lnTo>
                <a:cubicBezTo>
                  <a:pt x="80664" y="139118"/>
                  <a:pt x="100400" y="139547"/>
                  <a:pt x="100400" y="139547"/>
                </a:cubicBezTo>
                <a:cubicBezTo>
                  <a:pt x="102547" y="128820"/>
                  <a:pt x="104691" y="114865"/>
                  <a:pt x="105978" y="103703"/>
                </a:cubicBezTo>
                <a:cubicBezTo>
                  <a:pt x="103876" y="102691"/>
                  <a:pt x="101559" y="102243"/>
                  <a:pt x="98901" y="102629"/>
                </a:cubicBezTo>
                <a:cubicBezTo>
                  <a:pt x="94609" y="118096"/>
                  <a:pt x="86671" y="130764"/>
                  <a:pt x="63930" y="130764"/>
                </a:cubicBezTo>
                <a:lnTo>
                  <a:pt x="50414" y="130764"/>
                </a:lnTo>
                <a:cubicBezTo>
                  <a:pt x="42051" y="130764"/>
                  <a:pt x="38188" y="126682"/>
                  <a:pt x="38188" y="115733"/>
                </a:cubicBezTo>
                <a:lnTo>
                  <a:pt x="38188" y="26849"/>
                </a:lnTo>
                <a:cubicBezTo>
                  <a:pt x="38188" y="9028"/>
                  <a:pt x="41835" y="7954"/>
                  <a:pt x="56853" y="7310"/>
                </a:cubicBezTo>
                <a:cubicBezTo>
                  <a:pt x="58140" y="6023"/>
                  <a:pt x="58140" y="1519"/>
                  <a:pt x="56853" y="229"/>
                </a:cubicBezTo>
                <a:cubicBezTo>
                  <a:pt x="47197" y="445"/>
                  <a:pt x="37137" y="661"/>
                  <a:pt x="28963" y="661"/>
                </a:cubicBezTo>
                <a:cubicBezTo>
                  <a:pt x="21218" y="661"/>
                  <a:pt x="11156" y="445"/>
                  <a:pt x="1290" y="229"/>
                </a:cubicBezTo>
                <a:cubicBezTo>
                  <a:pt x="0" y="1519"/>
                  <a:pt x="0" y="6023"/>
                  <a:pt x="1290" y="7310"/>
                </a:cubicBezTo>
                <a:cubicBezTo>
                  <a:pt x="16305" y="7954"/>
                  <a:pt x="19952" y="9028"/>
                  <a:pt x="19952" y="26849"/>
                </a:cubicBezTo>
                <a:lnTo>
                  <a:pt x="19952" y="112944"/>
                </a:lnTo>
                <a:cubicBezTo>
                  <a:pt x="19952" y="130751"/>
                  <a:pt x="16305" y="131825"/>
                  <a:pt x="1290" y="132470"/>
                </a:cubicBezTo>
                <a:cubicBezTo>
                  <a:pt x="0" y="133756"/>
                  <a:pt x="0" y="138261"/>
                  <a:pt x="1290" y="139547"/>
                </a:cubicBezTo>
                <a:cubicBezTo>
                  <a:pt x="9657" y="139334"/>
                  <a:pt x="21948" y="139118"/>
                  <a:pt x="29176" y="139118"/>
                </a:cubicBezTo>
                <a:lnTo>
                  <a:pt x="29176" y="139128"/>
                </a:lnTo>
                <a:close/>
                <a:moveTo>
                  <a:pt x="137729" y="78622"/>
                </a:moveTo>
                <a:cubicBezTo>
                  <a:pt x="141804" y="54483"/>
                  <a:pt x="156823" y="52562"/>
                  <a:pt x="161972" y="52562"/>
                </a:cubicBezTo>
                <a:cubicBezTo>
                  <a:pt x="170123" y="52562"/>
                  <a:pt x="179776" y="57050"/>
                  <a:pt x="179776" y="74991"/>
                </a:cubicBezTo>
                <a:cubicBezTo>
                  <a:pt x="179776" y="76913"/>
                  <a:pt x="178918" y="77937"/>
                  <a:pt x="176558" y="77983"/>
                </a:cubicBezTo>
                <a:lnTo>
                  <a:pt x="137729" y="78622"/>
                </a:lnTo>
                <a:moveTo>
                  <a:pt x="193934" y="119137"/>
                </a:moveTo>
                <a:cubicBezTo>
                  <a:pt x="185999" y="127285"/>
                  <a:pt x="179776" y="130712"/>
                  <a:pt x="167334" y="130712"/>
                </a:cubicBezTo>
                <a:cubicBezTo>
                  <a:pt x="159612" y="130712"/>
                  <a:pt x="150600" y="126211"/>
                  <a:pt x="143951" y="115281"/>
                </a:cubicBezTo>
                <a:cubicBezTo>
                  <a:pt x="139660" y="108207"/>
                  <a:pt x="137084" y="98347"/>
                  <a:pt x="137084" y="85915"/>
                </a:cubicBezTo>
                <a:lnTo>
                  <a:pt x="194150" y="86344"/>
                </a:lnTo>
                <a:cubicBezTo>
                  <a:pt x="196723" y="86344"/>
                  <a:pt x="198225" y="85057"/>
                  <a:pt x="198225" y="82697"/>
                </a:cubicBezTo>
                <a:cubicBezTo>
                  <a:pt x="198225" y="64739"/>
                  <a:pt x="191790" y="45481"/>
                  <a:pt x="161972" y="45481"/>
                </a:cubicBezTo>
                <a:cubicBezTo>
                  <a:pt x="143307" y="45481"/>
                  <a:pt x="119063" y="63243"/>
                  <a:pt x="119063" y="95774"/>
                </a:cubicBezTo>
                <a:cubicBezTo>
                  <a:pt x="119063" y="107778"/>
                  <a:pt x="122068" y="119353"/>
                  <a:pt x="129149" y="127497"/>
                </a:cubicBezTo>
                <a:cubicBezTo>
                  <a:pt x="136442" y="136077"/>
                  <a:pt x="146524" y="141223"/>
                  <a:pt x="161972" y="141223"/>
                </a:cubicBezTo>
                <a:cubicBezTo>
                  <a:pt x="178273" y="141223"/>
                  <a:pt x="189858" y="133717"/>
                  <a:pt x="198441" y="122568"/>
                </a:cubicBezTo>
                <a:cubicBezTo>
                  <a:pt x="197796" y="120424"/>
                  <a:pt x="196510" y="119353"/>
                  <a:pt x="193934" y="119137"/>
                </a:cubicBezTo>
                <a:close/>
                <a:moveTo>
                  <a:pt x="275458" y="79230"/>
                </a:moveTo>
                <a:cubicBezTo>
                  <a:pt x="275458" y="99221"/>
                  <a:pt x="265373" y="103303"/>
                  <a:pt x="257434" y="103303"/>
                </a:cubicBezTo>
                <a:cubicBezTo>
                  <a:pt x="239414" y="103303"/>
                  <a:pt x="237486" y="88046"/>
                  <a:pt x="237486" y="74288"/>
                </a:cubicBezTo>
                <a:cubicBezTo>
                  <a:pt x="237486" y="59243"/>
                  <a:pt x="242848" y="51504"/>
                  <a:pt x="254649" y="51504"/>
                </a:cubicBezTo>
                <a:cubicBezTo>
                  <a:pt x="268162" y="51504"/>
                  <a:pt x="275458" y="61393"/>
                  <a:pt x="275458" y="79230"/>
                </a:cubicBezTo>
                <a:moveTo>
                  <a:pt x="235339" y="141213"/>
                </a:moveTo>
                <a:cubicBezTo>
                  <a:pt x="237699" y="141858"/>
                  <a:pt x="241133" y="142290"/>
                  <a:pt x="243922" y="142290"/>
                </a:cubicBezTo>
                <a:cubicBezTo>
                  <a:pt x="250570" y="142290"/>
                  <a:pt x="256577" y="141642"/>
                  <a:pt x="259582" y="141642"/>
                </a:cubicBezTo>
                <a:cubicBezTo>
                  <a:pt x="270309" y="141642"/>
                  <a:pt x="279317" y="141858"/>
                  <a:pt x="285540" y="145302"/>
                </a:cubicBezTo>
                <a:cubicBezTo>
                  <a:pt x="293907" y="150035"/>
                  <a:pt x="296480" y="153047"/>
                  <a:pt x="296480" y="158641"/>
                </a:cubicBezTo>
                <a:cubicBezTo>
                  <a:pt x="296480" y="174134"/>
                  <a:pt x="273739" y="182311"/>
                  <a:pt x="254433" y="182311"/>
                </a:cubicBezTo>
                <a:cubicBezTo>
                  <a:pt x="246711" y="182311"/>
                  <a:pt x="228690" y="176069"/>
                  <a:pt x="228690" y="161440"/>
                </a:cubicBezTo>
                <a:cubicBezTo>
                  <a:pt x="228690" y="154124"/>
                  <a:pt x="229119" y="148745"/>
                  <a:pt x="235339" y="141213"/>
                </a:cubicBezTo>
                <a:moveTo>
                  <a:pt x="302274" y="56018"/>
                </a:moveTo>
                <a:cubicBezTo>
                  <a:pt x="306350" y="56018"/>
                  <a:pt x="310209" y="52149"/>
                  <a:pt x="310209" y="47858"/>
                </a:cubicBezTo>
                <a:cubicBezTo>
                  <a:pt x="310209" y="43354"/>
                  <a:pt x="306134" y="39920"/>
                  <a:pt x="300343" y="39920"/>
                </a:cubicBezTo>
                <a:cubicBezTo>
                  <a:pt x="294765" y="39920"/>
                  <a:pt x="284467" y="43566"/>
                  <a:pt x="278889" y="50863"/>
                </a:cubicBezTo>
                <a:cubicBezTo>
                  <a:pt x="276316" y="49144"/>
                  <a:pt x="269235" y="44853"/>
                  <a:pt x="256577" y="44853"/>
                </a:cubicBezTo>
                <a:cubicBezTo>
                  <a:pt x="237486" y="44853"/>
                  <a:pt x="219895" y="57737"/>
                  <a:pt x="219895" y="77512"/>
                </a:cubicBezTo>
                <a:cubicBezTo>
                  <a:pt x="219895" y="89120"/>
                  <a:pt x="225044" y="95781"/>
                  <a:pt x="231050" y="101585"/>
                </a:cubicBezTo>
                <a:cubicBezTo>
                  <a:pt x="225044" y="106737"/>
                  <a:pt x="221610" y="115942"/>
                  <a:pt x="221610" y="123213"/>
                </a:cubicBezTo>
                <a:cubicBezTo>
                  <a:pt x="221610" y="130918"/>
                  <a:pt x="225901" y="136925"/>
                  <a:pt x="231479" y="139714"/>
                </a:cubicBezTo>
                <a:cubicBezTo>
                  <a:pt x="219895" y="146591"/>
                  <a:pt x="213888" y="156490"/>
                  <a:pt x="213888" y="165741"/>
                </a:cubicBezTo>
                <a:cubicBezTo>
                  <a:pt x="213888" y="184455"/>
                  <a:pt x="231479" y="190246"/>
                  <a:pt x="247997" y="190246"/>
                </a:cubicBezTo>
                <a:cubicBezTo>
                  <a:pt x="276957" y="190246"/>
                  <a:pt x="308281" y="176285"/>
                  <a:pt x="308281" y="153047"/>
                </a:cubicBezTo>
                <a:cubicBezTo>
                  <a:pt x="308281" y="146163"/>
                  <a:pt x="305063" y="140784"/>
                  <a:pt x="298840" y="135635"/>
                </a:cubicBezTo>
                <a:cubicBezTo>
                  <a:pt x="290473" y="128771"/>
                  <a:pt x="275458" y="128558"/>
                  <a:pt x="267520" y="128558"/>
                </a:cubicBezTo>
                <a:cubicBezTo>
                  <a:pt x="263657" y="128558"/>
                  <a:pt x="258295" y="128987"/>
                  <a:pt x="253146" y="129628"/>
                </a:cubicBezTo>
                <a:cubicBezTo>
                  <a:pt x="249928" y="129845"/>
                  <a:pt x="247781" y="130061"/>
                  <a:pt x="246711" y="130061"/>
                </a:cubicBezTo>
                <a:cubicBezTo>
                  <a:pt x="240488" y="130061"/>
                  <a:pt x="232979" y="127062"/>
                  <a:pt x="232979" y="117867"/>
                </a:cubicBezTo>
                <a:cubicBezTo>
                  <a:pt x="232979" y="113592"/>
                  <a:pt x="234268" y="109097"/>
                  <a:pt x="236841" y="105451"/>
                </a:cubicBezTo>
                <a:cubicBezTo>
                  <a:pt x="241990" y="108453"/>
                  <a:pt x="247997" y="109955"/>
                  <a:pt x="256364" y="109955"/>
                </a:cubicBezTo>
                <a:cubicBezTo>
                  <a:pt x="275242" y="109955"/>
                  <a:pt x="292617" y="98148"/>
                  <a:pt x="292617" y="77083"/>
                </a:cubicBezTo>
                <a:cubicBezTo>
                  <a:pt x="292617" y="66981"/>
                  <a:pt x="289616" y="61177"/>
                  <a:pt x="283393" y="54729"/>
                </a:cubicBezTo>
                <a:cubicBezTo>
                  <a:pt x="284895" y="52578"/>
                  <a:pt x="289187" y="49573"/>
                  <a:pt x="291976" y="49573"/>
                </a:cubicBezTo>
                <a:cubicBezTo>
                  <a:pt x="293478" y="49573"/>
                  <a:pt x="294978" y="50218"/>
                  <a:pt x="296267" y="52149"/>
                </a:cubicBezTo>
                <a:cubicBezTo>
                  <a:pt x="297125" y="53868"/>
                  <a:pt x="299914" y="56018"/>
                  <a:pt x="302274" y="56018"/>
                </a:cubicBezTo>
                <a:close/>
                <a:moveTo>
                  <a:pt x="334238" y="10527"/>
                </a:moveTo>
                <a:cubicBezTo>
                  <a:pt x="334238" y="16105"/>
                  <a:pt x="339387" y="21683"/>
                  <a:pt x="344533" y="21683"/>
                </a:cubicBezTo>
                <a:cubicBezTo>
                  <a:pt x="350539" y="21683"/>
                  <a:pt x="355689" y="15912"/>
                  <a:pt x="355689" y="11385"/>
                </a:cubicBezTo>
                <a:cubicBezTo>
                  <a:pt x="355689" y="6239"/>
                  <a:pt x="351184" y="229"/>
                  <a:pt x="345394" y="229"/>
                </a:cubicBezTo>
                <a:cubicBezTo>
                  <a:pt x="340244" y="229"/>
                  <a:pt x="334238" y="5378"/>
                  <a:pt x="334238" y="10527"/>
                </a:cubicBezTo>
                <a:moveTo>
                  <a:pt x="353760" y="112944"/>
                </a:moveTo>
                <a:lnTo>
                  <a:pt x="353760" y="70186"/>
                </a:lnTo>
                <a:cubicBezTo>
                  <a:pt x="353760" y="59521"/>
                  <a:pt x="354618" y="45743"/>
                  <a:pt x="354618" y="45743"/>
                </a:cubicBezTo>
                <a:cubicBezTo>
                  <a:pt x="354618" y="44876"/>
                  <a:pt x="353544" y="44224"/>
                  <a:pt x="351829" y="44224"/>
                </a:cubicBezTo>
                <a:cubicBezTo>
                  <a:pt x="345714" y="46611"/>
                  <a:pt x="337239" y="48562"/>
                  <a:pt x="322437" y="50509"/>
                </a:cubicBezTo>
                <a:cubicBezTo>
                  <a:pt x="322008" y="51799"/>
                  <a:pt x="322437" y="55230"/>
                  <a:pt x="322866" y="56519"/>
                </a:cubicBezTo>
                <a:cubicBezTo>
                  <a:pt x="334558" y="57613"/>
                  <a:pt x="336811" y="58879"/>
                  <a:pt x="336811" y="71109"/>
                </a:cubicBezTo>
                <a:lnTo>
                  <a:pt x="336811" y="112944"/>
                </a:lnTo>
                <a:cubicBezTo>
                  <a:pt x="336811" y="130751"/>
                  <a:pt x="334450" y="131396"/>
                  <a:pt x="321366" y="132470"/>
                </a:cubicBezTo>
                <a:cubicBezTo>
                  <a:pt x="320077" y="133756"/>
                  <a:pt x="320077" y="138261"/>
                  <a:pt x="321366" y="139547"/>
                </a:cubicBezTo>
                <a:cubicBezTo>
                  <a:pt x="328444" y="139334"/>
                  <a:pt x="336811" y="139118"/>
                  <a:pt x="345394" y="139118"/>
                </a:cubicBezTo>
                <a:cubicBezTo>
                  <a:pt x="353973" y="139118"/>
                  <a:pt x="362124" y="139334"/>
                  <a:pt x="369205" y="139547"/>
                </a:cubicBezTo>
                <a:cubicBezTo>
                  <a:pt x="370491" y="138261"/>
                  <a:pt x="370491" y="133756"/>
                  <a:pt x="369205" y="132470"/>
                </a:cubicBezTo>
                <a:cubicBezTo>
                  <a:pt x="356117" y="131612"/>
                  <a:pt x="353760" y="130751"/>
                  <a:pt x="353760" y="112944"/>
                </a:cubicBezTo>
                <a:close/>
                <a:moveTo>
                  <a:pt x="384224" y="47157"/>
                </a:moveTo>
                <a:cubicBezTo>
                  <a:pt x="381219" y="47157"/>
                  <a:pt x="380361" y="49733"/>
                  <a:pt x="380361" y="51449"/>
                </a:cubicBezTo>
                <a:lnTo>
                  <a:pt x="380361" y="54238"/>
                </a:lnTo>
                <a:cubicBezTo>
                  <a:pt x="380361" y="55311"/>
                  <a:pt x="380574" y="55524"/>
                  <a:pt x="381435" y="55524"/>
                </a:cubicBezTo>
                <a:lnTo>
                  <a:pt x="394090" y="55524"/>
                </a:lnTo>
                <a:lnTo>
                  <a:pt x="394090" y="120001"/>
                </a:lnTo>
                <a:cubicBezTo>
                  <a:pt x="394090" y="135216"/>
                  <a:pt x="400742" y="141223"/>
                  <a:pt x="410608" y="141223"/>
                </a:cubicBezTo>
                <a:cubicBezTo>
                  <a:pt x="420478" y="141223"/>
                  <a:pt x="431205" y="136506"/>
                  <a:pt x="439572" y="127069"/>
                </a:cubicBezTo>
                <a:cubicBezTo>
                  <a:pt x="439143" y="124862"/>
                  <a:pt x="437856" y="123641"/>
                  <a:pt x="435709" y="123429"/>
                </a:cubicBezTo>
                <a:cubicBezTo>
                  <a:pt x="430131" y="127714"/>
                  <a:pt x="423695" y="129426"/>
                  <a:pt x="418117" y="129426"/>
                </a:cubicBezTo>
                <a:cubicBezTo>
                  <a:pt x="412327" y="129426"/>
                  <a:pt x="411040" y="123000"/>
                  <a:pt x="411040" y="109719"/>
                </a:cubicBezTo>
                <a:lnTo>
                  <a:pt x="411040" y="55524"/>
                </a:lnTo>
                <a:lnTo>
                  <a:pt x="433349" y="55524"/>
                </a:lnTo>
                <a:cubicBezTo>
                  <a:pt x="435496" y="55524"/>
                  <a:pt x="438498" y="54667"/>
                  <a:pt x="438498" y="52735"/>
                </a:cubicBezTo>
                <a:lnTo>
                  <a:pt x="438498" y="48447"/>
                </a:lnTo>
                <a:cubicBezTo>
                  <a:pt x="438498" y="47589"/>
                  <a:pt x="437856" y="47157"/>
                  <a:pt x="436783" y="47157"/>
                </a:cubicBezTo>
                <a:lnTo>
                  <a:pt x="411040" y="47157"/>
                </a:lnTo>
                <a:lnTo>
                  <a:pt x="411040" y="38794"/>
                </a:lnTo>
                <a:cubicBezTo>
                  <a:pt x="411040" y="24849"/>
                  <a:pt x="411898" y="16266"/>
                  <a:pt x="411898" y="16266"/>
                </a:cubicBezTo>
                <a:cubicBezTo>
                  <a:pt x="411898" y="14894"/>
                  <a:pt x="411253" y="14380"/>
                  <a:pt x="410245" y="14380"/>
                </a:cubicBezTo>
                <a:cubicBezTo>
                  <a:pt x="409279" y="14380"/>
                  <a:pt x="407456" y="15215"/>
                  <a:pt x="405462" y="16308"/>
                </a:cubicBezTo>
                <a:cubicBezTo>
                  <a:pt x="403037" y="17660"/>
                  <a:pt x="400850" y="18583"/>
                  <a:pt x="398166" y="19333"/>
                </a:cubicBezTo>
                <a:cubicBezTo>
                  <a:pt x="395593" y="20063"/>
                  <a:pt x="393449" y="20793"/>
                  <a:pt x="393449" y="22273"/>
                </a:cubicBezTo>
                <a:cubicBezTo>
                  <a:pt x="393449" y="24764"/>
                  <a:pt x="394090" y="23346"/>
                  <a:pt x="394090" y="47138"/>
                </a:cubicBezTo>
                <a:lnTo>
                  <a:pt x="384224" y="47157"/>
                </a:lnTo>
                <a:close/>
                <a:moveTo>
                  <a:pt x="463169" y="10527"/>
                </a:moveTo>
                <a:cubicBezTo>
                  <a:pt x="463169" y="16105"/>
                  <a:pt x="468319" y="21683"/>
                  <a:pt x="473464" y="21683"/>
                </a:cubicBezTo>
                <a:cubicBezTo>
                  <a:pt x="479471" y="21683"/>
                  <a:pt x="484620" y="15912"/>
                  <a:pt x="484620" y="11385"/>
                </a:cubicBezTo>
                <a:cubicBezTo>
                  <a:pt x="484620" y="6239"/>
                  <a:pt x="480116" y="229"/>
                  <a:pt x="474325" y="229"/>
                </a:cubicBezTo>
                <a:cubicBezTo>
                  <a:pt x="469176" y="229"/>
                  <a:pt x="463169" y="5378"/>
                  <a:pt x="463169" y="10527"/>
                </a:cubicBezTo>
                <a:moveTo>
                  <a:pt x="482692" y="112944"/>
                </a:moveTo>
                <a:lnTo>
                  <a:pt x="482692" y="70186"/>
                </a:lnTo>
                <a:cubicBezTo>
                  <a:pt x="482692" y="59521"/>
                  <a:pt x="483550" y="45743"/>
                  <a:pt x="483550" y="45743"/>
                </a:cubicBezTo>
                <a:cubicBezTo>
                  <a:pt x="483550" y="44876"/>
                  <a:pt x="482476" y="44224"/>
                  <a:pt x="480761" y="44224"/>
                </a:cubicBezTo>
                <a:cubicBezTo>
                  <a:pt x="474646" y="46611"/>
                  <a:pt x="466171" y="48562"/>
                  <a:pt x="451369" y="50509"/>
                </a:cubicBezTo>
                <a:cubicBezTo>
                  <a:pt x="450940" y="51799"/>
                  <a:pt x="451369" y="55230"/>
                  <a:pt x="451798" y="56519"/>
                </a:cubicBezTo>
                <a:cubicBezTo>
                  <a:pt x="463490" y="57613"/>
                  <a:pt x="465742" y="58879"/>
                  <a:pt x="465742" y="71109"/>
                </a:cubicBezTo>
                <a:lnTo>
                  <a:pt x="465742" y="112944"/>
                </a:lnTo>
                <a:cubicBezTo>
                  <a:pt x="465742" y="130751"/>
                  <a:pt x="463382" y="131396"/>
                  <a:pt x="450298" y="132470"/>
                </a:cubicBezTo>
                <a:cubicBezTo>
                  <a:pt x="449009" y="133756"/>
                  <a:pt x="449009" y="138261"/>
                  <a:pt x="450298" y="139547"/>
                </a:cubicBezTo>
                <a:cubicBezTo>
                  <a:pt x="457375" y="139334"/>
                  <a:pt x="465742" y="139118"/>
                  <a:pt x="474325" y="139118"/>
                </a:cubicBezTo>
                <a:cubicBezTo>
                  <a:pt x="482905" y="139118"/>
                  <a:pt x="491056" y="139334"/>
                  <a:pt x="498136" y="139547"/>
                </a:cubicBezTo>
                <a:cubicBezTo>
                  <a:pt x="499423" y="138261"/>
                  <a:pt x="499423" y="133756"/>
                  <a:pt x="498136" y="132470"/>
                </a:cubicBezTo>
                <a:cubicBezTo>
                  <a:pt x="485049" y="131612"/>
                  <a:pt x="482692" y="130751"/>
                  <a:pt x="482692" y="112944"/>
                </a:cubicBezTo>
                <a:close/>
                <a:moveTo>
                  <a:pt x="540400" y="62238"/>
                </a:moveTo>
                <a:cubicBezTo>
                  <a:pt x="540118" y="55861"/>
                  <a:pt x="539690" y="48136"/>
                  <a:pt x="538681" y="45926"/>
                </a:cubicBezTo>
                <a:cubicBezTo>
                  <a:pt x="538233" y="44941"/>
                  <a:pt x="537824" y="44211"/>
                  <a:pt x="536108" y="44211"/>
                </a:cubicBezTo>
                <a:cubicBezTo>
                  <a:pt x="530102" y="46571"/>
                  <a:pt x="524524" y="48503"/>
                  <a:pt x="509721" y="50431"/>
                </a:cubicBezTo>
                <a:cubicBezTo>
                  <a:pt x="509292" y="51720"/>
                  <a:pt x="509721" y="55151"/>
                  <a:pt x="510150" y="56441"/>
                </a:cubicBezTo>
                <a:cubicBezTo>
                  <a:pt x="521735" y="57514"/>
                  <a:pt x="524095" y="58588"/>
                  <a:pt x="524095" y="71044"/>
                </a:cubicBezTo>
                <a:lnTo>
                  <a:pt x="524095" y="112924"/>
                </a:lnTo>
                <a:cubicBezTo>
                  <a:pt x="524095" y="130535"/>
                  <a:pt x="521306" y="131609"/>
                  <a:pt x="509505" y="132470"/>
                </a:cubicBezTo>
                <a:cubicBezTo>
                  <a:pt x="508219" y="133756"/>
                  <a:pt x="508219" y="138261"/>
                  <a:pt x="509505" y="139547"/>
                </a:cubicBezTo>
                <a:cubicBezTo>
                  <a:pt x="515944" y="139334"/>
                  <a:pt x="524095" y="139118"/>
                  <a:pt x="532675" y="139118"/>
                </a:cubicBezTo>
                <a:cubicBezTo>
                  <a:pt x="541258" y="139118"/>
                  <a:pt x="547863" y="139334"/>
                  <a:pt x="554299" y="139547"/>
                </a:cubicBezTo>
                <a:cubicBezTo>
                  <a:pt x="555589" y="138261"/>
                  <a:pt x="555589" y="133756"/>
                  <a:pt x="554299" y="132470"/>
                </a:cubicBezTo>
                <a:cubicBezTo>
                  <a:pt x="543402" y="131396"/>
                  <a:pt x="541042" y="130535"/>
                  <a:pt x="541042" y="112924"/>
                </a:cubicBezTo>
                <a:lnTo>
                  <a:pt x="541042" y="77702"/>
                </a:lnTo>
                <a:cubicBezTo>
                  <a:pt x="541042" y="73191"/>
                  <a:pt x="542973" y="70549"/>
                  <a:pt x="544688" y="68683"/>
                </a:cubicBezTo>
                <a:cubicBezTo>
                  <a:pt x="553186" y="60369"/>
                  <a:pt x="561229" y="56009"/>
                  <a:pt x="567858" y="56009"/>
                </a:cubicBezTo>
                <a:cubicBezTo>
                  <a:pt x="576012" y="56009"/>
                  <a:pt x="582019" y="61164"/>
                  <a:pt x="582019" y="75554"/>
                </a:cubicBezTo>
                <a:lnTo>
                  <a:pt x="582019" y="112924"/>
                </a:lnTo>
                <a:cubicBezTo>
                  <a:pt x="582019" y="130535"/>
                  <a:pt x="580300" y="131609"/>
                  <a:pt x="568715" y="132470"/>
                </a:cubicBezTo>
                <a:cubicBezTo>
                  <a:pt x="567645" y="133756"/>
                  <a:pt x="567645" y="138261"/>
                  <a:pt x="568715" y="139547"/>
                </a:cubicBezTo>
                <a:cubicBezTo>
                  <a:pt x="574080" y="139334"/>
                  <a:pt x="582019" y="139118"/>
                  <a:pt x="590598" y="139118"/>
                </a:cubicBezTo>
                <a:cubicBezTo>
                  <a:pt x="599181" y="139118"/>
                  <a:pt x="606258" y="139334"/>
                  <a:pt x="611624" y="139547"/>
                </a:cubicBezTo>
                <a:cubicBezTo>
                  <a:pt x="612694" y="138261"/>
                  <a:pt x="612694" y="133756"/>
                  <a:pt x="611624" y="132470"/>
                </a:cubicBezTo>
                <a:cubicBezTo>
                  <a:pt x="600897" y="131609"/>
                  <a:pt x="598965" y="130535"/>
                  <a:pt x="598965" y="112924"/>
                </a:cubicBezTo>
                <a:lnTo>
                  <a:pt x="598965" y="78775"/>
                </a:lnTo>
                <a:cubicBezTo>
                  <a:pt x="598965" y="75770"/>
                  <a:pt x="598965" y="72762"/>
                  <a:pt x="598749" y="70186"/>
                </a:cubicBezTo>
                <a:cubicBezTo>
                  <a:pt x="609047" y="58801"/>
                  <a:pt x="618701" y="56009"/>
                  <a:pt x="627068" y="56009"/>
                </a:cubicBezTo>
                <a:cubicBezTo>
                  <a:pt x="635222" y="56009"/>
                  <a:pt x="639939" y="60736"/>
                  <a:pt x="639939" y="75126"/>
                </a:cubicBezTo>
                <a:lnTo>
                  <a:pt x="639939" y="112924"/>
                </a:lnTo>
                <a:cubicBezTo>
                  <a:pt x="639939" y="130535"/>
                  <a:pt x="637795" y="131609"/>
                  <a:pt x="626639" y="132470"/>
                </a:cubicBezTo>
                <a:cubicBezTo>
                  <a:pt x="625565" y="133756"/>
                  <a:pt x="625565" y="138261"/>
                  <a:pt x="626639" y="139547"/>
                </a:cubicBezTo>
                <a:cubicBezTo>
                  <a:pt x="632004" y="139334"/>
                  <a:pt x="639939" y="139118"/>
                  <a:pt x="648522" y="139118"/>
                </a:cubicBezTo>
                <a:cubicBezTo>
                  <a:pt x="657102" y="139118"/>
                  <a:pt x="664611" y="139334"/>
                  <a:pt x="670618" y="139547"/>
                </a:cubicBezTo>
                <a:cubicBezTo>
                  <a:pt x="671691" y="138261"/>
                  <a:pt x="671691" y="133756"/>
                  <a:pt x="670618" y="132470"/>
                </a:cubicBezTo>
                <a:cubicBezTo>
                  <a:pt x="658820" y="131609"/>
                  <a:pt x="656889" y="130535"/>
                  <a:pt x="656889" y="112924"/>
                </a:cubicBezTo>
                <a:lnTo>
                  <a:pt x="656889" y="78992"/>
                </a:lnTo>
                <a:cubicBezTo>
                  <a:pt x="656889" y="59878"/>
                  <a:pt x="653671" y="44853"/>
                  <a:pt x="634793" y="44853"/>
                </a:cubicBezTo>
                <a:cubicBezTo>
                  <a:pt x="623807" y="44853"/>
                  <a:pt x="610573" y="48889"/>
                  <a:pt x="599394" y="60693"/>
                </a:cubicBezTo>
                <a:cubicBezTo>
                  <a:pt x="598749" y="61380"/>
                  <a:pt x="597463" y="62454"/>
                  <a:pt x="597034" y="60608"/>
                </a:cubicBezTo>
                <a:cubicBezTo>
                  <a:pt x="594998" y="51806"/>
                  <a:pt x="586736" y="44853"/>
                  <a:pt x="575583" y="44853"/>
                </a:cubicBezTo>
                <a:cubicBezTo>
                  <a:pt x="563137" y="44853"/>
                  <a:pt x="551919" y="52234"/>
                  <a:pt x="542973" y="62238"/>
                </a:cubicBezTo>
                <a:cubicBezTo>
                  <a:pt x="541988" y="63335"/>
                  <a:pt x="540505" y="64818"/>
                  <a:pt x="540400" y="62238"/>
                </a:cubicBezTo>
                <a:close/>
                <a:moveTo>
                  <a:pt x="737767" y="89070"/>
                </a:moveTo>
                <a:lnTo>
                  <a:pt x="737767" y="117402"/>
                </a:lnTo>
                <a:cubicBezTo>
                  <a:pt x="737767" y="120194"/>
                  <a:pt x="736477" y="121697"/>
                  <a:pt x="734762" y="122983"/>
                </a:cubicBezTo>
                <a:cubicBezTo>
                  <a:pt x="729184" y="127491"/>
                  <a:pt x="721891" y="132431"/>
                  <a:pt x="715884" y="132431"/>
                </a:cubicBezTo>
                <a:cubicBezTo>
                  <a:pt x="705157" y="132431"/>
                  <a:pt x="700437" y="123844"/>
                  <a:pt x="700437" y="117189"/>
                </a:cubicBezTo>
                <a:cubicBezTo>
                  <a:pt x="700437" y="107529"/>
                  <a:pt x="704944" y="97653"/>
                  <a:pt x="720817" y="93578"/>
                </a:cubicBezTo>
                <a:lnTo>
                  <a:pt x="737767" y="89070"/>
                </a:lnTo>
                <a:moveTo>
                  <a:pt x="737767" y="128781"/>
                </a:moveTo>
                <a:cubicBezTo>
                  <a:pt x="739054" y="135432"/>
                  <a:pt x="741325" y="141223"/>
                  <a:pt x="752141" y="141223"/>
                </a:cubicBezTo>
                <a:cubicBezTo>
                  <a:pt x="760357" y="141223"/>
                  <a:pt x="768079" y="137576"/>
                  <a:pt x="772518" y="133288"/>
                </a:cubicBezTo>
                <a:cubicBezTo>
                  <a:pt x="772155" y="130650"/>
                  <a:pt x="771297" y="128846"/>
                  <a:pt x="768871" y="127494"/>
                </a:cubicBezTo>
                <a:cubicBezTo>
                  <a:pt x="767264" y="128823"/>
                  <a:pt x="763660" y="130928"/>
                  <a:pt x="760933" y="130928"/>
                </a:cubicBezTo>
                <a:cubicBezTo>
                  <a:pt x="754714" y="130928"/>
                  <a:pt x="754498" y="122555"/>
                  <a:pt x="754498" y="112682"/>
                </a:cubicBezTo>
                <a:lnTo>
                  <a:pt x="754498" y="81126"/>
                </a:lnTo>
                <a:cubicBezTo>
                  <a:pt x="754498" y="50647"/>
                  <a:pt x="737767" y="44853"/>
                  <a:pt x="722104" y="44853"/>
                </a:cubicBezTo>
                <a:cubicBezTo>
                  <a:pt x="704512" y="44853"/>
                  <a:pt x="686708" y="56441"/>
                  <a:pt x="686708" y="68677"/>
                </a:cubicBezTo>
                <a:cubicBezTo>
                  <a:pt x="686708" y="73829"/>
                  <a:pt x="689281" y="76406"/>
                  <a:pt x="694217" y="76406"/>
                </a:cubicBezTo>
                <a:cubicBezTo>
                  <a:pt x="700437" y="76406"/>
                  <a:pt x="704299" y="71898"/>
                  <a:pt x="704299" y="69106"/>
                </a:cubicBezTo>
                <a:cubicBezTo>
                  <a:pt x="704299" y="67603"/>
                  <a:pt x="704083" y="66101"/>
                  <a:pt x="703655" y="65243"/>
                </a:cubicBezTo>
                <a:cubicBezTo>
                  <a:pt x="703442" y="64598"/>
                  <a:pt x="703226" y="63312"/>
                  <a:pt x="703226" y="60948"/>
                </a:cubicBezTo>
                <a:cubicBezTo>
                  <a:pt x="703226" y="54293"/>
                  <a:pt x="712238" y="51933"/>
                  <a:pt x="720388" y="51933"/>
                </a:cubicBezTo>
                <a:cubicBezTo>
                  <a:pt x="727682" y="51933"/>
                  <a:pt x="737767" y="55583"/>
                  <a:pt x="737767" y="79839"/>
                </a:cubicBezTo>
                <a:cubicBezTo>
                  <a:pt x="737767" y="81342"/>
                  <a:pt x="737122" y="82200"/>
                  <a:pt x="736477" y="82416"/>
                </a:cubicBezTo>
                <a:lnTo>
                  <a:pt x="718028" y="86923"/>
                </a:lnTo>
                <a:cubicBezTo>
                  <a:pt x="697435" y="92075"/>
                  <a:pt x="682632" y="103451"/>
                  <a:pt x="682632" y="118047"/>
                </a:cubicBezTo>
                <a:cubicBezTo>
                  <a:pt x="682632" y="135648"/>
                  <a:pt x="694646" y="141223"/>
                  <a:pt x="709661" y="141223"/>
                </a:cubicBezTo>
                <a:cubicBezTo>
                  <a:pt x="717128" y="141223"/>
                  <a:pt x="723606" y="139508"/>
                  <a:pt x="733047" y="132214"/>
                </a:cubicBezTo>
                <a:lnTo>
                  <a:pt x="737338" y="128781"/>
                </a:lnTo>
                <a:lnTo>
                  <a:pt x="737767" y="128781"/>
                </a:lnTo>
                <a:close/>
                <a:moveTo>
                  <a:pt x="783032" y="47157"/>
                </a:moveTo>
                <a:cubicBezTo>
                  <a:pt x="780027" y="47157"/>
                  <a:pt x="779170" y="49733"/>
                  <a:pt x="779170" y="51449"/>
                </a:cubicBezTo>
                <a:lnTo>
                  <a:pt x="779170" y="54238"/>
                </a:lnTo>
                <a:cubicBezTo>
                  <a:pt x="779170" y="55311"/>
                  <a:pt x="779382" y="55524"/>
                  <a:pt x="780243" y="55524"/>
                </a:cubicBezTo>
                <a:lnTo>
                  <a:pt x="792898" y="55524"/>
                </a:lnTo>
                <a:lnTo>
                  <a:pt x="792898" y="120001"/>
                </a:lnTo>
                <a:cubicBezTo>
                  <a:pt x="792898" y="135216"/>
                  <a:pt x="799550" y="141223"/>
                  <a:pt x="809416" y="141223"/>
                </a:cubicBezTo>
                <a:cubicBezTo>
                  <a:pt x="819286" y="141223"/>
                  <a:pt x="830013" y="136506"/>
                  <a:pt x="838380" y="127069"/>
                </a:cubicBezTo>
                <a:cubicBezTo>
                  <a:pt x="837951" y="124862"/>
                  <a:pt x="836664" y="123641"/>
                  <a:pt x="834517" y="123429"/>
                </a:cubicBezTo>
                <a:cubicBezTo>
                  <a:pt x="828939" y="127714"/>
                  <a:pt x="822503" y="129426"/>
                  <a:pt x="816925" y="129426"/>
                </a:cubicBezTo>
                <a:cubicBezTo>
                  <a:pt x="811135" y="129426"/>
                  <a:pt x="809848" y="123000"/>
                  <a:pt x="809848" y="109719"/>
                </a:cubicBezTo>
                <a:lnTo>
                  <a:pt x="809848" y="55524"/>
                </a:lnTo>
                <a:lnTo>
                  <a:pt x="832157" y="55524"/>
                </a:lnTo>
                <a:cubicBezTo>
                  <a:pt x="834304" y="55524"/>
                  <a:pt x="837306" y="54667"/>
                  <a:pt x="837306" y="52735"/>
                </a:cubicBezTo>
                <a:lnTo>
                  <a:pt x="837306" y="48447"/>
                </a:lnTo>
                <a:cubicBezTo>
                  <a:pt x="837306" y="47589"/>
                  <a:pt x="836664" y="47157"/>
                  <a:pt x="835591" y="47157"/>
                </a:cubicBezTo>
                <a:lnTo>
                  <a:pt x="809848" y="47157"/>
                </a:lnTo>
                <a:lnTo>
                  <a:pt x="809848" y="38794"/>
                </a:lnTo>
                <a:cubicBezTo>
                  <a:pt x="809848" y="24849"/>
                  <a:pt x="810706" y="16266"/>
                  <a:pt x="810706" y="16266"/>
                </a:cubicBezTo>
                <a:cubicBezTo>
                  <a:pt x="810706" y="14894"/>
                  <a:pt x="810061" y="14380"/>
                  <a:pt x="809053" y="14380"/>
                </a:cubicBezTo>
                <a:cubicBezTo>
                  <a:pt x="808087" y="14380"/>
                  <a:pt x="806264" y="15215"/>
                  <a:pt x="804270" y="16308"/>
                </a:cubicBezTo>
                <a:cubicBezTo>
                  <a:pt x="801845" y="17660"/>
                  <a:pt x="799658" y="18583"/>
                  <a:pt x="796974" y="19333"/>
                </a:cubicBezTo>
                <a:cubicBezTo>
                  <a:pt x="794401" y="20063"/>
                  <a:pt x="792257" y="20793"/>
                  <a:pt x="792257" y="22273"/>
                </a:cubicBezTo>
                <a:cubicBezTo>
                  <a:pt x="792257" y="24764"/>
                  <a:pt x="792898" y="23346"/>
                  <a:pt x="792898" y="47138"/>
                </a:cubicBezTo>
                <a:lnTo>
                  <a:pt x="783032" y="47157"/>
                </a:lnTo>
                <a:close/>
                <a:moveTo>
                  <a:pt x="869271" y="78622"/>
                </a:moveTo>
                <a:cubicBezTo>
                  <a:pt x="873347" y="54483"/>
                  <a:pt x="888365" y="52562"/>
                  <a:pt x="893515" y="52562"/>
                </a:cubicBezTo>
                <a:cubicBezTo>
                  <a:pt x="901665" y="52562"/>
                  <a:pt x="911319" y="57050"/>
                  <a:pt x="911319" y="74991"/>
                </a:cubicBezTo>
                <a:cubicBezTo>
                  <a:pt x="911319" y="76913"/>
                  <a:pt x="910461" y="77937"/>
                  <a:pt x="908101" y="77983"/>
                </a:cubicBezTo>
                <a:lnTo>
                  <a:pt x="869271" y="78622"/>
                </a:lnTo>
                <a:moveTo>
                  <a:pt x="925476" y="119137"/>
                </a:moveTo>
                <a:cubicBezTo>
                  <a:pt x="917542" y="127285"/>
                  <a:pt x="911319" y="130712"/>
                  <a:pt x="898876" y="130712"/>
                </a:cubicBezTo>
                <a:cubicBezTo>
                  <a:pt x="891154" y="130712"/>
                  <a:pt x="882143" y="126211"/>
                  <a:pt x="875494" y="115281"/>
                </a:cubicBezTo>
                <a:cubicBezTo>
                  <a:pt x="871203" y="108207"/>
                  <a:pt x="868627" y="98347"/>
                  <a:pt x="868627" y="85915"/>
                </a:cubicBezTo>
                <a:lnTo>
                  <a:pt x="925693" y="86344"/>
                </a:lnTo>
                <a:cubicBezTo>
                  <a:pt x="928265" y="86344"/>
                  <a:pt x="929768" y="85057"/>
                  <a:pt x="929768" y="82697"/>
                </a:cubicBezTo>
                <a:cubicBezTo>
                  <a:pt x="929768" y="64739"/>
                  <a:pt x="923332" y="45481"/>
                  <a:pt x="893515" y="45481"/>
                </a:cubicBezTo>
                <a:cubicBezTo>
                  <a:pt x="874849" y="45481"/>
                  <a:pt x="850606" y="63243"/>
                  <a:pt x="850606" y="95774"/>
                </a:cubicBezTo>
                <a:cubicBezTo>
                  <a:pt x="850606" y="107778"/>
                  <a:pt x="853611" y="119353"/>
                  <a:pt x="860692" y="127497"/>
                </a:cubicBezTo>
                <a:cubicBezTo>
                  <a:pt x="867985" y="136077"/>
                  <a:pt x="878067" y="141223"/>
                  <a:pt x="893515" y="141223"/>
                </a:cubicBezTo>
                <a:cubicBezTo>
                  <a:pt x="909816" y="141223"/>
                  <a:pt x="921401" y="133717"/>
                  <a:pt x="929984" y="122568"/>
                </a:cubicBezTo>
                <a:cubicBezTo>
                  <a:pt x="929339" y="120424"/>
                  <a:pt x="928053" y="119353"/>
                  <a:pt x="925476" y="119137"/>
                </a:cubicBezTo>
                <a:close/>
                <a:moveTo>
                  <a:pt x="1052693" y="61822"/>
                </a:moveTo>
                <a:lnTo>
                  <a:pt x="1033170" y="61822"/>
                </a:lnTo>
                <a:lnTo>
                  <a:pt x="1033170" y="23179"/>
                </a:lnTo>
                <a:cubicBezTo>
                  <a:pt x="1033170" y="13735"/>
                  <a:pt x="1035746" y="9441"/>
                  <a:pt x="1047331" y="9441"/>
                </a:cubicBezTo>
                <a:lnTo>
                  <a:pt x="1063420" y="9441"/>
                </a:lnTo>
                <a:cubicBezTo>
                  <a:pt x="1079509" y="9441"/>
                  <a:pt x="1082943" y="18027"/>
                  <a:pt x="1087663" y="32842"/>
                </a:cubicBezTo>
                <a:cubicBezTo>
                  <a:pt x="1090321" y="33229"/>
                  <a:pt x="1092639" y="32777"/>
                  <a:pt x="1094740" y="31769"/>
                </a:cubicBezTo>
                <a:cubicBezTo>
                  <a:pt x="1093670" y="22967"/>
                  <a:pt x="1090452" y="2360"/>
                  <a:pt x="1090020" y="645"/>
                </a:cubicBezTo>
                <a:cubicBezTo>
                  <a:pt x="1090020" y="216"/>
                  <a:pt x="1089807" y="0"/>
                  <a:pt x="1089162" y="0"/>
                </a:cubicBezTo>
                <a:cubicBezTo>
                  <a:pt x="1085516" y="645"/>
                  <a:pt x="1083800" y="858"/>
                  <a:pt x="1078651" y="858"/>
                </a:cubicBezTo>
                <a:lnTo>
                  <a:pt x="1023946" y="858"/>
                </a:lnTo>
                <a:cubicBezTo>
                  <a:pt x="1017402" y="661"/>
                  <a:pt x="1004855" y="445"/>
                  <a:pt x="996272" y="229"/>
                </a:cubicBezTo>
                <a:cubicBezTo>
                  <a:pt x="994985" y="1519"/>
                  <a:pt x="994985" y="6023"/>
                  <a:pt x="996272" y="7310"/>
                </a:cubicBezTo>
                <a:cubicBezTo>
                  <a:pt x="1011290" y="7958"/>
                  <a:pt x="1014937" y="9035"/>
                  <a:pt x="1014937" y="26918"/>
                </a:cubicBezTo>
                <a:lnTo>
                  <a:pt x="1014937" y="112993"/>
                </a:lnTo>
                <a:cubicBezTo>
                  <a:pt x="1014937" y="130758"/>
                  <a:pt x="1011290" y="131828"/>
                  <a:pt x="996272" y="132470"/>
                </a:cubicBezTo>
                <a:cubicBezTo>
                  <a:pt x="994985" y="133756"/>
                  <a:pt x="994985" y="138261"/>
                  <a:pt x="996272" y="139547"/>
                </a:cubicBezTo>
                <a:cubicBezTo>
                  <a:pt x="1004210" y="139344"/>
                  <a:pt x="1017081" y="139128"/>
                  <a:pt x="1024162" y="139128"/>
                </a:cubicBezTo>
                <a:lnTo>
                  <a:pt x="1070284" y="139128"/>
                </a:lnTo>
                <a:cubicBezTo>
                  <a:pt x="1080583" y="139118"/>
                  <a:pt x="1097745" y="139547"/>
                  <a:pt x="1097745" y="139547"/>
                </a:cubicBezTo>
                <a:cubicBezTo>
                  <a:pt x="1100747" y="128830"/>
                  <a:pt x="1103965" y="114705"/>
                  <a:pt x="1105683" y="103791"/>
                </a:cubicBezTo>
                <a:cubicBezTo>
                  <a:pt x="1103451" y="102528"/>
                  <a:pt x="1100983" y="102037"/>
                  <a:pt x="1098174" y="102721"/>
                </a:cubicBezTo>
                <a:cubicBezTo>
                  <a:pt x="1093883" y="118135"/>
                  <a:pt x="1086373" y="130764"/>
                  <a:pt x="1070072" y="130764"/>
                </a:cubicBezTo>
                <a:lnTo>
                  <a:pt x="1045184" y="130764"/>
                </a:lnTo>
                <a:cubicBezTo>
                  <a:pt x="1036175" y="130764"/>
                  <a:pt x="1033170" y="127337"/>
                  <a:pt x="1033170" y="117278"/>
                </a:cubicBezTo>
                <a:lnTo>
                  <a:pt x="1033170" y="69976"/>
                </a:lnTo>
                <a:lnTo>
                  <a:pt x="1052693" y="69976"/>
                </a:lnTo>
                <a:cubicBezTo>
                  <a:pt x="1070929" y="69976"/>
                  <a:pt x="1071571" y="74900"/>
                  <a:pt x="1072216" y="84530"/>
                </a:cubicBezTo>
                <a:cubicBezTo>
                  <a:pt x="1073502" y="85813"/>
                  <a:pt x="1078006" y="85813"/>
                  <a:pt x="1079296" y="84530"/>
                </a:cubicBezTo>
                <a:cubicBezTo>
                  <a:pt x="1079080" y="78965"/>
                  <a:pt x="1078867" y="73037"/>
                  <a:pt x="1078867" y="65685"/>
                </a:cubicBezTo>
                <a:cubicBezTo>
                  <a:pt x="1078867" y="59678"/>
                  <a:pt x="1079080" y="52378"/>
                  <a:pt x="1079296" y="47226"/>
                </a:cubicBezTo>
                <a:cubicBezTo>
                  <a:pt x="1078006" y="45936"/>
                  <a:pt x="1073502" y="45936"/>
                  <a:pt x="1072216" y="47226"/>
                </a:cubicBezTo>
                <a:cubicBezTo>
                  <a:pt x="1071571" y="59033"/>
                  <a:pt x="1070929" y="61822"/>
                  <a:pt x="1052693" y="61822"/>
                </a:cubicBezTo>
                <a:close/>
                <a:moveTo>
                  <a:pt x="1150090" y="62235"/>
                </a:moveTo>
                <a:cubicBezTo>
                  <a:pt x="1149724" y="53649"/>
                  <a:pt x="1149383" y="48136"/>
                  <a:pt x="1148375" y="45926"/>
                </a:cubicBezTo>
                <a:cubicBezTo>
                  <a:pt x="1147923" y="44941"/>
                  <a:pt x="1147514" y="44211"/>
                  <a:pt x="1145799" y="44211"/>
                </a:cubicBezTo>
                <a:cubicBezTo>
                  <a:pt x="1139792" y="46571"/>
                  <a:pt x="1134214" y="48503"/>
                  <a:pt x="1119412" y="50431"/>
                </a:cubicBezTo>
                <a:cubicBezTo>
                  <a:pt x="1118983" y="51720"/>
                  <a:pt x="1119412" y="55151"/>
                  <a:pt x="1119841" y="56437"/>
                </a:cubicBezTo>
                <a:cubicBezTo>
                  <a:pt x="1131425" y="57511"/>
                  <a:pt x="1133785" y="58585"/>
                  <a:pt x="1133785" y="71040"/>
                </a:cubicBezTo>
                <a:lnTo>
                  <a:pt x="1133785" y="112924"/>
                </a:lnTo>
                <a:cubicBezTo>
                  <a:pt x="1133785" y="130751"/>
                  <a:pt x="1131212" y="131609"/>
                  <a:pt x="1117909" y="132470"/>
                </a:cubicBezTo>
                <a:cubicBezTo>
                  <a:pt x="1116623" y="133756"/>
                  <a:pt x="1116623" y="138261"/>
                  <a:pt x="1117909" y="139547"/>
                </a:cubicBezTo>
                <a:cubicBezTo>
                  <a:pt x="1125418" y="139334"/>
                  <a:pt x="1133785" y="139118"/>
                  <a:pt x="1142368" y="139118"/>
                </a:cubicBezTo>
                <a:cubicBezTo>
                  <a:pt x="1150948" y="139118"/>
                  <a:pt x="1160818" y="139334"/>
                  <a:pt x="1168324" y="139547"/>
                </a:cubicBezTo>
                <a:cubicBezTo>
                  <a:pt x="1169613" y="138261"/>
                  <a:pt x="1169613" y="133756"/>
                  <a:pt x="1168324" y="132470"/>
                </a:cubicBezTo>
                <a:cubicBezTo>
                  <a:pt x="1153308" y="131396"/>
                  <a:pt x="1150732" y="130751"/>
                  <a:pt x="1150732" y="112924"/>
                </a:cubicBezTo>
                <a:lnTo>
                  <a:pt x="1150732" y="83070"/>
                </a:lnTo>
                <a:cubicBezTo>
                  <a:pt x="1150732" y="77486"/>
                  <a:pt x="1153308" y="72546"/>
                  <a:pt x="1155881" y="68680"/>
                </a:cubicBezTo>
                <a:cubicBezTo>
                  <a:pt x="1158241" y="65243"/>
                  <a:pt x="1163178" y="58156"/>
                  <a:pt x="1165751" y="58156"/>
                </a:cubicBezTo>
                <a:cubicBezTo>
                  <a:pt x="1167682" y="58156"/>
                  <a:pt x="1169613" y="58670"/>
                  <a:pt x="1171286" y="60883"/>
                </a:cubicBezTo>
                <a:cubicBezTo>
                  <a:pt x="1172916" y="63030"/>
                  <a:pt x="1175319" y="65888"/>
                  <a:pt x="1179051" y="65888"/>
                </a:cubicBezTo>
                <a:cubicBezTo>
                  <a:pt x="1184200" y="65888"/>
                  <a:pt x="1189133" y="60516"/>
                  <a:pt x="1189133" y="55151"/>
                </a:cubicBezTo>
                <a:cubicBezTo>
                  <a:pt x="1189133" y="51053"/>
                  <a:pt x="1185273" y="44853"/>
                  <a:pt x="1176262" y="44853"/>
                </a:cubicBezTo>
                <a:cubicBezTo>
                  <a:pt x="1166179" y="44853"/>
                  <a:pt x="1157384" y="54293"/>
                  <a:pt x="1152451" y="62664"/>
                </a:cubicBezTo>
                <a:cubicBezTo>
                  <a:pt x="1151164" y="65027"/>
                  <a:pt x="1150133" y="63308"/>
                  <a:pt x="1150090" y="62235"/>
                </a:cubicBezTo>
                <a:close/>
                <a:moveTo>
                  <a:pt x="1230967" y="62235"/>
                </a:moveTo>
                <a:cubicBezTo>
                  <a:pt x="1230600" y="53649"/>
                  <a:pt x="1230260" y="48136"/>
                  <a:pt x="1229252" y="45926"/>
                </a:cubicBezTo>
                <a:cubicBezTo>
                  <a:pt x="1228800" y="44941"/>
                  <a:pt x="1228391" y="44211"/>
                  <a:pt x="1226675" y="44211"/>
                </a:cubicBezTo>
                <a:cubicBezTo>
                  <a:pt x="1220669" y="46571"/>
                  <a:pt x="1215091" y="48503"/>
                  <a:pt x="1200288" y="50431"/>
                </a:cubicBezTo>
                <a:cubicBezTo>
                  <a:pt x="1199859" y="51720"/>
                  <a:pt x="1200288" y="55151"/>
                  <a:pt x="1200717" y="56437"/>
                </a:cubicBezTo>
                <a:cubicBezTo>
                  <a:pt x="1212302" y="57511"/>
                  <a:pt x="1214662" y="58585"/>
                  <a:pt x="1214662" y="71040"/>
                </a:cubicBezTo>
                <a:lnTo>
                  <a:pt x="1214662" y="112924"/>
                </a:lnTo>
                <a:cubicBezTo>
                  <a:pt x="1214662" y="130751"/>
                  <a:pt x="1212089" y="131609"/>
                  <a:pt x="1198786" y="132470"/>
                </a:cubicBezTo>
                <a:cubicBezTo>
                  <a:pt x="1197499" y="133756"/>
                  <a:pt x="1197499" y="138261"/>
                  <a:pt x="1198786" y="139547"/>
                </a:cubicBezTo>
                <a:cubicBezTo>
                  <a:pt x="1206295" y="139334"/>
                  <a:pt x="1214662" y="139118"/>
                  <a:pt x="1223245" y="139118"/>
                </a:cubicBezTo>
                <a:cubicBezTo>
                  <a:pt x="1231824" y="139118"/>
                  <a:pt x="1241694" y="139334"/>
                  <a:pt x="1249200" y="139547"/>
                </a:cubicBezTo>
                <a:cubicBezTo>
                  <a:pt x="1250490" y="138261"/>
                  <a:pt x="1250490" y="133756"/>
                  <a:pt x="1249200" y="132470"/>
                </a:cubicBezTo>
                <a:cubicBezTo>
                  <a:pt x="1234185" y="131396"/>
                  <a:pt x="1231608" y="130751"/>
                  <a:pt x="1231608" y="112924"/>
                </a:cubicBezTo>
                <a:lnTo>
                  <a:pt x="1231608" y="83070"/>
                </a:lnTo>
                <a:cubicBezTo>
                  <a:pt x="1231608" y="77486"/>
                  <a:pt x="1234185" y="72546"/>
                  <a:pt x="1236758" y="68680"/>
                </a:cubicBezTo>
                <a:cubicBezTo>
                  <a:pt x="1239118" y="65243"/>
                  <a:pt x="1244054" y="58156"/>
                  <a:pt x="1246627" y="58156"/>
                </a:cubicBezTo>
                <a:cubicBezTo>
                  <a:pt x="1248558" y="58156"/>
                  <a:pt x="1250490" y="58670"/>
                  <a:pt x="1252162" y="60883"/>
                </a:cubicBezTo>
                <a:cubicBezTo>
                  <a:pt x="1253793" y="63030"/>
                  <a:pt x="1256195" y="65888"/>
                  <a:pt x="1259927" y="65888"/>
                </a:cubicBezTo>
                <a:cubicBezTo>
                  <a:pt x="1265076" y="65888"/>
                  <a:pt x="1270009" y="60516"/>
                  <a:pt x="1270009" y="55151"/>
                </a:cubicBezTo>
                <a:cubicBezTo>
                  <a:pt x="1270009" y="51053"/>
                  <a:pt x="1266150" y="44853"/>
                  <a:pt x="1257138" y="44853"/>
                </a:cubicBezTo>
                <a:cubicBezTo>
                  <a:pt x="1247056" y="44853"/>
                  <a:pt x="1238260" y="54293"/>
                  <a:pt x="1233327" y="62664"/>
                </a:cubicBezTo>
                <a:cubicBezTo>
                  <a:pt x="1232041" y="65027"/>
                  <a:pt x="1231009" y="63308"/>
                  <a:pt x="1230967" y="62235"/>
                </a:cubicBezTo>
                <a:close/>
                <a:moveTo>
                  <a:pt x="1282881" y="95077"/>
                </a:moveTo>
                <a:cubicBezTo>
                  <a:pt x="1282881" y="116973"/>
                  <a:pt x="1297470" y="141223"/>
                  <a:pt x="1327933" y="141223"/>
                </a:cubicBezTo>
                <a:cubicBezTo>
                  <a:pt x="1341750" y="141223"/>
                  <a:pt x="1352134" y="136355"/>
                  <a:pt x="1359447" y="129209"/>
                </a:cubicBezTo>
                <a:cubicBezTo>
                  <a:pt x="1369057" y="119808"/>
                  <a:pt x="1373414" y="106305"/>
                  <a:pt x="1373414" y="93146"/>
                </a:cubicBezTo>
                <a:cubicBezTo>
                  <a:pt x="1373414" y="70821"/>
                  <a:pt x="1361185" y="44853"/>
                  <a:pt x="1328362" y="44853"/>
                </a:cubicBezTo>
                <a:cubicBezTo>
                  <a:pt x="1314247" y="44853"/>
                  <a:pt x="1302597" y="50647"/>
                  <a:pt x="1294747" y="59875"/>
                </a:cubicBezTo>
                <a:cubicBezTo>
                  <a:pt x="1286959" y="69021"/>
                  <a:pt x="1282881" y="81512"/>
                  <a:pt x="1282881" y="95077"/>
                </a:cubicBezTo>
                <a:moveTo>
                  <a:pt x="1325144" y="52362"/>
                </a:moveTo>
                <a:cubicBezTo>
                  <a:pt x="1343593" y="52362"/>
                  <a:pt x="1354965" y="69106"/>
                  <a:pt x="1354965" y="100017"/>
                </a:cubicBezTo>
                <a:cubicBezTo>
                  <a:pt x="1354965" y="127062"/>
                  <a:pt x="1341020" y="133717"/>
                  <a:pt x="1330938" y="133717"/>
                </a:cubicBezTo>
                <a:cubicBezTo>
                  <a:pt x="1308626" y="133717"/>
                  <a:pt x="1301333" y="106669"/>
                  <a:pt x="1301333" y="90141"/>
                </a:cubicBezTo>
                <a:cubicBezTo>
                  <a:pt x="1301333" y="71466"/>
                  <a:pt x="1305837" y="52362"/>
                  <a:pt x="1325144" y="52362"/>
                </a:cubicBezTo>
                <a:close/>
                <a:moveTo>
                  <a:pt x="1419752" y="62235"/>
                </a:moveTo>
                <a:cubicBezTo>
                  <a:pt x="1419385" y="53649"/>
                  <a:pt x="1419045" y="48136"/>
                  <a:pt x="1418037" y="45926"/>
                </a:cubicBezTo>
                <a:cubicBezTo>
                  <a:pt x="1417585" y="44941"/>
                  <a:pt x="1417176" y="44211"/>
                  <a:pt x="1415460" y="44211"/>
                </a:cubicBezTo>
                <a:cubicBezTo>
                  <a:pt x="1409454" y="46571"/>
                  <a:pt x="1403876" y="48503"/>
                  <a:pt x="1389073" y="50431"/>
                </a:cubicBezTo>
                <a:cubicBezTo>
                  <a:pt x="1388644" y="51720"/>
                  <a:pt x="1389073" y="55151"/>
                  <a:pt x="1389502" y="56437"/>
                </a:cubicBezTo>
                <a:cubicBezTo>
                  <a:pt x="1401087" y="57511"/>
                  <a:pt x="1403447" y="58585"/>
                  <a:pt x="1403447" y="71040"/>
                </a:cubicBezTo>
                <a:lnTo>
                  <a:pt x="1403447" y="112924"/>
                </a:lnTo>
                <a:cubicBezTo>
                  <a:pt x="1403447" y="130751"/>
                  <a:pt x="1400874" y="131609"/>
                  <a:pt x="1387571" y="132470"/>
                </a:cubicBezTo>
                <a:cubicBezTo>
                  <a:pt x="1386284" y="133756"/>
                  <a:pt x="1386284" y="138261"/>
                  <a:pt x="1387571" y="139547"/>
                </a:cubicBezTo>
                <a:cubicBezTo>
                  <a:pt x="1395080" y="139334"/>
                  <a:pt x="1403447" y="139118"/>
                  <a:pt x="1412030" y="139118"/>
                </a:cubicBezTo>
                <a:cubicBezTo>
                  <a:pt x="1420610" y="139118"/>
                  <a:pt x="1430479" y="139334"/>
                  <a:pt x="1437985" y="139547"/>
                </a:cubicBezTo>
                <a:cubicBezTo>
                  <a:pt x="1439275" y="138261"/>
                  <a:pt x="1439275" y="133756"/>
                  <a:pt x="1437985" y="132470"/>
                </a:cubicBezTo>
                <a:cubicBezTo>
                  <a:pt x="1422970" y="131396"/>
                  <a:pt x="1420393" y="130751"/>
                  <a:pt x="1420393" y="112924"/>
                </a:cubicBezTo>
                <a:lnTo>
                  <a:pt x="1420393" y="83070"/>
                </a:lnTo>
                <a:cubicBezTo>
                  <a:pt x="1420393" y="77486"/>
                  <a:pt x="1422970" y="72546"/>
                  <a:pt x="1425543" y="68680"/>
                </a:cubicBezTo>
                <a:cubicBezTo>
                  <a:pt x="1427903" y="65243"/>
                  <a:pt x="1432839" y="58156"/>
                  <a:pt x="1435412" y="58156"/>
                </a:cubicBezTo>
                <a:cubicBezTo>
                  <a:pt x="1437343" y="58156"/>
                  <a:pt x="1439275" y="58670"/>
                  <a:pt x="1440947" y="60883"/>
                </a:cubicBezTo>
                <a:cubicBezTo>
                  <a:pt x="1442578" y="63030"/>
                  <a:pt x="1444980" y="65888"/>
                  <a:pt x="1448712" y="65888"/>
                </a:cubicBezTo>
                <a:cubicBezTo>
                  <a:pt x="1453861" y="65888"/>
                  <a:pt x="1458794" y="60516"/>
                  <a:pt x="1458794" y="55151"/>
                </a:cubicBezTo>
                <a:cubicBezTo>
                  <a:pt x="1458794" y="51053"/>
                  <a:pt x="1454935" y="44853"/>
                  <a:pt x="1445923" y="44853"/>
                </a:cubicBezTo>
                <a:cubicBezTo>
                  <a:pt x="1435841" y="44853"/>
                  <a:pt x="1427045" y="54293"/>
                  <a:pt x="1422112" y="62664"/>
                </a:cubicBezTo>
                <a:cubicBezTo>
                  <a:pt x="1420826" y="65027"/>
                  <a:pt x="1419794" y="63308"/>
                  <a:pt x="1419752" y="62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CDA01-A187-4F16-9606-BDBF4416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798" y="1867727"/>
            <a:ext cx="10" cy="569809"/>
          </a:xfrm>
          <a:custGeom xmlns:a="http://schemas.openxmlformats.org/drawingml/2006/main">
            <a:pathLst>
              <a:path w="2" h="569809" fill="none">
                <a:moveTo>
                  <a:pt x="0" y="0"/>
                </a:moveTo>
                <a:lnTo>
                  <a:pt x="2" y="569809"/>
                </a:lnTo>
              </a:path>
            </a:pathLst>
          </a:custGeom>
          <a:noFill xmlns:a="http://schemas.openxmlformats.org/drawingml/2006/main"/>
          <a:ln xmlns:a="http://schemas.openxmlformats.org/drawingml/2006/main" w="23982" cap="flat">
            <a:solidFill>
              <a:srgbClr val="000000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E5DC0-EE8B-4575-AABB-D76989A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798" y="721452"/>
            <a:ext cx="708026" cy="147266"/>
          </a:xfrm>
          <a:custGeom xmlns:a="http://schemas.openxmlformats.org/drawingml/2006/main">
            <a:pathLst>
              <a:path w="708026" h="147266">
                <a:moveTo>
                  <a:pt x="0" y="85622"/>
                </a:moveTo>
                <a:lnTo>
                  <a:pt x="643591" y="85624"/>
                </a:lnTo>
                <a:lnTo>
                  <a:pt x="583119" y="123419"/>
                </a:lnTo>
                <a:lnTo>
                  <a:pt x="582437" y="123878"/>
                </a:lnTo>
                <a:lnTo>
                  <a:pt x="581797" y="124374"/>
                </a:lnTo>
                <a:lnTo>
                  <a:pt x="581198" y="124907"/>
                </a:lnTo>
                <a:lnTo>
                  <a:pt x="580642" y="125472"/>
                </a:lnTo>
                <a:lnTo>
                  <a:pt x="580129" y="126068"/>
                </a:lnTo>
                <a:lnTo>
                  <a:pt x="579660" y="126692"/>
                </a:lnTo>
                <a:lnTo>
                  <a:pt x="579234" y="127342"/>
                </a:lnTo>
                <a:lnTo>
                  <a:pt x="578854" y="128015"/>
                </a:lnTo>
                <a:lnTo>
                  <a:pt x="578518" y="128709"/>
                </a:lnTo>
                <a:lnTo>
                  <a:pt x="578229" y="129421"/>
                </a:lnTo>
                <a:lnTo>
                  <a:pt x="577986" y="130150"/>
                </a:lnTo>
                <a:lnTo>
                  <a:pt x="577789" y="130891"/>
                </a:lnTo>
                <a:lnTo>
                  <a:pt x="577641" y="131644"/>
                </a:lnTo>
                <a:lnTo>
                  <a:pt x="577540" y="132405"/>
                </a:lnTo>
                <a:lnTo>
                  <a:pt x="577488" y="133172"/>
                </a:lnTo>
                <a:lnTo>
                  <a:pt x="577486" y="133943"/>
                </a:lnTo>
                <a:lnTo>
                  <a:pt x="577533" y="134715"/>
                </a:lnTo>
                <a:lnTo>
                  <a:pt x="577630" y="135485"/>
                </a:lnTo>
                <a:lnTo>
                  <a:pt x="577779" y="136252"/>
                </a:lnTo>
                <a:lnTo>
                  <a:pt x="577979" y="137012"/>
                </a:lnTo>
                <a:lnTo>
                  <a:pt x="578231" y="137764"/>
                </a:lnTo>
                <a:lnTo>
                  <a:pt x="578536" y="138505"/>
                </a:lnTo>
                <a:lnTo>
                  <a:pt x="578894" y="139232"/>
                </a:lnTo>
                <a:lnTo>
                  <a:pt x="579306" y="139943"/>
                </a:lnTo>
                <a:lnTo>
                  <a:pt x="579764" y="140624"/>
                </a:lnTo>
                <a:lnTo>
                  <a:pt x="580261" y="141264"/>
                </a:lnTo>
                <a:lnTo>
                  <a:pt x="580793" y="141863"/>
                </a:lnTo>
                <a:lnTo>
                  <a:pt x="581358" y="142419"/>
                </a:lnTo>
                <a:lnTo>
                  <a:pt x="581954" y="142932"/>
                </a:lnTo>
                <a:lnTo>
                  <a:pt x="582578" y="143401"/>
                </a:lnTo>
                <a:lnTo>
                  <a:pt x="583228" y="143826"/>
                </a:lnTo>
                <a:lnTo>
                  <a:pt x="583901" y="144207"/>
                </a:lnTo>
                <a:lnTo>
                  <a:pt x="584595" y="144542"/>
                </a:lnTo>
                <a:lnTo>
                  <a:pt x="585307" y="144832"/>
                </a:lnTo>
                <a:lnTo>
                  <a:pt x="586035" y="145075"/>
                </a:lnTo>
                <a:lnTo>
                  <a:pt x="586777" y="145271"/>
                </a:lnTo>
                <a:lnTo>
                  <a:pt x="587530" y="145420"/>
                </a:lnTo>
                <a:lnTo>
                  <a:pt x="588291" y="145521"/>
                </a:lnTo>
                <a:lnTo>
                  <a:pt x="589058" y="145572"/>
                </a:lnTo>
                <a:lnTo>
                  <a:pt x="589829" y="145575"/>
                </a:lnTo>
                <a:lnTo>
                  <a:pt x="590601" y="145528"/>
                </a:lnTo>
                <a:lnTo>
                  <a:pt x="591371" y="145430"/>
                </a:lnTo>
                <a:lnTo>
                  <a:pt x="592138" y="145282"/>
                </a:lnTo>
                <a:lnTo>
                  <a:pt x="592899" y="145082"/>
                </a:lnTo>
                <a:lnTo>
                  <a:pt x="593651" y="144830"/>
                </a:lnTo>
                <a:lnTo>
                  <a:pt x="594391" y="144525"/>
                </a:lnTo>
                <a:lnTo>
                  <a:pt x="595118" y="144168"/>
                </a:lnTo>
                <a:lnTo>
                  <a:pt x="595829" y="143756"/>
                </a:lnTo>
                <a:lnTo>
                  <a:pt x="708026" y="73633"/>
                </a:lnTo>
                <a:lnTo>
                  <a:pt x="595829" y="3510"/>
                </a:lnTo>
                <a:lnTo>
                  <a:pt x="595118" y="3098"/>
                </a:lnTo>
                <a:lnTo>
                  <a:pt x="594391" y="2740"/>
                </a:lnTo>
                <a:lnTo>
                  <a:pt x="593651" y="2436"/>
                </a:lnTo>
                <a:lnTo>
                  <a:pt x="592899" y="2184"/>
                </a:lnTo>
                <a:lnTo>
                  <a:pt x="592138" y="1984"/>
                </a:lnTo>
                <a:lnTo>
                  <a:pt x="591371" y="1835"/>
                </a:lnTo>
                <a:lnTo>
                  <a:pt x="590601" y="1738"/>
                </a:lnTo>
                <a:lnTo>
                  <a:pt x="589829" y="1691"/>
                </a:lnTo>
                <a:lnTo>
                  <a:pt x="589058" y="1693"/>
                </a:lnTo>
                <a:lnTo>
                  <a:pt x="588291" y="1745"/>
                </a:lnTo>
                <a:lnTo>
                  <a:pt x="587530" y="1846"/>
                </a:lnTo>
                <a:lnTo>
                  <a:pt x="586777" y="1994"/>
                </a:lnTo>
                <a:lnTo>
                  <a:pt x="586035" y="2191"/>
                </a:lnTo>
                <a:lnTo>
                  <a:pt x="585307" y="2434"/>
                </a:lnTo>
                <a:lnTo>
                  <a:pt x="584595" y="2723"/>
                </a:lnTo>
                <a:lnTo>
                  <a:pt x="583901" y="3059"/>
                </a:lnTo>
                <a:lnTo>
                  <a:pt x="583228" y="3439"/>
                </a:lnTo>
                <a:lnTo>
                  <a:pt x="582578" y="3865"/>
                </a:lnTo>
                <a:lnTo>
                  <a:pt x="581954" y="4334"/>
                </a:lnTo>
                <a:lnTo>
                  <a:pt x="581358" y="4847"/>
                </a:lnTo>
                <a:lnTo>
                  <a:pt x="580793" y="5403"/>
                </a:lnTo>
                <a:lnTo>
                  <a:pt x="580261" y="6001"/>
                </a:lnTo>
                <a:lnTo>
                  <a:pt x="579764" y="6642"/>
                </a:lnTo>
                <a:lnTo>
                  <a:pt x="579306" y="7323"/>
                </a:lnTo>
                <a:lnTo>
                  <a:pt x="578894" y="8034"/>
                </a:lnTo>
                <a:lnTo>
                  <a:pt x="578536" y="8761"/>
                </a:lnTo>
                <a:lnTo>
                  <a:pt x="578231" y="9501"/>
                </a:lnTo>
                <a:lnTo>
                  <a:pt x="577979" y="10253"/>
                </a:lnTo>
                <a:lnTo>
                  <a:pt x="577779" y="11014"/>
                </a:lnTo>
                <a:lnTo>
                  <a:pt x="577630" y="11780"/>
                </a:lnTo>
                <a:lnTo>
                  <a:pt x="577533" y="12551"/>
                </a:lnTo>
                <a:lnTo>
                  <a:pt x="577486" y="13323"/>
                </a:lnTo>
                <a:lnTo>
                  <a:pt x="577488" y="14094"/>
                </a:lnTo>
                <a:lnTo>
                  <a:pt x="577540" y="14861"/>
                </a:lnTo>
                <a:lnTo>
                  <a:pt x="577641" y="15622"/>
                </a:lnTo>
                <a:lnTo>
                  <a:pt x="577789" y="16374"/>
                </a:lnTo>
                <a:lnTo>
                  <a:pt x="577986" y="17116"/>
                </a:lnTo>
                <a:lnTo>
                  <a:pt x="578229" y="17844"/>
                </a:lnTo>
                <a:lnTo>
                  <a:pt x="578518" y="18557"/>
                </a:lnTo>
                <a:lnTo>
                  <a:pt x="578854" y="19251"/>
                </a:lnTo>
                <a:lnTo>
                  <a:pt x="579234" y="19924"/>
                </a:lnTo>
                <a:lnTo>
                  <a:pt x="579660" y="20574"/>
                </a:lnTo>
                <a:lnTo>
                  <a:pt x="580129" y="21198"/>
                </a:lnTo>
                <a:lnTo>
                  <a:pt x="580642" y="21794"/>
                </a:lnTo>
                <a:lnTo>
                  <a:pt x="581198" y="22359"/>
                </a:lnTo>
                <a:lnTo>
                  <a:pt x="581797" y="22891"/>
                </a:lnTo>
                <a:lnTo>
                  <a:pt x="582437" y="23388"/>
                </a:lnTo>
                <a:lnTo>
                  <a:pt x="583119" y="23846"/>
                </a:lnTo>
                <a:lnTo>
                  <a:pt x="643592" y="61642"/>
                </a:lnTo>
                <a:lnTo>
                  <a:pt x="0" y="61640"/>
                </a:lnTo>
                <a:lnTo>
                  <a:pt x="0" y="85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6B38E-2C32-4A0F-8C8A-1F6FF9D3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0888" y="1297395"/>
            <a:ext cx="147265" cy="293619"/>
          </a:xfrm>
          <a:custGeom xmlns:a="http://schemas.openxmlformats.org/drawingml/2006/main">
            <a:pathLst>
              <a:path w="147265" h="293619">
                <a:moveTo>
                  <a:pt x="61641" y="0"/>
                </a:moveTo>
                <a:lnTo>
                  <a:pt x="61643" y="229185"/>
                </a:lnTo>
                <a:lnTo>
                  <a:pt x="23848" y="168713"/>
                </a:lnTo>
                <a:lnTo>
                  <a:pt x="23389" y="168031"/>
                </a:lnTo>
                <a:lnTo>
                  <a:pt x="22892" y="167391"/>
                </a:lnTo>
                <a:lnTo>
                  <a:pt x="22360" y="166793"/>
                </a:lnTo>
                <a:lnTo>
                  <a:pt x="21795" y="166237"/>
                </a:lnTo>
                <a:lnTo>
                  <a:pt x="21199" y="165724"/>
                </a:lnTo>
                <a:lnTo>
                  <a:pt x="20574" y="165254"/>
                </a:lnTo>
                <a:lnTo>
                  <a:pt x="19925" y="164829"/>
                </a:lnTo>
                <a:lnTo>
                  <a:pt x="19251" y="164448"/>
                </a:lnTo>
                <a:lnTo>
                  <a:pt x="18557" y="164113"/>
                </a:lnTo>
                <a:lnTo>
                  <a:pt x="17845" y="163823"/>
                </a:lnTo>
                <a:lnTo>
                  <a:pt x="17117" y="163580"/>
                </a:lnTo>
                <a:lnTo>
                  <a:pt x="16375" y="163384"/>
                </a:lnTo>
                <a:lnTo>
                  <a:pt x="15623" y="163236"/>
                </a:lnTo>
                <a:lnTo>
                  <a:pt x="14862" y="163135"/>
                </a:lnTo>
                <a:lnTo>
                  <a:pt x="14095" y="163083"/>
                </a:lnTo>
                <a:lnTo>
                  <a:pt x="13324" y="163080"/>
                </a:lnTo>
                <a:lnTo>
                  <a:pt x="12552" y="163128"/>
                </a:lnTo>
                <a:lnTo>
                  <a:pt x="11782" y="163225"/>
                </a:lnTo>
                <a:lnTo>
                  <a:pt x="11015" y="163374"/>
                </a:lnTo>
                <a:lnTo>
                  <a:pt x="10254" y="163574"/>
                </a:lnTo>
                <a:lnTo>
                  <a:pt x="9503" y="163826"/>
                </a:lnTo>
                <a:lnTo>
                  <a:pt x="8762" y="164130"/>
                </a:lnTo>
                <a:lnTo>
                  <a:pt x="8035" y="164488"/>
                </a:lnTo>
                <a:lnTo>
                  <a:pt x="7324" y="164900"/>
                </a:lnTo>
                <a:lnTo>
                  <a:pt x="6642" y="165358"/>
                </a:lnTo>
                <a:lnTo>
                  <a:pt x="6002" y="165855"/>
                </a:lnTo>
                <a:lnTo>
                  <a:pt x="5404" y="166387"/>
                </a:lnTo>
                <a:lnTo>
                  <a:pt x="4848" y="166952"/>
                </a:lnTo>
                <a:lnTo>
                  <a:pt x="4335" y="167548"/>
                </a:lnTo>
                <a:lnTo>
                  <a:pt x="3865" y="168173"/>
                </a:lnTo>
                <a:lnTo>
                  <a:pt x="3440" y="168822"/>
                </a:lnTo>
                <a:lnTo>
                  <a:pt x="3059" y="169496"/>
                </a:lnTo>
                <a:lnTo>
                  <a:pt x="2724" y="170190"/>
                </a:lnTo>
                <a:lnTo>
                  <a:pt x="2434" y="170902"/>
                </a:lnTo>
                <a:lnTo>
                  <a:pt x="2191" y="171630"/>
                </a:lnTo>
                <a:lnTo>
                  <a:pt x="1995" y="172372"/>
                </a:lnTo>
                <a:lnTo>
                  <a:pt x="1846" y="173124"/>
                </a:lnTo>
                <a:lnTo>
                  <a:pt x="1745" y="173886"/>
                </a:lnTo>
                <a:lnTo>
                  <a:pt x="1694" y="174653"/>
                </a:lnTo>
                <a:lnTo>
                  <a:pt x="1691" y="175424"/>
                </a:lnTo>
                <a:lnTo>
                  <a:pt x="1738" y="176195"/>
                </a:lnTo>
                <a:lnTo>
                  <a:pt x="1836" y="176966"/>
                </a:lnTo>
                <a:lnTo>
                  <a:pt x="1984" y="177733"/>
                </a:lnTo>
                <a:lnTo>
                  <a:pt x="2184" y="178493"/>
                </a:lnTo>
                <a:lnTo>
                  <a:pt x="2436" y="179245"/>
                </a:lnTo>
                <a:lnTo>
                  <a:pt x="2741" y="179985"/>
                </a:lnTo>
                <a:lnTo>
                  <a:pt x="3099" y="180712"/>
                </a:lnTo>
                <a:lnTo>
                  <a:pt x="3511" y="181423"/>
                </a:lnTo>
                <a:lnTo>
                  <a:pt x="73634" y="293619"/>
                </a:lnTo>
                <a:lnTo>
                  <a:pt x="143757" y="181422"/>
                </a:lnTo>
                <a:lnTo>
                  <a:pt x="144168" y="180712"/>
                </a:lnTo>
                <a:lnTo>
                  <a:pt x="144526" y="179985"/>
                </a:lnTo>
                <a:lnTo>
                  <a:pt x="144831" y="179244"/>
                </a:lnTo>
                <a:lnTo>
                  <a:pt x="145083" y="178492"/>
                </a:lnTo>
                <a:lnTo>
                  <a:pt x="145283" y="177732"/>
                </a:lnTo>
                <a:lnTo>
                  <a:pt x="145431" y="176965"/>
                </a:lnTo>
                <a:lnTo>
                  <a:pt x="145529" y="176195"/>
                </a:lnTo>
                <a:lnTo>
                  <a:pt x="145576" y="175423"/>
                </a:lnTo>
                <a:lnTo>
                  <a:pt x="145573" y="174652"/>
                </a:lnTo>
                <a:lnTo>
                  <a:pt x="145521" y="173885"/>
                </a:lnTo>
                <a:lnTo>
                  <a:pt x="145421" y="173124"/>
                </a:lnTo>
                <a:lnTo>
                  <a:pt x="145272" y="172371"/>
                </a:lnTo>
                <a:lnTo>
                  <a:pt x="145076" y="171629"/>
                </a:lnTo>
                <a:lnTo>
                  <a:pt x="144833" y="170901"/>
                </a:lnTo>
                <a:lnTo>
                  <a:pt x="144544" y="170189"/>
                </a:lnTo>
                <a:lnTo>
                  <a:pt x="144208" y="169495"/>
                </a:lnTo>
                <a:lnTo>
                  <a:pt x="143828" y="168822"/>
                </a:lnTo>
                <a:lnTo>
                  <a:pt x="143402" y="168172"/>
                </a:lnTo>
                <a:lnTo>
                  <a:pt x="142933" y="167548"/>
                </a:lnTo>
                <a:lnTo>
                  <a:pt x="142420" y="166952"/>
                </a:lnTo>
                <a:lnTo>
                  <a:pt x="141864" y="166386"/>
                </a:lnTo>
                <a:lnTo>
                  <a:pt x="141266" y="165854"/>
                </a:lnTo>
                <a:lnTo>
                  <a:pt x="140625" y="165358"/>
                </a:lnTo>
                <a:lnTo>
                  <a:pt x="139944" y="164899"/>
                </a:lnTo>
                <a:lnTo>
                  <a:pt x="139233" y="164487"/>
                </a:lnTo>
                <a:lnTo>
                  <a:pt x="138506" y="164129"/>
                </a:lnTo>
                <a:lnTo>
                  <a:pt x="137765" y="163825"/>
                </a:lnTo>
                <a:lnTo>
                  <a:pt x="137013" y="163573"/>
                </a:lnTo>
                <a:lnTo>
                  <a:pt x="136253" y="163373"/>
                </a:lnTo>
                <a:lnTo>
                  <a:pt x="135486" y="163224"/>
                </a:lnTo>
                <a:lnTo>
                  <a:pt x="134715" y="163127"/>
                </a:lnTo>
                <a:lnTo>
                  <a:pt x="133943" y="163080"/>
                </a:lnTo>
                <a:lnTo>
                  <a:pt x="133172" y="163082"/>
                </a:lnTo>
                <a:lnTo>
                  <a:pt x="132405" y="163134"/>
                </a:lnTo>
                <a:lnTo>
                  <a:pt x="131644" y="163235"/>
                </a:lnTo>
                <a:lnTo>
                  <a:pt x="130891" y="163383"/>
                </a:lnTo>
                <a:lnTo>
                  <a:pt x="130150" y="163580"/>
                </a:lnTo>
                <a:lnTo>
                  <a:pt x="129422" y="163823"/>
                </a:lnTo>
                <a:lnTo>
                  <a:pt x="128709" y="164112"/>
                </a:lnTo>
                <a:lnTo>
                  <a:pt x="128015" y="164448"/>
                </a:lnTo>
                <a:lnTo>
                  <a:pt x="127342" y="164828"/>
                </a:lnTo>
                <a:lnTo>
                  <a:pt x="126692" y="165254"/>
                </a:lnTo>
                <a:lnTo>
                  <a:pt x="126068" y="165723"/>
                </a:lnTo>
                <a:lnTo>
                  <a:pt x="125472" y="166236"/>
                </a:lnTo>
                <a:lnTo>
                  <a:pt x="124907" y="166792"/>
                </a:lnTo>
                <a:lnTo>
                  <a:pt x="124375" y="167390"/>
                </a:lnTo>
                <a:lnTo>
                  <a:pt x="123879" y="168031"/>
                </a:lnTo>
                <a:lnTo>
                  <a:pt x="123420" y="168712"/>
                </a:lnTo>
                <a:lnTo>
                  <a:pt x="85624" y="229186"/>
                </a:lnTo>
                <a:lnTo>
                  <a:pt x="85622" y="0"/>
                </a:lnTo>
                <a:lnTo>
                  <a:pt x="616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A1E66-AB3C-496F-8526-17B9A7B1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558" y="2191821"/>
            <a:ext cx="4621574" cy="147266"/>
          </a:xfrm>
          <a:custGeom xmlns:a="http://schemas.openxmlformats.org/drawingml/2006/main">
            <a:pathLst>
              <a:path w="4621574" h="147266">
                <a:moveTo>
                  <a:pt x="4496694" y="123423"/>
                </a:moveTo>
                <a:lnTo>
                  <a:pt x="4496012" y="123882"/>
                </a:lnTo>
                <a:lnTo>
                  <a:pt x="4495372" y="124379"/>
                </a:lnTo>
                <a:lnTo>
                  <a:pt x="4494774" y="124911"/>
                </a:lnTo>
                <a:lnTo>
                  <a:pt x="4494219" y="125477"/>
                </a:lnTo>
                <a:lnTo>
                  <a:pt x="4493706" y="126073"/>
                </a:lnTo>
                <a:lnTo>
                  <a:pt x="4493237" y="126698"/>
                </a:lnTo>
                <a:lnTo>
                  <a:pt x="4492812" y="127348"/>
                </a:lnTo>
                <a:lnTo>
                  <a:pt x="4492432" y="128021"/>
                </a:lnTo>
                <a:lnTo>
                  <a:pt x="4492097" y="128715"/>
                </a:lnTo>
                <a:lnTo>
                  <a:pt x="4491808" y="129428"/>
                </a:lnTo>
                <a:lnTo>
                  <a:pt x="4491565" y="130156"/>
                </a:lnTo>
                <a:lnTo>
                  <a:pt x="4491369" y="130898"/>
                </a:lnTo>
                <a:lnTo>
                  <a:pt x="4491221" y="131651"/>
                </a:lnTo>
                <a:lnTo>
                  <a:pt x="4491121" y="132412"/>
                </a:lnTo>
                <a:lnTo>
                  <a:pt x="4491069" y="133179"/>
                </a:lnTo>
                <a:lnTo>
                  <a:pt x="4491067" y="133950"/>
                </a:lnTo>
                <a:lnTo>
                  <a:pt x="4491115" y="134722"/>
                </a:lnTo>
                <a:lnTo>
                  <a:pt x="4491213" y="135492"/>
                </a:lnTo>
                <a:lnTo>
                  <a:pt x="4491362" y="136259"/>
                </a:lnTo>
                <a:lnTo>
                  <a:pt x="4491562" y="137019"/>
                </a:lnTo>
                <a:lnTo>
                  <a:pt x="4491815" y="137771"/>
                </a:lnTo>
                <a:lnTo>
                  <a:pt x="4492120" y="138511"/>
                </a:lnTo>
                <a:lnTo>
                  <a:pt x="4492478" y="139238"/>
                </a:lnTo>
                <a:lnTo>
                  <a:pt x="4492890" y="139949"/>
                </a:lnTo>
                <a:lnTo>
                  <a:pt x="4493349" y="140630"/>
                </a:lnTo>
                <a:lnTo>
                  <a:pt x="4493846" y="141270"/>
                </a:lnTo>
                <a:lnTo>
                  <a:pt x="4494378" y="141868"/>
                </a:lnTo>
                <a:lnTo>
                  <a:pt x="4494943" y="142424"/>
                </a:lnTo>
                <a:lnTo>
                  <a:pt x="4495540" y="142936"/>
                </a:lnTo>
                <a:lnTo>
                  <a:pt x="4496164" y="143405"/>
                </a:lnTo>
                <a:lnTo>
                  <a:pt x="4496814" y="143830"/>
                </a:lnTo>
                <a:lnTo>
                  <a:pt x="4497487" y="144211"/>
                </a:lnTo>
                <a:lnTo>
                  <a:pt x="4498182" y="144545"/>
                </a:lnTo>
                <a:lnTo>
                  <a:pt x="4498894" y="144835"/>
                </a:lnTo>
                <a:lnTo>
                  <a:pt x="4499623" y="145077"/>
                </a:lnTo>
                <a:lnTo>
                  <a:pt x="4500364" y="145273"/>
                </a:lnTo>
                <a:lnTo>
                  <a:pt x="4501117" y="145421"/>
                </a:lnTo>
                <a:lnTo>
                  <a:pt x="4501878" y="145522"/>
                </a:lnTo>
                <a:lnTo>
                  <a:pt x="4502646" y="145573"/>
                </a:lnTo>
                <a:lnTo>
                  <a:pt x="4503417" y="145575"/>
                </a:lnTo>
                <a:lnTo>
                  <a:pt x="4504189" y="145528"/>
                </a:lnTo>
                <a:lnTo>
                  <a:pt x="4504959" y="145430"/>
                </a:lnTo>
                <a:lnTo>
                  <a:pt x="4505726" y="145281"/>
                </a:lnTo>
                <a:lnTo>
                  <a:pt x="4506486" y="145081"/>
                </a:lnTo>
                <a:lnTo>
                  <a:pt x="4507238" y="144828"/>
                </a:lnTo>
                <a:lnTo>
                  <a:pt x="4507979" y="144523"/>
                </a:lnTo>
                <a:lnTo>
                  <a:pt x="4508705" y="144165"/>
                </a:lnTo>
                <a:lnTo>
                  <a:pt x="4509416" y="143753"/>
                </a:lnTo>
                <a:lnTo>
                  <a:pt x="4621574" y="73569"/>
                </a:lnTo>
                <a:lnTo>
                  <a:pt x="4509339" y="3507"/>
                </a:lnTo>
                <a:lnTo>
                  <a:pt x="4508628" y="3096"/>
                </a:lnTo>
                <a:lnTo>
                  <a:pt x="4507901" y="2738"/>
                </a:lnTo>
                <a:lnTo>
                  <a:pt x="4507161" y="2434"/>
                </a:lnTo>
                <a:lnTo>
                  <a:pt x="4506409" y="2182"/>
                </a:lnTo>
                <a:lnTo>
                  <a:pt x="4505648" y="1983"/>
                </a:lnTo>
                <a:lnTo>
                  <a:pt x="4504881" y="1835"/>
                </a:lnTo>
                <a:lnTo>
                  <a:pt x="4504111" y="1737"/>
                </a:lnTo>
                <a:lnTo>
                  <a:pt x="4503339" y="1691"/>
                </a:lnTo>
                <a:lnTo>
                  <a:pt x="4502568" y="1694"/>
                </a:lnTo>
                <a:lnTo>
                  <a:pt x="4501801" y="1746"/>
                </a:lnTo>
                <a:lnTo>
                  <a:pt x="4501040" y="1847"/>
                </a:lnTo>
                <a:lnTo>
                  <a:pt x="4500287" y="1996"/>
                </a:lnTo>
                <a:lnTo>
                  <a:pt x="4499546" y="2193"/>
                </a:lnTo>
                <a:lnTo>
                  <a:pt x="4498818" y="2436"/>
                </a:lnTo>
                <a:lnTo>
                  <a:pt x="4498105" y="2726"/>
                </a:lnTo>
                <a:lnTo>
                  <a:pt x="4497412" y="3062"/>
                </a:lnTo>
                <a:lnTo>
                  <a:pt x="4496739" y="3443"/>
                </a:lnTo>
                <a:lnTo>
                  <a:pt x="4496089" y="3869"/>
                </a:lnTo>
                <a:lnTo>
                  <a:pt x="4495465" y="4338"/>
                </a:lnTo>
                <a:lnTo>
                  <a:pt x="4494869" y="4852"/>
                </a:lnTo>
                <a:lnTo>
                  <a:pt x="4494304" y="5408"/>
                </a:lnTo>
                <a:lnTo>
                  <a:pt x="4493773" y="6007"/>
                </a:lnTo>
                <a:lnTo>
                  <a:pt x="4493276" y="6647"/>
                </a:lnTo>
                <a:lnTo>
                  <a:pt x="4492818" y="7329"/>
                </a:lnTo>
                <a:lnTo>
                  <a:pt x="4492407" y="8040"/>
                </a:lnTo>
                <a:lnTo>
                  <a:pt x="4492049" y="8767"/>
                </a:lnTo>
                <a:lnTo>
                  <a:pt x="4491745" y="9508"/>
                </a:lnTo>
                <a:lnTo>
                  <a:pt x="4491493" y="10260"/>
                </a:lnTo>
                <a:lnTo>
                  <a:pt x="4491293" y="11020"/>
                </a:lnTo>
                <a:lnTo>
                  <a:pt x="4491145" y="11787"/>
                </a:lnTo>
                <a:lnTo>
                  <a:pt x="4491048" y="12558"/>
                </a:lnTo>
                <a:lnTo>
                  <a:pt x="4491001" y="13330"/>
                </a:lnTo>
                <a:lnTo>
                  <a:pt x="4491004" y="14100"/>
                </a:lnTo>
                <a:lnTo>
                  <a:pt x="4491057" y="14868"/>
                </a:lnTo>
                <a:lnTo>
                  <a:pt x="4491158" y="15629"/>
                </a:lnTo>
                <a:lnTo>
                  <a:pt x="4491307" y="16381"/>
                </a:lnTo>
                <a:lnTo>
                  <a:pt x="4491503" y="17123"/>
                </a:lnTo>
                <a:lnTo>
                  <a:pt x="4491747" y="17851"/>
                </a:lnTo>
                <a:lnTo>
                  <a:pt x="4492037" y="18563"/>
                </a:lnTo>
                <a:lnTo>
                  <a:pt x="4492373" y="19257"/>
                </a:lnTo>
                <a:lnTo>
                  <a:pt x="4492754" y="19930"/>
                </a:lnTo>
                <a:lnTo>
                  <a:pt x="4493180" y="20579"/>
                </a:lnTo>
                <a:lnTo>
                  <a:pt x="4493650" y="21203"/>
                </a:lnTo>
                <a:lnTo>
                  <a:pt x="4494163" y="21799"/>
                </a:lnTo>
                <a:lnTo>
                  <a:pt x="4494719" y="22364"/>
                </a:lnTo>
                <a:lnTo>
                  <a:pt x="4495318" y="22896"/>
                </a:lnTo>
                <a:lnTo>
                  <a:pt x="4495959" y="23392"/>
                </a:lnTo>
                <a:lnTo>
                  <a:pt x="4496641" y="23850"/>
                </a:lnTo>
                <a:lnTo>
                  <a:pt x="4557133" y="61613"/>
                </a:lnTo>
                <a:lnTo>
                  <a:pt x="0" y="64071"/>
                </a:lnTo>
                <a:lnTo>
                  <a:pt x="14" y="88053"/>
                </a:lnTo>
                <a:lnTo>
                  <a:pt x="4557145" y="85595"/>
                </a:lnTo>
                <a:lnTo>
                  <a:pt x="4496694" y="1234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A88F12-7C43-4B5F-B049-D7F9AC3D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967" y="1056623"/>
            <a:ext cx="147244" cy="311091"/>
          </a:xfrm>
          <a:custGeom xmlns:a="http://schemas.openxmlformats.org/drawingml/2006/main">
            <a:pathLst>
              <a:path w="147244" h="311091">
                <a:moveTo>
                  <a:pt x="123281" y="125739"/>
                </a:moveTo>
                <a:lnTo>
                  <a:pt x="123728" y="126428"/>
                </a:lnTo>
                <a:lnTo>
                  <a:pt x="124213" y="127077"/>
                </a:lnTo>
                <a:lnTo>
                  <a:pt x="124735" y="127684"/>
                </a:lnTo>
                <a:lnTo>
                  <a:pt x="125291" y="128250"/>
                </a:lnTo>
                <a:lnTo>
                  <a:pt x="125878" y="128773"/>
                </a:lnTo>
                <a:lnTo>
                  <a:pt x="126494" y="129253"/>
                </a:lnTo>
                <a:lnTo>
                  <a:pt x="127136" y="129689"/>
                </a:lnTo>
                <a:lnTo>
                  <a:pt x="127803" y="130081"/>
                </a:lnTo>
                <a:lnTo>
                  <a:pt x="128491" y="130428"/>
                </a:lnTo>
                <a:lnTo>
                  <a:pt x="129198" y="130730"/>
                </a:lnTo>
                <a:lnTo>
                  <a:pt x="129922" y="130986"/>
                </a:lnTo>
                <a:lnTo>
                  <a:pt x="130660" y="131194"/>
                </a:lnTo>
                <a:lnTo>
                  <a:pt x="131410" y="131356"/>
                </a:lnTo>
                <a:lnTo>
                  <a:pt x="132169" y="131469"/>
                </a:lnTo>
                <a:lnTo>
                  <a:pt x="132935" y="131534"/>
                </a:lnTo>
                <a:lnTo>
                  <a:pt x="133706" y="131550"/>
                </a:lnTo>
                <a:lnTo>
                  <a:pt x="134478" y="131516"/>
                </a:lnTo>
                <a:lnTo>
                  <a:pt x="135250" y="131432"/>
                </a:lnTo>
                <a:lnTo>
                  <a:pt x="136019" y="131297"/>
                </a:lnTo>
                <a:lnTo>
                  <a:pt x="136783" y="131110"/>
                </a:lnTo>
                <a:lnTo>
                  <a:pt x="137539" y="130870"/>
                </a:lnTo>
                <a:lnTo>
                  <a:pt x="138285" y="130579"/>
                </a:lnTo>
                <a:lnTo>
                  <a:pt x="139017" y="130233"/>
                </a:lnTo>
                <a:lnTo>
                  <a:pt x="139735" y="129834"/>
                </a:lnTo>
                <a:lnTo>
                  <a:pt x="140425" y="129387"/>
                </a:lnTo>
                <a:lnTo>
                  <a:pt x="141073" y="128901"/>
                </a:lnTo>
                <a:lnTo>
                  <a:pt x="141681" y="128379"/>
                </a:lnTo>
                <a:lnTo>
                  <a:pt x="142246" y="127824"/>
                </a:lnTo>
                <a:lnTo>
                  <a:pt x="142770" y="127236"/>
                </a:lnTo>
                <a:lnTo>
                  <a:pt x="143250" y="126620"/>
                </a:lnTo>
                <a:lnTo>
                  <a:pt x="143686" y="125978"/>
                </a:lnTo>
                <a:lnTo>
                  <a:pt x="144078" y="125311"/>
                </a:lnTo>
                <a:lnTo>
                  <a:pt x="144425" y="124623"/>
                </a:lnTo>
                <a:lnTo>
                  <a:pt x="144727" y="123916"/>
                </a:lnTo>
                <a:lnTo>
                  <a:pt x="144983" y="123192"/>
                </a:lnTo>
                <a:lnTo>
                  <a:pt x="145192" y="122454"/>
                </a:lnTo>
                <a:lnTo>
                  <a:pt x="145353" y="121704"/>
                </a:lnTo>
                <a:lnTo>
                  <a:pt x="145467" y="120944"/>
                </a:lnTo>
                <a:lnTo>
                  <a:pt x="145532" y="120178"/>
                </a:lnTo>
                <a:lnTo>
                  <a:pt x="145547" y="119408"/>
                </a:lnTo>
                <a:lnTo>
                  <a:pt x="145513" y="118635"/>
                </a:lnTo>
                <a:lnTo>
                  <a:pt x="145429" y="117863"/>
                </a:lnTo>
                <a:lnTo>
                  <a:pt x="145294" y="117094"/>
                </a:lnTo>
                <a:lnTo>
                  <a:pt x="145107" y="116330"/>
                </a:lnTo>
                <a:lnTo>
                  <a:pt x="144868" y="115574"/>
                </a:lnTo>
                <a:lnTo>
                  <a:pt x="144576" y="114828"/>
                </a:lnTo>
                <a:lnTo>
                  <a:pt x="144231" y="114095"/>
                </a:lnTo>
                <a:lnTo>
                  <a:pt x="143831" y="113378"/>
                </a:lnTo>
                <a:lnTo>
                  <a:pt x="75634" y="0"/>
                </a:lnTo>
                <a:lnTo>
                  <a:pt x="3604" y="110983"/>
                </a:lnTo>
                <a:lnTo>
                  <a:pt x="3181" y="111686"/>
                </a:lnTo>
                <a:lnTo>
                  <a:pt x="2811" y="112407"/>
                </a:lnTo>
                <a:lnTo>
                  <a:pt x="2493" y="113142"/>
                </a:lnTo>
                <a:lnTo>
                  <a:pt x="2229" y="113890"/>
                </a:lnTo>
                <a:lnTo>
                  <a:pt x="2016" y="114647"/>
                </a:lnTo>
                <a:lnTo>
                  <a:pt x="1854" y="115411"/>
                </a:lnTo>
                <a:lnTo>
                  <a:pt x="1744" y="116180"/>
                </a:lnTo>
                <a:lnTo>
                  <a:pt x="1683" y="116951"/>
                </a:lnTo>
                <a:lnTo>
                  <a:pt x="1673" y="117721"/>
                </a:lnTo>
                <a:lnTo>
                  <a:pt x="1712" y="118489"/>
                </a:lnTo>
                <a:lnTo>
                  <a:pt x="1799" y="119252"/>
                </a:lnTo>
                <a:lnTo>
                  <a:pt x="1935" y="120007"/>
                </a:lnTo>
                <a:lnTo>
                  <a:pt x="2119" y="120752"/>
                </a:lnTo>
                <a:lnTo>
                  <a:pt x="2349" y="121484"/>
                </a:lnTo>
                <a:lnTo>
                  <a:pt x="2626" y="122201"/>
                </a:lnTo>
                <a:lnTo>
                  <a:pt x="2950" y="122901"/>
                </a:lnTo>
                <a:lnTo>
                  <a:pt x="3319" y="123581"/>
                </a:lnTo>
                <a:lnTo>
                  <a:pt x="3733" y="124238"/>
                </a:lnTo>
                <a:lnTo>
                  <a:pt x="4192" y="124870"/>
                </a:lnTo>
                <a:lnTo>
                  <a:pt x="4694" y="125474"/>
                </a:lnTo>
                <a:lnTo>
                  <a:pt x="5240" y="126049"/>
                </a:lnTo>
                <a:lnTo>
                  <a:pt x="5830" y="126591"/>
                </a:lnTo>
                <a:lnTo>
                  <a:pt x="6461" y="127099"/>
                </a:lnTo>
                <a:lnTo>
                  <a:pt x="7135" y="127569"/>
                </a:lnTo>
                <a:lnTo>
                  <a:pt x="7838" y="127993"/>
                </a:lnTo>
                <a:lnTo>
                  <a:pt x="8559" y="128363"/>
                </a:lnTo>
                <a:lnTo>
                  <a:pt x="9295" y="128680"/>
                </a:lnTo>
                <a:lnTo>
                  <a:pt x="10042" y="128945"/>
                </a:lnTo>
                <a:lnTo>
                  <a:pt x="10799" y="129158"/>
                </a:lnTo>
                <a:lnTo>
                  <a:pt x="11563" y="129320"/>
                </a:lnTo>
                <a:lnTo>
                  <a:pt x="12332" y="129430"/>
                </a:lnTo>
                <a:lnTo>
                  <a:pt x="13103" y="129491"/>
                </a:lnTo>
                <a:lnTo>
                  <a:pt x="13874" y="129501"/>
                </a:lnTo>
                <a:lnTo>
                  <a:pt x="14642" y="129462"/>
                </a:lnTo>
                <a:lnTo>
                  <a:pt x="15405" y="129375"/>
                </a:lnTo>
                <a:lnTo>
                  <a:pt x="16160" y="129239"/>
                </a:lnTo>
                <a:lnTo>
                  <a:pt x="16905" y="129055"/>
                </a:lnTo>
                <a:lnTo>
                  <a:pt x="17637" y="128825"/>
                </a:lnTo>
                <a:lnTo>
                  <a:pt x="18354" y="128547"/>
                </a:lnTo>
                <a:lnTo>
                  <a:pt x="19054" y="128224"/>
                </a:lnTo>
                <a:lnTo>
                  <a:pt x="19734" y="127855"/>
                </a:lnTo>
                <a:lnTo>
                  <a:pt x="20391" y="127441"/>
                </a:lnTo>
                <a:lnTo>
                  <a:pt x="21023" y="126982"/>
                </a:lnTo>
                <a:lnTo>
                  <a:pt x="21628" y="126479"/>
                </a:lnTo>
                <a:lnTo>
                  <a:pt x="22202" y="125933"/>
                </a:lnTo>
                <a:lnTo>
                  <a:pt x="22745" y="125344"/>
                </a:lnTo>
                <a:lnTo>
                  <a:pt x="23253" y="124712"/>
                </a:lnTo>
                <a:lnTo>
                  <a:pt x="23723" y="124038"/>
                </a:lnTo>
                <a:lnTo>
                  <a:pt x="62545" y="64219"/>
                </a:lnTo>
                <a:lnTo>
                  <a:pt x="58336" y="310682"/>
                </a:lnTo>
                <a:lnTo>
                  <a:pt x="82313" y="311091"/>
                </a:lnTo>
                <a:lnTo>
                  <a:pt x="86522" y="64629"/>
                </a:lnTo>
                <a:lnTo>
                  <a:pt x="123281" y="1257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7552A-D539-4AE7-8234-5BE7A8B3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566" y="2438059"/>
            <a:ext cx="5525419" cy="10"/>
          </a:xfrm>
          <a:custGeom xmlns:a="http://schemas.openxmlformats.org/drawingml/2006/main">
            <a:pathLst>
              <a:path w="5525419" h="2" fill="none">
                <a:moveTo>
                  <a:pt x="0" y="0"/>
                </a:moveTo>
                <a:lnTo>
                  <a:pt x="5525419" y="2"/>
                </a:lnTo>
              </a:path>
            </a:pathLst>
          </a:custGeom>
          <a:noFill xmlns:a="http://schemas.openxmlformats.org/drawingml/2006/main"/>
          <a:ln xmlns:a="http://schemas.openxmlformats.org/drawingml/2006/main" w="23982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8149E-A9B3-4F25-B24A-F6C5F44B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607" y="2040315"/>
            <a:ext cx="147251" cy="397390"/>
          </a:xfrm>
          <a:custGeom xmlns:a="http://schemas.openxmlformats.org/drawingml/2006/main">
            <a:pathLst>
              <a:path w="147251" h="397390">
                <a:moveTo>
                  <a:pt x="123308" y="125598"/>
                </a:moveTo>
                <a:lnTo>
                  <a:pt x="123756" y="126285"/>
                </a:lnTo>
                <a:lnTo>
                  <a:pt x="124244" y="126933"/>
                </a:lnTo>
                <a:lnTo>
                  <a:pt x="124767" y="127538"/>
                </a:lnTo>
                <a:lnTo>
                  <a:pt x="125325" y="128102"/>
                </a:lnTo>
                <a:lnTo>
                  <a:pt x="125913" y="128624"/>
                </a:lnTo>
                <a:lnTo>
                  <a:pt x="126531" y="129102"/>
                </a:lnTo>
                <a:lnTo>
                  <a:pt x="127174" y="129536"/>
                </a:lnTo>
                <a:lnTo>
                  <a:pt x="127842" y="129926"/>
                </a:lnTo>
                <a:lnTo>
                  <a:pt x="128531" y="130272"/>
                </a:lnTo>
                <a:lnTo>
                  <a:pt x="129239" y="130571"/>
                </a:lnTo>
                <a:lnTo>
                  <a:pt x="129964" y="130824"/>
                </a:lnTo>
                <a:lnTo>
                  <a:pt x="130703" y="131031"/>
                </a:lnTo>
                <a:lnTo>
                  <a:pt x="131453" y="131190"/>
                </a:lnTo>
                <a:lnTo>
                  <a:pt x="132213" y="131302"/>
                </a:lnTo>
                <a:lnTo>
                  <a:pt x="132979" y="131364"/>
                </a:lnTo>
                <a:lnTo>
                  <a:pt x="133750" y="131378"/>
                </a:lnTo>
                <a:lnTo>
                  <a:pt x="134522" y="131342"/>
                </a:lnTo>
                <a:lnTo>
                  <a:pt x="135294" y="131255"/>
                </a:lnTo>
                <a:lnTo>
                  <a:pt x="136063" y="131117"/>
                </a:lnTo>
                <a:lnTo>
                  <a:pt x="136826" y="130928"/>
                </a:lnTo>
                <a:lnTo>
                  <a:pt x="137582" y="130687"/>
                </a:lnTo>
                <a:lnTo>
                  <a:pt x="138327" y="130393"/>
                </a:lnTo>
                <a:lnTo>
                  <a:pt x="139059" y="130045"/>
                </a:lnTo>
                <a:lnTo>
                  <a:pt x="139776" y="129644"/>
                </a:lnTo>
                <a:lnTo>
                  <a:pt x="140464" y="129195"/>
                </a:lnTo>
                <a:lnTo>
                  <a:pt x="141111" y="128707"/>
                </a:lnTo>
                <a:lnTo>
                  <a:pt x="141717" y="128183"/>
                </a:lnTo>
                <a:lnTo>
                  <a:pt x="142281" y="127626"/>
                </a:lnTo>
                <a:lnTo>
                  <a:pt x="142802" y="127037"/>
                </a:lnTo>
                <a:lnTo>
                  <a:pt x="143280" y="126420"/>
                </a:lnTo>
                <a:lnTo>
                  <a:pt x="143714" y="125776"/>
                </a:lnTo>
                <a:lnTo>
                  <a:pt x="144104" y="125108"/>
                </a:lnTo>
                <a:lnTo>
                  <a:pt x="144449" y="124419"/>
                </a:lnTo>
                <a:lnTo>
                  <a:pt x="144749" y="123711"/>
                </a:lnTo>
                <a:lnTo>
                  <a:pt x="145002" y="122986"/>
                </a:lnTo>
                <a:lnTo>
                  <a:pt x="145209" y="122247"/>
                </a:lnTo>
                <a:lnTo>
                  <a:pt x="145368" y="121497"/>
                </a:lnTo>
                <a:lnTo>
                  <a:pt x="145479" y="120737"/>
                </a:lnTo>
                <a:lnTo>
                  <a:pt x="145542" y="119971"/>
                </a:lnTo>
                <a:lnTo>
                  <a:pt x="145556" y="119200"/>
                </a:lnTo>
                <a:lnTo>
                  <a:pt x="145519" y="118428"/>
                </a:lnTo>
                <a:lnTo>
                  <a:pt x="145433" y="117656"/>
                </a:lnTo>
                <a:lnTo>
                  <a:pt x="145295" y="116887"/>
                </a:lnTo>
                <a:lnTo>
                  <a:pt x="145106" y="116124"/>
                </a:lnTo>
                <a:lnTo>
                  <a:pt x="144865" y="115369"/>
                </a:lnTo>
                <a:lnTo>
                  <a:pt x="144571" y="114624"/>
                </a:lnTo>
                <a:lnTo>
                  <a:pt x="144223" y="113892"/>
                </a:lnTo>
                <a:lnTo>
                  <a:pt x="143822" y="113175"/>
                </a:lnTo>
                <a:lnTo>
                  <a:pt x="75289" y="0"/>
                </a:lnTo>
                <a:lnTo>
                  <a:pt x="3588" y="111196"/>
                </a:lnTo>
                <a:lnTo>
                  <a:pt x="3166" y="111901"/>
                </a:lnTo>
                <a:lnTo>
                  <a:pt x="2798" y="112622"/>
                </a:lnTo>
                <a:lnTo>
                  <a:pt x="2483" y="113359"/>
                </a:lnTo>
                <a:lnTo>
                  <a:pt x="2221" y="114107"/>
                </a:lnTo>
                <a:lnTo>
                  <a:pt x="2010" y="114864"/>
                </a:lnTo>
                <a:lnTo>
                  <a:pt x="1851" y="115629"/>
                </a:lnTo>
                <a:lnTo>
                  <a:pt x="1743" y="116398"/>
                </a:lnTo>
                <a:lnTo>
                  <a:pt x="1685" y="117169"/>
                </a:lnTo>
                <a:lnTo>
                  <a:pt x="1676" y="117940"/>
                </a:lnTo>
                <a:lnTo>
                  <a:pt x="1717" y="118708"/>
                </a:lnTo>
                <a:lnTo>
                  <a:pt x="1807" y="119470"/>
                </a:lnTo>
                <a:lnTo>
                  <a:pt x="1945" y="120225"/>
                </a:lnTo>
                <a:lnTo>
                  <a:pt x="2131" y="120969"/>
                </a:lnTo>
                <a:lnTo>
                  <a:pt x="2364" y="121701"/>
                </a:lnTo>
                <a:lnTo>
                  <a:pt x="2643" y="122417"/>
                </a:lnTo>
                <a:lnTo>
                  <a:pt x="2969" y="123116"/>
                </a:lnTo>
                <a:lnTo>
                  <a:pt x="3340" y="123794"/>
                </a:lnTo>
                <a:lnTo>
                  <a:pt x="3756" y="124450"/>
                </a:lnTo>
                <a:lnTo>
                  <a:pt x="4217" y="125081"/>
                </a:lnTo>
                <a:lnTo>
                  <a:pt x="4721" y="125684"/>
                </a:lnTo>
                <a:lnTo>
                  <a:pt x="5269" y="126257"/>
                </a:lnTo>
                <a:lnTo>
                  <a:pt x="5860" y="126798"/>
                </a:lnTo>
                <a:lnTo>
                  <a:pt x="6493" y="127303"/>
                </a:lnTo>
                <a:lnTo>
                  <a:pt x="7168" y="127771"/>
                </a:lnTo>
                <a:lnTo>
                  <a:pt x="7873" y="128193"/>
                </a:lnTo>
                <a:lnTo>
                  <a:pt x="8595" y="128561"/>
                </a:lnTo>
                <a:lnTo>
                  <a:pt x="9331" y="128876"/>
                </a:lnTo>
                <a:lnTo>
                  <a:pt x="10079" y="129139"/>
                </a:lnTo>
                <a:lnTo>
                  <a:pt x="10837" y="129350"/>
                </a:lnTo>
                <a:lnTo>
                  <a:pt x="11602" y="129509"/>
                </a:lnTo>
                <a:lnTo>
                  <a:pt x="12371" y="129617"/>
                </a:lnTo>
                <a:lnTo>
                  <a:pt x="13142" y="129675"/>
                </a:lnTo>
                <a:lnTo>
                  <a:pt x="13912" y="129683"/>
                </a:lnTo>
                <a:lnTo>
                  <a:pt x="14680" y="129642"/>
                </a:lnTo>
                <a:lnTo>
                  <a:pt x="15443" y="129553"/>
                </a:lnTo>
                <a:lnTo>
                  <a:pt x="16197" y="129415"/>
                </a:lnTo>
                <a:lnTo>
                  <a:pt x="16942" y="129229"/>
                </a:lnTo>
                <a:lnTo>
                  <a:pt x="17673" y="128996"/>
                </a:lnTo>
                <a:lnTo>
                  <a:pt x="18390" y="128717"/>
                </a:lnTo>
                <a:lnTo>
                  <a:pt x="19088" y="128391"/>
                </a:lnTo>
                <a:lnTo>
                  <a:pt x="19767" y="128020"/>
                </a:lnTo>
                <a:lnTo>
                  <a:pt x="20423" y="127604"/>
                </a:lnTo>
                <a:lnTo>
                  <a:pt x="21053" y="127143"/>
                </a:lnTo>
                <a:lnTo>
                  <a:pt x="21657" y="126639"/>
                </a:lnTo>
                <a:lnTo>
                  <a:pt x="22230" y="126091"/>
                </a:lnTo>
                <a:lnTo>
                  <a:pt x="22770" y="125500"/>
                </a:lnTo>
                <a:lnTo>
                  <a:pt x="23276" y="124867"/>
                </a:lnTo>
                <a:lnTo>
                  <a:pt x="23744" y="124192"/>
                </a:lnTo>
                <a:lnTo>
                  <a:pt x="62389" y="64260"/>
                </a:lnTo>
                <a:lnTo>
                  <a:pt x="57691" y="397052"/>
                </a:lnTo>
                <a:lnTo>
                  <a:pt x="81670" y="397390"/>
                </a:lnTo>
                <a:lnTo>
                  <a:pt x="86368" y="64595"/>
                </a:lnTo>
                <a:lnTo>
                  <a:pt x="123308" y="1255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92C90-71D3-4ACD-BB33-328548E2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7576" y="2364805"/>
            <a:ext cx="1919" cy="241737"/>
          </a:xfrm>
          <a:custGeom xmlns:a="http://schemas.openxmlformats.org/drawingml/2006/main">
            <a:pathLst>
              <a:path w="1919" h="241737" fill="none">
                <a:moveTo>
                  <a:pt x="1919" y="0"/>
                </a:moveTo>
                <a:lnTo>
                  <a:pt x="0" y="241737"/>
                </a:lnTo>
              </a:path>
            </a:pathLst>
          </a:custGeom>
          <a:noFill xmlns:a="http://schemas.openxmlformats.org/drawingml/2006/main"/>
          <a:ln xmlns:a="http://schemas.openxmlformats.org/drawingml/2006/main" w="23982" cap="flat">
            <a:solidFill>
              <a:srgbClr val="000000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F031E-AB35-4E62-8BB8-10CBB5EA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6100" y="1741772"/>
            <a:ext cx="690759" cy="147266"/>
          </a:xfrm>
          <a:custGeom xmlns:a="http://schemas.openxmlformats.org/drawingml/2006/main">
            <a:pathLst>
              <a:path w="690759" h="147266">
                <a:moveTo>
                  <a:pt x="0" y="85622"/>
                </a:moveTo>
                <a:lnTo>
                  <a:pt x="626325" y="85624"/>
                </a:lnTo>
                <a:lnTo>
                  <a:pt x="565852" y="123419"/>
                </a:lnTo>
                <a:lnTo>
                  <a:pt x="565171" y="123878"/>
                </a:lnTo>
                <a:lnTo>
                  <a:pt x="564530" y="124374"/>
                </a:lnTo>
                <a:lnTo>
                  <a:pt x="563932" y="124907"/>
                </a:lnTo>
                <a:lnTo>
                  <a:pt x="563376" y="125472"/>
                </a:lnTo>
                <a:lnTo>
                  <a:pt x="562864" y="126068"/>
                </a:lnTo>
                <a:lnTo>
                  <a:pt x="562394" y="126692"/>
                </a:lnTo>
                <a:lnTo>
                  <a:pt x="561969" y="127342"/>
                </a:lnTo>
                <a:lnTo>
                  <a:pt x="561588" y="128015"/>
                </a:lnTo>
                <a:lnTo>
                  <a:pt x="561253" y="128709"/>
                </a:lnTo>
                <a:lnTo>
                  <a:pt x="560964" y="129421"/>
                </a:lnTo>
                <a:lnTo>
                  <a:pt x="560720" y="130150"/>
                </a:lnTo>
                <a:lnTo>
                  <a:pt x="560524" y="130891"/>
                </a:lnTo>
                <a:lnTo>
                  <a:pt x="560376" y="131644"/>
                </a:lnTo>
                <a:lnTo>
                  <a:pt x="560275" y="132405"/>
                </a:lnTo>
                <a:lnTo>
                  <a:pt x="560223" y="133172"/>
                </a:lnTo>
                <a:lnTo>
                  <a:pt x="560220" y="133943"/>
                </a:lnTo>
                <a:lnTo>
                  <a:pt x="560267" y="134715"/>
                </a:lnTo>
                <a:lnTo>
                  <a:pt x="560365" y="135485"/>
                </a:lnTo>
                <a:lnTo>
                  <a:pt x="560513" y="136252"/>
                </a:lnTo>
                <a:lnTo>
                  <a:pt x="560713" y="137013"/>
                </a:lnTo>
                <a:lnTo>
                  <a:pt x="560965" y="137764"/>
                </a:lnTo>
                <a:lnTo>
                  <a:pt x="561270" y="138505"/>
                </a:lnTo>
                <a:lnTo>
                  <a:pt x="561627" y="139232"/>
                </a:lnTo>
                <a:lnTo>
                  <a:pt x="562039" y="139943"/>
                </a:lnTo>
                <a:lnTo>
                  <a:pt x="562497" y="140624"/>
                </a:lnTo>
                <a:lnTo>
                  <a:pt x="562994" y="141264"/>
                </a:lnTo>
                <a:lnTo>
                  <a:pt x="563526" y="141863"/>
                </a:lnTo>
                <a:lnTo>
                  <a:pt x="564092" y="142419"/>
                </a:lnTo>
                <a:lnTo>
                  <a:pt x="564688" y="142932"/>
                </a:lnTo>
                <a:lnTo>
                  <a:pt x="565312" y="143401"/>
                </a:lnTo>
                <a:lnTo>
                  <a:pt x="565962" y="143826"/>
                </a:lnTo>
                <a:lnTo>
                  <a:pt x="566635" y="144207"/>
                </a:lnTo>
                <a:lnTo>
                  <a:pt x="567329" y="144542"/>
                </a:lnTo>
                <a:lnTo>
                  <a:pt x="568042" y="144832"/>
                </a:lnTo>
                <a:lnTo>
                  <a:pt x="568770" y="145075"/>
                </a:lnTo>
                <a:lnTo>
                  <a:pt x="569512" y="145271"/>
                </a:lnTo>
                <a:lnTo>
                  <a:pt x="570264" y="145420"/>
                </a:lnTo>
                <a:lnTo>
                  <a:pt x="571026" y="145521"/>
                </a:lnTo>
                <a:lnTo>
                  <a:pt x="571793" y="145572"/>
                </a:lnTo>
                <a:lnTo>
                  <a:pt x="572563" y="145575"/>
                </a:lnTo>
                <a:lnTo>
                  <a:pt x="573335" y="145528"/>
                </a:lnTo>
                <a:lnTo>
                  <a:pt x="574106" y="145430"/>
                </a:lnTo>
                <a:lnTo>
                  <a:pt x="574872" y="145282"/>
                </a:lnTo>
                <a:lnTo>
                  <a:pt x="575633" y="145082"/>
                </a:lnTo>
                <a:lnTo>
                  <a:pt x="576384" y="144830"/>
                </a:lnTo>
                <a:lnTo>
                  <a:pt x="577125" y="144525"/>
                </a:lnTo>
                <a:lnTo>
                  <a:pt x="577852" y="144168"/>
                </a:lnTo>
                <a:lnTo>
                  <a:pt x="578562" y="143756"/>
                </a:lnTo>
                <a:lnTo>
                  <a:pt x="690759" y="73633"/>
                </a:lnTo>
                <a:lnTo>
                  <a:pt x="578565" y="3510"/>
                </a:lnTo>
                <a:lnTo>
                  <a:pt x="577854" y="3098"/>
                </a:lnTo>
                <a:lnTo>
                  <a:pt x="577127" y="2740"/>
                </a:lnTo>
                <a:lnTo>
                  <a:pt x="576386" y="2436"/>
                </a:lnTo>
                <a:lnTo>
                  <a:pt x="575634" y="2184"/>
                </a:lnTo>
                <a:lnTo>
                  <a:pt x="574874" y="1984"/>
                </a:lnTo>
                <a:lnTo>
                  <a:pt x="574107" y="1835"/>
                </a:lnTo>
                <a:lnTo>
                  <a:pt x="573336" y="1738"/>
                </a:lnTo>
                <a:lnTo>
                  <a:pt x="572564" y="1691"/>
                </a:lnTo>
                <a:lnTo>
                  <a:pt x="571793" y="1693"/>
                </a:lnTo>
                <a:lnTo>
                  <a:pt x="571026" y="1745"/>
                </a:lnTo>
                <a:lnTo>
                  <a:pt x="570265" y="1846"/>
                </a:lnTo>
                <a:lnTo>
                  <a:pt x="569512" y="1994"/>
                </a:lnTo>
                <a:lnTo>
                  <a:pt x="568771" y="2191"/>
                </a:lnTo>
                <a:lnTo>
                  <a:pt x="568043" y="2434"/>
                </a:lnTo>
                <a:lnTo>
                  <a:pt x="567330" y="2723"/>
                </a:lnTo>
                <a:lnTo>
                  <a:pt x="566636" y="3059"/>
                </a:lnTo>
                <a:lnTo>
                  <a:pt x="565963" y="3439"/>
                </a:lnTo>
                <a:lnTo>
                  <a:pt x="565313" y="3865"/>
                </a:lnTo>
                <a:lnTo>
                  <a:pt x="564689" y="4334"/>
                </a:lnTo>
                <a:lnTo>
                  <a:pt x="564093" y="4847"/>
                </a:lnTo>
                <a:lnTo>
                  <a:pt x="563528" y="5403"/>
                </a:lnTo>
                <a:lnTo>
                  <a:pt x="562996" y="6001"/>
                </a:lnTo>
                <a:lnTo>
                  <a:pt x="562500" y="6642"/>
                </a:lnTo>
                <a:lnTo>
                  <a:pt x="562041" y="7323"/>
                </a:lnTo>
                <a:lnTo>
                  <a:pt x="561629" y="8034"/>
                </a:lnTo>
                <a:lnTo>
                  <a:pt x="561271" y="8761"/>
                </a:lnTo>
                <a:lnTo>
                  <a:pt x="560967" y="9501"/>
                </a:lnTo>
                <a:lnTo>
                  <a:pt x="560714" y="10253"/>
                </a:lnTo>
                <a:lnTo>
                  <a:pt x="560514" y="11014"/>
                </a:lnTo>
                <a:lnTo>
                  <a:pt x="560366" y="11780"/>
                </a:lnTo>
                <a:lnTo>
                  <a:pt x="560268" y="12551"/>
                </a:lnTo>
                <a:lnTo>
                  <a:pt x="560221" y="13323"/>
                </a:lnTo>
                <a:lnTo>
                  <a:pt x="560224" y="14094"/>
                </a:lnTo>
                <a:lnTo>
                  <a:pt x="560276" y="14861"/>
                </a:lnTo>
                <a:lnTo>
                  <a:pt x="560376" y="15622"/>
                </a:lnTo>
                <a:lnTo>
                  <a:pt x="560525" y="16374"/>
                </a:lnTo>
                <a:lnTo>
                  <a:pt x="560721" y="17116"/>
                </a:lnTo>
                <a:lnTo>
                  <a:pt x="560964" y="17844"/>
                </a:lnTo>
                <a:lnTo>
                  <a:pt x="561254" y="18557"/>
                </a:lnTo>
                <a:lnTo>
                  <a:pt x="561589" y="19251"/>
                </a:lnTo>
                <a:lnTo>
                  <a:pt x="561970" y="19924"/>
                </a:lnTo>
                <a:lnTo>
                  <a:pt x="562395" y="20574"/>
                </a:lnTo>
                <a:lnTo>
                  <a:pt x="562865" y="21198"/>
                </a:lnTo>
                <a:lnTo>
                  <a:pt x="563378" y="21794"/>
                </a:lnTo>
                <a:lnTo>
                  <a:pt x="563934" y="22359"/>
                </a:lnTo>
                <a:lnTo>
                  <a:pt x="564532" y="22891"/>
                </a:lnTo>
                <a:lnTo>
                  <a:pt x="565173" y="23388"/>
                </a:lnTo>
                <a:lnTo>
                  <a:pt x="565854" y="23847"/>
                </a:lnTo>
                <a:lnTo>
                  <a:pt x="626325" y="61642"/>
                </a:lnTo>
                <a:lnTo>
                  <a:pt x="0" y="61640"/>
                </a:lnTo>
                <a:lnTo>
                  <a:pt x="0" y="85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181B9-F22F-40F8-AB0C-80FEC66B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554" y="2610729"/>
            <a:ext cx="8702535" cy="10"/>
          </a:xfrm>
          <a:custGeom xmlns:a="http://schemas.openxmlformats.org/drawingml/2006/main">
            <a:pathLst>
              <a:path w="8702535" h="2" fill="none">
                <a:moveTo>
                  <a:pt x="8702535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23982" cap="flat">
            <a:solidFill>
              <a:srgbClr val="000000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B6988-78B4-4B71-8C5C-9D798F65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922" y="1867646"/>
            <a:ext cx="147265" cy="742560"/>
          </a:xfrm>
          <a:custGeom xmlns:a="http://schemas.openxmlformats.org/drawingml/2006/main">
            <a:pathLst>
              <a:path w="147265" h="742560">
                <a:moveTo>
                  <a:pt x="123418" y="124907"/>
                </a:moveTo>
                <a:lnTo>
                  <a:pt x="123877" y="125589"/>
                </a:lnTo>
                <a:lnTo>
                  <a:pt x="124373" y="126229"/>
                </a:lnTo>
                <a:lnTo>
                  <a:pt x="124906" y="126827"/>
                </a:lnTo>
                <a:lnTo>
                  <a:pt x="125471" y="127383"/>
                </a:lnTo>
                <a:lnTo>
                  <a:pt x="126067" y="127896"/>
                </a:lnTo>
                <a:lnTo>
                  <a:pt x="126691" y="128366"/>
                </a:lnTo>
                <a:lnTo>
                  <a:pt x="127341" y="128791"/>
                </a:lnTo>
                <a:lnTo>
                  <a:pt x="128015" y="129172"/>
                </a:lnTo>
                <a:lnTo>
                  <a:pt x="128709" y="129507"/>
                </a:lnTo>
                <a:lnTo>
                  <a:pt x="129421" y="129797"/>
                </a:lnTo>
                <a:lnTo>
                  <a:pt x="130149" y="130040"/>
                </a:lnTo>
                <a:lnTo>
                  <a:pt x="130891" y="130236"/>
                </a:lnTo>
                <a:lnTo>
                  <a:pt x="131643" y="130385"/>
                </a:lnTo>
                <a:lnTo>
                  <a:pt x="132405" y="130485"/>
                </a:lnTo>
                <a:lnTo>
                  <a:pt x="133172" y="130537"/>
                </a:lnTo>
                <a:lnTo>
                  <a:pt x="133942" y="130540"/>
                </a:lnTo>
                <a:lnTo>
                  <a:pt x="134714" y="130493"/>
                </a:lnTo>
                <a:lnTo>
                  <a:pt x="135485" y="130395"/>
                </a:lnTo>
                <a:lnTo>
                  <a:pt x="136251" y="130247"/>
                </a:lnTo>
                <a:lnTo>
                  <a:pt x="137012" y="130047"/>
                </a:lnTo>
                <a:lnTo>
                  <a:pt x="137763" y="129795"/>
                </a:lnTo>
                <a:lnTo>
                  <a:pt x="138504" y="129490"/>
                </a:lnTo>
                <a:lnTo>
                  <a:pt x="139231" y="129132"/>
                </a:lnTo>
                <a:lnTo>
                  <a:pt x="139941" y="128720"/>
                </a:lnTo>
                <a:lnTo>
                  <a:pt x="140623" y="128262"/>
                </a:lnTo>
                <a:lnTo>
                  <a:pt x="141263" y="127765"/>
                </a:lnTo>
                <a:lnTo>
                  <a:pt x="141862" y="127233"/>
                </a:lnTo>
                <a:lnTo>
                  <a:pt x="142418" y="126668"/>
                </a:lnTo>
                <a:lnTo>
                  <a:pt x="142931" y="126072"/>
                </a:lnTo>
                <a:lnTo>
                  <a:pt x="143400" y="125448"/>
                </a:lnTo>
                <a:lnTo>
                  <a:pt x="143826" y="124798"/>
                </a:lnTo>
                <a:lnTo>
                  <a:pt x="144206" y="124125"/>
                </a:lnTo>
                <a:lnTo>
                  <a:pt x="144542" y="123431"/>
                </a:lnTo>
                <a:lnTo>
                  <a:pt x="144831" y="122718"/>
                </a:lnTo>
                <a:lnTo>
                  <a:pt x="145074" y="121990"/>
                </a:lnTo>
                <a:lnTo>
                  <a:pt x="145271" y="121248"/>
                </a:lnTo>
                <a:lnTo>
                  <a:pt x="145419" y="120496"/>
                </a:lnTo>
                <a:lnTo>
                  <a:pt x="145520" y="119735"/>
                </a:lnTo>
                <a:lnTo>
                  <a:pt x="145572" y="118967"/>
                </a:lnTo>
                <a:lnTo>
                  <a:pt x="145574" y="118197"/>
                </a:lnTo>
                <a:lnTo>
                  <a:pt x="145527" y="117425"/>
                </a:lnTo>
                <a:lnTo>
                  <a:pt x="145430" y="116654"/>
                </a:lnTo>
                <a:lnTo>
                  <a:pt x="145281" y="115888"/>
                </a:lnTo>
                <a:lnTo>
                  <a:pt x="145081" y="115127"/>
                </a:lnTo>
                <a:lnTo>
                  <a:pt x="144829" y="114375"/>
                </a:lnTo>
                <a:lnTo>
                  <a:pt x="144524" y="113635"/>
                </a:lnTo>
                <a:lnTo>
                  <a:pt x="144166" y="112908"/>
                </a:lnTo>
                <a:lnTo>
                  <a:pt x="143754" y="112197"/>
                </a:lnTo>
                <a:lnTo>
                  <a:pt x="73631" y="0"/>
                </a:lnTo>
                <a:lnTo>
                  <a:pt x="3509" y="112196"/>
                </a:lnTo>
                <a:lnTo>
                  <a:pt x="3097" y="112907"/>
                </a:lnTo>
                <a:lnTo>
                  <a:pt x="2739" y="113634"/>
                </a:lnTo>
                <a:lnTo>
                  <a:pt x="2435" y="114375"/>
                </a:lnTo>
                <a:lnTo>
                  <a:pt x="2183" y="115127"/>
                </a:lnTo>
                <a:lnTo>
                  <a:pt x="1983" y="115887"/>
                </a:lnTo>
                <a:lnTo>
                  <a:pt x="1835" y="116654"/>
                </a:lnTo>
                <a:lnTo>
                  <a:pt x="1737" y="117424"/>
                </a:lnTo>
                <a:lnTo>
                  <a:pt x="1690" y="118196"/>
                </a:lnTo>
                <a:lnTo>
                  <a:pt x="1693" y="118967"/>
                </a:lnTo>
                <a:lnTo>
                  <a:pt x="1745" y="119734"/>
                </a:lnTo>
                <a:lnTo>
                  <a:pt x="1845" y="120495"/>
                </a:lnTo>
                <a:lnTo>
                  <a:pt x="1994" y="121248"/>
                </a:lnTo>
                <a:lnTo>
                  <a:pt x="2190" y="121990"/>
                </a:lnTo>
                <a:lnTo>
                  <a:pt x="2433" y="122718"/>
                </a:lnTo>
                <a:lnTo>
                  <a:pt x="2723" y="123430"/>
                </a:lnTo>
                <a:lnTo>
                  <a:pt x="3058" y="124124"/>
                </a:lnTo>
                <a:lnTo>
                  <a:pt x="3439" y="124797"/>
                </a:lnTo>
                <a:lnTo>
                  <a:pt x="3864" y="125447"/>
                </a:lnTo>
                <a:lnTo>
                  <a:pt x="4333" y="126071"/>
                </a:lnTo>
                <a:lnTo>
                  <a:pt x="4846" y="126667"/>
                </a:lnTo>
                <a:lnTo>
                  <a:pt x="5402" y="127233"/>
                </a:lnTo>
                <a:lnTo>
                  <a:pt x="6000" y="127765"/>
                </a:lnTo>
                <a:lnTo>
                  <a:pt x="6640" y="128261"/>
                </a:lnTo>
                <a:lnTo>
                  <a:pt x="7322" y="128720"/>
                </a:lnTo>
                <a:lnTo>
                  <a:pt x="8033" y="129132"/>
                </a:lnTo>
                <a:lnTo>
                  <a:pt x="8760" y="129490"/>
                </a:lnTo>
                <a:lnTo>
                  <a:pt x="9500" y="129794"/>
                </a:lnTo>
                <a:lnTo>
                  <a:pt x="10252" y="130046"/>
                </a:lnTo>
                <a:lnTo>
                  <a:pt x="11013" y="130246"/>
                </a:lnTo>
                <a:lnTo>
                  <a:pt x="11780" y="130395"/>
                </a:lnTo>
                <a:lnTo>
                  <a:pt x="12550" y="130492"/>
                </a:lnTo>
                <a:lnTo>
                  <a:pt x="13322" y="130539"/>
                </a:lnTo>
                <a:lnTo>
                  <a:pt x="14093" y="130537"/>
                </a:lnTo>
                <a:lnTo>
                  <a:pt x="14860" y="130485"/>
                </a:lnTo>
                <a:lnTo>
                  <a:pt x="15621" y="130384"/>
                </a:lnTo>
                <a:lnTo>
                  <a:pt x="16374" y="130236"/>
                </a:lnTo>
                <a:lnTo>
                  <a:pt x="17116" y="130039"/>
                </a:lnTo>
                <a:lnTo>
                  <a:pt x="17844" y="129796"/>
                </a:lnTo>
                <a:lnTo>
                  <a:pt x="18556" y="129507"/>
                </a:lnTo>
                <a:lnTo>
                  <a:pt x="19250" y="129171"/>
                </a:lnTo>
                <a:lnTo>
                  <a:pt x="19923" y="128791"/>
                </a:lnTo>
                <a:lnTo>
                  <a:pt x="20573" y="128365"/>
                </a:lnTo>
                <a:lnTo>
                  <a:pt x="21197" y="127896"/>
                </a:lnTo>
                <a:lnTo>
                  <a:pt x="21793" y="127383"/>
                </a:lnTo>
                <a:lnTo>
                  <a:pt x="22358" y="126827"/>
                </a:lnTo>
                <a:lnTo>
                  <a:pt x="22890" y="126229"/>
                </a:lnTo>
                <a:lnTo>
                  <a:pt x="23387" y="125588"/>
                </a:lnTo>
                <a:lnTo>
                  <a:pt x="23845" y="124907"/>
                </a:lnTo>
                <a:lnTo>
                  <a:pt x="61641" y="64434"/>
                </a:lnTo>
                <a:lnTo>
                  <a:pt x="61641" y="742560"/>
                </a:lnTo>
                <a:lnTo>
                  <a:pt x="85622" y="742560"/>
                </a:lnTo>
                <a:lnTo>
                  <a:pt x="85622" y="64435"/>
                </a:lnTo>
                <a:lnTo>
                  <a:pt x="123418" y="124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CANBus">
            <a:extLst xmlns:a="http://schemas.openxmlformats.org/drawingml/2006/main">
              <a:ext uri="{FF2B5EF4-FFF2-40B4-BE49-F238E27FC236}">
                <a16:creationId xmlns:a16="http://schemas.microsoft.com/office/drawing/2014/main" id="{904C9DFF-E3D4-4BF5-9BD9-761095D4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59" y="1006196"/>
            <a:ext cx="801608" cy="143943"/>
          </a:xfrm>
          <a:custGeom xmlns:a="http://schemas.openxmlformats.org/drawingml/2006/main">
            <a:pathLst>
              <a:path w="801608" h="143943">
                <a:moveTo>
                  <a:pt x="68651" y="143298"/>
                </a:moveTo>
                <a:cubicBezTo>
                  <a:pt x="89460" y="143298"/>
                  <a:pt x="108554" y="133432"/>
                  <a:pt x="123140" y="114338"/>
                </a:cubicBezTo>
                <a:cubicBezTo>
                  <a:pt x="122067" y="112410"/>
                  <a:pt x="120568" y="111124"/>
                  <a:pt x="118207" y="111124"/>
                </a:cubicBezTo>
                <a:cubicBezTo>
                  <a:pt x="102976" y="127854"/>
                  <a:pt x="88386" y="134506"/>
                  <a:pt x="68435" y="134506"/>
                </a:cubicBezTo>
                <a:cubicBezTo>
                  <a:pt x="39560" y="134506"/>
                  <a:pt x="19523" y="101899"/>
                  <a:pt x="19523" y="70579"/>
                </a:cubicBezTo>
                <a:cubicBezTo>
                  <a:pt x="19523" y="52064"/>
                  <a:pt x="24436" y="36663"/>
                  <a:pt x="32266" y="27032"/>
                </a:cubicBezTo>
                <a:cubicBezTo>
                  <a:pt x="42908" y="13945"/>
                  <a:pt x="55351" y="7938"/>
                  <a:pt x="66507" y="7938"/>
                </a:cubicBezTo>
                <a:cubicBezTo>
                  <a:pt x="96112" y="7938"/>
                  <a:pt x="107909" y="25530"/>
                  <a:pt x="113487" y="43979"/>
                </a:cubicBezTo>
                <a:cubicBezTo>
                  <a:pt x="116060" y="44836"/>
                  <a:pt x="118142" y="44192"/>
                  <a:pt x="120568" y="42905"/>
                </a:cubicBezTo>
                <a:cubicBezTo>
                  <a:pt x="119494" y="31752"/>
                  <a:pt x="117991" y="21454"/>
                  <a:pt x="115847" y="9657"/>
                </a:cubicBezTo>
                <a:cubicBezTo>
                  <a:pt x="104907" y="8583"/>
                  <a:pt x="95251" y="0"/>
                  <a:pt x="68863" y="0"/>
                </a:cubicBezTo>
                <a:cubicBezTo>
                  <a:pt x="50630" y="0"/>
                  <a:pt x="35399" y="6652"/>
                  <a:pt x="22741" y="18236"/>
                </a:cubicBezTo>
                <a:cubicBezTo>
                  <a:pt x="8498" y="31278"/>
                  <a:pt x="0" y="52280"/>
                  <a:pt x="0" y="74654"/>
                </a:cubicBezTo>
                <a:cubicBezTo>
                  <a:pt x="0" y="111939"/>
                  <a:pt x="22528" y="143298"/>
                  <a:pt x="68651" y="143298"/>
                </a:cubicBezTo>
                <a:close/>
                <a:moveTo>
                  <a:pt x="189389" y="80448"/>
                </a:moveTo>
                <a:cubicBezTo>
                  <a:pt x="184668" y="80448"/>
                  <a:pt x="183166" y="79807"/>
                  <a:pt x="183981" y="77597"/>
                </a:cubicBezTo>
                <a:lnTo>
                  <a:pt x="205906" y="22099"/>
                </a:lnTo>
                <a:lnTo>
                  <a:pt x="207193" y="22099"/>
                </a:lnTo>
                <a:lnTo>
                  <a:pt x="227357" y="80448"/>
                </a:lnTo>
                <a:lnTo>
                  <a:pt x="189389" y="80448"/>
                </a:lnTo>
                <a:moveTo>
                  <a:pt x="166219" y="124240"/>
                </a:moveTo>
                <a:lnTo>
                  <a:pt x="178017" y="93110"/>
                </a:lnTo>
                <a:cubicBezTo>
                  <a:pt x="179090" y="90318"/>
                  <a:pt x="180377" y="89460"/>
                  <a:pt x="185526" y="89460"/>
                </a:cubicBezTo>
                <a:lnTo>
                  <a:pt x="230791" y="89460"/>
                </a:lnTo>
                <a:lnTo>
                  <a:pt x="243234" y="125743"/>
                </a:lnTo>
                <a:cubicBezTo>
                  <a:pt x="245764" y="133151"/>
                  <a:pt x="237571" y="133815"/>
                  <a:pt x="227357" y="134545"/>
                </a:cubicBezTo>
                <a:cubicBezTo>
                  <a:pt x="226071" y="135832"/>
                  <a:pt x="226071" y="140336"/>
                  <a:pt x="227357" y="141622"/>
                </a:cubicBezTo>
                <a:cubicBezTo>
                  <a:pt x="235295" y="141410"/>
                  <a:pt x="247096" y="141194"/>
                  <a:pt x="255463" y="141194"/>
                </a:cubicBezTo>
                <a:cubicBezTo>
                  <a:pt x="264259" y="141194"/>
                  <a:pt x="272410" y="141410"/>
                  <a:pt x="279919" y="141622"/>
                </a:cubicBezTo>
                <a:cubicBezTo>
                  <a:pt x="281206" y="140336"/>
                  <a:pt x="281206" y="135832"/>
                  <a:pt x="279919" y="134545"/>
                </a:cubicBezTo>
                <a:cubicBezTo>
                  <a:pt x="271595" y="133792"/>
                  <a:pt x="264344" y="133085"/>
                  <a:pt x="260609" y="122738"/>
                </a:cubicBezTo>
                <a:lnTo>
                  <a:pt x="216418" y="0"/>
                </a:lnTo>
                <a:cubicBezTo>
                  <a:pt x="213200" y="1931"/>
                  <a:pt x="207409" y="4291"/>
                  <a:pt x="204620" y="4291"/>
                </a:cubicBezTo>
                <a:lnTo>
                  <a:pt x="155921" y="119301"/>
                </a:lnTo>
                <a:cubicBezTo>
                  <a:pt x="150343" y="132614"/>
                  <a:pt x="143799" y="133900"/>
                  <a:pt x="134467" y="134545"/>
                </a:cubicBezTo>
                <a:cubicBezTo>
                  <a:pt x="133180" y="135832"/>
                  <a:pt x="133180" y="140336"/>
                  <a:pt x="134467" y="141622"/>
                </a:cubicBezTo>
                <a:cubicBezTo>
                  <a:pt x="140045" y="141410"/>
                  <a:pt x="147060" y="141194"/>
                  <a:pt x="153561" y="141194"/>
                </a:cubicBezTo>
                <a:cubicBezTo>
                  <a:pt x="162357" y="141194"/>
                  <a:pt x="173084" y="141410"/>
                  <a:pt x="181022" y="141622"/>
                </a:cubicBezTo>
                <a:cubicBezTo>
                  <a:pt x="182308" y="140336"/>
                  <a:pt x="182308" y="135832"/>
                  <a:pt x="181022" y="134545"/>
                </a:cubicBezTo>
                <a:cubicBezTo>
                  <a:pt x="172953" y="133985"/>
                  <a:pt x="162870" y="133062"/>
                  <a:pt x="166219" y="124240"/>
                </a:cubicBezTo>
                <a:close/>
                <a:moveTo>
                  <a:pt x="402137" y="31281"/>
                </a:moveTo>
                <a:lnTo>
                  <a:pt x="402137" y="101483"/>
                </a:lnTo>
                <a:cubicBezTo>
                  <a:pt x="402137" y="105562"/>
                  <a:pt x="402137" y="107926"/>
                  <a:pt x="400634" y="107926"/>
                </a:cubicBezTo>
                <a:cubicBezTo>
                  <a:pt x="399776" y="107926"/>
                  <a:pt x="396559" y="104060"/>
                  <a:pt x="390336" y="96115"/>
                </a:cubicBezTo>
                <a:lnTo>
                  <a:pt x="316752" y="2737"/>
                </a:lnTo>
                <a:lnTo>
                  <a:pt x="287792" y="2304"/>
                </a:lnTo>
                <a:cubicBezTo>
                  <a:pt x="286505" y="3594"/>
                  <a:pt x="286505" y="8098"/>
                  <a:pt x="287792" y="9385"/>
                </a:cubicBezTo>
                <a:cubicBezTo>
                  <a:pt x="297016" y="10030"/>
                  <a:pt x="303452" y="17542"/>
                  <a:pt x="304738" y="23124"/>
                </a:cubicBezTo>
                <a:lnTo>
                  <a:pt x="304738" y="112646"/>
                </a:lnTo>
                <a:cubicBezTo>
                  <a:pt x="304738" y="131753"/>
                  <a:pt x="301092" y="133043"/>
                  <a:pt x="286077" y="134545"/>
                </a:cubicBezTo>
                <a:cubicBezTo>
                  <a:pt x="284787" y="135832"/>
                  <a:pt x="284787" y="140336"/>
                  <a:pt x="286077" y="141622"/>
                </a:cubicBezTo>
                <a:cubicBezTo>
                  <a:pt x="295301" y="141410"/>
                  <a:pt x="305040" y="141194"/>
                  <a:pt x="310104" y="141194"/>
                </a:cubicBezTo>
                <a:cubicBezTo>
                  <a:pt x="315056" y="141194"/>
                  <a:pt x="324906" y="141410"/>
                  <a:pt x="333915" y="141622"/>
                </a:cubicBezTo>
                <a:cubicBezTo>
                  <a:pt x="335201" y="140336"/>
                  <a:pt x="335201" y="135832"/>
                  <a:pt x="333915" y="134545"/>
                </a:cubicBezTo>
                <a:cubicBezTo>
                  <a:pt x="318899" y="133043"/>
                  <a:pt x="315249" y="132182"/>
                  <a:pt x="315249" y="112646"/>
                </a:cubicBezTo>
                <a:lnTo>
                  <a:pt x="315249" y="46954"/>
                </a:lnTo>
                <a:cubicBezTo>
                  <a:pt x="315249" y="39655"/>
                  <a:pt x="315249" y="36433"/>
                  <a:pt x="316968" y="36433"/>
                </a:cubicBezTo>
                <a:cubicBezTo>
                  <a:pt x="318255" y="36433"/>
                  <a:pt x="320615" y="38797"/>
                  <a:pt x="324261" y="43520"/>
                </a:cubicBezTo>
                <a:lnTo>
                  <a:pt x="399132" y="138192"/>
                </a:lnTo>
                <a:cubicBezTo>
                  <a:pt x="401492" y="141367"/>
                  <a:pt x="404281" y="143298"/>
                  <a:pt x="407715" y="143298"/>
                </a:cubicBezTo>
                <a:cubicBezTo>
                  <a:pt x="410716" y="143298"/>
                  <a:pt x="412648" y="140725"/>
                  <a:pt x="412648" y="136647"/>
                </a:cubicBezTo>
                <a:lnTo>
                  <a:pt x="412648" y="31274"/>
                </a:lnTo>
                <a:cubicBezTo>
                  <a:pt x="412648" y="12177"/>
                  <a:pt x="416294" y="10887"/>
                  <a:pt x="431313" y="9385"/>
                </a:cubicBezTo>
                <a:cubicBezTo>
                  <a:pt x="432599" y="8098"/>
                  <a:pt x="432599" y="3594"/>
                  <a:pt x="431313" y="2304"/>
                </a:cubicBezTo>
                <a:cubicBezTo>
                  <a:pt x="422517" y="2521"/>
                  <a:pt x="412369" y="2737"/>
                  <a:pt x="407282" y="2737"/>
                </a:cubicBezTo>
                <a:cubicBezTo>
                  <a:pt x="402716" y="2737"/>
                  <a:pt x="392912" y="2521"/>
                  <a:pt x="383471" y="2304"/>
                </a:cubicBezTo>
                <a:cubicBezTo>
                  <a:pt x="382185" y="3594"/>
                  <a:pt x="382185" y="8098"/>
                  <a:pt x="383471" y="9385"/>
                </a:cubicBezTo>
                <a:cubicBezTo>
                  <a:pt x="398487" y="10887"/>
                  <a:pt x="402137" y="11745"/>
                  <a:pt x="402137" y="31274"/>
                </a:cubicBezTo>
                <a:lnTo>
                  <a:pt x="402137" y="31281"/>
                </a:lnTo>
                <a:close/>
                <a:moveTo>
                  <a:pt x="527677" y="23130"/>
                </a:moveTo>
                <a:cubicBezTo>
                  <a:pt x="527677" y="11748"/>
                  <a:pt x="527677" y="9601"/>
                  <a:pt x="546343" y="9601"/>
                </a:cubicBezTo>
                <a:cubicBezTo>
                  <a:pt x="558356" y="9601"/>
                  <a:pt x="574016" y="16043"/>
                  <a:pt x="574016" y="37946"/>
                </a:cubicBezTo>
                <a:cubicBezTo>
                  <a:pt x="574016" y="56199"/>
                  <a:pt x="561358" y="62641"/>
                  <a:pt x="543554" y="62641"/>
                </a:cubicBezTo>
                <a:lnTo>
                  <a:pt x="527677" y="62641"/>
                </a:lnTo>
                <a:lnTo>
                  <a:pt x="527677" y="23130"/>
                </a:lnTo>
                <a:moveTo>
                  <a:pt x="527677" y="69937"/>
                </a:moveTo>
                <a:lnTo>
                  <a:pt x="542480" y="69937"/>
                </a:lnTo>
                <a:cubicBezTo>
                  <a:pt x="571869" y="69937"/>
                  <a:pt x="584099" y="86465"/>
                  <a:pt x="584099" y="105781"/>
                </a:cubicBezTo>
                <a:cubicBezTo>
                  <a:pt x="584099" y="121451"/>
                  <a:pt x="578092" y="134545"/>
                  <a:pt x="545482" y="134545"/>
                </a:cubicBezTo>
                <a:cubicBezTo>
                  <a:pt x="530466" y="134545"/>
                  <a:pt x="527677" y="128964"/>
                  <a:pt x="527677" y="115870"/>
                </a:cubicBezTo>
                <a:lnTo>
                  <a:pt x="527677" y="69937"/>
                </a:lnTo>
                <a:moveTo>
                  <a:pt x="518453" y="2737"/>
                </a:moveTo>
                <a:cubicBezTo>
                  <a:pt x="510793" y="2737"/>
                  <a:pt x="499146" y="2521"/>
                  <a:pt x="490779" y="2304"/>
                </a:cubicBezTo>
                <a:cubicBezTo>
                  <a:pt x="489489" y="3594"/>
                  <a:pt x="489489" y="8098"/>
                  <a:pt x="490779" y="9385"/>
                </a:cubicBezTo>
                <a:cubicBezTo>
                  <a:pt x="505794" y="10030"/>
                  <a:pt x="509441" y="11104"/>
                  <a:pt x="509441" y="28927"/>
                </a:cubicBezTo>
                <a:lnTo>
                  <a:pt x="509441" y="115013"/>
                </a:lnTo>
                <a:cubicBezTo>
                  <a:pt x="509441" y="132827"/>
                  <a:pt x="505794" y="133900"/>
                  <a:pt x="490779" y="134545"/>
                </a:cubicBezTo>
                <a:cubicBezTo>
                  <a:pt x="489489" y="135832"/>
                  <a:pt x="489489" y="140336"/>
                  <a:pt x="490779" y="141622"/>
                </a:cubicBezTo>
                <a:cubicBezTo>
                  <a:pt x="499146" y="141410"/>
                  <a:pt x="510708" y="141194"/>
                  <a:pt x="518666" y="141194"/>
                </a:cubicBezTo>
                <a:cubicBezTo>
                  <a:pt x="526325" y="141194"/>
                  <a:pt x="531969" y="141622"/>
                  <a:pt x="549989" y="141622"/>
                </a:cubicBezTo>
                <a:cubicBezTo>
                  <a:pt x="592678" y="141622"/>
                  <a:pt x="604050" y="120165"/>
                  <a:pt x="604050" y="101703"/>
                </a:cubicBezTo>
                <a:cubicBezTo>
                  <a:pt x="604050" y="81100"/>
                  <a:pt x="589676" y="69292"/>
                  <a:pt x="571011" y="63930"/>
                </a:cubicBezTo>
                <a:lnTo>
                  <a:pt x="571011" y="63502"/>
                </a:lnTo>
                <a:cubicBezTo>
                  <a:pt x="581761" y="58048"/>
                  <a:pt x="591392" y="47030"/>
                  <a:pt x="591392" y="35370"/>
                </a:cubicBezTo>
                <a:cubicBezTo>
                  <a:pt x="591392" y="20983"/>
                  <a:pt x="585172" y="2304"/>
                  <a:pt x="545269" y="2304"/>
                </a:cubicBezTo>
                <a:cubicBezTo>
                  <a:pt x="537760" y="2304"/>
                  <a:pt x="526175" y="2737"/>
                  <a:pt x="518453" y="2737"/>
                </a:cubicBezTo>
                <a:close/>
                <a:moveTo>
                  <a:pt x="659162" y="143298"/>
                </a:moveTo>
                <a:cubicBezTo>
                  <a:pt x="667529" y="143298"/>
                  <a:pt x="677611" y="139010"/>
                  <a:pt x="688122" y="130434"/>
                </a:cubicBezTo>
                <a:cubicBezTo>
                  <a:pt x="689196" y="129576"/>
                  <a:pt x="691190" y="129147"/>
                  <a:pt x="691340" y="130646"/>
                </a:cubicBezTo>
                <a:cubicBezTo>
                  <a:pt x="691877" y="136113"/>
                  <a:pt x="693700" y="143298"/>
                  <a:pt x="693700" y="143298"/>
                </a:cubicBezTo>
                <a:cubicBezTo>
                  <a:pt x="695416" y="143943"/>
                  <a:pt x="696381" y="143835"/>
                  <a:pt x="697776" y="143298"/>
                </a:cubicBezTo>
                <a:cubicBezTo>
                  <a:pt x="702496" y="139439"/>
                  <a:pt x="710005" y="136221"/>
                  <a:pt x="723093" y="134719"/>
                </a:cubicBezTo>
                <a:cubicBezTo>
                  <a:pt x="724379" y="133432"/>
                  <a:pt x="724379" y="130218"/>
                  <a:pt x="723093" y="128934"/>
                </a:cubicBezTo>
                <a:cubicBezTo>
                  <a:pt x="709361" y="127861"/>
                  <a:pt x="707429" y="123792"/>
                  <a:pt x="707429" y="113297"/>
                </a:cubicBezTo>
                <a:lnTo>
                  <a:pt x="707429" y="72173"/>
                </a:lnTo>
                <a:cubicBezTo>
                  <a:pt x="707429" y="65747"/>
                  <a:pt x="708290" y="50103"/>
                  <a:pt x="708290" y="50103"/>
                </a:cubicBezTo>
                <a:cubicBezTo>
                  <a:pt x="708290" y="49458"/>
                  <a:pt x="707645" y="48814"/>
                  <a:pt x="706572" y="48814"/>
                </a:cubicBezTo>
                <a:cubicBezTo>
                  <a:pt x="705501" y="49030"/>
                  <a:pt x="702283" y="49246"/>
                  <a:pt x="699066" y="49246"/>
                </a:cubicBezTo>
                <a:cubicBezTo>
                  <a:pt x="692198" y="49246"/>
                  <a:pt x="684476" y="49030"/>
                  <a:pt x="677183" y="48814"/>
                </a:cubicBezTo>
                <a:cubicBezTo>
                  <a:pt x="675896" y="50103"/>
                  <a:pt x="675896" y="54608"/>
                  <a:pt x="677183" y="55894"/>
                </a:cubicBezTo>
                <a:cubicBezTo>
                  <a:pt x="687694" y="56536"/>
                  <a:pt x="690483" y="59109"/>
                  <a:pt x="690483" y="73243"/>
                </a:cubicBezTo>
                <a:lnTo>
                  <a:pt x="690483" y="114584"/>
                </a:lnTo>
                <a:cubicBezTo>
                  <a:pt x="690483" y="118653"/>
                  <a:pt x="690054" y="120365"/>
                  <a:pt x="687052" y="122938"/>
                </a:cubicBezTo>
                <a:cubicBezTo>
                  <a:pt x="679114" y="129789"/>
                  <a:pt x="670960" y="133216"/>
                  <a:pt x="665598" y="133216"/>
                </a:cubicBezTo>
                <a:cubicBezTo>
                  <a:pt x="659162" y="133216"/>
                  <a:pt x="648435" y="130218"/>
                  <a:pt x="648435" y="111156"/>
                </a:cubicBezTo>
                <a:lnTo>
                  <a:pt x="648435" y="72173"/>
                </a:lnTo>
                <a:cubicBezTo>
                  <a:pt x="648435" y="65747"/>
                  <a:pt x="649293" y="50103"/>
                  <a:pt x="649293" y="50103"/>
                </a:cubicBezTo>
                <a:cubicBezTo>
                  <a:pt x="649293" y="49458"/>
                  <a:pt x="648651" y="48814"/>
                  <a:pt x="647578" y="48814"/>
                </a:cubicBezTo>
                <a:cubicBezTo>
                  <a:pt x="646504" y="49030"/>
                  <a:pt x="643286" y="49246"/>
                  <a:pt x="640068" y="49246"/>
                </a:cubicBezTo>
                <a:cubicBezTo>
                  <a:pt x="633204" y="49246"/>
                  <a:pt x="625482" y="49030"/>
                  <a:pt x="618185" y="48814"/>
                </a:cubicBezTo>
                <a:cubicBezTo>
                  <a:pt x="616899" y="50103"/>
                  <a:pt x="616899" y="54608"/>
                  <a:pt x="618185" y="55894"/>
                </a:cubicBezTo>
                <a:cubicBezTo>
                  <a:pt x="628483" y="56752"/>
                  <a:pt x="631489" y="59109"/>
                  <a:pt x="631489" y="73031"/>
                </a:cubicBezTo>
                <a:lnTo>
                  <a:pt x="631489" y="114155"/>
                </a:lnTo>
                <a:cubicBezTo>
                  <a:pt x="631489" y="128934"/>
                  <a:pt x="637924" y="143298"/>
                  <a:pt x="659162" y="143298"/>
                </a:cubicBezTo>
                <a:close/>
                <a:moveTo>
                  <a:pt x="736820" y="111536"/>
                </a:moveTo>
                <a:cubicBezTo>
                  <a:pt x="737678" y="122054"/>
                  <a:pt x="738323" y="132142"/>
                  <a:pt x="738323" y="141154"/>
                </a:cubicBezTo>
                <a:cubicBezTo>
                  <a:pt x="740467" y="140725"/>
                  <a:pt x="742614" y="140513"/>
                  <a:pt x="743685" y="140513"/>
                </a:cubicBezTo>
                <a:cubicBezTo>
                  <a:pt x="745187" y="140513"/>
                  <a:pt x="746474" y="140513"/>
                  <a:pt x="747976" y="140941"/>
                </a:cubicBezTo>
                <a:cubicBezTo>
                  <a:pt x="753770" y="142441"/>
                  <a:pt x="759561" y="143298"/>
                  <a:pt x="767499" y="143298"/>
                </a:cubicBezTo>
                <a:cubicBezTo>
                  <a:pt x="779513" y="143298"/>
                  <a:pt x="801608" y="137508"/>
                  <a:pt x="801608" y="116256"/>
                </a:cubicBezTo>
                <a:cubicBezTo>
                  <a:pt x="801608" y="101598"/>
                  <a:pt x="791097" y="93077"/>
                  <a:pt x="776508" y="87666"/>
                </a:cubicBezTo>
                <a:cubicBezTo>
                  <a:pt x="763594" y="82880"/>
                  <a:pt x="755057" y="79551"/>
                  <a:pt x="755057" y="67747"/>
                </a:cubicBezTo>
                <a:cubicBezTo>
                  <a:pt x="755057" y="58945"/>
                  <a:pt x="762779" y="54009"/>
                  <a:pt x="770072" y="54009"/>
                </a:cubicBezTo>
                <a:cubicBezTo>
                  <a:pt x="774792" y="54009"/>
                  <a:pt x="787235" y="55727"/>
                  <a:pt x="790024" y="73973"/>
                </a:cubicBezTo>
                <a:cubicBezTo>
                  <a:pt x="791310" y="75260"/>
                  <a:pt x="795602" y="75044"/>
                  <a:pt x="796888" y="73757"/>
                </a:cubicBezTo>
                <a:cubicBezTo>
                  <a:pt x="797533" y="66029"/>
                  <a:pt x="797962" y="58087"/>
                  <a:pt x="798178" y="51007"/>
                </a:cubicBezTo>
                <a:cubicBezTo>
                  <a:pt x="791526" y="49933"/>
                  <a:pt x="781228" y="46928"/>
                  <a:pt x="770072" y="46928"/>
                </a:cubicBezTo>
                <a:cubicBezTo>
                  <a:pt x="754199" y="46928"/>
                  <a:pt x="739825" y="57230"/>
                  <a:pt x="739825" y="70968"/>
                </a:cubicBezTo>
                <a:cubicBezTo>
                  <a:pt x="739825" y="86635"/>
                  <a:pt x="746903" y="93290"/>
                  <a:pt x="763424" y="100161"/>
                </a:cubicBezTo>
                <a:cubicBezTo>
                  <a:pt x="781228" y="107457"/>
                  <a:pt x="785303" y="111965"/>
                  <a:pt x="785303" y="121196"/>
                </a:cubicBezTo>
                <a:cubicBezTo>
                  <a:pt x="785303" y="131714"/>
                  <a:pt x="775008" y="136221"/>
                  <a:pt x="767070" y="136221"/>
                </a:cubicBezTo>
                <a:cubicBezTo>
                  <a:pt x="758703" y="136221"/>
                  <a:pt x="754048" y="133367"/>
                  <a:pt x="751839" y="131069"/>
                </a:cubicBezTo>
                <a:cubicBezTo>
                  <a:pt x="747119" y="126132"/>
                  <a:pt x="744758" y="116689"/>
                  <a:pt x="743472" y="111320"/>
                </a:cubicBezTo>
                <a:cubicBezTo>
                  <a:pt x="742186" y="110034"/>
                  <a:pt x="738107" y="110246"/>
                  <a:pt x="736820" y="1115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ID,">
            <a:extLst xmlns:a="http://schemas.openxmlformats.org/drawingml/2006/main">
              <a:ext uri="{FF2B5EF4-FFF2-40B4-BE49-F238E27FC236}">
                <a16:creationId xmlns:a16="http://schemas.microsoft.com/office/drawing/2014/main" id="{057B8896-8F21-4D28-B1EB-CE6B3A75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234" y="1427093"/>
            <a:ext cx="246453" cy="167391"/>
          </a:xfrm>
          <a:custGeom xmlns:a="http://schemas.openxmlformats.org/drawingml/2006/main">
            <a:pathLst>
              <a:path w="246453" h="167391">
                <a:moveTo>
                  <a:pt x="38188" y="112705"/>
                </a:moveTo>
                <a:lnTo>
                  <a:pt x="38188" y="26616"/>
                </a:lnTo>
                <a:cubicBezTo>
                  <a:pt x="38188" y="8799"/>
                  <a:pt x="41835" y="7725"/>
                  <a:pt x="56853" y="7080"/>
                </a:cubicBezTo>
                <a:cubicBezTo>
                  <a:pt x="58140" y="5794"/>
                  <a:pt x="58140" y="1290"/>
                  <a:pt x="56853" y="0"/>
                </a:cubicBezTo>
                <a:cubicBezTo>
                  <a:pt x="47413" y="216"/>
                  <a:pt x="37222" y="432"/>
                  <a:pt x="28963" y="432"/>
                </a:cubicBezTo>
                <a:cubicBezTo>
                  <a:pt x="21775" y="432"/>
                  <a:pt x="11372" y="216"/>
                  <a:pt x="1290" y="0"/>
                </a:cubicBezTo>
                <a:cubicBezTo>
                  <a:pt x="0" y="1290"/>
                  <a:pt x="0" y="5794"/>
                  <a:pt x="1290" y="7080"/>
                </a:cubicBezTo>
                <a:cubicBezTo>
                  <a:pt x="16305" y="7725"/>
                  <a:pt x="19952" y="8799"/>
                  <a:pt x="19952" y="26616"/>
                </a:cubicBezTo>
                <a:lnTo>
                  <a:pt x="19952" y="112705"/>
                </a:lnTo>
                <a:cubicBezTo>
                  <a:pt x="19952" y="130522"/>
                  <a:pt x="16305" y="131596"/>
                  <a:pt x="1290" y="132241"/>
                </a:cubicBezTo>
                <a:cubicBezTo>
                  <a:pt x="0" y="133527"/>
                  <a:pt x="0" y="138031"/>
                  <a:pt x="1290" y="139318"/>
                </a:cubicBezTo>
                <a:cubicBezTo>
                  <a:pt x="10943" y="139105"/>
                  <a:pt x="21389" y="138889"/>
                  <a:pt x="29176" y="138889"/>
                </a:cubicBezTo>
                <a:cubicBezTo>
                  <a:pt x="36813" y="138889"/>
                  <a:pt x="47197" y="139105"/>
                  <a:pt x="56853" y="139318"/>
                </a:cubicBezTo>
                <a:cubicBezTo>
                  <a:pt x="58140" y="138031"/>
                  <a:pt x="58140" y="133527"/>
                  <a:pt x="56853" y="132241"/>
                </a:cubicBezTo>
                <a:cubicBezTo>
                  <a:pt x="41835" y="131596"/>
                  <a:pt x="38188" y="130522"/>
                  <a:pt x="38188" y="112705"/>
                </a:cubicBezTo>
                <a:close/>
                <a:moveTo>
                  <a:pt x="101130" y="120862"/>
                </a:moveTo>
                <a:lnTo>
                  <a:pt x="101130" y="17814"/>
                </a:lnTo>
                <a:cubicBezTo>
                  <a:pt x="101130" y="10302"/>
                  <a:pt x="108640" y="7297"/>
                  <a:pt x="119151" y="7297"/>
                </a:cubicBezTo>
                <a:cubicBezTo>
                  <a:pt x="165490" y="7297"/>
                  <a:pt x="180721" y="44866"/>
                  <a:pt x="180721" y="77924"/>
                </a:cubicBezTo>
                <a:cubicBezTo>
                  <a:pt x="180721" y="121291"/>
                  <a:pt x="154763" y="132025"/>
                  <a:pt x="124513" y="132025"/>
                </a:cubicBezTo>
                <a:cubicBezTo>
                  <a:pt x="103491" y="132025"/>
                  <a:pt x="101130" y="127733"/>
                  <a:pt x="101130" y="120862"/>
                </a:cubicBezTo>
                <a:moveTo>
                  <a:pt x="91906" y="432"/>
                </a:moveTo>
                <a:cubicBezTo>
                  <a:pt x="84246" y="432"/>
                  <a:pt x="72812" y="216"/>
                  <a:pt x="64232" y="0"/>
                </a:cubicBezTo>
                <a:cubicBezTo>
                  <a:pt x="62942" y="1290"/>
                  <a:pt x="62942" y="5794"/>
                  <a:pt x="64232" y="7080"/>
                </a:cubicBezTo>
                <a:cubicBezTo>
                  <a:pt x="79247" y="7725"/>
                  <a:pt x="82894" y="8799"/>
                  <a:pt x="82894" y="26616"/>
                </a:cubicBezTo>
                <a:lnTo>
                  <a:pt x="82894" y="112705"/>
                </a:lnTo>
                <a:cubicBezTo>
                  <a:pt x="82894" y="130522"/>
                  <a:pt x="79247" y="131596"/>
                  <a:pt x="64232" y="132241"/>
                </a:cubicBezTo>
                <a:cubicBezTo>
                  <a:pt x="62942" y="133527"/>
                  <a:pt x="62942" y="138031"/>
                  <a:pt x="64232" y="139318"/>
                </a:cubicBezTo>
                <a:cubicBezTo>
                  <a:pt x="72599" y="139105"/>
                  <a:pt x="84033" y="138889"/>
                  <a:pt x="92119" y="138889"/>
                </a:cubicBezTo>
                <a:cubicBezTo>
                  <a:pt x="100057" y="138889"/>
                  <a:pt x="109069" y="139318"/>
                  <a:pt x="131164" y="139318"/>
                </a:cubicBezTo>
                <a:cubicBezTo>
                  <a:pt x="161414" y="139318"/>
                  <a:pt x="201314" y="125586"/>
                  <a:pt x="201314" y="72772"/>
                </a:cubicBezTo>
                <a:cubicBezTo>
                  <a:pt x="201314" y="32842"/>
                  <a:pt x="168491" y="0"/>
                  <a:pt x="127302" y="0"/>
                </a:cubicBezTo>
                <a:cubicBezTo>
                  <a:pt x="112070" y="0"/>
                  <a:pt x="100273" y="432"/>
                  <a:pt x="91906" y="432"/>
                </a:cubicBezTo>
                <a:close/>
                <a:moveTo>
                  <a:pt x="232292" y="118531"/>
                </a:moveTo>
                <a:cubicBezTo>
                  <a:pt x="225644" y="118531"/>
                  <a:pt x="220924" y="123036"/>
                  <a:pt x="220924" y="129043"/>
                </a:cubicBezTo>
                <a:cubicBezTo>
                  <a:pt x="220924" y="135799"/>
                  <a:pt x="226502" y="137838"/>
                  <a:pt x="230361" y="138480"/>
                </a:cubicBezTo>
                <a:cubicBezTo>
                  <a:pt x="234440" y="138909"/>
                  <a:pt x="238086" y="140195"/>
                  <a:pt x="238086" y="145118"/>
                </a:cubicBezTo>
                <a:cubicBezTo>
                  <a:pt x="238086" y="149613"/>
                  <a:pt x="230361" y="159459"/>
                  <a:pt x="219208" y="162245"/>
                </a:cubicBezTo>
                <a:cubicBezTo>
                  <a:pt x="219208" y="164389"/>
                  <a:pt x="219637" y="165892"/>
                  <a:pt x="221136" y="167391"/>
                </a:cubicBezTo>
                <a:cubicBezTo>
                  <a:pt x="234011" y="165034"/>
                  <a:pt x="246453" y="154752"/>
                  <a:pt x="246453" y="139766"/>
                </a:cubicBezTo>
                <a:cubicBezTo>
                  <a:pt x="246453" y="126898"/>
                  <a:pt x="240875" y="118531"/>
                  <a:pt x="232292" y="1185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Anomaly">
            <a:extLst xmlns:a="http://schemas.openxmlformats.org/drawingml/2006/main">
              <a:ext uri="{FF2B5EF4-FFF2-40B4-BE49-F238E27FC236}">
                <a16:creationId xmlns:a16="http://schemas.microsoft.com/office/drawing/2014/main" id="{B39A9C5D-233F-41ED-AF99-3701A888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870" y="1672586"/>
            <a:ext cx="810316" cy="199654"/>
          </a:xfrm>
          <a:custGeom xmlns:a="http://schemas.openxmlformats.org/drawingml/2006/main">
            <a:pathLst>
              <a:path w="810316" h="199654">
                <a:moveTo>
                  <a:pt x="56208" y="89038"/>
                </a:moveTo>
                <a:cubicBezTo>
                  <a:pt x="51488" y="89038"/>
                  <a:pt x="49986" y="88396"/>
                  <a:pt x="50801" y="86187"/>
                </a:cubicBezTo>
                <a:lnTo>
                  <a:pt x="72726" y="30689"/>
                </a:lnTo>
                <a:lnTo>
                  <a:pt x="74013" y="30689"/>
                </a:lnTo>
                <a:lnTo>
                  <a:pt x="94177" y="89038"/>
                </a:lnTo>
                <a:lnTo>
                  <a:pt x="56208" y="89038"/>
                </a:lnTo>
                <a:moveTo>
                  <a:pt x="33039" y="132830"/>
                </a:moveTo>
                <a:lnTo>
                  <a:pt x="44836" y="101699"/>
                </a:lnTo>
                <a:cubicBezTo>
                  <a:pt x="45910" y="98907"/>
                  <a:pt x="47197" y="98050"/>
                  <a:pt x="52346" y="98050"/>
                </a:cubicBezTo>
                <a:lnTo>
                  <a:pt x="97611" y="98050"/>
                </a:lnTo>
                <a:lnTo>
                  <a:pt x="110053" y="134332"/>
                </a:lnTo>
                <a:cubicBezTo>
                  <a:pt x="112584" y="141740"/>
                  <a:pt x="104390" y="142405"/>
                  <a:pt x="94177" y="143135"/>
                </a:cubicBezTo>
                <a:cubicBezTo>
                  <a:pt x="92891" y="144421"/>
                  <a:pt x="92891" y="148925"/>
                  <a:pt x="94177" y="150212"/>
                </a:cubicBezTo>
                <a:cubicBezTo>
                  <a:pt x="102115" y="149999"/>
                  <a:pt x="113916" y="149783"/>
                  <a:pt x="122283" y="149783"/>
                </a:cubicBezTo>
                <a:cubicBezTo>
                  <a:pt x="131079" y="149783"/>
                  <a:pt x="139229" y="149999"/>
                  <a:pt x="146739" y="150212"/>
                </a:cubicBezTo>
                <a:cubicBezTo>
                  <a:pt x="148025" y="148925"/>
                  <a:pt x="148025" y="144421"/>
                  <a:pt x="146739" y="143135"/>
                </a:cubicBezTo>
                <a:cubicBezTo>
                  <a:pt x="138414" y="142382"/>
                  <a:pt x="131164" y="141675"/>
                  <a:pt x="127429" y="131327"/>
                </a:cubicBezTo>
                <a:lnTo>
                  <a:pt x="83237" y="8590"/>
                </a:lnTo>
                <a:cubicBezTo>
                  <a:pt x="80019" y="10521"/>
                  <a:pt x="74229" y="12881"/>
                  <a:pt x="71440" y="12881"/>
                </a:cubicBezTo>
                <a:lnTo>
                  <a:pt x="22741" y="127890"/>
                </a:lnTo>
                <a:cubicBezTo>
                  <a:pt x="17163" y="141203"/>
                  <a:pt x="10619" y="142490"/>
                  <a:pt x="1286" y="143135"/>
                </a:cubicBezTo>
                <a:cubicBezTo>
                  <a:pt x="0" y="144421"/>
                  <a:pt x="0" y="148925"/>
                  <a:pt x="1286" y="150212"/>
                </a:cubicBezTo>
                <a:cubicBezTo>
                  <a:pt x="6864" y="149999"/>
                  <a:pt x="13879" y="149783"/>
                  <a:pt x="20380" y="149783"/>
                </a:cubicBezTo>
                <a:cubicBezTo>
                  <a:pt x="29176" y="149783"/>
                  <a:pt x="39903" y="149999"/>
                  <a:pt x="47841" y="150212"/>
                </a:cubicBezTo>
                <a:cubicBezTo>
                  <a:pt x="49128" y="148925"/>
                  <a:pt x="49128" y="144421"/>
                  <a:pt x="47841" y="143135"/>
                </a:cubicBezTo>
                <a:cubicBezTo>
                  <a:pt x="39772" y="142575"/>
                  <a:pt x="29690" y="141652"/>
                  <a:pt x="33039" y="132830"/>
                </a:cubicBezTo>
                <a:close/>
                <a:moveTo>
                  <a:pt x="189149" y="72903"/>
                </a:moveTo>
                <a:cubicBezTo>
                  <a:pt x="187840" y="74405"/>
                  <a:pt x="186639" y="74923"/>
                  <a:pt x="186577" y="72903"/>
                </a:cubicBezTo>
                <a:cubicBezTo>
                  <a:pt x="186360" y="67106"/>
                  <a:pt x="185866" y="58801"/>
                  <a:pt x="184858" y="56591"/>
                </a:cubicBezTo>
                <a:cubicBezTo>
                  <a:pt x="184410" y="55606"/>
                  <a:pt x="184000" y="54876"/>
                  <a:pt x="182285" y="54876"/>
                </a:cubicBezTo>
                <a:cubicBezTo>
                  <a:pt x="176278" y="57236"/>
                  <a:pt x="170700" y="59168"/>
                  <a:pt x="155898" y="61096"/>
                </a:cubicBezTo>
                <a:cubicBezTo>
                  <a:pt x="155469" y="62385"/>
                  <a:pt x="155898" y="65816"/>
                  <a:pt x="156327" y="67106"/>
                </a:cubicBezTo>
                <a:cubicBezTo>
                  <a:pt x="167911" y="68179"/>
                  <a:pt x="170271" y="69253"/>
                  <a:pt x="170271" y="81708"/>
                </a:cubicBezTo>
                <a:lnTo>
                  <a:pt x="170271" y="123589"/>
                </a:lnTo>
                <a:cubicBezTo>
                  <a:pt x="170271" y="141200"/>
                  <a:pt x="168127" y="142061"/>
                  <a:pt x="155253" y="143135"/>
                </a:cubicBezTo>
                <a:cubicBezTo>
                  <a:pt x="153966" y="144421"/>
                  <a:pt x="153966" y="148925"/>
                  <a:pt x="155253" y="150212"/>
                </a:cubicBezTo>
                <a:cubicBezTo>
                  <a:pt x="161692" y="149999"/>
                  <a:pt x="170271" y="149783"/>
                  <a:pt x="178851" y="149783"/>
                </a:cubicBezTo>
                <a:cubicBezTo>
                  <a:pt x="187434" y="149783"/>
                  <a:pt x="193870" y="149999"/>
                  <a:pt x="200305" y="150212"/>
                </a:cubicBezTo>
                <a:cubicBezTo>
                  <a:pt x="201592" y="148925"/>
                  <a:pt x="201592" y="144421"/>
                  <a:pt x="200305" y="143135"/>
                </a:cubicBezTo>
                <a:cubicBezTo>
                  <a:pt x="189366" y="142061"/>
                  <a:pt x="187218" y="141200"/>
                  <a:pt x="187218" y="123589"/>
                </a:cubicBezTo>
                <a:lnTo>
                  <a:pt x="187218" y="88367"/>
                </a:lnTo>
                <a:cubicBezTo>
                  <a:pt x="187218" y="83856"/>
                  <a:pt x="189149" y="81280"/>
                  <a:pt x="190865" y="79348"/>
                </a:cubicBezTo>
                <a:cubicBezTo>
                  <a:pt x="199019" y="71400"/>
                  <a:pt x="208672" y="66674"/>
                  <a:pt x="217039" y="66674"/>
                </a:cubicBezTo>
                <a:cubicBezTo>
                  <a:pt x="221331" y="66674"/>
                  <a:pt x="225835" y="69466"/>
                  <a:pt x="228408" y="74405"/>
                </a:cubicBezTo>
                <a:cubicBezTo>
                  <a:pt x="230555" y="78703"/>
                  <a:pt x="230984" y="84501"/>
                  <a:pt x="230984" y="90943"/>
                </a:cubicBezTo>
                <a:lnTo>
                  <a:pt x="230984" y="123589"/>
                </a:lnTo>
                <a:cubicBezTo>
                  <a:pt x="230984" y="141200"/>
                  <a:pt x="228837" y="142061"/>
                  <a:pt x="217681" y="143135"/>
                </a:cubicBezTo>
                <a:cubicBezTo>
                  <a:pt x="216610" y="144421"/>
                  <a:pt x="216610" y="148925"/>
                  <a:pt x="217681" y="150212"/>
                </a:cubicBezTo>
                <a:cubicBezTo>
                  <a:pt x="224120" y="149999"/>
                  <a:pt x="230984" y="149783"/>
                  <a:pt x="239564" y="149783"/>
                </a:cubicBezTo>
                <a:cubicBezTo>
                  <a:pt x="248147" y="149783"/>
                  <a:pt x="255869" y="149999"/>
                  <a:pt x="262304" y="150212"/>
                </a:cubicBezTo>
                <a:cubicBezTo>
                  <a:pt x="263378" y="148925"/>
                  <a:pt x="263378" y="144421"/>
                  <a:pt x="262304" y="143135"/>
                </a:cubicBezTo>
                <a:cubicBezTo>
                  <a:pt x="250291" y="142061"/>
                  <a:pt x="247931" y="141200"/>
                  <a:pt x="247931" y="123589"/>
                </a:cubicBezTo>
                <a:lnTo>
                  <a:pt x="247931" y="91588"/>
                </a:lnTo>
                <a:cubicBezTo>
                  <a:pt x="247931" y="79777"/>
                  <a:pt x="247073" y="69466"/>
                  <a:pt x="242140" y="62814"/>
                </a:cubicBezTo>
                <a:cubicBezTo>
                  <a:pt x="238490" y="58094"/>
                  <a:pt x="231842" y="55518"/>
                  <a:pt x="224332" y="55518"/>
                </a:cubicBezTo>
                <a:cubicBezTo>
                  <a:pt x="213821" y="55518"/>
                  <a:pt x="201870" y="58307"/>
                  <a:pt x="189149" y="72903"/>
                </a:cubicBezTo>
                <a:close/>
                <a:moveTo>
                  <a:pt x="275324" y="105742"/>
                </a:moveTo>
                <a:cubicBezTo>
                  <a:pt x="275324" y="127638"/>
                  <a:pt x="289914" y="151888"/>
                  <a:pt x="320377" y="151888"/>
                </a:cubicBezTo>
                <a:cubicBezTo>
                  <a:pt x="334194" y="151888"/>
                  <a:pt x="344577" y="147020"/>
                  <a:pt x="351890" y="139874"/>
                </a:cubicBezTo>
                <a:cubicBezTo>
                  <a:pt x="361501" y="130473"/>
                  <a:pt x="365858" y="116970"/>
                  <a:pt x="365858" y="103811"/>
                </a:cubicBezTo>
                <a:cubicBezTo>
                  <a:pt x="365858" y="81486"/>
                  <a:pt x="353629" y="55518"/>
                  <a:pt x="320806" y="55518"/>
                </a:cubicBezTo>
                <a:cubicBezTo>
                  <a:pt x="306691" y="55518"/>
                  <a:pt x="295040" y="61312"/>
                  <a:pt x="287191" y="70539"/>
                </a:cubicBezTo>
                <a:cubicBezTo>
                  <a:pt x="279403" y="79685"/>
                  <a:pt x="275324" y="92177"/>
                  <a:pt x="275324" y="105742"/>
                </a:cubicBezTo>
                <a:moveTo>
                  <a:pt x="317588" y="63027"/>
                </a:moveTo>
                <a:cubicBezTo>
                  <a:pt x="336037" y="63027"/>
                  <a:pt x="347409" y="79771"/>
                  <a:pt x="347409" y="110682"/>
                </a:cubicBezTo>
                <a:cubicBezTo>
                  <a:pt x="347409" y="137727"/>
                  <a:pt x="333464" y="144382"/>
                  <a:pt x="323382" y="144382"/>
                </a:cubicBezTo>
                <a:cubicBezTo>
                  <a:pt x="301070" y="144382"/>
                  <a:pt x="293777" y="117333"/>
                  <a:pt x="293777" y="100806"/>
                </a:cubicBezTo>
                <a:cubicBezTo>
                  <a:pt x="293777" y="82131"/>
                  <a:pt x="298281" y="63027"/>
                  <a:pt x="317588" y="63027"/>
                </a:cubicBezTo>
                <a:close/>
                <a:moveTo>
                  <a:pt x="410845" y="72903"/>
                </a:moveTo>
                <a:cubicBezTo>
                  <a:pt x="410563" y="66526"/>
                  <a:pt x="410135" y="58801"/>
                  <a:pt x="409126" y="56591"/>
                </a:cubicBezTo>
                <a:cubicBezTo>
                  <a:pt x="408678" y="55606"/>
                  <a:pt x="408269" y="54876"/>
                  <a:pt x="406553" y="54876"/>
                </a:cubicBezTo>
                <a:cubicBezTo>
                  <a:pt x="400547" y="57236"/>
                  <a:pt x="394969" y="59168"/>
                  <a:pt x="380166" y="61096"/>
                </a:cubicBezTo>
                <a:cubicBezTo>
                  <a:pt x="379737" y="62385"/>
                  <a:pt x="380166" y="65816"/>
                  <a:pt x="380595" y="67106"/>
                </a:cubicBezTo>
                <a:cubicBezTo>
                  <a:pt x="392180" y="68179"/>
                  <a:pt x="394540" y="69253"/>
                  <a:pt x="394540" y="81708"/>
                </a:cubicBezTo>
                <a:lnTo>
                  <a:pt x="394540" y="123589"/>
                </a:lnTo>
                <a:cubicBezTo>
                  <a:pt x="394540" y="141200"/>
                  <a:pt x="391751" y="142274"/>
                  <a:pt x="379950" y="143135"/>
                </a:cubicBezTo>
                <a:cubicBezTo>
                  <a:pt x="378664" y="144421"/>
                  <a:pt x="378664" y="148925"/>
                  <a:pt x="379950" y="150212"/>
                </a:cubicBezTo>
                <a:cubicBezTo>
                  <a:pt x="386389" y="149999"/>
                  <a:pt x="394540" y="149783"/>
                  <a:pt x="403120" y="149783"/>
                </a:cubicBezTo>
                <a:cubicBezTo>
                  <a:pt x="411703" y="149783"/>
                  <a:pt x="418308" y="149999"/>
                  <a:pt x="424744" y="150212"/>
                </a:cubicBezTo>
                <a:cubicBezTo>
                  <a:pt x="426034" y="148925"/>
                  <a:pt x="426034" y="144421"/>
                  <a:pt x="424744" y="143135"/>
                </a:cubicBezTo>
                <a:cubicBezTo>
                  <a:pt x="413847" y="142061"/>
                  <a:pt x="411487" y="141200"/>
                  <a:pt x="411487" y="123589"/>
                </a:cubicBezTo>
                <a:lnTo>
                  <a:pt x="411487" y="88367"/>
                </a:lnTo>
                <a:cubicBezTo>
                  <a:pt x="411487" y="83856"/>
                  <a:pt x="413418" y="81214"/>
                  <a:pt x="415133" y="79348"/>
                </a:cubicBezTo>
                <a:cubicBezTo>
                  <a:pt x="423631" y="71034"/>
                  <a:pt x="431674" y="66674"/>
                  <a:pt x="438303" y="66674"/>
                </a:cubicBezTo>
                <a:cubicBezTo>
                  <a:pt x="446457" y="66674"/>
                  <a:pt x="452464" y="71829"/>
                  <a:pt x="452464" y="86219"/>
                </a:cubicBezTo>
                <a:lnTo>
                  <a:pt x="452464" y="123589"/>
                </a:lnTo>
                <a:cubicBezTo>
                  <a:pt x="452464" y="141200"/>
                  <a:pt x="450745" y="142274"/>
                  <a:pt x="439160" y="143135"/>
                </a:cubicBezTo>
                <a:cubicBezTo>
                  <a:pt x="438090" y="144421"/>
                  <a:pt x="438090" y="148925"/>
                  <a:pt x="439160" y="150212"/>
                </a:cubicBezTo>
                <a:cubicBezTo>
                  <a:pt x="444525" y="149999"/>
                  <a:pt x="452464" y="149783"/>
                  <a:pt x="461043" y="149783"/>
                </a:cubicBezTo>
                <a:cubicBezTo>
                  <a:pt x="469626" y="149783"/>
                  <a:pt x="476703" y="149999"/>
                  <a:pt x="482069" y="150212"/>
                </a:cubicBezTo>
                <a:cubicBezTo>
                  <a:pt x="483139" y="148925"/>
                  <a:pt x="483139" y="144421"/>
                  <a:pt x="482069" y="143135"/>
                </a:cubicBezTo>
                <a:cubicBezTo>
                  <a:pt x="471341" y="142274"/>
                  <a:pt x="469410" y="141200"/>
                  <a:pt x="469410" y="123589"/>
                </a:cubicBezTo>
                <a:lnTo>
                  <a:pt x="469410" y="89440"/>
                </a:lnTo>
                <a:cubicBezTo>
                  <a:pt x="469410" y="86435"/>
                  <a:pt x="469410" y="83427"/>
                  <a:pt x="469194" y="80851"/>
                </a:cubicBezTo>
                <a:cubicBezTo>
                  <a:pt x="479492" y="69466"/>
                  <a:pt x="489146" y="66674"/>
                  <a:pt x="497513" y="66674"/>
                </a:cubicBezTo>
                <a:cubicBezTo>
                  <a:pt x="505667" y="66674"/>
                  <a:pt x="510384" y="71400"/>
                  <a:pt x="510384" y="85790"/>
                </a:cubicBezTo>
                <a:lnTo>
                  <a:pt x="510384" y="123589"/>
                </a:lnTo>
                <a:cubicBezTo>
                  <a:pt x="510384" y="141200"/>
                  <a:pt x="508240" y="142274"/>
                  <a:pt x="497084" y="143135"/>
                </a:cubicBezTo>
                <a:cubicBezTo>
                  <a:pt x="496010" y="144421"/>
                  <a:pt x="496010" y="148925"/>
                  <a:pt x="497084" y="150212"/>
                </a:cubicBezTo>
                <a:cubicBezTo>
                  <a:pt x="502449" y="149999"/>
                  <a:pt x="510384" y="149783"/>
                  <a:pt x="518967" y="149783"/>
                </a:cubicBezTo>
                <a:cubicBezTo>
                  <a:pt x="527547" y="149783"/>
                  <a:pt x="535056" y="149999"/>
                  <a:pt x="541063" y="150212"/>
                </a:cubicBezTo>
                <a:cubicBezTo>
                  <a:pt x="542136" y="148925"/>
                  <a:pt x="542136" y="144421"/>
                  <a:pt x="541063" y="143135"/>
                </a:cubicBezTo>
                <a:cubicBezTo>
                  <a:pt x="529265" y="142274"/>
                  <a:pt x="527334" y="141200"/>
                  <a:pt x="527334" y="123589"/>
                </a:cubicBezTo>
                <a:lnTo>
                  <a:pt x="527334" y="89656"/>
                </a:lnTo>
                <a:cubicBezTo>
                  <a:pt x="527334" y="70543"/>
                  <a:pt x="524116" y="55518"/>
                  <a:pt x="505238" y="55518"/>
                </a:cubicBezTo>
                <a:cubicBezTo>
                  <a:pt x="494252" y="55518"/>
                  <a:pt x="481018" y="59554"/>
                  <a:pt x="469839" y="71358"/>
                </a:cubicBezTo>
                <a:cubicBezTo>
                  <a:pt x="469194" y="72045"/>
                  <a:pt x="467908" y="73119"/>
                  <a:pt x="467479" y="71273"/>
                </a:cubicBezTo>
                <a:cubicBezTo>
                  <a:pt x="465443" y="62470"/>
                  <a:pt x="457181" y="55518"/>
                  <a:pt x="446028" y="55518"/>
                </a:cubicBezTo>
                <a:cubicBezTo>
                  <a:pt x="433582" y="55518"/>
                  <a:pt x="422364" y="62899"/>
                  <a:pt x="413418" y="72903"/>
                </a:cubicBezTo>
                <a:cubicBezTo>
                  <a:pt x="412433" y="74000"/>
                  <a:pt x="410950" y="75482"/>
                  <a:pt x="410845" y="72903"/>
                </a:cubicBezTo>
                <a:close/>
                <a:moveTo>
                  <a:pt x="608147" y="99735"/>
                </a:moveTo>
                <a:lnTo>
                  <a:pt x="608147" y="128067"/>
                </a:lnTo>
                <a:cubicBezTo>
                  <a:pt x="608147" y="130859"/>
                  <a:pt x="606858" y="132362"/>
                  <a:pt x="605142" y="133648"/>
                </a:cubicBezTo>
                <a:cubicBezTo>
                  <a:pt x="599564" y="138156"/>
                  <a:pt x="592271" y="143095"/>
                  <a:pt x="586264" y="143095"/>
                </a:cubicBezTo>
                <a:cubicBezTo>
                  <a:pt x="575537" y="143095"/>
                  <a:pt x="570817" y="134509"/>
                  <a:pt x="570817" y="127854"/>
                </a:cubicBezTo>
                <a:cubicBezTo>
                  <a:pt x="570817" y="118194"/>
                  <a:pt x="575324" y="108318"/>
                  <a:pt x="591197" y="104243"/>
                </a:cubicBezTo>
                <a:lnTo>
                  <a:pt x="608147" y="99735"/>
                </a:lnTo>
                <a:moveTo>
                  <a:pt x="608147" y="139446"/>
                </a:moveTo>
                <a:cubicBezTo>
                  <a:pt x="609434" y="146097"/>
                  <a:pt x="611705" y="151888"/>
                  <a:pt x="622521" y="151888"/>
                </a:cubicBezTo>
                <a:cubicBezTo>
                  <a:pt x="630737" y="151888"/>
                  <a:pt x="638459" y="148241"/>
                  <a:pt x="642898" y="143953"/>
                </a:cubicBezTo>
                <a:cubicBezTo>
                  <a:pt x="642535" y="141315"/>
                  <a:pt x="641677" y="139511"/>
                  <a:pt x="639252" y="138159"/>
                </a:cubicBezTo>
                <a:cubicBezTo>
                  <a:pt x="637644" y="139488"/>
                  <a:pt x="634040" y="141593"/>
                  <a:pt x="631313" y="141593"/>
                </a:cubicBezTo>
                <a:cubicBezTo>
                  <a:pt x="625094" y="141593"/>
                  <a:pt x="624878" y="133219"/>
                  <a:pt x="624878" y="123347"/>
                </a:cubicBezTo>
                <a:lnTo>
                  <a:pt x="624878" y="91791"/>
                </a:lnTo>
                <a:cubicBezTo>
                  <a:pt x="624878" y="61312"/>
                  <a:pt x="608147" y="55518"/>
                  <a:pt x="592484" y="55518"/>
                </a:cubicBezTo>
                <a:cubicBezTo>
                  <a:pt x="574892" y="55518"/>
                  <a:pt x="557088" y="67106"/>
                  <a:pt x="557088" y="79342"/>
                </a:cubicBezTo>
                <a:cubicBezTo>
                  <a:pt x="557088" y="84494"/>
                  <a:pt x="559661" y="87070"/>
                  <a:pt x="564597" y="87070"/>
                </a:cubicBezTo>
                <a:cubicBezTo>
                  <a:pt x="570817" y="87070"/>
                  <a:pt x="574680" y="82563"/>
                  <a:pt x="574680" y="79771"/>
                </a:cubicBezTo>
                <a:cubicBezTo>
                  <a:pt x="574680" y="78268"/>
                  <a:pt x="574463" y="76766"/>
                  <a:pt x="574035" y="75908"/>
                </a:cubicBezTo>
                <a:cubicBezTo>
                  <a:pt x="573822" y="75263"/>
                  <a:pt x="573606" y="73977"/>
                  <a:pt x="573606" y="71613"/>
                </a:cubicBezTo>
                <a:cubicBezTo>
                  <a:pt x="573606" y="64958"/>
                  <a:pt x="582618" y="62598"/>
                  <a:pt x="590769" y="62598"/>
                </a:cubicBezTo>
                <a:cubicBezTo>
                  <a:pt x="598062" y="62598"/>
                  <a:pt x="608147" y="66248"/>
                  <a:pt x="608147" y="90504"/>
                </a:cubicBezTo>
                <a:cubicBezTo>
                  <a:pt x="608147" y="92007"/>
                  <a:pt x="607502" y="92864"/>
                  <a:pt x="606858" y="93080"/>
                </a:cubicBezTo>
                <a:lnTo>
                  <a:pt x="588408" y="97588"/>
                </a:lnTo>
                <a:cubicBezTo>
                  <a:pt x="567815" y="102740"/>
                  <a:pt x="553013" y="114116"/>
                  <a:pt x="553013" y="128712"/>
                </a:cubicBezTo>
                <a:cubicBezTo>
                  <a:pt x="553013" y="146313"/>
                  <a:pt x="565026" y="151888"/>
                  <a:pt x="580041" y="151888"/>
                </a:cubicBezTo>
                <a:cubicBezTo>
                  <a:pt x="587508" y="151888"/>
                  <a:pt x="593986" y="150173"/>
                  <a:pt x="603427" y="142879"/>
                </a:cubicBezTo>
                <a:lnTo>
                  <a:pt x="607718" y="139446"/>
                </a:lnTo>
                <a:lnTo>
                  <a:pt x="608147" y="139446"/>
                </a:lnTo>
                <a:close/>
                <a:moveTo>
                  <a:pt x="664501" y="123615"/>
                </a:moveTo>
                <a:cubicBezTo>
                  <a:pt x="664501" y="141419"/>
                  <a:pt x="662144" y="142490"/>
                  <a:pt x="649057" y="143135"/>
                </a:cubicBezTo>
                <a:cubicBezTo>
                  <a:pt x="647771" y="144421"/>
                  <a:pt x="647771" y="148925"/>
                  <a:pt x="649057" y="150212"/>
                </a:cubicBezTo>
                <a:cubicBezTo>
                  <a:pt x="656566" y="149999"/>
                  <a:pt x="664501" y="149783"/>
                  <a:pt x="673084" y="149783"/>
                </a:cubicBezTo>
                <a:cubicBezTo>
                  <a:pt x="681664" y="149783"/>
                  <a:pt x="689818" y="149999"/>
                  <a:pt x="696895" y="150212"/>
                </a:cubicBezTo>
                <a:cubicBezTo>
                  <a:pt x="698185" y="148925"/>
                  <a:pt x="698185" y="144421"/>
                  <a:pt x="696895" y="143135"/>
                </a:cubicBezTo>
                <a:cubicBezTo>
                  <a:pt x="683811" y="142490"/>
                  <a:pt x="681451" y="141419"/>
                  <a:pt x="681451" y="123615"/>
                </a:cubicBezTo>
                <a:lnTo>
                  <a:pt x="681451" y="24741"/>
                </a:lnTo>
                <a:cubicBezTo>
                  <a:pt x="681451" y="10802"/>
                  <a:pt x="682309" y="2174"/>
                  <a:pt x="682309" y="2174"/>
                </a:cubicBezTo>
                <a:cubicBezTo>
                  <a:pt x="682309" y="655"/>
                  <a:pt x="681451" y="0"/>
                  <a:pt x="679520" y="0"/>
                </a:cubicBezTo>
                <a:cubicBezTo>
                  <a:pt x="674158" y="2174"/>
                  <a:pt x="658066" y="5215"/>
                  <a:pt x="649486" y="5866"/>
                </a:cubicBezTo>
                <a:cubicBezTo>
                  <a:pt x="649057" y="7585"/>
                  <a:pt x="649486" y="11015"/>
                  <a:pt x="650772" y="12305"/>
                </a:cubicBezTo>
                <a:cubicBezTo>
                  <a:pt x="663215" y="13159"/>
                  <a:pt x="664501" y="13804"/>
                  <a:pt x="664501" y="29890"/>
                </a:cubicBezTo>
                <a:lnTo>
                  <a:pt x="664501" y="123615"/>
                </a:lnTo>
                <a:close/>
                <a:moveTo>
                  <a:pt x="744887" y="184210"/>
                </a:moveTo>
                <a:cubicBezTo>
                  <a:pt x="748232" y="178246"/>
                  <a:pt x="751044" y="172108"/>
                  <a:pt x="753682" y="165757"/>
                </a:cubicBezTo>
                <a:cubicBezTo>
                  <a:pt x="770845" y="124348"/>
                  <a:pt x="780456" y="102334"/>
                  <a:pt x="791654" y="78216"/>
                </a:cubicBezTo>
                <a:cubicBezTo>
                  <a:pt x="795880" y="69142"/>
                  <a:pt x="798948" y="65708"/>
                  <a:pt x="809030" y="64484"/>
                </a:cubicBezTo>
                <a:cubicBezTo>
                  <a:pt x="810316" y="63197"/>
                  <a:pt x="810316" y="58693"/>
                  <a:pt x="809030" y="57403"/>
                </a:cubicBezTo>
                <a:cubicBezTo>
                  <a:pt x="804738" y="57619"/>
                  <a:pt x="799805" y="57835"/>
                  <a:pt x="793799" y="57835"/>
                </a:cubicBezTo>
                <a:cubicBezTo>
                  <a:pt x="787363" y="57835"/>
                  <a:pt x="780711" y="57619"/>
                  <a:pt x="774276" y="57403"/>
                </a:cubicBezTo>
                <a:cubicBezTo>
                  <a:pt x="772989" y="58693"/>
                  <a:pt x="772989" y="63197"/>
                  <a:pt x="774276" y="64484"/>
                </a:cubicBezTo>
                <a:cubicBezTo>
                  <a:pt x="781055" y="65128"/>
                  <a:pt x="788008" y="66415"/>
                  <a:pt x="784574" y="74140"/>
                </a:cubicBezTo>
                <a:lnTo>
                  <a:pt x="763293" y="123275"/>
                </a:lnTo>
                <a:cubicBezTo>
                  <a:pt x="761791" y="126728"/>
                  <a:pt x="759990" y="127308"/>
                  <a:pt x="758167" y="123059"/>
                </a:cubicBezTo>
                <a:lnTo>
                  <a:pt x="739139" y="78432"/>
                </a:lnTo>
                <a:cubicBezTo>
                  <a:pt x="735276" y="69377"/>
                  <a:pt x="734160" y="65407"/>
                  <a:pt x="746173" y="64484"/>
                </a:cubicBezTo>
                <a:cubicBezTo>
                  <a:pt x="747460" y="63197"/>
                  <a:pt x="747460" y="58693"/>
                  <a:pt x="746173" y="57403"/>
                </a:cubicBezTo>
                <a:cubicBezTo>
                  <a:pt x="738235" y="57619"/>
                  <a:pt x="729655" y="57835"/>
                  <a:pt x="721933" y="57835"/>
                </a:cubicBezTo>
                <a:cubicBezTo>
                  <a:pt x="714637" y="57835"/>
                  <a:pt x="708846" y="57619"/>
                  <a:pt x="704555" y="57403"/>
                </a:cubicBezTo>
                <a:cubicBezTo>
                  <a:pt x="703268" y="58693"/>
                  <a:pt x="703268" y="63197"/>
                  <a:pt x="704555" y="64484"/>
                </a:cubicBezTo>
                <a:cubicBezTo>
                  <a:pt x="713072" y="65557"/>
                  <a:pt x="715861" y="67489"/>
                  <a:pt x="721482" y="80576"/>
                </a:cubicBezTo>
                <a:lnTo>
                  <a:pt x="745744" y="137007"/>
                </a:lnTo>
                <a:cubicBezTo>
                  <a:pt x="747610" y="141318"/>
                  <a:pt x="750893" y="151168"/>
                  <a:pt x="748749" y="157175"/>
                </a:cubicBezTo>
                <a:cubicBezTo>
                  <a:pt x="746196" y="164340"/>
                  <a:pt x="743600" y="170262"/>
                  <a:pt x="740382" y="176913"/>
                </a:cubicBezTo>
                <a:cubicBezTo>
                  <a:pt x="738022" y="181205"/>
                  <a:pt x="735017" y="183136"/>
                  <a:pt x="729655" y="183136"/>
                </a:cubicBezTo>
                <a:cubicBezTo>
                  <a:pt x="726650" y="183136"/>
                  <a:pt x="725793" y="182495"/>
                  <a:pt x="723433" y="182495"/>
                </a:cubicBezTo>
                <a:cubicBezTo>
                  <a:pt x="717213" y="182495"/>
                  <a:pt x="713995" y="188930"/>
                  <a:pt x="713995" y="191719"/>
                </a:cubicBezTo>
                <a:cubicBezTo>
                  <a:pt x="713995" y="196223"/>
                  <a:pt x="718283" y="199654"/>
                  <a:pt x="724077" y="199654"/>
                </a:cubicBezTo>
                <a:cubicBezTo>
                  <a:pt x="728582" y="199654"/>
                  <a:pt x="737165" y="197939"/>
                  <a:pt x="744887" y="1842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Monitor">
            <a:extLst xmlns:a="http://schemas.openxmlformats.org/drawingml/2006/main">
              <a:ext uri="{FF2B5EF4-FFF2-40B4-BE49-F238E27FC236}">
                <a16:creationId xmlns:a16="http://schemas.microsoft.com/office/drawing/2014/main" id="{580D47F6-EA17-4C08-82EF-3DD6FBFD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603" y="391077"/>
            <a:ext cx="715537" cy="140994"/>
          </a:xfrm>
          <a:custGeom xmlns:a="http://schemas.openxmlformats.org/drawingml/2006/main">
            <a:pathLst>
              <a:path w="715537" h="140994">
                <a:moveTo>
                  <a:pt x="139164" y="113991"/>
                </a:moveTo>
                <a:cubicBezTo>
                  <a:pt x="140238" y="131380"/>
                  <a:pt x="139442" y="131596"/>
                  <a:pt x="125501" y="132241"/>
                </a:cubicBezTo>
                <a:cubicBezTo>
                  <a:pt x="124211" y="133527"/>
                  <a:pt x="124211" y="138031"/>
                  <a:pt x="125501" y="139318"/>
                </a:cubicBezTo>
                <a:cubicBezTo>
                  <a:pt x="133435" y="139105"/>
                  <a:pt x="142018" y="138889"/>
                  <a:pt x="148454" y="138889"/>
                </a:cubicBezTo>
                <a:cubicBezTo>
                  <a:pt x="154890" y="138889"/>
                  <a:pt x="164717" y="139105"/>
                  <a:pt x="171836" y="139318"/>
                </a:cubicBezTo>
                <a:cubicBezTo>
                  <a:pt x="173126" y="138031"/>
                  <a:pt x="173126" y="133527"/>
                  <a:pt x="171836" y="132241"/>
                </a:cubicBezTo>
                <a:cubicBezTo>
                  <a:pt x="157250" y="131596"/>
                  <a:pt x="156585" y="130696"/>
                  <a:pt x="155341" y="112918"/>
                </a:cubicBezTo>
                <a:lnTo>
                  <a:pt x="148948" y="22538"/>
                </a:lnTo>
                <a:cubicBezTo>
                  <a:pt x="148025" y="10943"/>
                  <a:pt x="149099" y="7938"/>
                  <a:pt x="163685" y="7080"/>
                </a:cubicBezTo>
                <a:cubicBezTo>
                  <a:pt x="164972" y="5794"/>
                  <a:pt x="164972" y="1290"/>
                  <a:pt x="163685" y="0"/>
                </a:cubicBezTo>
                <a:lnTo>
                  <a:pt x="135583" y="432"/>
                </a:lnTo>
                <a:lnTo>
                  <a:pt x="90102" y="109268"/>
                </a:lnTo>
                <a:cubicBezTo>
                  <a:pt x="89244" y="111415"/>
                  <a:pt x="88599" y="112276"/>
                  <a:pt x="88170" y="112276"/>
                </a:cubicBezTo>
                <a:cubicBezTo>
                  <a:pt x="87741" y="112276"/>
                  <a:pt x="87119" y="111114"/>
                  <a:pt x="86455" y="109484"/>
                </a:cubicBezTo>
                <a:lnTo>
                  <a:pt x="42476" y="432"/>
                </a:lnTo>
                <a:lnTo>
                  <a:pt x="11369" y="0"/>
                </a:lnTo>
                <a:cubicBezTo>
                  <a:pt x="10082" y="1290"/>
                  <a:pt x="10082" y="5794"/>
                  <a:pt x="11369" y="7080"/>
                </a:cubicBezTo>
                <a:cubicBezTo>
                  <a:pt x="26171" y="7938"/>
                  <a:pt x="27461" y="8367"/>
                  <a:pt x="25958" y="24469"/>
                </a:cubicBezTo>
                <a:lnTo>
                  <a:pt x="17356" y="112918"/>
                </a:lnTo>
                <a:cubicBezTo>
                  <a:pt x="16089" y="125779"/>
                  <a:pt x="13516" y="131167"/>
                  <a:pt x="1286" y="132241"/>
                </a:cubicBezTo>
                <a:cubicBezTo>
                  <a:pt x="0" y="133527"/>
                  <a:pt x="0" y="138031"/>
                  <a:pt x="1286" y="139318"/>
                </a:cubicBezTo>
                <a:cubicBezTo>
                  <a:pt x="7722" y="139105"/>
                  <a:pt x="14586" y="138889"/>
                  <a:pt x="19736" y="138889"/>
                </a:cubicBezTo>
                <a:cubicBezTo>
                  <a:pt x="24885" y="138889"/>
                  <a:pt x="33468" y="139105"/>
                  <a:pt x="39903" y="139318"/>
                </a:cubicBezTo>
                <a:cubicBezTo>
                  <a:pt x="41190" y="138031"/>
                  <a:pt x="41190" y="133527"/>
                  <a:pt x="39903" y="132241"/>
                </a:cubicBezTo>
                <a:cubicBezTo>
                  <a:pt x="25742" y="131167"/>
                  <a:pt x="24584" y="124574"/>
                  <a:pt x="25742" y="112489"/>
                </a:cubicBezTo>
                <a:lnTo>
                  <a:pt x="33897" y="26400"/>
                </a:lnTo>
                <a:lnTo>
                  <a:pt x="34325" y="26400"/>
                </a:lnTo>
                <a:lnTo>
                  <a:pt x="78733" y="137819"/>
                </a:lnTo>
                <a:cubicBezTo>
                  <a:pt x="79332" y="139301"/>
                  <a:pt x="80664" y="140994"/>
                  <a:pt x="81951" y="140994"/>
                </a:cubicBezTo>
                <a:cubicBezTo>
                  <a:pt x="83237" y="140994"/>
                  <a:pt x="84095" y="139495"/>
                  <a:pt x="84952" y="137776"/>
                </a:cubicBezTo>
                <a:lnTo>
                  <a:pt x="133223" y="24250"/>
                </a:lnTo>
                <a:lnTo>
                  <a:pt x="133652" y="24250"/>
                </a:lnTo>
                <a:lnTo>
                  <a:pt x="139164" y="113991"/>
                </a:lnTo>
                <a:close/>
                <a:moveTo>
                  <a:pt x="185651" y="94848"/>
                </a:moveTo>
                <a:cubicBezTo>
                  <a:pt x="185651" y="116744"/>
                  <a:pt x="200241" y="140994"/>
                  <a:pt x="230704" y="140994"/>
                </a:cubicBezTo>
                <a:cubicBezTo>
                  <a:pt x="244521" y="140994"/>
                  <a:pt x="254905" y="136126"/>
                  <a:pt x="262217" y="128980"/>
                </a:cubicBezTo>
                <a:cubicBezTo>
                  <a:pt x="271828" y="119579"/>
                  <a:pt x="276185" y="106076"/>
                  <a:pt x="276185" y="92917"/>
                </a:cubicBezTo>
                <a:cubicBezTo>
                  <a:pt x="276185" y="70592"/>
                  <a:pt x="263956" y="44624"/>
                  <a:pt x="231133" y="44624"/>
                </a:cubicBezTo>
                <a:cubicBezTo>
                  <a:pt x="217018" y="44624"/>
                  <a:pt x="205367" y="50418"/>
                  <a:pt x="197518" y="59645"/>
                </a:cubicBezTo>
                <a:cubicBezTo>
                  <a:pt x="189730" y="68791"/>
                  <a:pt x="185651" y="81283"/>
                  <a:pt x="185651" y="94848"/>
                </a:cubicBezTo>
                <a:moveTo>
                  <a:pt x="227915" y="52133"/>
                </a:moveTo>
                <a:cubicBezTo>
                  <a:pt x="246364" y="52133"/>
                  <a:pt x="257736" y="68877"/>
                  <a:pt x="257736" y="99788"/>
                </a:cubicBezTo>
                <a:cubicBezTo>
                  <a:pt x="257736" y="126833"/>
                  <a:pt x="243791" y="133488"/>
                  <a:pt x="233709" y="133488"/>
                </a:cubicBezTo>
                <a:cubicBezTo>
                  <a:pt x="211397" y="133488"/>
                  <a:pt x="204104" y="106439"/>
                  <a:pt x="204104" y="89912"/>
                </a:cubicBezTo>
                <a:cubicBezTo>
                  <a:pt x="204104" y="71237"/>
                  <a:pt x="208608" y="52133"/>
                  <a:pt x="227915" y="52133"/>
                </a:cubicBezTo>
                <a:close/>
                <a:moveTo>
                  <a:pt x="324324" y="62009"/>
                </a:moveTo>
                <a:cubicBezTo>
                  <a:pt x="323015" y="63511"/>
                  <a:pt x="321813" y="64029"/>
                  <a:pt x="321751" y="62009"/>
                </a:cubicBezTo>
                <a:cubicBezTo>
                  <a:pt x="321535" y="56212"/>
                  <a:pt x="321041" y="47907"/>
                  <a:pt x="320032" y="45697"/>
                </a:cubicBezTo>
                <a:cubicBezTo>
                  <a:pt x="319584" y="44712"/>
                  <a:pt x="319175" y="43982"/>
                  <a:pt x="317460" y="43982"/>
                </a:cubicBezTo>
                <a:cubicBezTo>
                  <a:pt x="311453" y="46342"/>
                  <a:pt x="305875" y="48274"/>
                  <a:pt x="291072" y="50202"/>
                </a:cubicBezTo>
                <a:cubicBezTo>
                  <a:pt x="290643" y="51491"/>
                  <a:pt x="291072" y="54922"/>
                  <a:pt x="291501" y="56212"/>
                </a:cubicBezTo>
                <a:cubicBezTo>
                  <a:pt x="303086" y="57285"/>
                  <a:pt x="305446" y="58359"/>
                  <a:pt x="305446" y="70814"/>
                </a:cubicBezTo>
                <a:lnTo>
                  <a:pt x="305446" y="112695"/>
                </a:lnTo>
                <a:cubicBezTo>
                  <a:pt x="305446" y="130306"/>
                  <a:pt x="303302" y="131167"/>
                  <a:pt x="290427" y="132241"/>
                </a:cubicBezTo>
                <a:cubicBezTo>
                  <a:pt x="289141" y="133527"/>
                  <a:pt x="289141" y="138031"/>
                  <a:pt x="290427" y="139318"/>
                </a:cubicBezTo>
                <a:cubicBezTo>
                  <a:pt x="296866" y="139105"/>
                  <a:pt x="305446" y="138889"/>
                  <a:pt x="314026" y="138889"/>
                </a:cubicBezTo>
                <a:cubicBezTo>
                  <a:pt x="322609" y="138889"/>
                  <a:pt x="329044" y="139105"/>
                  <a:pt x="335480" y="139318"/>
                </a:cubicBezTo>
                <a:cubicBezTo>
                  <a:pt x="336766" y="138031"/>
                  <a:pt x="336766" y="133527"/>
                  <a:pt x="335480" y="132241"/>
                </a:cubicBezTo>
                <a:cubicBezTo>
                  <a:pt x="324540" y="131167"/>
                  <a:pt x="322393" y="130306"/>
                  <a:pt x="322393" y="112695"/>
                </a:cubicBezTo>
                <a:lnTo>
                  <a:pt x="322393" y="77473"/>
                </a:lnTo>
                <a:cubicBezTo>
                  <a:pt x="322393" y="72962"/>
                  <a:pt x="324324" y="70386"/>
                  <a:pt x="326039" y="68454"/>
                </a:cubicBezTo>
                <a:cubicBezTo>
                  <a:pt x="334193" y="60506"/>
                  <a:pt x="343847" y="55780"/>
                  <a:pt x="352214" y="55780"/>
                </a:cubicBezTo>
                <a:cubicBezTo>
                  <a:pt x="356505" y="55780"/>
                  <a:pt x="361009" y="58572"/>
                  <a:pt x="363582" y="63511"/>
                </a:cubicBezTo>
                <a:cubicBezTo>
                  <a:pt x="365730" y="67809"/>
                  <a:pt x="366159" y="73607"/>
                  <a:pt x="366159" y="80049"/>
                </a:cubicBezTo>
                <a:lnTo>
                  <a:pt x="366159" y="112695"/>
                </a:lnTo>
                <a:cubicBezTo>
                  <a:pt x="366159" y="130306"/>
                  <a:pt x="364011" y="131167"/>
                  <a:pt x="352855" y="132241"/>
                </a:cubicBezTo>
                <a:cubicBezTo>
                  <a:pt x="351785" y="133527"/>
                  <a:pt x="351785" y="138031"/>
                  <a:pt x="352855" y="139318"/>
                </a:cubicBezTo>
                <a:cubicBezTo>
                  <a:pt x="359294" y="139105"/>
                  <a:pt x="366159" y="138889"/>
                  <a:pt x="374738" y="138889"/>
                </a:cubicBezTo>
                <a:cubicBezTo>
                  <a:pt x="383321" y="138889"/>
                  <a:pt x="391043" y="139105"/>
                  <a:pt x="397479" y="139318"/>
                </a:cubicBezTo>
                <a:cubicBezTo>
                  <a:pt x="398553" y="138031"/>
                  <a:pt x="398553" y="133527"/>
                  <a:pt x="397479" y="132241"/>
                </a:cubicBezTo>
                <a:cubicBezTo>
                  <a:pt x="385465" y="131167"/>
                  <a:pt x="383105" y="130306"/>
                  <a:pt x="383105" y="112695"/>
                </a:cubicBezTo>
                <a:lnTo>
                  <a:pt x="383105" y="80694"/>
                </a:lnTo>
                <a:cubicBezTo>
                  <a:pt x="383105" y="68883"/>
                  <a:pt x="382248" y="58572"/>
                  <a:pt x="377315" y="51920"/>
                </a:cubicBezTo>
                <a:cubicBezTo>
                  <a:pt x="373665" y="47200"/>
                  <a:pt x="367016" y="44624"/>
                  <a:pt x="359507" y="44624"/>
                </a:cubicBezTo>
                <a:cubicBezTo>
                  <a:pt x="348996" y="44624"/>
                  <a:pt x="337045" y="47413"/>
                  <a:pt x="324324" y="62009"/>
                </a:cubicBezTo>
                <a:close/>
                <a:moveTo>
                  <a:pt x="421163" y="10298"/>
                </a:moveTo>
                <a:cubicBezTo>
                  <a:pt x="421163" y="15876"/>
                  <a:pt x="426312" y="21454"/>
                  <a:pt x="431458" y="21454"/>
                </a:cubicBezTo>
                <a:cubicBezTo>
                  <a:pt x="437465" y="21454"/>
                  <a:pt x="442614" y="15683"/>
                  <a:pt x="442614" y="11156"/>
                </a:cubicBezTo>
                <a:cubicBezTo>
                  <a:pt x="442614" y="6010"/>
                  <a:pt x="438110" y="0"/>
                  <a:pt x="432319" y="0"/>
                </a:cubicBezTo>
                <a:cubicBezTo>
                  <a:pt x="427170" y="0"/>
                  <a:pt x="421163" y="5149"/>
                  <a:pt x="421163" y="10298"/>
                </a:cubicBezTo>
                <a:moveTo>
                  <a:pt x="440686" y="112715"/>
                </a:moveTo>
                <a:lnTo>
                  <a:pt x="440686" y="69957"/>
                </a:lnTo>
                <a:cubicBezTo>
                  <a:pt x="440686" y="59292"/>
                  <a:pt x="441544" y="45514"/>
                  <a:pt x="441544" y="45514"/>
                </a:cubicBezTo>
                <a:cubicBezTo>
                  <a:pt x="441544" y="44647"/>
                  <a:pt x="440470" y="43995"/>
                  <a:pt x="438755" y="43995"/>
                </a:cubicBezTo>
                <a:cubicBezTo>
                  <a:pt x="432640" y="46381"/>
                  <a:pt x="424165" y="48332"/>
                  <a:pt x="409363" y="50280"/>
                </a:cubicBezTo>
                <a:cubicBezTo>
                  <a:pt x="408934" y="51570"/>
                  <a:pt x="409363" y="55000"/>
                  <a:pt x="409791" y="56290"/>
                </a:cubicBezTo>
                <a:cubicBezTo>
                  <a:pt x="421484" y="57384"/>
                  <a:pt x="423736" y="58650"/>
                  <a:pt x="423736" y="70880"/>
                </a:cubicBezTo>
                <a:lnTo>
                  <a:pt x="423736" y="112715"/>
                </a:lnTo>
                <a:cubicBezTo>
                  <a:pt x="423736" y="130522"/>
                  <a:pt x="421376" y="131167"/>
                  <a:pt x="408292" y="132241"/>
                </a:cubicBezTo>
                <a:cubicBezTo>
                  <a:pt x="407002" y="133527"/>
                  <a:pt x="407002" y="138031"/>
                  <a:pt x="408292" y="139318"/>
                </a:cubicBezTo>
                <a:cubicBezTo>
                  <a:pt x="415369" y="139105"/>
                  <a:pt x="423736" y="138889"/>
                  <a:pt x="432319" y="138889"/>
                </a:cubicBezTo>
                <a:cubicBezTo>
                  <a:pt x="440899" y="138889"/>
                  <a:pt x="449050" y="139105"/>
                  <a:pt x="456130" y="139318"/>
                </a:cubicBezTo>
                <a:cubicBezTo>
                  <a:pt x="457417" y="138031"/>
                  <a:pt x="457417" y="133527"/>
                  <a:pt x="456130" y="132241"/>
                </a:cubicBezTo>
                <a:cubicBezTo>
                  <a:pt x="443043" y="131383"/>
                  <a:pt x="440686" y="130522"/>
                  <a:pt x="440686" y="112715"/>
                </a:cubicBezTo>
                <a:close/>
                <a:moveTo>
                  <a:pt x="471021" y="46928"/>
                </a:moveTo>
                <a:cubicBezTo>
                  <a:pt x="468016" y="46928"/>
                  <a:pt x="467158" y="49504"/>
                  <a:pt x="467158" y="51220"/>
                </a:cubicBezTo>
                <a:lnTo>
                  <a:pt x="467158" y="54009"/>
                </a:lnTo>
                <a:cubicBezTo>
                  <a:pt x="467158" y="55082"/>
                  <a:pt x="467371" y="55295"/>
                  <a:pt x="468232" y="55295"/>
                </a:cubicBezTo>
                <a:lnTo>
                  <a:pt x="480887" y="55295"/>
                </a:lnTo>
                <a:lnTo>
                  <a:pt x="480887" y="119772"/>
                </a:lnTo>
                <a:cubicBezTo>
                  <a:pt x="480887" y="134987"/>
                  <a:pt x="487538" y="140994"/>
                  <a:pt x="497405" y="140994"/>
                </a:cubicBezTo>
                <a:cubicBezTo>
                  <a:pt x="507274" y="140994"/>
                  <a:pt x="518001" y="136277"/>
                  <a:pt x="526368" y="126839"/>
                </a:cubicBezTo>
                <a:cubicBezTo>
                  <a:pt x="525939" y="124633"/>
                  <a:pt x="524653" y="123412"/>
                  <a:pt x="522505" y="123199"/>
                </a:cubicBezTo>
                <a:cubicBezTo>
                  <a:pt x="516927" y="127484"/>
                  <a:pt x="510492" y="129196"/>
                  <a:pt x="504914" y="129196"/>
                </a:cubicBezTo>
                <a:cubicBezTo>
                  <a:pt x="499123" y="129196"/>
                  <a:pt x="497837" y="122771"/>
                  <a:pt x="497837" y="109490"/>
                </a:cubicBezTo>
                <a:lnTo>
                  <a:pt x="497837" y="55295"/>
                </a:lnTo>
                <a:lnTo>
                  <a:pt x="520145" y="55295"/>
                </a:lnTo>
                <a:cubicBezTo>
                  <a:pt x="522293" y="55295"/>
                  <a:pt x="525294" y="54437"/>
                  <a:pt x="525294" y="52506"/>
                </a:cubicBezTo>
                <a:lnTo>
                  <a:pt x="525294" y="48218"/>
                </a:lnTo>
                <a:cubicBezTo>
                  <a:pt x="525294" y="47360"/>
                  <a:pt x="524653" y="46928"/>
                  <a:pt x="523579" y="46928"/>
                </a:cubicBezTo>
                <a:lnTo>
                  <a:pt x="497837" y="46928"/>
                </a:lnTo>
                <a:lnTo>
                  <a:pt x="497837" y="38564"/>
                </a:lnTo>
                <a:cubicBezTo>
                  <a:pt x="497837" y="24620"/>
                  <a:pt x="498694" y="16037"/>
                  <a:pt x="498694" y="16037"/>
                </a:cubicBezTo>
                <a:cubicBezTo>
                  <a:pt x="498694" y="14665"/>
                  <a:pt x="498049" y="14151"/>
                  <a:pt x="497041" y="14151"/>
                </a:cubicBezTo>
                <a:cubicBezTo>
                  <a:pt x="496075" y="14151"/>
                  <a:pt x="494252" y="14986"/>
                  <a:pt x="492259" y="16079"/>
                </a:cubicBezTo>
                <a:cubicBezTo>
                  <a:pt x="489833" y="17431"/>
                  <a:pt x="487646" y="18354"/>
                  <a:pt x="484962" y="19104"/>
                </a:cubicBezTo>
                <a:cubicBezTo>
                  <a:pt x="482389" y="19834"/>
                  <a:pt x="480245" y="20564"/>
                  <a:pt x="480245" y="22043"/>
                </a:cubicBezTo>
                <a:cubicBezTo>
                  <a:pt x="480245" y="24534"/>
                  <a:pt x="480887" y="23117"/>
                  <a:pt x="480887" y="46908"/>
                </a:cubicBezTo>
                <a:lnTo>
                  <a:pt x="471021" y="46928"/>
                </a:lnTo>
                <a:close/>
                <a:moveTo>
                  <a:pt x="539538" y="94848"/>
                </a:moveTo>
                <a:cubicBezTo>
                  <a:pt x="539538" y="116744"/>
                  <a:pt x="554128" y="140994"/>
                  <a:pt x="584590" y="140994"/>
                </a:cubicBezTo>
                <a:cubicBezTo>
                  <a:pt x="598408" y="140994"/>
                  <a:pt x="608791" y="136126"/>
                  <a:pt x="616104" y="128980"/>
                </a:cubicBezTo>
                <a:cubicBezTo>
                  <a:pt x="625715" y="119579"/>
                  <a:pt x="630072" y="106076"/>
                  <a:pt x="630072" y="92917"/>
                </a:cubicBezTo>
                <a:cubicBezTo>
                  <a:pt x="630072" y="70592"/>
                  <a:pt x="617842" y="44624"/>
                  <a:pt x="585019" y="44624"/>
                </a:cubicBezTo>
                <a:cubicBezTo>
                  <a:pt x="570904" y="44624"/>
                  <a:pt x="559254" y="50418"/>
                  <a:pt x="551404" y="59645"/>
                </a:cubicBezTo>
                <a:cubicBezTo>
                  <a:pt x="543617" y="68791"/>
                  <a:pt x="539538" y="81283"/>
                  <a:pt x="539538" y="94848"/>
                </a:cubicBezTo>
                <a:moveTo>
                  <a:pt x="581801" y="52133"/>
                </a:moveTo>
                <a:cubicBezTo>
                  <a:pt x="600251" y="52133"/>
                  <a:pt x="611623" y="68877"/>
                  <a:pt x="611623" y="99788"/>
                </a:cubicBezTo>
                <a:cubicBezTo>
                  <a:pt x="611623" y="126833"/>
                  <a:pt x="597678" y="133488"/>
                  <a:pt x="587595" y="133488"/>
                </a:cubicBezTo>
                <a:cubicBezTo>
                  <a:pt x="565284" y="133488"/>
                  <a:pt x="557990" y="106439"/>
                  <a:pt x="557990" y="89912"/>
                </a:cubicBezTo>
                <a:cubicBezTo>
                  <a:pt x="557990" y="71237"/>
                  <a:pt x="562495" y="52133"/>
                  <a:pt x="581801" y="52133"/>
                </a:cubicBezTo>
                <a:close/>
                <a:moveTo>
                  <a:pt x="676495" y="62006"/>
                </a:moveTo>
                <a:cubicBezTo>
                  <a:pt x="676128" y="53419"/>
                  <a:pt x="675788" y="47907"/>
                  <a:pt x="674780" y="45697"/>
                </a:cubicBezTo>
                <a:cubicBezTo>
                  <a:pt x="674328" y="44712"/>
                  <a:pt x="673919" y="43982"/>
                  <a:pt x="672203" y="43982"/>
                </a:cubicBezTo>
                <a:cubicBezTo>
                  <a:pt x="666197" y="46342"/>
                  <a:pt x="660619" y="48274"/>
                  <a:pt x="645816" y="50202"/>
                </a:cubicBezTo>
                <a:cubicBezTo>
                  <a:pt x="645387" y="51491"/>
                  <a:pt x="645816" y="54922"/>
                  <a:pt x="646245" y="56208"/>
                </a:cubicBezTo>
                <a:cubicBezTo>
                  <a:pt x="657830" y="57282"/>
                  <a:pt x="660190" y="58356"/>
                  <a:pt x="660190" y="70811"/>
                </a:cubicBezTo>
                <a:lnTo>
                  <a:pt x="660190" y="112695"/>
                </a:lnTo>
                <a:cubicBezTo>
                  <a:pt x="660190" y="130522"/>
                  <a:pt x="657617" y="131380"/>
                  <a:pt x="644314" y="132241"/>
                </a:cubicBezTo>
                <a:cubicBezTo>
                  <a:pt x="643027" y="133527"/>
                  <a:pt x="643027" y="138031"/>
                  <a:pt x="644314" y="139318"/>
                </a:cubicBezTo>
                <a:cubicBezTo>
                  <a:pt x="651823" y="139105"/>
                  <a:pt x="660190" y="138889"/>
                  <a:pt x="668773" y="138889"/>
                </a:cubicBezTo>
                <a:cubicBezTo>
                  <a:pt x="677353" y="138889"/>
                  <a:pt x="687222" y="139105"/>
                  <a:pt x="694728" y="139318"/>
                </a:cubicBezTo>
                <a:cubicBezTo>
                  <a:pt x="696018" y="138031"/>
                  <a:pt x="696018" y="133527"/>
                  <a:pt x="694728" y="132241"/>
                </a:cubicBezTo>
                <a:cubicBezTo>
                  <a:pt x="679713" y="131167"/>
                  <a:pt x="677137" y="130522"/>
                  <a:pt x="677137" y="112695"/>
                </a:cubicBezTo>
                <a:lnTo>
                  <a:pt x="677137" y="82841"/>
                </a:lnTo>
                <a:cubicBezTo>
                  <a:pt x="677137" y="77257"/>
                  <a:pt x="679713" y="72317"/>
                  <a:pt x="682286" y="68451"/>
                </a:cubicBezTo>
                <a:cubicBezTo>
                  <a:pt x="684646" y="65014"/>
                  <a:pt x="689582" y="57927"/>
                  <a:pt x="692155" y="57927"/>
                </a:cubicBezTo>
                <a:cubicBezTo>
                  <a:pt x="694086" y="57927"/>
                  <a:pt x="696018" y="58441"/>
                  <a:pt x="697691" y="60654"/>
                </a:cubicBezTo>
                <a:cubicBezTo>
                  <a:pt x="699321" y="62801"/>
                  <a:pt x="701723" y="65659"/>
                  <a:pt x="705455" y="65659"/>
                </a:cubicBezTo>
                <a:cubicBezTo>
                  <a:pt x="710604" y="65659"/>
                  <a:pt x="715537" y="60287"/>
                  <a:pt x="715537" y="54922"/>
                </a:cubicBezTo>
                <a:cubicBezTo>
                  <a:pt x="715537" y="50824"/>
                  <a:pt x="711678" y="44624"/>
                  <a:pt x="702666" y="44624"/>
                </a:cubicBezTo>
                <a:cubicBezTo>
                  <a:pt x="692584" y="44624"/>
                  <a:pt x="683788" y="54064"/>
                  <a:pt x="678855" y="62434"/>
                </a:cubicBezTo>
                <a:cubicBezTo>
                  <a:pt x="677569" y="64798"/>
                  <a:pt x="676538" y="63079"/>
                  <a:pt x="676495" y="620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Hardware">
            <a:extLst xmlns:a="http://schemas.openxmlformats.org/drawingml/2006/main">
              <a:ext uri="{FF2B5EF4-FFF2-40B4-BE49-F238E27FC236}">
                <a16:creationId xmlns:a16="http://schemas.microsoft.com/office/drawing/2014/main" id="{11FB5EAC-DCC3-4E09-ADE1-1282F2CE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448" y="636570"/>
            <a:ext cx="872748" cy="152533"/>
          </a:xfrm>
          <a:custGeom xmlns:a="http://schemas.openxmlformats.org/drawingml/2006/main">
            <a:pathLst>
              <a:path w="872748" h="152533">
                <a:moveTo>
                  <a:pt x="129792" y="123596"/>
                </a:moveTo>
                <a:lnTo>
                  <a:pt x="129792" y="37510"/>
                </a:lnTo>
                <a:cubicBezTo>
                  <a:pt x="129792" y="19693"/>
                  <a:pt x="133439" y="18619"/>
                  <a:pt x="148454" y="17974"/>
                </a:cubicBezTo>
                <a:cubicBezTo>
                  <a:pt x="149744" y="16688"/>
                  <a:pt x="149744" y="12184"/>
                  <a:pt x="148454" y="10894"/>
                </a:cubicBezTo>
                <a:cubicBezTo>
                  <a:pt x="139658" y="11110"/>
                  <a:pt x="128718" y="11326"/>
                  <a:pt x="120568" y="11326"/>
                </a:cubicBezTo>
                <a:cubicBezTo>
                  <a:pt x="112564" y="11326"/>
                  <a:pt x="102331" y="11110"/>
                  <a:pt x="92894" y="10894"/>
                </a:cubicBezTo>
                <a:cubicBezTo>
                  <a:pt x="91604" y="12184"/>
                  <a:pt x="91604" y="16688"/>
                  <a:pt x="92894" y="17974"/>
                </a:cubicBezTo>
                <a:cubicBezTo>
                  <a:pt x="107909" y="18619"/>
                  <a:pt x="111556" y="19693"/>
                  <a:pt x="111556" y="37510"/>
                </a:cubicBezTo>
                <a:lnTo>
                  <a:pt x="111556" y="71859"/>
                </a:lnTo>
                <a:lnTo>
                  <a:pt x="38188" y="71859"/>
                </a:lnTo>
                <a:lnTo>
                  <a:pt x="38188" y="37510"/>
                </a:lnTo>
                <a:cubicBezTo>
                  <a:pt x="38188" y="19693"/>
                  <a:pt x="41835" y="18619"/>
                  <a:pt x="56853" y="17974"/>
                </a:cubicBezTo>
                <a:cubicBezTo>
                  <a:pt x="58140" y="16688"/>
                  <a:pt x="58140" y="12184"/>
                  <a:pt x="56853" y="10894"/>
                </a:cubicBezTo>
                <a:cubicBezTo>
                  <a:pt x="48699" y="11110"/>
                  <a:pt x="39903" y="11326"/>
                  <a:pt x="28963" y="11326"/>
                </a:cubicBezTo>
                <a:cubicBezTo>
                  <a:pt x="18236" y="11326"/>
                  <a:pt x="9441" y="11110"/>
                  <a:pt x="1290" y="10894"/>
                </a:cubicBezTo>
                <a:cubicBezTo>
                  <a:pt x="0" y="12184"/>
                  <a:pt x="0" y="16688"/>
                  <a:pt x="1290" y="17974"/>
                </a:cubicBezTo>
                <a:cubicBezTo>
                  <a:pt x="16305" y="18619"/>
                  <a:pt x="19952" y="19693"/>
                  <a:pt x="19952" y="37510"/>
                </a:cubicBezTo>
                <a:lnTo>
                  <a:pt x="19952" y="123596"/>
                </a:lnTo>
                <a:cubicBezTo>
                  <a:pt x="19952" y="141416"/>
                  <a:pt x="16305" y="142490"/>
                  <a:pt x="1290" y="143135"/>
                </a:cubicBezTo>
                <a:cubicBezTo>
                  <a:pt x="0" y="144421"/>
                  <a:pt x="0" y="148925"/>
                  <a:pt x="1290" y="150212"/>
                </a:cubicBezTo>
                <a:cubicBezTo>
                  <a:pt x="10727" y="149999"/>
                  <a:pt x="21091" y="149783"/>
                  <a:pt x="29176" y="149783"/>
                </a:cubicBezTo>
                <a:cubicBezTo>
                  <a:pt x="36964" y="149783"/>
                  <a:pt x="47413" y="149999"/>
                  <a:pt x="56853" y="150212"/>
                </a:cubicBezTo>
                <a:cubicBezTo>
                  <a:pt x="58140" y="148925"/>
                  <a:pt x="58140" y="144421"/>
                  <a:pt x="56853" y="143135"/>
                </a:cubicBezTo>
                <a:cubicBezTo>
                  <a:pt x="41835" y="142490"/>
                  <a:pt x="38188" y="141416"/>
                  <a:pt x="38188" y="123596"/>
                </a:cubicBezTo>
                <a:lnTo>
                  <a:pt x="38188" y="80870"/>
                </a:lnTo>
                <a:lnTo>
                  <a:pt x="111556" y="80870"/>
                </a:lnTo>
                <a:lnTo>
                  <a:pt x="111556" y="123596"/>
                </a:lnTo>
                <a:cubicBezTo>
                  <a:pt x="111556" y="141416"/>
                  <a:pt x="107909" y="142490"/>
                  <a:pt x="92894" y="143135"/>
                </a:cubicBezTo>
                <a:cubicBezTo>
                  <a:pt x="91604" y="144421"/>
                  <a:pt x="91604" y="148925"/>
                  <a:pt x="92894" y="150212"/>
                </a:cubicBezTo>
                <a:cubicBezTo>
                  <a:pt x="102547" y="149999"/>
                  <a:pt x="112823" y="149783"/>
                  <a:pt x="120780" y="149783"/>
                </a:cubicBezTo>
                <a:cubicBezTo>
                  <a:pt x="128784" y="149783"/>
                  <a:pt x="139017" y="149999"/>
                  <a:pt x="148454" y="150212"/>
                </a:cubicBezTo>
                <a:cubicBezTo>
                  <a:pt x="149744" y="148925"/>
                  <a:pt x="149744" y="144421"/>
                  <a:pt x="148454" y="143135"/>
                </a:cubicBezTo>
                <a:cubicBezTo>
                  <a:pt x="133439" y="142490"/>
                  <a:pt x="129792" y="141416"/>
                  <a:pt x="129792" y="123596"/>
                </a:cubicBezTo>
                <a:close/>
                <a:moveTo>
                  <a:pt x="218951" y="99735"/>
                </a:moveTo>
                <a:lnTo>
                  <a:pt x="218951" y="128067"/>
                </a:lnTo>
                <a:cubicBezTo>
                  <a:pt x="218951" y="130859"/>
                  <a:pt x="217661" y="132362"/>
                  <a:pt x="215946" y="133648"/>
                </a:cubicBezTo>
                <a:cubicBezTo>
                  <a:pt x="210368" y="138156"/>
                  <a:pt x="203074" y="143095"/>
                  <a:pt x="197068" y="143095"/>
                </a:cubicBezTo>
                <a:cubicBezTo>
                  <a:pt x="186341" y="143095"/>
                  <a:pt x="181620" y="134509"/>
                  <a:pt x="181620" y="127854"/>
                </a:cubicBezTo>
                <a:cubicBezTo>
                  <a:pt x="181620" y="118194"/>
                  <a:pt x="186128" y="108318"/>
                  <a:pt x="202001" y="104243"/>
                </a:cubicBezTo>
                <a:lnTo>
                  <a:pt x="218951" y="99735"/>
                </a:lnTo>
                <a:moveTo>
                  <a:pt x="218951" y="139446"/>
                </a:moveTo>
                <a:cubicBezTo>
                  <a:pt x="220237" y="146097"/>
                  <a:pt x="222509" y="151888"/>
                  <a:pt x="233324" y="151888"/>
                </a:cubicBezTo>
                <a:cubicBezTo>
                  <a:pt x="241541" y="151888"/>
                  <a:pt x="249263" y="148241"/>
                  <a:pt x="253702" y="143953"/>
                </a:cubicBezTo>
                <a:cubicBezTo>
                  <a:pt x="253338" y="141315"/>
                  <a:pt x="252481" y="139511"/>
                  <a:pt x="250055" y="138159"/>
                </a:cubicBezTo>
                <a:cubicBezTo>
                  <a:pt x="248448" y="139488"/>
                  <a:pt x="244844" y="141593"/>
                  <a:pt x="242117" y="141593"/>
                </a:cubicBezTo>
                <a:cubicBezTo>
                  <a:pt x="235897" y="141593"/>
                  <a:pt x="235681" y="133219"/>
                  <a:pt x="235681" y="123347"/>
                </a:cubicBezTo>
                <a:lnTo>
                  <a:pt x="235681" y="91791"/>
                </a:lnTo>
                <a:cubicBezTo>
                  <a:pt x="235681" y="61312"/>
                  <a:pt x="218951" y="55518"/>
                  <a:pt x="203287" y="55518"/>
                </a:cubicBezTo>
                <a:cubicBezTo>
                  <a:pt x="185696" y="55518"/>
                  <a:pt x="167891" y="67106"/>
                  <a:pt x="167891" y="79342"/>
                </a:cubicBezTo>
                <a:cubicBezTo>
                  <a:pt x="167891" y="84494"/>
                  <a:pt x="170464" y="87070"/>
                  <a:pt x="175401" y="87070"/>
                </a:cubicBezTo>
                <a:cubicBezTo>
                  <a:pt x="181620" y="87070"/>
                  <a:pt x="185483" y="82563"/>
                  <a:pt x="185483" y="79771"/>
                </a:cubicBezTo>
                <a:cubicBezTo>
                  <a:pt x="185483" y="78268"/>
                  <a:pt x="185267" y="76766"/>
                  <a:pt x="184838" y="75908"/>
                </a:cubicBezTo>
                <a:cubicBezTo>
                  <a:pt x="184625" y="75263"/>
                  <a:pt x="184409" y="73977"/>
                  <a:pt x="184409" y="71613"/>
                </a:cubicBezTo>
                <a:cubicBezTo>
                  <a:pt x="184409" y="64958"/>
                  <a:pt x="193421" y="62598"/>
                  <a:pt x="201572" y="62598"/>
                </a:cubicBezTo>
                <a:cubicBezTo>
                  <a:pt x="208865" y="62598"/>
                  <a:pt x="218951" y="66248"/>
                  <a:pt x="218951" y="90504"/>
                </a:cubicBezTo>
                <a:cubicBezTo>
                  <a:pt x="218951" y="92007"/>
                  <a:pt x="218306" y="92864"/>
                  <a:pt x="217661" y="93080"/>
                </a:cubicBezTo>
                <a:lnTo>
                  <a:pt x="199212" y="97588"/>
                </a:lnTo>
                <a:cubicBezTo>
                  <a:pt x="178618" y="102740"/>
                  <a:pt x="163816" y="114116"/>
                  <a:pt x="163816" y="128712"/>
                </a:cubicBezTo>
                <a:cubicBezTo>
                  <a:pt x="163816" y="146313"/>
                  <a:pt x="175830" y="151888"/>
                  <a:pt x="190845" y="151888"/>
                </a:cubicBezTo>
                <a:cubicBezTo>
                  <a:pt x="198312" y="151888"/>
                  <a:pt x="204790" y="150173"/>
                  <a:pt x="214230" y="142879"/>
                </a:cubicBezTo>
                <a:lnTo>
                  <a:pt x="218522" y="139446"/>
                </a:lnTo>
                <a:lnTo>
                  <a:pt x="218951" y="139446"/>
                </a:lnTo>
                <a:close/>
                <a:moveTo>
                  <a:pt x="292662" y="72900"/>
                </a:moveTo>
                <a:cubicBezTo>
                  <a:pt x="292295" y="64313"/>
                  <a:pt x="291955" y="58801"/>
                  <a:pt x="290947" y="56591"/>
                </a:cubicBezTo>
                <a:cubicBezTo>
                  <a:pt x="290495" y="55606"/>
                  <a:pt x="290086" y="54876"/>
                  <a:pt x="288370" y="54876"/>
                </a:cubicBezTo>
                <a:cubicBezTo>
                  <a:pt x="282364" y="57236"/>
                  <a:pt x="276786" y="59168"/>
                  <a:pt x="261983" y="61096"/>
                </a:cubicBezTo>
                <a:cubicBezTo>
                  <a:pt x="261554" y="62385"/>
                  <a:pt x="261983" y="65816"/>
                  <a:pt x="262412" y="67102"/>
                </a:cubicBezTo>
                <a:cubicBezTo>
                  <a:pt x="273997" y="68176"/>
                  <a:pt x="276357" y="69250"/>
                  <a:pt x="276357" y="81705"/>
                </a:cubicBezTo>
                <a:lnTo>
                  <a:pt x="276357" y="123589"/>
                </a:lnTo>
                <a:cubicBezTo>
                  <a:pt x="276357" y="141416"/>
                  <a:pt x="273784" y="142274"/>
                  <a:pt x="260481" y="143135"/>
                </a:cubicBezTo>
                <a:cubicBezTo>
                  <a:pt x="259194" y="144421"/>
                  <a:pt x="259194" y="148925"/>
                  <a:pt x="260481" y="150212"/>
                </a:cubicBezTo>
                <a:cubicBezTo>
                  <a:pt x="267990" y="149999"/>
                  <a:pt x="276357" y="149783"/>
                  <a:pt x="284940" y="149783"/>
                </a:cubicBezTo>
                <a:cubicBezTo>
                  <a:pt x="293520" y="149783"/>
                  <a:pt x="303389" y="149999"/>
                  <a:pt x="310895" y="150212"/>
                </a:cubicBezTo>
                <a:cubicBezTo>
                  <a:pt x="312185" y="148925"/>
                  <a:pt x="312185" y="144421"/>
                  <a:pt x="310895" y="143135"/>
                </a:cubicBezTo>
                <a:cubicBezTo>
                  <a:pt x="295880" y="142061"/>
                  <a:pt x="293303" y="141416"/>
                  <a:pt x="293303" y="123589"/>
                </a:cubicBezTo>
                <a:lnTo>
                  <a:pt x="293303" y="93735"/>
                </a:lnTo>
                <a:cubicBezTo>
                  <a:pt x="293303" y="88151"/>
                  <a:pt x="295880" y="83211"/>
                  <a:pt x="298453" y="79345"/>
                </a:cubicBezTo>
                <a:cubicBezTo>
                  <a:pt x="300813" y="75908"/>
                  <a:pt x="305749" y="68821"/>
                  <a:pt x="308322" y="68821"/>
                </a:cubicBezTo>
                <a:cubicBezTo>
                  <a:pt x="310253" y="68821"/>
                  <a:pt x="312185" y="69335"/>
                  <a:pt x="313857" y="71548"/>
                </a:cubicBezTo>
                <a:cubicBezTo>
                  <a:pt x="315488" y="73695"/>
                  <a:pt x="317890" y="76553"/>
                  <a:pt x="321622" y="76553"/>
                </a:cubicBezTo>
                <a:cubicBezTo>
                  <a:pt x="326771" y="76553"/>
                  <a:pt x="331704" y="71181"/>
                  <a:pt x="331704" y="65816"/>
                </a:cubicBezTo>
                <a:cubicBezTo>
                  <a:pt x="331704" y="61718"/>
                  <a:pt x="327845" y="55518"/>
                  <a:pt x="318833" y="55518"/>
                </a:cubicBezTo>
                <a:cubicBezTo>
                  <a:pt x="308751" y="55518"/>
                  <a:pt x="299955" y="64958"/>
                  <a:pt x="295022" y="73328"/>
                </a:cubicBezTo>
                <a:cubicBezTo>
                  <a:pt x="293736" y="75692"/>
                  <a:pt x="292704" y="73973"/>
                  <a:pt x="292662" y="72900"/>
                </a:cubicBezTo>
                <a:close/>
                <a:moveTo>
                  <a:pt x="409921" y="123131"/>
                </a:moveTo>
                <a:cubicBezTo>
                  <a:pt x="409921" y="127209"/>
                  <a:pt x="409515" y="128885"/>
                  <a:pt x="406491" y="131504"/>
                </a:cubicBezTo>
                <a:cubicBezTo>
                  <a:pt x="398552" y="138372"/>
                  <a:pt x="391688" y="141806"/>
                  <a:pt x="386323" y="141806"/>
                </a:cubicBezTo>
                <a:cubicBezTo>
                  <a:pt x="374741" y="141806"/>
                  <a:pt x="362728" y="129141"/>
                  <a:pt x="362728" y="102308"/>
                </a:cubicBezTo>
                <a:cubicBezTo>
                  <a:pt x="362728" y="86854"/>
                  <a:pt x="365730" y="78268"/>
                  <a:pt x="368947" y="73761"/>
                </a:cubicBezTo>
                <a:cubicBezTo>
                  <a:pt x="375599" y="63672"/>
                  <a:pt x="384608" y="63027"/>
                  <a:pt x="388899" y="63027"/>
                </a:cubicBezTo>
                <a:cubicBezTo>
                  <a:pt x="396621" y="63027"/>
                  <a:pt x="401986" y="65819"/>
                  <a:pt x="406275" y="70756"/>
                </a:cubicBezTo>
                <a:cubicBezTo>
                  <a:pt x="409280" y="74189"/>
                  <a:pt x="409921" y="75692"/>
                  <a:pt x="409921" y="82347"/>
                </a:cubicBezTo>
                <a:lnTo>
                  <a:pt x="409921" y="123131"/>
                </a:lnTo>
                <a:moveTo>
                  <a:pt x="407564" y="138951"/>
                </a:moveTo>
                <a:cubicBezTo>
                  <a:pt x="408592" y="138113"/>
                  <a:pt x="410631" y="137727"/>
                  <a:pt x="410782" y="139229"/>
                </a:cubicBezTo>
                <a:cubicBezTo>
                  <a:pt x="411316" y="144490"/>
                  <a:pt x="413142" y="151888"/>
                  <a:pt x="413142" y="151888"/>
                </a:cubicBezTo>
                <a:cubicBezTo>
                  <a:pt x="414858" y="152533"/>
                  <a:pt x="415928" y="152425"/>
                  <a:pt x="417218" y="151888"/>
                </a:cubicBezTo>
                <a:cubicBezTo>
                  <a:pt x="421935" y="148019"/>
                  <a:pt x="429444" y="144801"/>
                  <a:pt x="442531" y="143298"/>
                </a:cubicBezTo>
                <a:cubicBezTo>
                  <a:pt x="443818" y="142012"/>
                  <a:pt x="443818" y="138794"/>
                  <a:pt x="442531" y="137508"/>
                </a:cubicBezTo>
                <a:cubicBezTo>
                  <a:pt x="428802" y="136434"/>
                  <a:pt x="426871" y="132355"/>
                  <a:pt x="426871" y="121838"/>
                </a:cubicBezTo>
                <a:lnTo>
                  <a:pt x="426871" y="24603"/>
                </a:lnTo>
                <a:cubicBezTo>
                  <a:pt x="426871" y="10652"/>
                  <a:pt x="427729" y="2118"/>
                  <a:pt x="427729" y="2118"/>
                </a:cubicBezTo>
                <a:cubicBezTo>
                  <a:pt x="427729" y="638"/>
                  <a:pt x="426871" y="0"/>
                  <a:pt x="424940" y="0"/>
                </a:cubicBezTo>
                <a:cubicBezTo>
                  <a:pt x="419578" y="2118"/>
                  <a:pt x="403486" y="5080"/>
                  <a:pt x="394906" y="5715"/>
                </a:cubicBezTo>
                <a:cubicBezTo>
                  <a:pt x="394477" y="7434"/>
                  <a:pt x="394906" y="10865"/>
                  <a:pt x="396192" y="12151"/>
                </a:cubicBezTo>
                <a:cubicBezTo>
                  <a:pt x="407348" y="12796"/>
                  <a:pt x="409921" y="11722"/>
                  <a:pt x="409921" y="29756"/>
                </a:cubicBezTo>
                <a:lnTo>
                  <a:pt x="409921" y="57236"/>
                </a:lnTo>
                <a:cubicBezTo>
                  <a:pt x="409921" y="58739"/>
                  <a:pt x="409492" y="59168"/>
                  <a:pt x="407993" y="59168"/>
                </a:cubicBezTo>
                <a:cubicBezTo>
                  <a:pt x="407132" y="59168"/>
                  <a:pt x="398340" y="55518"/>
                  <a:pt x="391259" y="55518"/>
                </a:cubicBezTo>
                <a:cubicBezTo>
                  <a:pt x="377098" y="55518"/>
                  <a:pt x="367661" y="60238"/>
                  <a:pt x="359078" y="68392"/>
                </a:cubicBezTo>
                <a:cubicBezTo>
                  <a:pt x="349853" y="77623"/>
                  <a:pt x="344275" y="90288"/>
                  <a:pt x="344275" y="106171"/>
                </a:cubicBezTo>
                <a:cubicBezTo>
                  <a:pt x="344275" y="132578"/>
                  <a:pt x="357579" y="151888"/>
                  <a:pt x="380748" y="151888"/>
                </a:cubicBezTo>
                <a:cubicBezTo>
                  <a:pt x="389112" y="151888"/>
                  <a:pt x="397050" y="147600"/>
                  <a:pt x="407564" y="138951"/>
                </a:cubicBezTo>
                <a:close/>
                <a:moveTo>
                  <a:pt x="487280" y="64484"/>
                </a:moveTo>
                <a:cubicBezTo>
                  <a:pt x="488570" y="63197"/>
                  <a:pt x="488570" y="58693"/>
                  <a:pt x="487280" y="57403"/>
                </a:cubicBezTo>
                <a:cubicBezTo>
                  <a:pt x="480845" y="57619"/>
                  <a:pt x="473336" y="57835"/>
                  <a:pt x="465614" y="57835"/>
                </a:cubicBezTo>
                <a:cubicBezTo>
                  <a:pt x="457463" y="57835"/>
                  <a:pt x="451711" y="57619"/>
                  <a:pt x="446091" y="57403"/>
                </a:cubicBezTo>
                <a:cubicBezTo>
                  <a:pt x="444804" y="58693"/>
                  <a:pt x="444804" y="63197"/>
                  <a:pt x="446091" y="64484"/>
                </a:cubicBezTo>
                <a:cubicBezTo>
                  <a:pt x="456196" y="65511"/>
                  <a:pt x="458533" y="67698"/>
                  <a:pt x="463060" y="78834"/>
                </a:cubicBezTo>
                <a:lnTo>
                  <a:pt x="491143" y="148025"/>
                </a:lnTo>
                <a:cubicBezTo>
                  <a:pt x="492430" y="151024"/>
                  <a:pt x="494145" y="152307"/>
                  <a:pt x="496292" y="152307"/>
                </a:cubicBezTo>
                <a:cubicBezTo>
                  <a:pt x="498224" y="152307"/>
                  <a:pt x="499939" y="151024"/>
                  <a:pt x="501441" y="147596"/>
                </a:cubicBezTo>
                <a:lnTo>
                  <a:pt x="523108" y="94900"/>
                </a:lnTo>
                <a:lnTo>
                  <a:pt x="545204" y="148025"/>
                </a:lnTo>
                <a:cubicBezTo>
                  <a:pt x="546491" y="151024"/>
                  <a:pt x="548209" y="152307"/>
                  <a:pt x="550353" y="152307"/>
                </a:cubicBezTo>
                <a:cubicBezTo>
                  <a:pt x="552285" y="152307"/>
                  <a:pt x="554000" y="151024"/>
                  <a:pt x="555286" y="147809"/>
                </a:cubicBezTo>
                <a:lnTo>
                  <a:pt x="583304" y="79908"/>
                </a:lnTo>
                <a:cubicBezTo>
                  <a:pt x="586823" y="71145"/>
                  <a:pt x="590469" y="65125"/>
                  <a:pt x="601412" y="64484"/>
                </a:cubicBezTo>
                <a:cubicBezTo>
                  <a:pt x="602699" y="63197"/>
                  <a:pt x="602699" y="58693"/>
                  <a:pt x="601412" y="57403"/>
                </a:cubicBezTo>
                <a:cubicBezTo>
                  <a:pt x="597121" y="57619"/>
                  <a:pt x="592401" y="57835"/>
                  <a:pt x="585965" y="57835"/>
                </a:cubicBezTo>
                <a:cubicBezTo>
                  <a:pt x="579529" y="57835"/>
                  <a:pt x="570518" y="57619"/>
                  <a:pt x="564082" y="57403"/>
                </a:cubicBezTo>
                <a:cubicBezTo>
                  <a:pt x="562796" y="58693"/>
                  <a:pt x="562796" y="63197"/>
                  <a:pt x="564082" y="64484"/>
                </a:cubicBezTo>
                <a:cubicBezTo>
                  <a:pt x="580171" y="65341"/>
                  <a:pt x="577962" y="71531"/>
                  <a:pt x="574937" y="79050"/>
                </a:cubicBezTo>
                <a:lnTo>
                  <a:pt x="557005" y="123605"/>
                </a:lnTo>
                <a:cubicBezTo>
                  <a:pt x="554858" y="128961"/>
                  <a:pt x="554000" y="128918"/>
                  <a:pt x="552242" y="124463"/>
                </a:cubicBezTo>
                <a:lnTo>
                  <a:pt x="533727" y="77551"/>
                </a:lnTo>
                <a:cubicBezTo>
                  <a:pt x="529757" y="67482"/>
                  <a:pt x="530189" y="65341"/>
                  <a:pt x="541558" y="64484"/>
                </a:cubicBezTo>
                <a:cubicBezTo>
                  <a:pt x="542844" y="63197"/>
                  <a:pt x="542844" y="58693"/>
                  <a:pt x="541558" y="57403"/>
                </a:cubicBezTo>
                <a:cubicBezTo>
                  <a:pt x="535122" y="57619"/>
                  <a:pt x="526539" y="57835"/>
                  <a:pt x="520103" y="57835"/>
                </a:cubicBezTo>
                <a:cubicBezTo>
                  <a:pt x="514741" y="57835"/>
                  <a:pt x="507661" y="57619"/>
                  <a:pt x="501225" y="57403"/>
                </a:cubicBezTo>
                <a:cubicBezTo>
                  <a:pt x="499939" y="58693"/>
                  <a:pt x="499939" y="63197"/>
                  <a:pt x="501225" y="64484"/>
                </a:cubicBezTo>
                <a:cubicBezTo>
                  <a:pt x="511308" y="65449"/>
                  <a:pt x="513818" y="71597"/>
                  <a:pt x="517658" y="81191"/>
                </a:cubicBezTo>
                <a:lnTo>
                  <a:pt x="519033" y="84619"/>
                </a:lnTo>
                <a:lnTo>
                  <a:pt x="504014" y="122535"/>
                </a:lnTo>
                <a:cubicBezTo>
                  <a:pt x="501225" y="129602"/>
                  <a:pt x="500754" y="129923"/>
                  <a:pt x="497988" y="122964"/>
                </a:cubicBezTo>
                <a:lnTo>
                  <a:pt x="480825" y="78834"/>
                </a:lnTo>
                <a:cubicBezTo>
                  <a:pt x="476769" y="68553"/>
                  <a:pt x="476986" y="65125"/>
                  <a:pt x="487280" y="64484"/>
                </a:cubicBezTo>
                <a:close/>
                <a:moveTo>
                  <a:pt x="668474" y="99735"/>
                </a:moveTo>
                <a:lnTo>
                  <a:pt x="668474" y="128067"/>
                </a:lnTo>
                <a:cubicBezTo>
                  <a:pt x="668474" y="130859"/>
                  <a:pt x="667184" y="132362"/>
                  <a:pt x="665469" y="133648"/>
                </a:cubicBezTo>
                <a:cubicBezTo>
                  <a:pt x="659891" y="138156"/>
                  <a:pt x="652598" y="143095"/>
                  <a:pt x="646591" y="143095"/>
                </a:cubicBezTo>
                <a:cubicBezTo>
                  <a:pt x="635864" y="143095"/>
                  <a:pt x="631144" y="134509"/>
                  <a:pt x="631144" y="127854"/>
                </a:cubicBezTo>
                <a:cubicBezTo>
                  <a:pt x="631144" y="118194"/>
                  <a:pt x="635651" y="108318"/>
                  <a:pt x="651524" y="104243"/>
                </a:cubicBezTo>
                <a:lnTo>
                  <a:pt x="668474" y="99735"/>
                </a:lnTo>
                <a:moveTo>
                  <a:pt x="668474" y="139446"/>
                </a:moveTo>
                <a:cubicBezTo>
                  <a:pt x="669760" y="146097"/>
                  <a:pt x="672032" y="151888"/>
                  <a:pt x="682848" y="151888"/>
                </a:cubicBezTo>
                <a:cubicBezTo>
                  <a:pt x="691064" y="151888"/>
                  <a:pt x="698786" y="148241"/>
                  <a:pt x="703225" y="143953"/>
                </a:cubicBezTo>
                <a:cubicBezTo>
                  <a:pt x="702861" y="141315"/>
                  <a:pt x="702004" y="139511"/>
                  <a:pt x="699578" y="138159"/>
                </a:cubicBezTo>
                <a:cubicBezTo>
                  <a:pt x="697971" y="139488"/>
                  <a:pt x="694367" y="141593"/>
                  <a:pt x="691640" y="141593"/>
                </a:cubicBezTo>
                <a:cubicBezTo>
                  <a:pt x="685421" y="141593"/>
                  <a:pt x="685205" y="133219"/>
                  <a:pt x="685205" y="123347"/>
                </a:cubicBezTo>
                <a:lnTo>
                  <a:pt x="685205" y="91791"/>
                </a:lnTo>
                <a:cubicBezTo>
                  <a:pt x="685205" y="61312"/>
                  <a:pt x="668474" y="55518"/>
                  <a:pt x="652810" y="55518"/>
                </a:cubicBezTo>
                <a:cubicBezTo>
                  <a:pt x="635219" y="55518"/>
                  <a:pt x="617415" y="67106"/>
                  <a:pt x="617415" y="79342"/>
                </a:cubicBezTo>
                <a:cubicBezTo>
                  <a:pt x="617415" y="84494"/>
                  <a:pt x="619988" y="87070"/>
                  <a:pt x="624924" y="87070"/>
                </a:cubicBezTo>
                <a:cubicBezTo>
                  <a:pt x="631144" y="87070"/>
                  <a:pt x="635006" y="82563"/>
                  <a:pt x="635006" y="79771"/>
                </a:cubicBezTo>
                <a:cubicBezTo>
                  <a:pt x="635006" y="78268"/>
                  <a:pt x="634790" y="76766"/>
                  <a:pt x="634361" y="75908"/>
                </a:cubicBezTo>
                <a:cubicBezTo>
                  <a:pt x="634149" y="75263"/>
                  <a:pt x="633933" y="73977"/>
                  <a:pt x="633933" y="71613"/>
                </a:cubicBezTo>
                <a:cubicBezTo>
                  <a:pt x="633933" y="64958"/>
                  <a:pt x="642944" y="62598"/>
                  <a:pt x="651095" y="62598"/>
                </a:cubicBezTo>
                <a:cubicBezTo>
                  <a:pt x="658388" y="62598"/>
                  <a:pt x="668474" y="66248"/>
                  <a:pt x="668474" y="90504"/>
                </a:cubicBezTo>
                <a:cubicBezTo>
                  <a:pt x="668474" y="92007"/>
                  <a:pt x="667829" y="92864"/>
                  <a:pt x="667184" y="93080"/>
                </a:cubicBezTo>
                <a:lnTo>
                  <a:pt x="648735" y="97588"/>
                </a:lnTo>
                <a:cubicBezTo>
                  <a:pt x="628142" y="102740"/>
                  <a:pt x="613339" y="114116"/>
                  <a:pt x="613339" y="128712"/>
                </a:cubicBezTo>
                <a:cubicBezTo>
                  <a:pt x="613339" y="146313"/>
                  <a:pt x="625353" y="151888"/>
                  <a:pt x="640368" y="151888"/>
                </a:cubicBezTo>
                <a:cubicBezTo>
                  <a:pt x="647835" y="151888"/>
                  <a:pt x="654313" y="150173"/>
                  <a:pt x="663754" y="142879"/>
                </a:cubicBezTo>
                <a:lnTo>
                  <a:pt x="668045" y="139446"/>
                </a:lnTo>
                <a:lnTo>
                  <a:pt x="668474" y="139446"/>
                </a:lnTo>
                <a:close/>
                <a:moveTo>
                  <a:pt x="742185" y="72900"/>
                </a:moveTo>
                <a:cubicBezTo>
                  <a:pt x="741818" y="64313"/>
                  <a:pt x="741478" y="58801"/>
                  <a:pt x="740470" y="56591"/>
                </a:cubicBezTo>
                <a:cubicBezTo>
                  <a:pt x="740018" y="55606"/>
                  <a:pt x="739609" y="54876"/>
                  <a:pt x="737893" y="54876"/>
                </a:cubicBezTo>
                <a:cubicBezTo>
                  <a:pt x="731887" y="57236"/>
                  <a:pt x="726309" y="59168"/>
                  <a:pt x="711506" y="61096"/>
                </a:cubicBezTo>
                <a:cubicBezTo>
                  <a:pt x="711077" y="62385"/>
                  <a:pt x="711506" y="65816"/>
                  <a:pt x="711935" y="67102"/>
                </a:cubicBezTo>
                <a:cubicBezTo>
                  <a:pt x="723520" y="68176"/>
                  <a:pt x="725880" y="69250"/>
                  <a:pt x="725880" y="81705"/>
                </a:cubicBezTo>
                <a:lnTo>
                  <a:pt x="725880" y="123589"/>
                </a:lnTo>
                <a:cubicBezTo>
                  <a:pt x="725880" y="141416"/>
                  <a:pt x="723307" y="142274"/>
                  <a:pt x="710004" y="143135"/>
                </a:cubicBezTo>
                <a:cubicBezTo>
                  <a:pt x="708717" y="144421"/>
                  <a:pt x="708717" y="148925"/>
                  <a:pt x="710004" y="150212"/>
                </a:cubicBezTo>
                <a:cubicBezTo>
                  <a:pt x="717513" y="149999"/>
                  <a:pt x="725880" y="149783"/>
                  <a:pt x="734463" y="149783"/>
                </a:cubicBezTo>
                <a:cubicBezTo>
                  <a:pt x="743043" y="149783"/>
                  <a:pt x="752912" y="149999"/>
                  <a:pt x="760418" y="150212"/>
                </a:cubicBezTo>
                <a:cubicBezTo>
                  <a:pt x="761708" y="148925"/>
                  <a:pt x="761708" y="144421"/>
                  <a:pt x="760418" y="143135"/>
                </a:cubicBezTo>
                <a:cubicBezTo>
                  <a:pt x="745403" y="142061"/>
                  <a:pt x="742827" y="141416"/>
                  <a:pt x="742827" y="123589"/>
                </a:cubicBezTo>
                <a:lnTo>
                  <a:pt x="742827" y="93735"/>
                </a:lnTo>
                <a:cubicBezTo>
                  <a:pt x="742827" y="88151"/>
                  <a:pt x="745403" y="83211"/>
                  <a:pt x="747976" y="79345"/>
                </a:cubicBezTo>
                <a:cubicBezTo>
                  <a:pt x="750336" y="75908"/>
                  <a:pt x="755272" y="68821"/>
                  <a:pt x="757845" y="68821"/>
                </a:cubicBezTo>
                <a:cubicBezTo>
                  <a:pt x="759776" y="68821"/>
                  <a:pt x="761708" y="69335"/>
                  <a:pt x="763380" y="71548"/>
                </a:cubicBezTo>
                <a:cubicBezTo>
                  <a:pt x="765011" y="73695"/>
                  <a:pt x="767413" y="76553"/>
                  <a:pt x="771145" y="76553"/>
                </a:cubicBezTo>
                <a:cubicBezTo>
                  <a:pt x="776294" y="76553"/>
                  <a:pt x="781227" y="71181"/>
                  <a:pt x="781227" y="65816"/>
                </a:cubicBezTo>
                <a:cubicBezTo>
                  <a:pt x="781227" y="61718"/>
                  <a:pt x="777368" y="55518"/>
                  <a:pt x="768356" y="55518"/>
                </a:cubicBezTo>
                <a:cubicBezTo>
                  <a:pt x="758274" y="55518"/>
                  <a:pt x="749478" y="64958"/>
                  <a:pt x="744545" y="73328"/>
                </a:cubicBezTo>
                <a:cubicBezTo>
                  <a:pt x="743259" y="75692"/>
                  <a:pt x="742227" y="73973"/>
                  <a:pt x="742185" y="72900"/>
                </a:cubicBezTo>
                <a:close/>
                <a:moveTo>
                  <a:pt x="812035" y="89287"/>
                </a:moveTo>
                <a:cubicBezTo>
                  <a:pt x="816111" y="65148"/>
                  <a:pt x="831129" y="63227"/>
                  <a:pt x="836278" y="63227"/>
                </a:cubicBezTo>
                <a:cubicBezTo>
                  <a:pt x="844429" y="63227"/>
                  <a:pt x="854083" y="67715"/>
                  <a:pt x="854083" y="85656"/>
                </a:cubicBezTo>
                <a:cubicBezTo>
                  <a:pt x="854083" y="87578"/>
                  <a:pt x="853225" y="88602"/>
                  <a:pt x="850865" y="88648"/>
                </a:cubicBezTo>
                <a:lnTo>
                  <a:pt x="812035" y="89287"/>
                </a:lnTo>
                <a:moveTo>
                  <a:pt x="868240" y="129802"/>
                </a:moveTo>
                <a:cubicBezTo>
                  <a:pt x="860305" y="137950"/>
                  <a:pt x="854083" y="141377"/>
                  <a:pt x="841640" y="141377"/>
                </a:cubicBezTo>
                <a:cubicBezTo>
                  <a:pt x="833918" y="141377"/>
                  <a:pt x="824906" y="136876"/>
                  <a:pt x="818258" y="125946"/>
                </a:cubicBezTo>
                <a:cubicBezTo>
                  <a:pt x="813966" y="118872"/>
                  <a:pt x="811390" y="109012"/>
                  <a:pt x="811390" y="96580"/>
                </a:cubicBezTo>
                <a:lnTo>
                  <a:pt x="868456" y="97009"/>
                </a:lnTo>
                <a:cubicBezTo>
                  <a:pt x="871029" y="97009"/>
                  <a:pt x="872532" y="95722"/>
                  <a:pt x="872532" y="93362"/>
                </a:cubicBezTo>
                <a:cubicBezTo>
                  <a:pt x="872532" y="75404"/>
                  <a:pt x="866096" y="56146"/>
                  <a:pt x="836278" y="56146"/>
                </a:cubicBezTo>
                <a:cubicBezTo>
                  <a:pt x="817613" y="56146"/>
                  <a:pt x="793370" y="73908"/>
                  <a:pt x="793370" y="106439"/>
                </a:cubicBezTo>
                <a:cubicBezTo>
                  <a:pt x="793370" y="118443"/>
                  <a:pt x="796375" y="130018"/>
                  <a:pt x="803455" y="138162"/>
                </a:cubicBezTo>
                <a:cubicBezTo>
                  <a:pt x="810749" y="146742"/>
                  <a:pt x="820831" y="151888"/>
                  <a:pt x="836278" y="151888"/>
                </a:cubicBezTo>
                <a:cubicBezTo>
                  <a:pt x="852580" y="151888"/>
                  <a:pt x="864165" y="144382"/>
                  <a:pt x="872748" y="133233"/>
                </a:cubicBezTo>
                <a:cubicBezTo>
                  <a:pt x="872103" y="131088"/>
                  <a:pt x="870816" y="130018"/>
                  <a:pt x="868240" y="1298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24CB2-94CF-425E-B557-6C08FA0C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0756" y="261380"/>
            <a:ext cx="147265" cy="276351"/>
          </a:xfrm>
          <a:custGeom xmlns:a="http://schemas.openxmlformats.org/drawingml/2006/main">
            <a:pathLst>
              <a:path w="147265" h="276351">
                <a:moveTo>
                  <a:pt x="61641" y="71945"/>
                </a:moveTo>
                <a:lnTo>
                  <a:pt x="85622" y="71944"/>
                </a:lnTo>
                <a:lnTo>
                  <a:pt x="85622" y="0"/>
                </a:lnTo>
                <a:lnTo>
                  <a:pt x="61641" y="0"/>
                </a:lnTo>
                <a:lnTo>
                  <a:pt x="61641" y="71945"/>
                </a:lnTo>
                <a:close/>
                <a:moveTo>
                  <a:pt x="85622" y="167872"/>
                </a:moveTo>
                <a:lnTo>
                  <a:pt x="85622" y="95926"/>
                </a:lnTo>
                <a:lnTo>
                  <a:pt x="61641" y="95926"/>
                </a:lnTo>
                <a:lnTo>
                  <a:pt x="61641" y="167872"/>
                </a:lnTo>
                <a:lnTo>
                  <a:pt x="85622" y="167872"/>
                </a:lnTo>
                <a:close/>
                <a:moveTo>
                  <a:pt x="23845" y="151445"/>
                </a:moveTo>
                <a:lnTo>
                  <a:pt x="23387" y="150763"/>
                </a:lnTo>
                <a:lnTo>
                  <a:pt x="22890" y="150123"/>
                </a:lnTo>
                <a:lnTo>
                  <a:pt x="22358" y="149525"/>
                </a:lnTo>
                <a:lnTo>
                  <a:pt x="21793" y="148969"/>
                </a:lnTo>
                <a:lnTo>
                  <a:pt x="21197" y="148456"/>
                </a:lnTo>
                <a:lnTo>
                  <a:pt x="20573" y="147986"/>
                </a:lnTo>
                <a:lnTo>
                  <a:pt x="19923" y="147561"/>
                </a:lnTo>
                <a:lnTo>
                  <a:pt x="19250" y="147180"/>
                </a:lnTo>
                <a:lnTo>
                  <a:pt x="18556" y="146845"/>
                </a:lnTo>
                <a:lnTo>
                  <a:pt x="17844" y="146555"/>
                </a:lnTo>
                <a:lnTo>
                  <a:pt x="17116" y="146312"/>
                </a:lnTo>
                <a:lnTo>
                  <a:pt x="16374" y="146116"/>
                </a:lnTo>
                <a:lnTo>
                  <a:pt x="15621" y="145967"/>
                </a:lnTo>
                <a:lnTo>
                  <a:pt x="14860" y="145867"/>
                </a:lnTo>
                <a:lnTo>
                  <a:pt x="14093" y="145815"/>
                </a:lnTo>
                <a:lnTo>
                  <a:pt x="13322" y="145812"/>
                </a:lnTo>
                <a:lnTo>
                  <a:pt x="12550" y="145859"/>
                </a:lnTo>
                <a:lnTo>
                  <a:pt x="11780" y="145957"/>
                </a:lnTo>
                <a:lnTo>
                  <a:pt x="11013" y="146105"/>
                </a:lnTo>
                <a:lnTo>
                  <a:pt x="10252" y="146305"/>
                </a:lnTo>
                <a:lnTo>
                  <a:pt x="9500" y="146557"/>
                </a:lnTo>
                <a:lnTo>
                  <a:pt x="8760" y="146862"/>
                </a:lnTo>
                <a:lnTo>
                  <a:pt x="8033" y="147220"/>
                </a:lnTo>
                <a:lnTo>
                  <a:pt x="7322" y="147632"/>
                </a:lnTo>
                <a:lnTo>
                  <a:pt x="6640" y="148090"/>
                </a:lnTo>
                <a:lnTo>
                  <a:pt x="6000" y="148587"/>
                </a:lnTo>
                <a:lnTo>
                  <a:pt x="5401" y="149119"/>
                </a:lnTo>
                <a:lnTo>
                  <a:pt x="4845" y="149684"/>
                </a:lnTo>
                <a:lnTo>
                  <a:pt x="4332" y="150280"/>
                </a:lnTo>
                <a:lnTo>
                  <a:pt x="3863" y="150904"/>
                </a:lnTo>
                <a:lnTo>
                  <a:pt x="3438" y="151554"/>
                </a:lnTo>
                <a:lnTo>
                  <a:pt x="3057" y="152228"/>
                </a:lnTo>
                <a:lnTo>
                  <a:pt x="2722" y="152922"/>
                </a:lnTo>
                <a:lnTo>
                  <a:pt x="2432" y="153634"/>
                </a:lnTo>
                <a:lnTo>
                  <a:pt x="2189" y="154362"/>
                </a:lnTo>
                <a:lnTo>
                  <a:pt x="1993" y="155104"/>
                </a:lnTo>
                <a:lnTo>
                  <a:pt x="1845" y="155856"/>
                </a:lnTo>
                <a:lnTo>
                  <a:pt x="1744" y="156617"/>
                </a:lnTo>
                <a:lnTo>
                  <a:pt x="1692" y="157385"/>
                </a:lnTo>
                <a:lnTo>
                  <a:pt x="1690" y="158155"/>
                </a:lnTo>
                <a:lnTo>
                  <a:pt x="1737" y="158927"/>
                </a:lnTo>
                <a:lnTo>
                  <a:pt x="1834" y="159698"/>
                </a:lnTo>
                <a:lnTo>
                  <a:pt x="1983" y="160465"/>
                </a:lnTo>
                <a:lnTo>
                  <a:pt x="2183" y="161225"/>
                </a:lnTo>
                <a:lnTo>
                  <a:pt x="2435" y="161977"/>
                </a:lnTo>
                <a:lnTo>
                  <a:pt x="2739" y="162717"/>
                </a:lnTo>
                <a:lnTo>
                  <a:pt x="3097" y="163444"/>
                </a:lnTo>
                <a:lnTo>
                  <a:pt x="3509" y="164155"/>
                </a:lnTo>
                <a:lnTo>
                  <a:pt x="73631" y="276351"/>
                </a:lnTo>
                <a:lnTo>
                  <a:pt x="143754" y="164154"/>
                </a:lnTo>
                <a:lnTo>
                  <a:pt x="144166" y="163443"/>
                </a:lnTo>
                <a:lnTo>
                  <a:pt x="144524" y="162716"/>
                </a:lnTo>
                <a:lnTo>
                  <a:pt x="144829" y="161976"/>
                </a:lnTo>
                <a:lnTo>
                  <a:pt x="145081" y="161224"/>
                </a:lnTo>
                <a:lnTo>
                  <a:pt x="145281" y="160463"/>
                </a:lnTo>
                <a:lnTo>
                  <a:pt x="145430" y="159697"/>
                </a:lnTo>
                <a:lnTo>
                  <a:pt x="145527" y="158926"/>
                </a:lnTo>
                <a:lnTo>
                  <a:pt x="145574" y="158154"/>
                </a:lnTo>
                <a:lnTo>
                  <a:pt x="145572" y="157384"/>
                </a:lnTo>
                <a:lnTo>
                  <a:pt x="145520" y="156616"/>
                </a:lnTo>
                <a:lnTo>
                  <a:pt x="145419" y="155855"/>
                </a:lnTo>
                <a:lnTo>
                  <a:pt x="145271" y="155103"/>
                </a:lnTo>
                <a:lnTo>
                  <a:pt x="145074" y="154361"/>
                </a:lnTo>
                <a:lnTo>
                  <a:pt x="144831" y="153633"/>
                </a:lnTo>
                <a:lnTo>
                  <a:pt x="144542" y="152921"/>
                </a:lnTo>
                <a:lnTo>
                  <a:pt x="144206" y="152227"/>
                </a:lnTo>
                <a:lnTo>
                  <a:pt x="143826" y="151553"/>
                </a:lnTo>
                <a:lnTo>
                  <a:pt x="143400" y="150904"/>
                </a:lnTo>
                <a:lnTo>
                  <a:pt x="142931" y="150279"/>
                </a:lnTo>
                <a:lnTo>
                  <a:pt x="142418" y="149683"/>
                </a:lnTo>
                <a:lnTo>
                  <a:pt x="141862" y="149118"/>
                </a:lnTo>
                <a:lnTo>
                  <a:pt x="141263" y="148586"/>
                </a:lnTo>
                <a:lnTo>
                  <a:pt x="140623" y="148089"/>
                </a:lnTo>
                <a:lnTo>
                  <a:pt x="139941" y="147631"/>
                </a:lnTo>
                <a:lnTo>
                  <a:pt x="139230" y="147219"/>
                </a:lnTo>
                <a:lnTo>
                  <a:pt x="138503" y="146861"/>
                </a:lnTo>
                <a:lnTo>
                  <a:pt x="137763" y="146557"/>
                </a:lnTo>
                <a:lnTo>
                  <a:pt x="137011" y="146305"/>
                </a:lnTo>
                <a:lnTo>
                  <a:pt x="136250" y="146105"/>
                </a:lnTo>
                <a:lnTo>
                  <a:pt x="135484" y="145956"/>
                </a:lnTo>
                <a:lnTo>
                  <a:pt x="134713" y="145859"/>
                </a:lnTo>
                <a:lnTo>
                  <a:pt x="133941" y="145811"/>
                </a:lnTo>
                <a:lnTo>
                  <a:pt x="133171" y="145814"/>
                </a:lnTo>
                <a:lnTo>
                  <a:pt x="132404" y="145866"/>
                </a:lnTo>
                <a:lnTo>
                  <a:pt x="131643" y="145967"/>
                </a:lnTo>
                <a:lnTo>
                  <a:pt x="130890" y="146115"/>
                </a:lnTo>
                <a:lnTo>
                  <a:pt x="130148" y="146311"/>
                </a:lnTo>
                <a:lnTo>
                  <a:pt x="129420" y="146555"/>
                </a:lnTo>
                <a:lnTo>
                  <a:pt x="128708" y="146844"/>
                </a:lnTo>
                <a:lnTo>
                  <a:pt x="128014" y="147179"/>
                </a:lnTo>
                <a:lnTo>
                  <a:pt x="127341" y="147560"/>
                </a:lnTo>
                <a:lnTo>
                  <a:pt x="126691" y="147985"/>
                </a:lnTo>
                <a:lnTo>
                  <a:pt x="126067" y="148455"/>
                </a:lnTo>
                <a:lnTo>
                  <a:pt x="125471" y="148968"/>
                </a:lnTo>
                <a:lnTo>
                  <a:pt x="124905" y="149524"/>
                </a:lnTo>
                <a:lnTo>
                  <a:pt x="124373" y="150122"/>
                </a:lnTo>
                <a:lnTo>
                  <a:pt x="123877" y="150762"/>
                </a:lnTo>
                <a:lnTo>
                  <a:pt x="123418" y="151444"/>
                </a:lnTo>
                <a:lnTo>
                  <a:pt x="85622" y="211917"/>
                </a:lnTo>
                <a:lnTo>
                  <a:pt x="85622" y="191854"/>
                </a:lnTo>
                <a:lnTo>
                  <a:pt x="61641" y="191854"/>
                </a:lnTo>
                <a:lnTo>
                  <a:pt x="61641" y="211917"/>
                </a:lnTo>
                <a:lnTo>
                  <a:pt x="23845" y="151445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MsgEdge">
            <a:extLst xmlns:a="http://schemas.openxmlformats.org/drawingml/2006/main">
              <a:ext uri="{FF2B5EF4-FFF2-40B4-BE49-F238E27FC236}">
                <a16:creationId xmlns:a16="http://schemas.microsoft.com/office/drawing/2014/main" id="{6D537EBE-641E-4F64-A147-4289775B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686" y="699359"/>
            <a:ext cx="846059" cy="200911"/>
          </a:xfrm>
          <a:custGeom xmlns:a="http://schemas.openxmlformats.org/drawingml/2006/main">
            <a:pathLst>
              <a:path w="846059" h="200911">
                <a:moveTo>
                  <a:pt x="139164" y="124885"/>
                </a:moveTo>
                <a:cubicBezTo>
                  <a:pt x="140238" y="142274"/>
                  <a:pt x="139442" y="142490"/>
                  <a:pt x="125501" y="143135"/>
                </a:cubicBezTo>
                <a:cubicBezTo>
                  <a:pt x="124211" y="144421"/>
                  <a:pt x="124211" y="148925"/>
                  <a:pt x="125501" y="150212"/>
                </a:cubicBezTo>
                <a:cubicBezTo>
                  <a:pt x="133435" y="149999"/>
                  <a:pt x="142018" y="149783"/>
                  <a:pt x="148454" y="149783"/>
                </a:cubicBezTo>
                <a:cubicBezTo>
                  <a:pt x="154890" y="149783"/>
                  <a:pt x="164717" y="149999"/>
                  <a:pt x="171836" y="150212"/>
                </a:cubicBezTo>
                <a:cubicBezTo>
                  <a:pt x="173126" y="148925"/>
                  <a:pt x="173126" y="144421"/>
                  <a:pt x="171836" y="143135"/>
                </a:cubicBezTo>
                <a:cubicBezTo>
                  <a:pt x="157250" y="142490"/>
                  <a:pt x="156585" y="141590"/>
                  <a:pt x="155341" y="123812"/>
                </a:cubicBezTo>
                <a:lnTo>
                  <a:pt x="148948" y="33432"/>
                </a:lnTo>
                <a:cubicBezTo>
                  <a:pt x="148025" y="21837"/>
                  <a:pt x="149099" y="18832"/>
                  <a:pt x="163685" y="17974"/>
                </a:cubicBezTo>
                <a:cubicBezTo>
                  <a:pt x="164972" y="16688"/>
                  <a:pt x="164972" y="12184"/>
                  <a:pt x="163685" y="10894"/>
                </a:cubicBezTo>
                <a:lnTo>
                  <a:pt x="135583" y="11326"/>
                </a:lnTo>
                <a:lnTo>
                  <a:pt x="90102" y="120162"/>
                </a:lnTo>
                <a:cubicBezTo>
                  <a:pt x="89244" y="122309"/>
                  <a:pt x="88599" y="123170"/>
                  <a:pt x="88170" y="123170"/>
                </a:cubicBezTo>
                <a:cubicBezTo>
                  <a:pt x="87741" y="123170"/>
                  <a:pt x="87119" y="122008"/>
                  <a:pt x="86455" y="120378"/>
                </a:cubicBezTo>
                <a:lnTo>
                  <a:pt x="42476" y="11326"/>
                </a:lnTo>
                <a:lnTo>
                  <a:pt x="11369" y="10894"/>
                </a:lnTo>
                <a:cubicBezTo>
                  <a:pt x="10082" y="12184"/>
                  <a:pt x="10082" y="16688"/>
                  <a:pt x="11369" y="17974"/>
                </a:cubicBezTo>
                <a:cubicBezTo>
                  <a:pt x="26171" y="18832"/>
                  <a:pt x="27461" y="19261"/>
                  <a:pt x="25958" y="35363"/>
                </a:cubicBezTo>
                <a:lnTo>
                  <a:pt x="17356" y="123812"/>
                </a:lnTo>
                <a:cubicBezTo>
                  <a:pt x="16089" y="136673"/>
                  <a:pt x="13516" y="142061"/>
                  <a:pt x="1286" y="143135"/>
                </a:cubicBezTo>
                <a:cubicBezTo>
                  <a:pt x="0" y="144421"/>
                  <a:pt x="0" y="148925"/>
                  <a:pt x="1286" y="150212"/>
                </a:cubicBezTo>
                <a:cubicBezTo>
                  <a:pt x="7722" y="149999"/>
                  <a:pt x="14586" y="149783"/>
                  <a:pt x="19736" y="149783"/>
                </a:cubicBezTo>
                <a:cubicBezTo>
                  <a:pt x="24885" y="149783"/>
                  <a:pt x="33468" y="149999"/>
                  <a:pt x="39903" y="150212"/>
                </a:cubicBezTo>
                <a:cubicBezTo>
                  <a:pt x="41190" y="148925"/>
                  <a:pt x="41190" y="144421"/>
                  <a:pt x="39903" y="143135"/>
                </a:cubicBezTo>
                <a:cubicBezTo>
                  <a:pt x="25742" y="142061"/>
                  <a:pt x="24584" y="135468"/>
                  <a:pt x="25742" y="123383"/>
                </a:cubicBezTo>
                <a:lnTo>
                  <a:pt x="33897" y="37294"/>
                </a:lnTo>
                <a:lnTo>
                  <a:pt x="34325" y="37294"/>
                </a:lnTo>
                <a:lnTo>
                  <a:pt x="78733" y="148713"/>
                </a:lnTo>
                <a:cubicBezTo>
                  <a:pt x="79332" y="150196"/>
                  <a:pt x="80664" y="151888"/>
                  <a:pt x="81951" y="151888"/>
                </a:cubicBezTo>
                <a:cubicBezTo>
                  <a:pt x="83237" y="151888"/>
                  <a:pt x="84095" y="150389"/>
                  <a:pt x="84952" y="148670"/>
                </a:cubicBezTo>
                <a:lnTo>
                  <a:pt x="133223" y="35144"/>
                </a:lnTo>
                <a:lnTo>
                  <a:pt x="133652" y="35144"/>
                </a:lnTo>
                <a:lnTo>
                  <a:pt x="139164" y="124885"/>
                </a:lnTo>
                <a:close/>
                <a:moveTo>
                  <a:pt x="187154" y="120126"/>
                </a:moveTo>
                <a:cubicBezTo>
                  <a:pt x="188012" y="130643"/>
                  <a:pt x="188657" y="140732"/>
                  <a:pt x="188657" y="149744"/>
                </a:cubicBezTo>
                <a:cubicBezTo>
                  <a:pt x="190801" y="149315"/>
                  <a:pt x="192948" y="149102"/>
                  <a:pt x="194018" y="149102"/>
                </a:cubicBezTo>
                <a:cubicBezTo>
                  <a:pt x="195521" y="149102"/>
                  <a:pt x="196807" y="149102"/>
                  <a:pt x="198310" y="149531"/>
                </a:cubicBezTo>
                <a:cubicBezTo>
                  <a:pt x="204104" y="151030"/>
                  <a:pt x="209895" y="151888"/>
                  <a:pt x="217833" y="151888"/>
                </a:cubicBezTo>
                <a:cubicBezTo>
                  <a:pt x="229846" y="151888"/>
                  <a:pt x="251942" y="146097"/>
                  <a:pt x="251942" y="124846"/>
                </a:cubicBezTo>
                <a:cubicBezTo>
                  <a:pt x="251942" y="110187"/>
                  <a:pt x="241431" y="101667"/>
                  <a:pt x="226841" y="96256"/>
                </a:cubicBezTo>
                <a:cubicBezTo>
                  <a:pt x="213928" y="91470"/>
                  <a:pt x="205390" y="88141"/>
                  <a:pt x="205390" y="76337"/>
                </a:cubicBezTo>
                <a:cubicBezTo>
                  <a:pt x="205390" y="67534"/>
                  <a:pt x="213112" y="62598"/>
                  <a:pt x="220406" y="62598"/>
                </a:cubicBezTo>
                <a:cubicBezTo>
                  <a:pt x="225126" y="62598"/>
                  <a:pt x="237568" y="64317"/>
                  <a:pt x="240357" y="82563"/>
                </a:cubicBezTo>
                <a:cubicBezTo>
                  <a:pt x="241644" y="83849"/>
                  <a:pt x="245935" y="83633"/>
                  <a:pt x="247222" y="82347"/>
                </a:cubicBezTo>
                <a:cubicBezTo>
                  <a:pt x="247867" y="74618"/>
                  <a:pt x="248295" y="66677"/>
                  <a:pt x="248511" y="59596"/>
                </a:cubicBezTo>
                <a:cubicBezTo>
                  <a:pt x="241860" y="58523"/>
                  <a:pt x="231562" y="55518"/>
                  <a:pt x="220406" y="55518"/>
                </a:cubicBezTo>
                <a:cubicBezTo>
                  <a:pt x="204533" y="55518"/>
                  <a:pt x="190159" y="65819"/>
                  <a:pt x="190159" y="79558"/>
                </a:cubicBezTo>
                <a:cubicBezTo>
                  <a:pt x="190159" y="95225"/>
                  <a:pt x="197236" y="101879"/>
                  <a:pt x="213757" y="108750"/>
                </a:cubicBezTo>
                <a:cubicBezTo>
                  <a:pt x="231562" y="116047"/>
                  <a:pt x="235637" y="120554"/>
                  <a:pt x="235637" y="129786"/>
                </a:cubicBezTo>
                <a:cubicBezTo>
                  <a:pt x="235637" y="140303"/>
                  <a:pt x="225342" y="144811"/>
                  <a:pt x="217404" y="144811"/>
                </a:cubicBezTo>
                <a:cubicBezTo>
                  <a:pt x="209037" y="144811"/>
                  <a:pt x="204382" y="141956"/>
                  <a:pt x="202173" y="139658"/>
                </a:cubicBezTo>
                <a:cubicBezTo>
                  <a:pt x="197452" y="134722"/>
                  <a:pt x="195092" y="125278"/>
                  <a:pt x="193806" y="119910"/>
                </a:cubicBezTo>
                <a:cubicBezTo>
                  <a:pt x="192519" y="118623"/>
                  <a:pt x="188440" y="118836"/>
                  <a:pt x="187154" y="120126"/>
                </a:cubicBezTo>
                <a:close/>
                <a:moveTo>
                  <a:pt x="329260" y="89895"/>
                </a:moveTo>
                <a:cubicBezTo>
                  <a:pt x="329260" y="109886"/>
                  <a:pt x="319175" y="113968"/>
                  <a:pt x="311237" y="113968"/>
                </a:cubicBezTo>
                <a:cubicBezTo>
                  <a:pt x="293216" y="113968"/>
                  <a:pt x="291288" y="98711"/>
                  <a:pt x="291288" y="84952"/>
                </a:cubicBezTo>
                <a:cubicBezTo>
                  <a:pt x="291288" y="69908"/>
                  <a:pt x="296650" y="62169"/>
                  <a:pt x="308451" y="62169"/>
                </a:cubicBezTo>
                <a:cubicBezTo>
                  <a:pt x="321964" y="62169"/>
                  <a:pt x="329260" y="72058"/>
                  <a:pt x="329260" y="89895"/>
                </a:cubicBezTo>
                <a:moveTo>
                  <a:pt x="289141" y="151878"/>
                </a:moveTo>
                <a:cubicBezTo>
                  <a:pt x="291501" y="152523"/>
                  <a:pt x="294935" y="152955"/>
                  <a:pt x="297724" y="152955"/>
                </a:cubicBezTo>
                <a:cubicBezTo>
                  <a:pt x="304372" y="152955"/>
                  <a:pt x="310379" y="152307"/>
                  <a:pt x="313384" y="152307"/>
                </a:cubicBezTo>
                <a:cubicBezTo>
                  <a:pt x="324111" y="152307"/>
                  <a:pt x="333120" y="152523"/>
                  <a:pt x="339342" y="155967"/>
                </a:cubicBezTo>
                <a:cubicBezTo>
                  <a:pt x="347709" y="160700"/>
                  <a:pt x="350282" y="163712"/>
                  <a:pt x="350282" y="169306"/>
                </a:cubicBezTo>
                <a:cubicBezTo>
                  <a:pt x="350282" y="184799"/>
                  <a:pt x="327542" y="192976"/>
                  <a:pt x="308235" y="192976"/>
                </a:cubicBezTo>
                <a:cubicBezTo>
                  <a:pt x="300513" y="192976"/>
                  <a:pt x="282492" y="186734"/>
                  <a:pt x="282492" y="172105"/>
                </a:cubicBezTo>
                <a:cubicBezTo>
                  <a:pt x="282492" y="164789"/>
                  <a:pt x="282921" y="159410"/>
                  <a:pt x="289141" y="151878"/>
                </a:cubicBezTo>
                <a:moveTo>
                  <a:pt x="356076" y="66683"/>
                </a:moveTo>
                <a:cubicBezTo>
                  <a:pt x="360152" y="66683"/>
                  <a:pt x="364011" y="62814"/>
                  <a:pt x="364011" y="58523"/>
                </a:cubicBezTo>
                <a:cubicBezTo>
                  <a:pt x="364011" y="54018"/>
                  <a:pt x="359936" y="50585"/>
                  <a:pt x="354145" y="50585"/>
                </a:cubicBezTo>
                <a:cubicBezTo>
                  <a:pt x="348567" y="50585"/>
                  <a:pt x="338269" y="54231"/>
                  <a:pt x="332691" y="61528"/>
                </a:cubicBezTo>
                <a:cubicBezTo>
                  <a:pt x="330118" y="59809"/>
                  <a:pt x="323037" y="55518"/>
                  <a:pt x="310379" y="55518"/>
                </a:cubicBezTo>
                <a:cubicBezTo>
                  <a:pt x="291288" y="55518"/>
                  <a:pt x="273697" y="68402"/>
                  <a:pt x="273697" y="88177"/>
                </a:cubicBezTo>
                <a:cubicBezTo>
                  <a:pt x="273697" y="99784"/>
                  <a:pt x="278846" y="106446"/>
                  <a:pt x="284853" y="112250"/>
                </a:cubicBezTo>
                <a:cubicBezTo>
                  <a:pt x="278846" y="117402"/>
                  <a:pt x="275412" y="126607"/>
                  <a:pt x="275412" y="133877"/>
                </a:cubicBezTo>
                <a:cubicBezTo>
                  <a:pt x="275412" y="141583"/>
                  <a:pt x="279703" y="147590"/>
                  <a:pt x="285281" y="150379"/>
                </a:cubicBezTo>
                <a:cubicBezTo>
                  <a:pt x="273697" y="157256"/>
                  <a:pt x="267690" y="167155"/>
                  <a:pt x="267690" y="176406"/>
                </a:cubicBezTo>
                <a:cubicBezTo>
                  <a:pt x="267690" y="195120"/>
                  <a:pt x="285281" y="200911"/>
                  <a:pt x="301799" y="200911"/>
                </a:cubicBezTo>
                <a:cubicBezTo>
                  <a:pt x="330759" y="200911"/>
                  <a:pt x="362083" y="186950"/>
                  <a:pt x="362083" y="163712"/>
                </a:cubicBezTo>
                <a:cubicBezTo>
                  <a:pt x="362083" y="156828"/>
                  <a:pt x="358865" y="151449"/>
                  <a:pt x="352642" y="146300"/>
                </a:cubicBezTo>
                <a:cubicBezTo>
                  <a:pt x="344275" y="139436"/>
                  <a:pt x="329260" y="139223"/>
                  <a:pt x="321322" y="139223"/>
                </a:cubicBezTo>
                <a:cubicBezTo>
                  <a:pt x="317459" y="139223"/>
                  <a:pt x="312097" y="139652"/>
                  <a:pt x="306948" y="140293"/>
                </a:cubicBezTo>
                <a:cubicBezTo>
                  <a:pt x="303731" y="140509"/>
                  <a:pt x="301583" y="140725"/>
                  <a:pt x="300513" y="140725"/>
                </a:cubicBezTo>
                <a:cubicBezTo>
                  <a:pt x="294290" y="140725"/>
                  <a:pt x="286781" y="137727"/>
                  <a:pt x="286781" y="128532"/>
                </a:cubicBezTo>
                <a:cubicBezTo>
                  <a:pt x="286781" y="124257"/>
                  <a:pt x="288070" y="119762"/>
                  <a:pt x="290643" y="116116"/>
                </a:cubicBezTo>
                <a:cubicBezTo>
                  <a:pt x="295792" y="119117"/>
                  <a:pt x="301799" y="120620"/>
                  <a:pt x="310166" y="120620"/>
                </a:cubicBezTo>
                <a:cubicBezTo>
                  <a:pt x="329044" y="120620"/>
                  <a:pt x="346420" y="108813"/>
                  <a:pt x="346420" y="87748"/>
                </a:cubicBezTo>
                <a:cubicBezTo>
                  <a:pt x="346420" y="77646"/>
                  <a:pt x="343418" y="71842"/>
                  <a:pt x="337195" y="65394"/>
                </a:cubicBezTo>
                <a:cubicBezTo>
                  <a:pt x="338698" y="63243"/>
                  <a:pt x="342989" y="60238"/>
                  <a:pt x="345778" y="60238"/>
                </a:cubicBezTo>
                <a:cubicBezTo>
                  <a:pt x="347280" y="60238"/>
                  <a:pt x="348780" y="60883"/>
                  <a:pt x="350069" y="62814"/>
                </a:cubicBezTo>
                <a:cubicBezTo>
                  <a:pt x="350927" y="64533"/>
                  <a:pt x="353716" y="66683"/>
                  <a:pt x="356076" y="66683"/>
                </a:cubicBezTo>
                <a:close/>
                <a:moveTo>
                  <a:pt x="483032" y="72487"/>
                </a:moveTo>
                <a:lnTo>
                  <a:pt x="463509" y="72487"/>
                </a:lnTo>
                <a:lnTo>
                  <a:pt x="463509" y="33844"/>
                </a:lnTo>
                <a:cubicBezTo>
                  <a:pt x="463509" y="24400"/>
                  <a:pt x="466086" y="20106"/>
                  <a:pt x="477670" y="20106"/>
                </a:cubicBezTo>
                <a:lnTo>
                  <a:pt x="493759" y="20106"/>
                </a:lnTo>
                <a:cubicBezTo>
                  <a:pt x="509848" y="20106"/>
                  <a:pt x="513282" y="28692"/>
                  <a:pt x="518002" y="43507"/>
                </a:cubicBezTo>
                <a:cubicBezTo>
                  <a:pt x="520661" y="43894"/>
                  <a:pt x="522978" y="43442"/>
                  <a:pt x="525080" y="42434"/>
                </a:cubicBezTo>
                <a:cubicBezTo>
                  <a:pt x="524009" y="33631"/>
                  <a:pt x="520791" y="13025"/>
                  <a:pt x="520359" y="11310"/>
                </a:cubicBezTo>
                <a:cubicBezTo>
                  <a:pt x="520359" y="10881"/>
                  <a:pt x="520147" y="10665"/>
                  <a:pt x="519502" y="10665"/>
                </a:cubicBezTo>
                <a:cubicBezTo>
                  <a:pt x="515855" y="11310"/>
                  <a:pt x="514140" y="11523"/>
                  <a:pt x="508991" y="11523"/>
                </a:cubicBezTo>
                <a:lnTo>
                  <a:pt x="454285" y="11523"/>
                </a:lnTo>
                <a:cubicBezTo>
                  <a:pt x="447741" y="11326"/>
                  <a:pt x="435194" y="11110"/>
                  <a:pt x="426611" y="10894"/>
                </a:cubicBezTo>
                <a:cubicBezTo>
                  <a:pt x="425325" y="12184"/>
                  <a:pt x="425325" y="16688"/>
                  <a:pt x="426611" y="17974"/>
                </a:cubicBezTo>
                <a:cubicBezTo>
                  <a:pt x="441630" y="18623"/>
                  <a:pt x="445276" y="19700"/>
                  <a:pt x="445276" y="37582"/>
                </a:cubicBezTo>
                <a:lnTo>
                  <a:pt x="445276" y="123658"/>
                </a:lnTo>
                <a:cubicBezTo>
                  <a:pt x="445276" y="141423"/>
                  <a:pt x="441630" y="142493"/>
                  <a:pt x="426611" y="143135"/>
                </a:cubicBezTo>
                <a:cubicBezTo>
                  <a:pt x="425325" y="144421"/>
                  <a:pt x="425325" y="148925"/>
                  <a:pt x="426611" y="150212"/>
                </a:cubicBezTo>
                <a:cubicBezTo>
                  <a:pt x="434549" y="150009"/>
                  <a:pt x="447420" y="149793"/>
                  <a:pt x="454501" y="149793"/>
                </a:cubicBezTo>
                <a:lnTo>
                  <a:pt x="500624" y="149793"/>
                </a:lnTo>
                <a:cubicBezTo>
                  <a:pt x="510922" y="149783"/>
                  <a:pt x="528085" y="150212"/>
                  <a:pt x="528085" y="150212"/>
                </a:cubicBezTo>
                <a:cubicBezTo>
                  <a:pt x="531086" y="139495"/>
                  <a:pt x="534304" y="125370"/>
                  <a:pt x="536023" y="114456"/>
                </a:cubicBezTo>
                <a:cubicBezTo>
                  <a:pt x="533790" y="113192"/>
                  <a:pt x="531322" y="112701"/>
                  <a:pt x="528514" y="113386"/>
                </a:cubicBezTo>
                <a:cubicBezTo>
                  <a:pt x="524222" y="128800"/>
                  <a:pt x="516713" y="141429"/>
                  <a:pt x="500411" y="141429"/>
                </a:cubicBezTo>
                <a:lnTo>
                  <a:pt x="475523" y="141429"/>
                </a:lnTo>
                <a:cubicBezTo>
                  <a:pt x="466514" y="141429"/>
                  <a:pt x="463509" y="138002"/>
                  <a:pt x="463509" y="127943"/>
                </a:cubicBezTo>
                <a:lnTo>
                  <a:pt x="463509" y="80641"/>
                </a:lnTo>
                <a:lnTo>
                  <a:pt x="483032" y="80641"/>
                </a:lnTo>
                <a:cubicBezTo>
                  <a:pt x="501269" y="80641"/>
                  <a:pt x="501910" y="85565"/>
                  <a:pt x="502555" y="95195"/>
                </a:cubicBezTo>
                <a:cubicBezTo>
                  <a:pt x="503842" y="96478"/>
                  <a:pt x="508346" y="96478"/>
                  <a:pt x="509636" y="95195"/>
                </a:cubicBezTo>
                <a:cubicBezTo>
                  <a:pt x="509420" y="89630"/>
                  <a:pt x="509207" y="83702"/>
                  <a:pt x="509207" y="76350"/>
                </a:cubicBezTo>
                <a:cubicBezTo>
                  <a:pt x="509207" y="70343"/>
                  <a:pt x="509420" y="63043"/>
                  <a:pt x="509636" y="57891"/>
                </a:cubicBezTo>
                <a:cubicBezTo>
                  <a:pt x="508346" y="56601"/>
                  <a:pt x="503842" y="56601"/>
                  <a:pt x="502555" y="57891"/>
                </a:cubicBezTo>
                <a:cubicBezTo>
                  <a:pt x="501910" y="69698"/>
                  <a:pt x="501269" y="72487"/>
                  <a:pt x="483032" y="72487"/>
                </a:cubicBezTo>
                <a:close/>
                <a:moveTo>
                  <a:pt x="616768" y="123131"/>
                </a:moveTo>
                <a:cubicBezTo>
                  <a:pt x="616768" y="127209"/>
                  <a:pt x="616362" y="128885"/>
                  <a:pt x="613338" y="131504"/>
                </a:cubicBezTo>
                <a:cubicBezTo>
                  <a:pt x="605400" y="138372"/>
                  <a:pt x="598535" y="141806"/>
                  <a:pt x="593170" y="141806"/>
                </a:cubicBezTo>
                <a:cubicBezTo>
                  <a:pt x="581589" y="141806"/>
                  <a:pt x="569575" y="129141"/>
                  <a:pt x="569575" y="102308"/>
                </a:cubicBezTo>
                <a:cubicBezTo>
                  <a:pt x="569575" y="86854"/>
                  <a:pt x="572577" y="78268"/>
                  <a:pt x="575795" y="73761"/>
                </a:cubicBezTo>
                <a:cubicBezTo>
                  <a:pt x="582446" y="63672"/>
                  <a:pt x="591455" y="63027"/>
                  <a:pt x="595746" y="63027"/>
                </a:cubicBezTo>
                <a:cubicBezTo>
                  <a:pt x="603468" y="63027"/>
                  <a:pt x="608834" y="65819"/>
                  <a:pt x="613122" y="70756"/>
                </a:cubicBezTo>
                <a:cubicBezTo>
                  <a:pt x="616127" y="74189"/>
                  <a:pt x="616768" y="75692"/>
                  <a:pt x="616768" y="82347"/>
                </a:cubicBezTo>
                <a:lnTo>
                  <a:pt x="616768" y="123131"/>
                </a:lnTo>
                <a:moveTo>
                  <a:pt x="614411" y="138951"/>
                </a:moveTo>
                <a:cubicBezTo>
                  <a:pt x="615439" y="138113"/>
                  <a:pt x="617479" y="137727"/>
                  <a:pt x="617629" y="139229"/>
                </a:cubicBezTo>
                <a:cubicBezTo>
                  <a:pt x="618163" y="144490"/>
                  <a:pt x="619989" y="151888"/>
                  <a:pt x="619989" y="151888"/>
                </a:cubicBezTo>
                <a:cubicBezTo>
                  <a:pt x="621705" y="152533"/>
                  <a:pt x="622775" y="152425"/>
                  <a:pt x="624065" y="151888"/>
                </a:cubicBezTo>
                <a:cubicBezTo>
                  <a:pt x="628782" y="148019"/>
                  <a:pt x="636291" y="144801"/>
                  <a:pt x="649378" y="143298"/>
                </a:cubicBezTo>
                <a:cubicBezTo>
                  <a:pt x="650665" y="142012"/>
                  <a:pt x="650665" y="138794"/>
                  <a:pt x="649378" y="137508"/>
                </a:cubicBezTo>
                <a:cubicBezTo>
                  <a:pt x="635650" y="136434"/>
                  <a:pt x="633718" y="132355"/>
                  <a:pt x="633718" y="121838"/>
                </a:cubicBezTo>
                <a:lnTo>
                  <a:pt x="633718" y="24603"/>
                </a:lnTo>
                <a:cubicBezTo>
                  <a:pt x="633718" y="10652"/>
                  <a:pt x="634576" y="2118"/>
                  <a:pt x="634576" y="2118"/>
                </a:cubicBezTo>
                <a:cubicBezTo>
                  <a:pt x="634576" y="638"/>
                  <a:pt x="633718" y="0"/>
                  <a:pt x="631787" y="0"/>
                </a:cubicBezTo>
                <a:cubicBezTo>
                  <a:pt x="626425" y="2118"/>
                  <a:pt x="610333" y="5080"/>
                  <a:pt x="601753" y="5715"/>
                </a:cubicBezTo>
                <a:cubicBezTo>
                  <a:pt x="601324" y="7434"/>
                  <a:pt x="601753" y="10865"/>
                  <a:pt x="603040" y="12151"/>
                </a:cubicBezTo>
                <a:cubicBezTo>
                  <a:pt x="614195" y="12796"/>
                  <a:pt x="616768" y="11722"/>
                  <a:pt x="616768" y="29756"/>
                </a:cubicBezTo>
                <a:lnTo>
                  <a:pt x="616768" y="57236"/>
                </a:lnTo>
                <a:cubicBezTo>
                  <a:pt x="616768" y="58739"/>
                  <a:pt x="616340" y="59168"/>
                  <a:pt x="614840" y="59168"/>
                </a:cubicBezTo>
                <a:cubicBezTo>
                  <a:pt x="613979" y="59168"/>
                  <a:pt x="605187" y="55518"/>
                  <a:pt x="598106" y="55518"/>
                </a:cubicBezTo>
                <a:cubicBezTo>
                  <a:pt x="583946" y="55518"/>
                  <a:pt x="574508" y="60238"/>
                  <a:pt x="565925" y="68392"/>
                </a:cubicBezTo>
                <a:cubicBezTo>
                  <a:pt x="556701" y="77623"/>
                  <a:pt x="551123" y="90288"/>
                  <a:pt x="551123" y="106171"/>
                </a:cubicBezTo>
                <a:cubicBezTo>
                  <a:pt x="551123" y="132578"/>
                  <a:pt x="564426" y="151888"/>
                  <a:pt x="587595" y="151888"/>
                </a:cubicBezTo>
                <a:cubicBezTo>
                  <a:pt x="595959" y="151888"/>
                  <a:pt x="603897" y="147600"/>
                  <a:pt x="614411" y="138951"/>
                </a:cubicBezTo>
                <a:close/>
                <a:moveTo>
                  <a:pt x="719187" y="89895"/>
                </a:moveTo>
                <a:cubicBezTo>
                  <a:pt x="719187" y="109886"/>
                  <a:pt x="709102" y="113968"/>
                  <a:pt x="701164" y="113968"/>
                </a:cubicBezTo>
                <a:cubicBezTo>
                  <a:pt x="683143" y="113968"/>
                  <a:pt x="681215" y="98711"/>
                  <a:pt x="681215" y="84952"/>
                </a:cubicBezTo>
                <a:cubicBezTo>
                  <a:pt x="681215" y="69908"/>
                  <a:pt x="686577" y="62169"/>
                  <a:pt x="698378" y="62169"/>
                </a:cubicBezTo>
                <a:cubicBezTo>
                  <a:pt x="711891" y="62169"/>
                  <a:pt x="719187" y="72058"/>
                  <a:pt x="719187" y="89895"/>
                </a:cubicBezTo>
                <a:moveTo>
                  <a:pt x="679068" y="151878"/>
                </a:moveTo>
                <a:cubicBezTo>
                  <a:pt x="681428" y="152523"/>
                  <a:pt x="684862" y="152955"/>
                  <a:pt x="687651" y="152955"/>
                </a:cubicBezTo>
                <a:cubicBezTo>
                  <a:pt x="694299" y="152955"/>
                  <a:pt x="700306" y="152307"/>
                  <a:pt x="703311" y="152307"/>
                </a:cubicBezTo>
                <a:cubicBezTo>
                  <a:pt x="714038" y="152307"/>
                  <a:pt x="723047" y="152523"/>
                  <a:pt x="729269" y="155967"/>
                </a:cubicBezTo>
                <a:cubicBezTo>
                  <a:pt x="737636" y="160700"/>
                  <a:pt x="740209" y="163712"/>
                  <a:pt x="740209" y="169306"/>
                </a:cubicBezTo>
                <a:cubicBezTo>
                  <a:pt x="740209" y="184799"/>
                  <a:pt x="717469" y="192976"/>
                  <a:pt x="698162" y="192976"/>
                </a:cubicBezTo>
                <a:cubicBezTo>
                  <a:pt x="690440" y="192976"/>
                  <a:pt x="672419" y="186734"/>
                  <a:pt x="672419" y="172105"/>
                </a:cubicBezTo>
                <a:cubicBezTo>
                  <a:pt x="672419" y="164789"/>
                  <a:pt x="672848" y="159410"/>
                  <a:pt x="679068" y="151878"/>
                </a:cubicBezTo>
                <a:moveTo>
                  <a:pt x="746003" y="66683"/>
                </a:moveTo>
                <a:cubicBezTo>
                  <a:pt x="750079" y="66683"/>
                  <a:pt x="753938" y="62814"/>
                  <a:pt x="753938" y="58523"/>
                </a:cubicBezTo>
                <a:cubicBezTo>
                  <a:pt x="753938" y="54018"/>
                  <a:pt x="749863" y="50585"/>
                  <a:pt x="744072" y="50585"/>
                </a:cubicBezTo>
                <a:cubicBezTo>
                  <a:pt x="738494" y="50585"/>
                  <a:pt x="728196" y="54231"/>
                  <a:pt x="722618" y="61528"/>
                </a:cubicBezTo>
                <a:cubicBezTo>
                  <a:pt x="720045" y="59809"/>
                  <a:pt x="712964" y="55518"/>
                  <a:pt x="700306" y="55518"/>
                </a:cubicBezTo>
                <a:cubicBezTo>
                  <a:pt x="681215" y="55518"/>
                  <a:pt x="663624" y="68402"/>
                  <a:pt x="663624" y="88177"/>
                </a:cubicBezTo>
                <a:cubicBezTo>
                  <a:pt x="663624" y="99784"/>
                  <a:pt x="668773" y="106446"/>
                  <a:pt x="674780" y="112250"/>
                </a:cubicBezTo>
                <a:cubicBezTo>
                  <a:pt x="668773" y="117402"/>
                  <a:pt x="665339" y="126607"/>
                  <a:pt x="665339" y="133877"/>
                </a:cubicBezTo>
                <a:cubicBezTo>
                  <a:pt x="665339" y="141583"/>
                  <a:pt x="669630" y="147590"/>
                  <a:pt x="675208" y="150379"/>
                </a:cubicBezTo>
                <a:cubicBezTo>
                  <a:pt x="663624" y="157256"/>
                  <a:pt x="657617" y="167155"/>
                  <a:pt x="657617" y="176406"/>
                </a:cubicBezTo>
                <a:cubicBezTo>
                  <a:pt x="657617" y="195120"/>
                  <a:pt x="675208" y="200911"/>
                  <a:pt x="691726" y="200911"/>
                </a:cubicBezTo>
                <a:cubicBezTo>
                  <a:pt x="720686" y="200911"/>
                  <a:pt x="752010" y="186950"/>
                  <a:pt x="752010" y="163712"/>
                </a:cubicBezTo>
                <a:cubicBezTo>
                  <a:pt x="752010" y="156828"/>
                  <a:pt x="748792" y="151449"/>
                  <a:pt x="742569" y="146300"/>
                </a:cubicBezTo>
                <a:cubicBezTo>
                  <a:pt x="734202" y="139436"/>
                  <a:pt x="719187" y="139223"/>
                  <a:pt x="711249" y="139223"/>
                </a:cubicBezTo>
                <a:cubicBezTo>
                  <a:pt x="707386" y="139223"/>
                  <a:pt x="702025" y="139652"/>
                  <a:pt x="696875" y="140293"/>
                </a:cubicBezTo>
                <a:cubicBezTo>
                  <a:pt x="693658" y="140509"/>
                  <a:pt x="691510" y="140725"/>
                  <a:pt x="690440" y="140725"/>
                </a:cubicBezTo>
                <a:cubicBezTo>
                  <a:pt x="684217" y="140725"/>
                  <a:pt x="676708" y="137727"/>
                  <a:pt x="676708" y="128532"/>
                </a:cubicBezTo>
                <a:cubicBezTo>
                  <a:pt x="676708" y="124257"/>
                  <a:pt x="677997" y="119762"/>
                  <a:pt x="680570" y="116116"/>
                </a:cubicBezTo>
                <a:cubicBezTo>
                  <a:pt x="685719" y="119117"/>
                  <a:pt x="691726" y="120620"/>
                  <a:pt x="700093" y="120620"/>
                </a:cubicBezTo>
                <a:cubicBezTo>
                  <a:pt x="718971" y="120620"/>
                  <a:pt x="736347" y="108813"/>
                  <a:pt x="736347" y="87748"/>
                </a:cubicBezTo>
                <a:cubicBezTo>
                  <a:pt x="736347" y="77646"/>
                  <a:pt x="733345" y="71842"/>
                  <a:pt x="727122" y="65394"/>
                </a:cubicBezTo>
                <a:cubicBezTo>
                  <a:pt x="728625" y="63243"/>
                  <a:pt x="732916" y="60238"/>
                  <a:pt x="735705" y="60238"/>
                </a:cubicBezTo>
                <a:cubicBezTo>
                  <a:pt x="737208" y="60238"/>
                  <a:pt x="738707" y="60883"/>
                  <a:pt x="739996" y="62814"/>
                </a:cubicBezTo>
                <a:cubicBezTo>
                  <a:pt x="740854" y="64533"/>
                  <a:pt x="743643" y="66683"/>
                  <a:pt x="746003" y="66683"/>
                </a:cubicBezTo>
                <a:close/>
                <a:moveTo>
                  <a:pt x="785346" y="89287"/>
                </a:moveTo>
                <a:cubicBezTo>
                  <a:pt x="789422" y="65148"/>
                  <a:pt x="804440" y="63227"/>
                  <a:pt x="809589" y="63227"/>
                </a:cubicBezTo>
                <a:cubicBezTo>
                  <a:pt x="817740" y="63227"/>
                  <a:pt x="827394" y="67715"/>
                  <a:pt x="827394" y="85656"/>
                </a:cubicBezTo>
                <a:cubicBezTo>
                  <a:pt x="827394" y="87578"/>
                  <a:pt x="826536" y="88602"/>
                  <a:pt x="824176" y="88648"/>
                </a:cubicBezTo>
                <a:lnTo>
                  <a:pt x="785346" y="89287"/>
                </a:lnTo>
                <a:moveTo>
                  <a:pt x="841551" y="129802"/>
                </a:moveTo>
                <a:cubicBezTo>
                  <a:pt x="833617" y="137950"/>
                  <a:pt x="827394" y="141377"/>
                  <a:pt x="814951" y="141377"/>
                </a:cubicBezTo>
                <a:cubicBezTo>
                  <a:pt x="807229" y="141377"/>
                  <a:pt x="798218" y="136876"/>
                  <a:pt x="791569" y="125946"/>
                </a:cubicBezTo>
                <a:cubicBezTo>
                  <a:pt x="787278" y="118872"/>
                  <a:pt x="784701" y="109012"/>
                  <a:pt x="784701" y="96580"/>
                </a:cubicBezTo>
                <a:lnTo>
                  <a:pt x="841767" y="97009"/>
                </a:lnTo>
                <a:cubicBezTo>
                  <a:pt x="844340" y="97009"/>
                  <a:pt x="845843" y="95722"/>
                  <a:pt x="845843" y="93362"/>
                </a:cubicBezTo>
                <a:cubicBezTo>
                  <a:pt x="845843" y="75404"/>
                  <a:pt x="839407" y="56146"/>
                  <a:pt x="809589" y="56146"/>
                </a:cubicBezTo>
                <a:cubicBezTo>
                  <a:pt x="790924" y="56146"/>
                  <a:pt x="766681" y="73908"/>
                  <a:pt x="766681" y="106439"/>
                </a:cubicBezTo>
                <a:cubicBezTo>
                  <a:pt x="766681" y="118443"/>
                  <a:pt x="769686" y="130018"/>
                  <a:pt x="776767" y="138162"/>
                </a:cubicBezTo>
                <a:cubicBezTo>
                  <a:pt x="784060" y="146742"/>
                  <a:pt x="794142" y="151888"/>
                  <a:pt x="809589" y="151888"/>
                </a:cubicBezTo>
                <a:cubicBezTo>
                  <a:pt x="825891" y="151888"/>
                  <a:pt x="837476" y="144382"/>
                  <a:pt x="846059" y="133233"/>
                </a:cubicBezTo>
                <a:cubicBezTo>
                  <a:pt x="845414" y="131088"/>
                  <a:pt x="844128" y="130018"/>
                  <a:pt x="841551" y="1298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Timestamp">
            <a:extLst xmlns:a="http://schemas.openxmlformats.org/drawingml/2006/main">
              <a:ext uri="{FF2B5EF4-FFF2-40B4-BE49-F238E27FC236}">
                <a16:creationId xmlns:a16="http://schemas.microsoft.com/office/drawing/2014/main" id="{FA4CF6C4-B82E-4F2F-8030-0CE35C67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376" y="965554"/>
            <a:ext cx="981081" cy="190266"/>
          </a:xfrm>
          <a:custGeom xmlns:a="http://schemas.openxmlformats.org/drawingml/2006/main">
            <a:pathLst>
              <a:path w="981081" h="190266">
                <a:moveTo>
                  <a:pt x="74441" y="113821"/>
                </a:moveTo>
                <a:lnTo>
                  <a:pt x="74441" y="31946"/>
                </a:lnTo>
                <a:cubicBezTo>
                  <a:pt x="74441" y="18227"/>
                  <a:pt x="76589" y="10082"/>
                  <a:pt x="84311" y="10082"/>
                </a:cubicBezTo>
                <a:lnTo>
                  <a:pt x="89031" y="10082"/>
                </a:lnTo>
                <a:cubicBezTo>
                  <a:pt x="105120" y="10082"/>
                  <a:pt x="115202" y="15657"/>
                  <a:pt x="118849" y="32158"/>
                </a:cubicBezTo>
                <a:cubicBezTo>
                  <a:pt x="121209" y="32158"/>
                  <a:pt x="124214" y="31946"/>
                  <a:pt x="126142" y="31088"/>
                </a:cubicBezTo>
                <a:cubicBezTo>
                  <a:pt x="124643" y="21228"/>
                  <a:pt x="123569" y="10298"/>
                  <a:pt x="123353" y="645"/>
                </a:cubicBezTo>
                <a:cubicBezTo>
                  <a:pt x="123353" y="429"/>
                  <a:pt x="122924" y="0"/>
                  <a:pt x="122712" y="0"/>
                </a:cubicBezTo>
                <a:cubicBezTo>
                  <a:pt x="115418" y="645"/>
                  <a:pt x="91604" y="1715"/>
                  <a:pt x="74657" y="1715"/>
                </a:cubicBezTo>
                <a:lnTo>
                  <a:pt x="56208" y="1715"/>
                </a:lnTo>
                <a:cubicBezTo>
                  <a:pt x="39687" y="1715"/>
                  <a:pt x="14374" y="645"/>
                  <a:pt x="6223" y="0"/>
                </a:cubicBezTo>
                <a:cubicBezTo>
                  <a:pt x="5794" y="0"/>
                  <a:pt x="5365" y="429"/>
                  <a:pt x="5365" y="645"/>
                </a:cubicBezTo>
                <a:cubicBezTo>
                  <a:pt x="4504" y="10298"/>
                  <a:pt x="2360" y="21444"/>
                  <a:pt x="0" y="31730"/>
                </a:cubicBezTo>
                <a:cubicBezTo>
                  <a:pt x="2144" y="32587"/>
                  <a:pt x="4720" y="32803"/>
                  <a:pt x="7293" y="32803"/>
                </a:cubicBezTo>
                <a:cubicBezTo>
                  <a:pt x="11585" y="15657"/>
                  <a:pt x="21454" y="10082"/>
                  <a:pt x="35612" y="10082"/>
                </a:cubicBezTo>
                <a:lnTo>
                  <a:pt x="46123" y="10082"/>
                </a:lnTo>
                <a:cubicBezTo>
                  <a:pt x="54061" y="10082"/>
                  <a:pt x="56208" y="18227"/>
                  <a:pt x="56208" y="31301"/>
                </a:cubicBezTo>
                <a:lnTo>
                  <a:pt x="56208" y="113821"/>
                </a:lnTo>
                <a:cubicBezTo>
                  <a:pt x="56208" y="131612"/>
                  <a:pt x="52558" y="132683"/>
                  <a:pt x="35399" y="133327"/>
                </a:cubicBezTo>
                <a:cubicBezTo>
                  <a:pt x="34109" y="134614"/>
                  <a:pt x="34109" y="139118"/>
                  <a:pt x="35399" y="140405"/>
                </a:cubicBezTo>
                <a:cubicBezTo>
                  <a:pt x="45910" y="140192"/>
                  <a:pt x="56830" y="139976"/>
                  <a:pt x="65433" y="139976"/>
                </a:cubicBezTo>
                <a:cubicBezTo>
                  <a:pt x="73669" y="139976"/>
                  <a:pt x="84524" y="140192"/>
                  <a:pt x="95251" y="140405"/>
                </a:cubicBezTo>
                <a:cubicBezTo>
                  <a:pt x="96537" y="139118"/>
                  <a:pt x="96537" y="134614"/>
                  <a:pt x="95251" y="133327"/>
                </a:cubicBezTo>
                <a:cubicBezTo>
                  <a:pt x="78088" y="132683"/>
                  <a:pt x="74441" y="131612"/>
                  <a:pt x="74441" y="113821"/>
                </a:cubicBezTo>
                <a:close/>
                <a:moveTo>
                  <a:pt x="147575" y="11385"/>
                </a:moveTo>
                <a:cubicBezTo>
                  <a:pt x="147575" y="16963"/>
                  <a:pt x="152724" y="22541"/>
                  <a:pt x="157870" y="22541"/>
                </a:cubicBezTo>
                <a:cubicBezTo>
                  <a:pt x="163877" y="22541"/>
                  <a:pt x="169026" y="16770"/>
                  <a:pt x="169026" y="12243"/>
                </a:cubicBezTo>
                <a:cubicBezTo>
                  <a:pt x="169026" y="7097"/>
                  <a:pt x="164522" y="1087"/>
                  <a:pt x="158731" y="1087"/>
                </a:cubicBezTo>
                <a:cubicBezTo>
                  <a:pt x="153582" y="1087"/>
                  <a:pt x="147575" y="6236"/>
                  <a:pt x="147575" y="11385"/>
                </a:cubicBezTo>
                <a:moveTo>
                  <a:pt x="167098" y="113801"/>
                </a:moveTo>
                <a:lnTo>
                  <a:pt x="167098" y="71044"/>
                </a:lnTo>
                <a:cubicBezTo>
                  <a:pt x="167098" y="60379"/>
                  <a:pt x="167956" y="46601"/>
                  <a:pt x="167956" y="46601"/>
                </a:cubicBezTo>
                <a:cubicBezTo>
                  <a:pt x="167956" y="45733"/>
                  <a:pt x="166882" y="45082"/>
                  <a:pt x="165167" y="45082"/>
                </a:cubicBezTo>
                <a:cubicBezTo>
                  <a:pt x="159052" y="47468"/>
                  <a:pt x="150577" y="49419"/>
                  <a:pt x="135775" y="51367"/>
                </a:cubicBezTo>
                <a:cubicBezTo>
                  <a:pt x="135346" y="52657"/>
                  <a:pt x="135775" y="56087"/>
                  <a:pt x="136203" y="57377"/>
                </a:cubicBezTo>
                <a:cubicBezTo>
                  <a:pt x="147896" y="58470"/>
                  <a:pt x="150148" y="59737"/>
                  <a:pt x="150148" y="71967"/>
                </a:cubicBezTo>
                <a:lnTo>
                  <a:pt x="150148" y="113801"/>
                </a:lnTo>
                <a:cubicBezTo>
                  <a:pt x="150148" y="131609"/>
                  <a:pt x="147788" y="132254"/>
                  <a:pt x="134704" y="133327"/>
                </a:cubicBezTo>
                <a:cubicBezTo>
                  <a:pt x="133414" y="134614"/>
                  <a:pt x="133414" y="139118"/>
                  <a:pt x="134704" y="140405"/>
                </a:cubicBezTo>
                <a:cubicBezTo>
                  <a:pt x="141781" y="140192"/>
                  <a:pt x="150148" y="139976"/>
                  <a:pt x="158731" y="139976"/>
                </a:cubicBezTo>
                <a:cubicBezTo>
                  <a:pt x="167311" y="139976"/>
                  <a:pt x="175462" y="140192"/>
                  <a:pt x="182542" y="140405"/>
                </a:cubicBezTo>
                <a:cubicBezTo>
                  <a:pt x="183829" y="139118"/>
                  <a:pt x="183829" y="134614"/>
                  <a:pt x="182542" y="133327"/>
                </a:cubicBezTo>
                <a:cubicBezTo>
                  <a:pt x="169455" y="132470"/>
                  <a:pt x="167098" y="131609"/>
                  <a:pt x="167098" y="113801"/>
                </a:cubicBezTo>
                <a:close/>
                <a:moveTo>
                  <a:pt x="224785" y="63096"/>
                </a:moveTo>
                <a:cubicBezTo>
                  <a:pt x="224503" y="56719"/>
                  <a:pt x="224074" y="48994"/>
                  <a:pt x="223066" y="46784"/>
                </a:cubicBezTo>
                <a:cubicBezTo>
                  <a:pt x="222618" y="45799"/>
                  <a:pt x="222208" y="45069"/>
                  <a:pt x="220493" y="45069"/>
                </a:cubicBezTo>
                <a:cubicBezTo>
                  <a:pt x="214486" y="47429"/>
                  <a:pt x="208908" y="49360"/>
                  <a:pt x="194106" y="51288"/>
                </a:cubicBezTo>
                <a:cubicBezTo>
                  <a:pt x="193677" y="52578"/>
                  <a:pt x="194106" y="56009"/>
                  <a:pt x="194535" y="57298"/>
                </a:cubicBezTo>
                <a:cubicBezTo>
                  <a:pt x="206119" y="58372"/>
                  <a:pt x="208480" y="59446"/>
                  <a:pt x="208480" y="71901"/>
                </a:cubicBezTo>
                <a:lnTo>
                  <a:pt x="208480" y="113782"/>
                </a:lnTo>
                <a:cubicBezTo>
                  <a:pt x="208480" y="131393"/>
                  <a:pt x="205691" y="132467"/>
                  <a:pt x="193890" y="133327"/>
                </a:cubicBezTo>
                <a:cubicBezTo>
                  <a:pt x="192603" y="134614"/>
                  <a:pt x="192603" y="139118"/>
                  <a:pt x="193890" y="140405"/>
                </a:cubicBezTo>
                <a:cubicBezTo>
                  <a:pt x="200329" y="140192"/>
                  <a:pt x="208480" y="139976"/>
                  <a:pt x="217059" y="139976"/>
                </a:cubicBezTo>
                <a:cubicBezTo>
                  <a:pt x="225642" y="139976"/>
                  <a:pt x="232248" y="140192"/>
                  <a:pt x="238684" y="140405"/>
                </a:cubicBezTo>
                <a:cubicBezTo>
                  <a:pt x="239973" y="139118"/>
                  <a:pt x="239973" y="134614"/>
                  <a:pt x="238684" y="133327"/>
                </a:cubicBezTo>
                <a:cubicBezTo>
                  <a:pt x="227786" y="132254"/>
                  <a:pt x="225426" y="131393"/>
                  <a:pt x="225426" y="113782"/>
                </a:cubicBezTo>
                <a:lnTo>
                  <a:pt x="225426" y="78559"/>
                </a:lnTo>
                <a:cubicBezTo>
                  <a:pt x="225426" y="74049"/>
                  <a:pt x="227358" y="71407"/>
                  <a:pt x="229073" y="69541"/>
                </a:cubicBezTo>
                <a:cubicBezTo>
                  <a:pt x="237571" y="61227"/>
                  <a:pt x="245614" y="56866"/>
                  <a:pt x="252242" y="56866"/>
                </a:cubicBezTo>
                <a:cubicBezTo>
                  <a:pt x="260396" y="56866"/>
                  <a:pt x="266403" y="62022"/>
                  <a:pt x="266403" y="76412"/>
                </a:cubicBezTo>
                <a:lnTo>
                  <a:pt x="266403" y="113782"/>
                </a:lnTo>
                <a:cubicBezTo>
                  <a:pt x="266403" y="131393"/>
                  <a:pt x="264685" y="132467"/>
                  <a:pt x="253100" y="133327"/>
                </a:cubicBezTo>
                <a:cubicBezTo>
                  <a:pt x="252030" y="134614"/>
                  <a:pt x="252030" y="139118"/>
                  <a:pt x="253100" y="140405"/>
                </a:cubicBezTo>
                <a:cubicBezTo>
                  <a:pt x="258465" y="140192"/>
                  <a:pt x="266403" y="139976"/>
                  <a:pt x="274983" y="139976"/>
                </a:cubicBezTo>
                <a:cubicBezTo>
                  <a:pt x="283566" y="139976"/>
                  <a:pt x="290643" y="140192"/>
                  <a:pt x="296008" y="140405"/>
                </a:cubicBezTo>
                <a:cubicBezTo>
                  <a:pt x="297079" y="139118"/>
                  <a:pt x="297079" y="134614"/>
                  <a:pt x="296008" y="133327"/>
                </a:cubicBezTo>
                <a:cubicBezTo>
                  <a:pt x="285281" y="132467"/>
                  <a:pt x="283350" y="131393"/>
                  <a:pt x="283350" y="113782"/>
                </a:cubicBezTo>
                <a:lnTo>
                  <a:pt x="283350" y="79633"/>
                </a:lnTo>
                <a:cubicBezTo>
                  <a:pt x="283350" y="76628"/>
                  <a:pt x="283350" y="73620"/>
                  <a:pt x="283134" y="71044"/>
                </a:cubicBezTo>
                <a:cubicBezTo>
                  <a:pt x="293432" y="59659"/>
                  <a:pt x="303085" y="56866"/>
                  <a:pt x="311452" y="56866"/>
                </a:cubicBezTo>
                <a:cubicBezTo>
                  <a:pt x="319607" y="56866"/>
                  <a:pt x="324324" y="61593"/>
                  <a:pt x="324324" y="75983"/>
                </a:cubicBezTo>
                <a:lnTo>
                  <a:pt x="324324" y="113782"/>
                </a:lnTo>
                <a:cubicBezTo>
                  <a:pt x="324324" y="131393"/>
                  <a:pt x="322179" y="132467"/>
                  <a:pt x="311024" y="133327"/>
                </a:cubicBezTo>
                <a:cubicBezTo>
                  <a:pt x="309950" y="134614"/>
                  <a:pt x="309950" y="139118"/>
                  <a:pt x="311024" y="140405"/>
                </a:cubicBezTo>
                <a:cubicBezTo>
                  <a:pt x="316389" y="140192"/>
                  <a:pt x="324324" y="139976"/>
                  <a:pt x="332907" y="139976"/>
                </a:cubicBezTo>
                <a:cubicBezTo>
                  <a:pt x="341486" y="139976"/>
                  <a:pt x="348996" y="140192"/>
                  <a:pt x="355002" y="140405"/>
                </a:cubicBezTo>
                <a:cubicBezTo>
                  <a:pt x="356076" y="139118"/>
                  <a:pt x="356076" y="134614"/>
                  <a:pt x="355002" y="133327"/>
                </a:cubicBezTo>
                <a:cubicBezTo>
                  <a:pt x="343205" y="132467"/>
                  <a:pt x="341274" y="131393"/>
                  <a:pt x="341274" y="113782"/>
                </a:cubicBezTo>
                <a:lnTo>
                  <a:pt x="341274" y="79849"/>
                </a:lnTo>
                <a:cubicBezTo>
                  <a:pt x="341274" y="60736"/>
                  <a:pt x="338056" y="45710"/>
                  <a:pt x="319178" y="45710"/>
                </a:cubicBezTo>
                <a:cubicBezTo>
                  <a:pt x="308192" y="45710"/>
                  <a:pt x="294958" y="49747"/>
                  <a:pt x="283779" y="61551"/>
                </a:cubicBezTo>
                <a:cubicBezTo>
                  <a:pt x="283134" y="62238"/>
                  <a:pt x="281847" y="63312"/>
                  <a:pt x="281419" y="61465"/>
                </a:cubicBezTo>
                <a:cubicBezTo>
                  <a:pt x="279382" y="52663"/>
                  <a:pt x="271120" y="45710"/>
                  <a:pt x="259968" y="45710"/>
                </a:cubicBezTo>
                <a:cubicBezTo>
                  <a:pt x="247522" y="45710"/>
                  <a:pt x="236304" y="53092"/>
                  <a:pt x="227358" y="63096"/>
                </a:cubicBezTo>
                <a:cubicBezTo>
                  <a:pt x="226372" y="64192"/>
                  <a:pt x="224889" y="65675"/>
                  <a:pt x="224785" y="63096"/>
                </a:cubicBezTo>
                <a:close/>
                <a:moveTo>
                  <a:pt x="385873" y="79479"/>
                </a:moveTo>
                <a:cubicBezTo>
                  <a:pt x="389948" y="55341"/>
                  <a:pt x="404967" y="53419"/>
                  <a:pt x="410116" y="53419"/>
                </a:cubicBezTo>
                <a:cubicBezTo>
                  <a:pt x="418267" y="53419"/>
                  <a:pt x="427920" y="57907"/>
                  <a:pt x="427920" y="75849"/>
                </a:cubicBezTo>
                <a:cubicBezTo>
                  <a:pt x="427920" y="77771"/>
                  <a:pt x="427063" y="78795"/>
                  <a:pt x="424702" y="78841"/>
                </a:cubicBezTo>
                <a:lnTo>
                  <a:pt x="385873" y="79479"/>
                </a:lnTo>
                <a:moveTo>
                  <a:pt x="442078" y="119995"/>
                </a:moveTo>
                <a:cubicBezTo>
                  <a:pt x="434143" y="128142"/>
                  <a:pt x="427920" y="131570"/>
                  <a:pt x="415478" y="131570"/>
                </a:cubicBezTo>
                <a:cubicBezTo>
                  <a:pt x="407756" y="131570"/>
                  <a:pt x="398744" y="127069"/>
                  <a:pt x="392096" y="116139"/>
                </a:cubicBezTo>
                <a:cubicBezTo>
                  <a:pt x="387804" y="109065"/>
                  <a:pt x="385228" y="99205"/>
                  <a:pt x="385228" y="86773"/>
                </a:cubicBezTo>
                <a:lnTo>
                  <a:pt x="442294" y="87201"/>
                </a:lnTo>
                <a:cubicBezTo>
                  <a:pt x="444867" y="87201"/>
                  <a:pt x="446369" y="85915"/>
                  <a:pt x="446369" y="83555"/>
                </a:cubicBezTo>
                <a:cubicBezTo>
                  <a:pt x="446369" y="65597"/>
                  <a:pt x="439934" y="46339"/>
                  <a:pt x="410116" y="46339"/>
                </a:cubicBezTo>
                <a:cubicBezTo>
                  <a:pt x="391451" y="46339"/>
                  <a:pt x="367208" y="64101"/>
                  <a:pt x="367208" y="96632"/>
                </a:cubicBezTo>
                <a:cubicBezTo>
                  <a:pt x="367208" y="108636"/>
                  <a:pt x="370213" y="120211"/>
                  <a:pt x="377293" y="128355"/>
                </a:cubicBezTo>
                <a:cubicBezTo>
                  <a:pt x="384586" y="136935"/>
                  <a:pt x="394669" y="142081"/>
                  <a:pt x="410116" y="142081"/>
                </a:cubicBezTo>
                <a:cubicBezTo>
                  <a:pt x="426418" y="142081"/>
                  <a:pt x="438002" y="134575"/>
                  <a:pt x="446585" y="123425"/>
                </a:cubicBezTo>
                <a:cubicBezTo>
                  <a:pt x="445941" y="121281"/>
                  <a:pt x="444654" y="120211"/>
                  <a:pt x="442078" y="119995"/>
                </a:cubicBezTo>
                <a:close/>
                <a:moveTo>
                  <a:pt x="465441" y="110318"/>
                </a:moveTo>
                <a:cubicBezTo>
                  <a:pt x="466298" y="120836"/>
                  <a:pt x="466943" y="130925"/>
                  <a:pt x="466943" y="139937"/>
                </a:cubicBezTo>
                <a:cubicBezTo>
                  <a:pt x="469087" y="139508"/>
                  <a:pt x="471235" y="139295"/>
                  <a:pt x="472305" y="139295"/>
                </a:cubicBezTo>
                <a:cubicBezTo>
                  <a:pt x="473808" y="139295"/>
                  <a:pt x="475094" y="139295"/>
                  <a:pt x="476597" y="139724"/>
                </a:cubicBezTo>
                <a:cubicBezTo>
                  <a:pt x="482391" y="141223"/>
                  <a:pt x="488181" y="142081"/>
                  <a:pt x="496119" y="142081"/>
                </a:cubicBezTo>
                <a:cubicBezTo>
                  <a:pt x="508133" y="142081"/>
                  <a:pt x="530229" y="136290"/>
                  <a:pt x="530229" y="115039"/>
                </a:cubicBezTo>
                <a:cubicBezTo>
                  <a:pt x="530229" y="100380"/>
                  <a:pt x="519718" y="91859"/>
                  <a:pt x="505128" y="86448"/>
                </a:cubicBezTo>
                <a:cubicBezTo>
                  <a:pt x="492214" y="81663"/>
                  <a:pt x="483677" y="78334"/>
                  <a:pt x="483677" y="66530"/>
                </a:cubicBezTo>
                <a:cubicBezTo>
                  <a:pt x="483677" y="57727"/>
                  <a:pt x="491399" y="52791"/>
                  <a:pt x="498692" y="52791"/>
                </a:cubicBezTo>
                <a:cubicBezTo>
                  <a:pt x="503413" y="52791"/>
                  <a:pt x="515855" y="54509"/>
                  <a:pt x="518644" y="72756"/>
                </a:cubicBezTo>
                <a:cubicBezTo>
                  <a:pt x="519930" y="74042"/>
                  <a:pt x="524222" y="73826"/>
                  <a:pt x="525508" y="72540"/>
                </a:cubicBezTo>
                <a:cubicBezTo>
                  <a:pt x="526153" y="64811"/>
                  <a:pt x="526582" y="56870"/>
                  <a:pt x="526798" y="49789"/>
                </a:cubicBezTo>
                <a:cubicBezTo>
                  <a:pt x="520147" y="48715"/>
                  <a:pt x="509848" y="45710"/>
                  <a:pt x="498692" y="45710"/>
                </a:cubicBezTo>
                <a:cubicBezTo>
                  <a:pt x="482819" y="45710"/>
                  <a:pt x="468446" y="56012"/>
                  <a:pt x="468446" y="69751"/>
                </a:cubicBezTo>
                <a:cubicBezTo>
                  <a:pt x="468446" y="85417"/>
                  <a:pt x="475523" y="92072"/>
                  <a:pt x="492044" y="98943"/>
                </a:cubicBezTo>
                <a:cubicBezTo>
                  <a:pt x="509848" y="106240"/>
                  <a:pt x="513924" y="110747"/>
                  <a:pt x="513924" y="119978"/>
                </a:cubicBezTo>
                <a:cubicBezTo>
                  <a:pt x="513924" y="130496"/>
                  <a:pt x="503629" y="135003"/>
                  <a:pt x="495691" y="135003"/>
                </a:cubicBezTo>
                <a:cubicBezTo>
                  <a:pt x="487324" y="135003"/>
                  <a:pt x="482669" y="132149"/>
                  <a:pt x="480459" y="129851"/>
                </a:cubicBezTo>
                <a:cubicBezTo>
                  <a:pt x="475739" y="124915"/>
                  <a:pt x="473379" y="115471"/>
                  <a:pt x="472092" y="110102"/>
                </a:cubicBezTo>
                <a:cubicBezTo>
                  <a:pt x="470806" y="108816"/>
                  <a:pt x="466727" y="109029"/>
                  <a:pt x="465441" y="110318"/>
                </a:cubicBezTo>
                <a:close/>
                <a:moveTo>
                  <a:pt x="548230" y="48015"/>
                </a:moveTo>
                <a:cubicBezTo>
                  <a:pt x="545225" y="48015"/>
                  <a:pt x="544367" y="50591"/>
                  <a:pt x="544367" y="52306"/>
                </a:cubicBezTo>
                <a:lnTo>
                  <a:pt x="544367" y="55095"/>
                </a:lnTo>
                <a:cubicBezTo>
                  <a:pt x="544367" y="56169"/>
                  <a:pt x="544580" y="56382"/>
                  <a:pt x="545441" y="56382"/>
                </a:cubicBezTo>
                <a:lnTo>
                  <a:pt x="558096" y="56382"/>
                </a:lnTo>
                <a:lnTo>
                  <a:pt x="558096" y="120859"/>
                </a:lnTo>
                <a:cubicBezTo>
                  <a:pt x="558096" y="136074"/>
                  <a:pt x="564747" y="142081"/>
                  <a:pt x="574614" y="142081"/>
                </a:cubicBezTo>
                <a:cubicBezTo>
                  <a:pt x="584483" y="142081"/>
                  <a:pt x="595210" y="137364"/>
                  <a:pt x="603577" y="127926"/>
                </a:cubicBezTo>
                <a:cubicBezTo>
                  <a:pt x="603148" y="125720"/>
                  <a:pt x="601862" y="124499"/>
                  <a:pt x="599714" y="124286"/>
                </a:cubicBezTo>
                <a:cubicBezTo>
                  <a:pt x="594136" y="128571"/>
                  <a:pt x="587701" y="130283"/>
                  <a:pt x="582123" y="130283"/>
                </a:cubicBezTo>
                <a:cubicBezTo>
                  <a:pt x="576332" y="130283"/>
                  <a:pt x="575046" y="123857"/>
                  <a:pt x="575046" y="110577"/>
                </a:cubicBezTo>
                <a:lnTo>
                  <a:pt x="575046" y="56382"/>
                </a:lnTo>
                <a:lnTo>
                  <a:pt x="597354" y="56382"/>
                </a:lnTo>
                <a:cubicBezTo>
                  <a:pt x="599502" y="56382"/>
                  <a:pt x="602503" y="55524"/>
                  <a:pt x="602503" y="53593"/>
                </a:cubicBezTo>
                <a:lnTo>
                  <a:pt x="602503" y="49305"/>
                </a:lnTo>
                <a:cubicBezTo>
                  <a:pt x="602503" y="48447"/>
                  <a:pt x="601862" y="48015"/>
                  <a:pt x="600788" y="48015"/>
                </a:cubicBezTo>
                <a:lnTo>
                  <a:pt x="575046" y="48015"/>
                </a:lnTo>
                <a:lnTo>
                  <a:pt x="575046" y="39651"/>
                </a:lnTo>
                <a:cubicBezTo>
                  <a:pt x="575046" y="25706"/>
                  <a:pt x="575903" y="17123"/>
                  <a:pt x="575903" y="17123"/>
                </a:cubicBezTo>
                <a:cubicBezTo>
                  <a:pt x="575903" y="15752"/>
                  <a:pt x="575258" y="15238"/>
                  <a:pt x="574250" y="15238"/>
                </a:cubicBezTo>
                <a:cubicBezTo>
                  <a:pt x="573285" y="15238"/>
                  <a:pt x="571461" y="16073"/>
                  <a:pt x="569468" y="17166"/>
                </a:cubicBezTo>
                <a:cubicBezTo>
                  <a:pt x="567042" y="18518"/>
                  <a:pt x="564855" y="19441"/>
                  <a:pt x="562171" y="20191"/>
                </a:cubicBezTo>
                <a:cubicBezTo>
                  <a:pt x="559598" y="20921"/>
                  <a:pt x="557454" y="21651"/>
                  <a:pt x="557454" y="23130"/>
                </a:cubicBezTo>
                <a:cubicBezTo>
                  <a:pt x="557454" y="25621"/>
                  <a:pt x="558096" y="24204"/>
                  <a:pt x="558096" y="47995"/>
                </a:cubicBezTo>
                <a:lnTo>
                  <a:pt x="548230" y="48015"/>
                </a:lnTo>
                <a:close/>
                <a:moveTo>
                  <a:pt x="670918" y="89928"/>
                </a:moveTo>
                <a:lnTo>
                  <a:pt x="670918" y="118260"/>
                </a:lnTo>
                <a:cubicBezTo>
                  <a:pt x="670918" y="121052"/>
                  <a:pt x="669629" y="122555"/>
                  <a:pt x="667913" y="123841"/>
                </a:cubicBezTo>
                <a:cubicBezTo>
                  <a:pt x="662335" y="128349"/>
                  <a:pt x="655042" y="133288"/>
                  <a:pt x="649035" y="133288"/>
                </a:cubicBezTo>
                <a:cubicBezTo>
                  <a:pt x="638308" y="133288"/>
                  <a:pt x="633588" y="124702"/>
                  <a:pt x="633588" y="118047"/>
                </a:cubicBezTo>
                <a:cubicBezTo>
                  <a:pt x="633588" y="108387"/>
                  <a:pt x="638096" y="98511"/>
                  <a:pt x="653968" y="94436"/>
                </a:cubicBezTo>
                <a:lnTo>
                  <a:pt x="670918" y="89928"/>
                </a:lnTo>
                <a:moveTo>
                  <a:pt x="670918" y="129638"/>
                </a:moveTo>
                <a:cubicBezTo>
                  <a:pt x="672205" y="136290"/>
                  <a:pt x="674477" y="142081"/>
                  <a:pt x="685292" y="142081"/>
                </a:cubicBezTo>
                <a:cubicBezTo>
                  <a:pt x="693508" y="142081"/>
                  <a:pt x="701230" y="138434"/>
                  <a:pt x="705669" y="134146"/>
                </a:cubicBezTo>
                <a:cubicBezTo>
                  <a:pt x="705306" y="131507"/>
                  <a:pt x="704448" y="129704"/>
                  <a:pt x="702023" y="128352"/>
                </a:cubicBezTo>
                <a:cubicBezTo>
                  <a:pt x="700415" y="129681"/>
                  <a:pt x="696811" y="131786"/>
                  <a:pt x="694085" y="131786"/>
                </a:cubicBezTo>
                <a:cubicBezTo>
                  <a:pt x="687865" y="131786"/>
                  <a:pt x="687649" y="123412"/>
                  <a:pt x="687649" y="113539"/>
                </a:cubicBezTo>
                <a:lnTo>
                  <a:pt x="687649" y="81983"/>
                </a:lnTo>
                <a:cubicBezTo>
                  <a:pt x="687649" y="51504"/>
                  <a:pt x="670918" y="45710"/>
                  <a:pt x="655255" y="45710"/>
                </a:cubicBezTo>
                <a:cubicBezTo>
                  <a:pt x="637663" y="45710"/>
                  <a:pt x="619859" y="57298"/>
                  <a:pt x="619859" y="69535"/>
                </a:cubicBezTo>
                <a:cubicBezTo>
                  <a:pt x="619859" y="74687"/>
                  <a:pt x="622432" y="77263"/>
                  <a:pt x="627368" y="77263"/>
                </a:cubicBezTo>
                <a:cubicBezTo>
                  <a:pt x="633588" y="77263"/>
                  <a:pt x="637451" y="72756"/>
                  <a:pt x="637451" y="69963"/>
                </a:cubicBezTo>
                <a:cubicBezTo>
                  <a:pt x="637451" y="68461"/>
                  <a:pt x="637235" y="66958"/>
                  <a:pt x="636806" y="66101"/>
                </a:cubicBezTo>
                <a:cubicBezTo>
                  <a:pt x="636593" y="65456"/>
                  <a:pt x="636377" y="64169"/>
                  <a:pt x="636377" y="61806"/>
                </a:cubicBezTo>
                <a:cubicBezTo>
                  <a:pt x="636377" y="55151"/>
                  <a:pt x="645389" y="52791"/>
                  <a:pt x="653540" y="52791"/>
                </a:cubicBezTo>
                <a:cubicBezTo>
                  <a:pt x="660833" y="52791"/>
                  <a:pt x="670918" y="56441"/>
                  <a:pt x="670918" y="80697"/>
                </a:cubicBezTo>
                <a:cubicBezTo>
                  <a:pt x="670918" y="82200"/>
                  <a:pt x="670273" y="83057"/>
                  <a:pt x="669629" y="83273"/>
                </a:cubicBezTo>
                <a:lnTo>
                  <a:pt x="651179" y="87781"/>
                </a:lnTo>
                <a:cubicBezTo>
                  <a:pt x="630586" y="92933"/>
                  <a:pt x="615784" y="104308"/>
                  <a:pt x="615784" y="118905"/>
                </a:cubicBezTo>
                <a:cubicBezTo>
                  <a:pt x="615784" y="136506"/>
                  <a:pt x="627797" y="142081"/>
                  <a:pt x="642813" y="142081"/>
                </a:cubicBezTo>
                <a:cubicBezTo>
                  <a:pt x="650279" y="142081"/>
                  <a:pt x="656757" y="140365"/>
                  <a:pt x="666198" y="133072"/>
                </a:cubicBezTo>
                <a:lnTo>
                  <a:pt x="670490" y="129638"/>
                </a:lnTo>
                <a:lnTo>
                  <a:pt x="670918" y="129638"/>
                </a:lnTo>
                <a:close/>
                <a:moveTo>
                  <a:pt x="743407" y="63096"/>
                </a:moveTo>
                <a:cubicBezTo>
                  <a:pt x="743126" y="56719"/>
                  <a:pt x="742697" y="48994"/>
                  <a:pt x="741689" y="46784"/>
                </a:cubicBezTo>
                <a:cubicBezTo>
                  <a:pt x="741240" y="45799"/>
                  <a:pt x="740831" y="45069"/>
                  <a:pt x="739116" y="45069"/>
                </a:cubicBezTo>
                <a:cubicBezTo>
                  <a:pt x="733109" y="47429"/>
                  <a:pt x="727531" y="49360"/>
                  <a:pt x="712729" y="51288"/>
                </a:cubicBezTo>
                <a:cubicBezTo>
                  <a:pt x="712300" y="52578"/>
                  <a:pt x="712729" y="56009"/>
                  <a:pt x="713158" y="57298"/>
                </a:cubicBezTo>
                <a:cubicBezTo>
                  <a:pt x="724742" y="58372"/>
                  <a:pt x="727102" y="59446"/>
                  <a:pt x="727102" y="71901"/>
                </a:cubicBezTo>
                <a:lnTo>
                  <a:pt x="727102" y="113782"/>
                </a:lnTo>
                <a:cubicBezTo>
                  <a:pt x="727102" y="131393"/>
                  <a:pt x="724313" y="132467"/>
                  <a:pt x="712513" y="133327"/>
                </a:cubicBezTo>
                <a:cubicBezTo>
                  <a:pt x="711226" y="134614"/>
                  <a:pt x="711226" y="139118"/>
                  <a:pt x="712513" y="140405"/>
                </a:cubicBezTo>
                <a:cubicBezTo>
                  <a:pt x="718952" y="140192"/>
                  <a:pt x="727102" y="139976"/>
                  <a:pt x="735682" y="139976"/>
                </a:cubicBezTo>
                <a:cubicBezTo>
                  <a:pt x="744265" y="139976"/>
                  <a:pt x="750871" y="140192"/>
                  <a:pt x="757307" y="140405"/>
                </a:cubicBezTo>
                <a:cubicBezTo>
                  <a:pt x="758596" y="139118"/>
                  <a:pt x="758596" y="134614"/>
                  <a:pt x="757307" y="133327"/>
                </a:cubicBezTo>
                <a:cubicBezTo>
                  <a:pt x="746409" y="132254"/>
                  <a:pt x="744049" y="131393"/>
                  <a:pt x="744049" y="113782"/>
                </a:cubicBezTo>
                <a:lnTo>
                  <a:pt x="744049" y="78559"/>
                </a:lnTo>
                <a:cubicBezTo>
                  <a:pt x="744049" y="74049"/>
                  <a:pt x="745980" y="71407"/>
                  <a:pt x="747696" y="69541"/>
                </a:cubicBezTo>
                <a:cubicBezTo>
                  <a:pt x="756194" y="61227"/>
                  <a:pt x="764236" y="56866"/>
                  <a:pt x="770865" y="56866"/>
                </a:cubicBezTo>
                <a:cubicBezTo>
                  <a:pt x="779019" y="56866"/>
                  <a:pt x="785026" y="62022"/>
                  <a:pt x="785026" y="76412"/>
                </a:cubicBezTo>
                <a:lnTo>
                  <a:pt x="785026" y="113782"/>
                </a:lnTo>
                <a:cubicBezTo>
                  <a:pt x="785026" y="131393"/>
                  <a:pt x="783308" y="132467"/>
                  <a:pt x="771723" y="133327"/>
                </a:cubicBezTo>
                <a:cubicBezTo>
                  <a:pt x="770652" y="134614"/>
                  <a:pt x="770652" y="139118"/>
                  <a:pt x="771723" y="140405"/>
                </a:cubicBezTo>
                <a:cubicBezTo>
                  <a:pt x="777088" y="140192"/>
                  <a:pt x="785026" y="139976"/>
                  <a:pt x="793606" y="139976"/>
                </a:cubicBezTo>
                <a:cubicBezTo>
                  <a:pt x="802189" y="139976"/>
                  <a:pt x="809266" y="140192"/>
                  <a:pt x="814631" y="140405"/>
                </a:cubicBezTo>
                <a:cubicBezTo>
                  <a:pt x="815702" y="139118"/>
                  <a:pt x="815702" y="134614"/>
                  <a:pt x="814631" y="133327"/>
                </a:cubicBezTo>
                <a:cubicBezTo>
                  <a:pt x="803904" y="132467"/>
                  <a:pt x="801973" y="131393"/>
                  <a:pt x="801973" y="113782"/>
                </a:cubicBezTo>
                <a:lnTo>
                  <a:pt x="801973" y="79633"/>
                </a:lnTo>
                <a:cubicBezTo>
                  <a:pt x="801973" y="76628"/>
                  <a:pt x="801973" y="73620"/>
                  <a:pt x="801757" y="71044"/>
                </a:cubicBezTo>
                <a:cubicBezTo>
                  <a:pt x="812055" y="59659"/>
                  <a:pt x="821708" y="56866"/>
                  <a:pt x="830075" y="56866"/>
                </a:cubicBezTo>
                <a:cubicBezTo>
                  <a:pt x="838229" y="56866"/>
                  <a:pt x="842946" y="61593"/>
                  <a:pt x="842946" y="75983"/>
                </a:cubicBezTo>
                <a:lnTo>
                  <a:pt x="842946" y="113782"/>
                </a:lnTo>
                <a:cubicBezTo>
                  <a:pt x="842946" y="131393"/>
                  <a:pt x="840802" y="132467"/>
                  <a:pt x="829646" y="133327"/>
                </a:cubicBezTo>
                <a:cubicBezTo>
                  <a:pt x="828573" y="134614"/>
                  <a:pt x="828573" y="139118"/>
                  <a:pt x="829646" y="140405"/>
                </a:cubicBezTo>
                <a:cubicBezTo>
                  <a:pt x="835012" y="140192"/>
                  <a:pt x="842946" y="139976"/>
                  <a:pt x="851529" y="139976"/>
                </a:cubicBezTo>
                <a:cubicBezTo>
                  <a:pt x="860109" y="139976"/>
                  <a:pt x="867618" y="140192"/>
                  <a:pt x="873625" y="140405"/>
                </a:cubicBezTo>
                <a:cubicBezTo>
                  <a:pt x="874699" y="139118"/>
                  <a:pt x="874699" y="134614"/>
                  <a:pt x="873625" y="133327"/>
                </a:cubicBezTo>
                <a:cubicBezTo>
                  <a:pt x="861828" y="132467"/>
                  <a:pt x="859896" y="131393"/>
                  <a:pt x="859896" y="113782"/>
                </a:cubicBezTo>
                <a:lnTo>
                  <a:pt x="859896" y="79849"/>
                </a:lnTo>
                <a:cubicBezTo>
                  <a:pt x="859896" y="60736"/>
                  <a:pt x="856679" y="45710"/>
                  <a:pt x="837801" y="45710"/>
                </a:cubicBezTo>
                <a:cubicBezTo>
                  <a:pt x="826815" y="45710"/>
                  <a:pt x="813580" y="49747"/>
                  <a:pt x="802402" y="61551"/>
                </a:cubicBezTo>
                <a:cubicBezTo>
                  <a:pt x="801757" y="62238"/>
                  <a:pt x="800470" y="63312"/>
                  <a:pt x="800041" y="61465"/>
                </a:cubicBezTo>
                <a:cubicBezTo>
                  <a:pt x="798005" y="52663"/>
                  <a:pt x="789743" y="45710"/>
                  <a:pt x="778590" y="45710"/>
                </a:cubicBezTo>
                <a:cubicBezTo>
                  <a:pt x="766145" y="45710"/>
                  <a:pt x="754927" y="53092"/>
                  <a:pt x="745980" y="63096"/>
                </a:cubicBezTo>
                <a:cubicBezTo>
                  <a:pt x="744995" y="64192"/>
                  <a:pt x="743512" y="65675"/>
                  <a:pt x="743407" y="63096"/>
                </a:cubicBezTo>
                <a:close/>
                <a:moveTo>
                  <a:pt x="915436" y="68890"/>
                </a:moveTo>
                <a:cubicBezTo>
                  <a:pt x="921013" y="62019"/>
                  <a:pt x="930840" y="55580"/>
                  <a:pt x="937102" y="55580"/>
                </a:cubicBezTo>
                <a:cubicBezTo>
                  <a:pt x="950835" y="55580"/>
                  <a:pt x="962632" y="71034"/>
                  <a:pt x="962632" y="95290"/>
                </a:cubicBezTo>
                <a:cubicBezTo>
                  <a:pt x="962632" y="112895"/>
                  <a:pt x="956413" y="134787"/>
                  <a:pt x="932385" y="134787"/>
                </a:cubicBezTo>
                <a:cubicBezTo>
                  <a:pt x="928523" y="134787"/>
                  <a:pt x="921013" y="133714"/>
                  <a:pt x="917154" y="130260"/>
                </a:cubicBezTo>
                <a:cubicBezTo>
                  <a:pt x="912840" y="126394"/>
                  <a:pt x="912005" y="125150"/>
                  <a:pt x="912005" y="117402"/>
                </a:cubicBezTo>
                <a:lnTo>
                  <a:pt x="912005" y="78334"/>
                </a:lnTo>
                <a:cubicBezTo>
                  <a:pt x="912005" y="73826"/>
                  <a:pt x="912948" y="71957"/>
                  <a:pt x="915436" y="68890"/>
                </a:cubicBezTo>
                <a:moveTo>
                  <a:pt x="911360" y="60945"/>
                </a:moveTo>
                <a:cubicBezTo>
                  <a:pt x="911039" y="54506"/>
                  <a:pt x="910653" y="48994"/>
                  <a:pt x="909645" y="46784"/>
                </a:cubicBezTo>
                <a:cubicBezTo>
                  <a:pt x="909193" y="45799"/>
                  <a:pt x="908787" y="45069"/>
                  <a:pt x="907069" y="45069"/>
                </a:cubicBezTo>
                <a:cubicBezTo>
                  <a:pt x="901062" y="47429"/>
                  <a:pt x="895484" y="49360"/>
                  <a:pt x="880681" y="51288"/>
                </a:cubicBezTo>
                <a:cubicBezTo>
                  <a:pt x="880253" y="52578"/>
                  <a:pt x="880681" y="56009"/>
                  <a:pt x="881113" y="57298"/>
                </a:cubicBezTo>
                <a:cubicBezTo>
                  <a:pt x="892695" y="58372"/>
                  <a:pt x="895055" y="59443"/>
                  <a:pt x="895055" y="71895"/>
                </a:cubicBezTo>
                <a:lnTo>
                  <a:pt x="895055" y="163604"/>
                </a:lnTo>
                <a:cubicBezTo>
                  <a:pt x="895055" y="181467"/>
                  <a:pt x="892695" y="182544"/>
                  <a:pt x="879611" y="183189"/>
                </a:cubicBezTo>
                <a:cubicBezTo>
                  <a:pt x="878324" y="184475"/>
                  <a:pt x="878324" y="188979"/>
                  <a:pt x="879611" y="190266"/>
                </a:cubicBezTo>
                <a:cubicBezTo>
                  <a:pt x="887120" y="190053"/>
                  <a:pt x="895055" y="189837"/>
                  <a:pt x="903638" y="189837"/>
                </a:cubicBezTo>
                <a:cubicBezTo>
                  <a:pt x="912218" y="189837"/>
                  <a:pt x="922516" y="190053"/>
                  <a:pt x="929596" y="190266"/>
                </a:cubicBezTo>
                <a:cubicBezTo>
                  <a:pt x="930883" y="188979"/>
                  <a:pt x="930883" y="184475"/>
                  <a:pt x="929596" y="183189"/>
                </a:cubicBezTo>
                <a:cubicBezTo>
                  <a:pt x="914365" y="182328"/>
                  <a:pt x="912005" y="181467"/>
                  <a:pt x="912005" y="163604"/>
                </a:cubicBezTo>
                <a:lnTo>
                  <a:pt x="912005" y="140365"/>
                </a:lnTo>
                <a:cubicBezTo>
                  <a:pt x="912005" y="137576"/>
                  <a:pt x="912820" y="137855"/>
                  <a:pt x="915007" y="138758"/>
                </a:cubicBezTo>
                <a:cubicBezTo>
                  <a:pt x="920264" y="140879"/>
                  <a:pt x="926893" y="142081"/>
                  <a:pt x="933672" y="142081"/>
                </a:cubicBezTo>
                <a:cubicBezTo>
                  <a:pt x="945685" y="142081"/>
                  <a:pt x="956413" y="138434"/>
                  <a:pt x="965208" y="130067"/>
                </a:cubicBezTo>
                <a:cubicBezTo>
                  <a:pt x="975291" y="120191"/>
                  <a:pt x="981081" y="106881"/>
                  <a:pt x="981081" y="89496"/>
                </a:cubicBezTo>
                <a:cubicBezTo>
                  <a:pt x="981081" y="66742"/>
                  <a:pt x="964992" y="45710"/>
                  <a:pt x="943109" y="45710"/>
                </a:cubicBezTo>
                <a:cubicBezTo>
                  <a:pt x="933135" y="45710"/>
                  <a:pt x="922195" y="52254"/>
                  <a:pt x="913720" y="61806"/>
                </a:cubicBezTo>
                <a:cubicBezTo>
                  <a:pt x="912519" y="63158"/>
                  <a:pt x="911468" y="63007"/>
                  <a:pt x="911360" y="609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7871D-195B-4DD8-B509-7B89D900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970" y="261380"/>
            <a:ext cx="4040463" cy="10"/>
          </a:xfrm>
          <a:custGeom xmlns:a="http://schemas.openxmlformats.org/drawingml/2006/main">
            <a:pathLst>
              <a:path w="4040463" h="2" fill="none">
                <a:moveTo>
                  <a:pt x="4040463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23982" cap="flat">
            <a:solidFill>
              <a:srgbClr val="C00000"/>
            </a:solidFill>
            <a:custDash>
              <a:ds d="300000" sp="100000"/>
            </a:custDash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16A62B-566B-430A-AC45-0637D8D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350" y="1156120"/>
            <a:ext cx="259004" cy="10"/>
          </a:xfrm>
          <a:custGeom xmlns:a="http://schemas.openxmlformats.org/drawingml/2006/main">
            <a:pathLst>
              <a:path w="259004" h="2" fill="none">
                <a:moveTo>
                  <a:pt x="0" y="0"/>
                </a:moveTo>
                <a:lnTo>
                  <a:pt x="259004" y="2"/>
                </a:lnTo>
              </a:path>
            </a:pathLst>
          </a:custGeom>
          <a:noFill xmlns:a="http://schemas.openxmlformats.org/drawingml/2006/main"/>
          <a:ln xmlns:a="http://schemas.openxmlformats.org/drawingml/2006/main" w="23982" cap="flat">
            <a:solidFill>
              <a:srgbClr val="C00000"/>
            </a:solidFill>
            <a:custDash>
              <a:ds d="300000" sp="100000"/>
            </a:custDash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0A443-4C6C-429D-AA5F-9D0778D1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973" y="261380"/>
            <a:ext cx="10" cy="897881"/>
          </a:xfrm>
          <a:custGeom xmlns:a="http://schemas.openxmlformats.org/drawingml/2006/main">
            <a:pathLst>
              <a:path w="2" h="897881" fill="none">
                <a:moveTo>
                  <a:pt x="0" y="0"/>
                </a:moveTo>
                <a:lnTo>
                  <a:pt x="2" y="897881"/>
                </a:lnTo>
              </a:path>
            </a:pathLst>
          </a:custGeom>
          <a:noFill xmlns:a="http://schemas.openxmlformats.org/drawingml/2006/main"/>
          <a:ln xmlns:a="http://schemas.openxmlformats.org/drawingml/2006/main" w="23982" cap="flat">
            <a:solidFill>
              <a:srgbClr val="C00000"/>
            </a:solidFill>
            <a:custDash>
              <a:ds d="300000" sp="100000"/>
            </a:custDash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82D5B-5764-4614-8B21-58D657BE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93" y="78245"/>
            <a:ext cx="10" cy="2607307"/>
          </a:xfrm>
          <a:custGeom xmlns:a="http://schemas.openxmlformats.org/drawingml/2006/main">
            <a:pathLst>
              <a:path w="2" h="2607307" fill="none">
                <a:moveTo>
                  <a:pt x="0" y="0"/>
                </a:moveTo>
                <a:lnTo>
                  <a:pt x="2" y="2607307"/>
                </a:lnTo>
              </a:path>
            </a:pathLst>
          </a:custGeom>
          <a:noFill xmlns:a="http://schemas.openxmlformats.org/drawingml/2006/main"/>
          <a:ln xmlns:a="http://schemas.openxmlformats.org/drawingml/2006/main" w="23982" cap="flat">
            <a:solidFill>
              <a:srgbClr val="000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F7810-8617-46D4-BDB9-4EA2EC7D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2" y="1532474"/>
            <a:ext cx="518171" cy="147267"/>
          </a:xfrm>
          <a:custGeom xmlns:a="http://schemas.openxmlformats.org/drawingml/2006/main">
            <a:pathLst>
              <a:path w="518171" h="147267">
                <a:moveTo>
                  <a:pt x="124907" y="23846"/>
                </a:moveTo>
                <a:lnTo>
                  <a:pt x="125589" y="23388"/>
                </a:lnTo>
                <a:lnTo>
                  <a:pt x="126229" y="22891"/>
                </a:lnTo>
                <a:lnTo>
                  <a:pt x="126827" y="22359"/>
                </a:lnTo>
                <a:lnTo>
                  <a:pt x="127383" y="21794"/>
                </a:lnTo>
                <a:lnTo>
                  <a:pt x="127896" y="21198"/>
                </a:lnTo>
                <a:lnTo>
                  <a:pt x="128366" y="20574"/>
                </a:lnTo>
                <a:lnTo>
                  <a:pt x="128791" y="19924"/>
                </a:lnTo>
                <a:lnTo>
                  <a:pt x="129172" y="19251"/>
                </a:lnTo>
                <a:lnTo>
                  <a:pt x="129507" y="18557"/>
                </a:lnTo>
                <a:lnTo>
                  <a:pt x="129797" y="17844"/>
                </a:lnTo>
                <a:lnTo>
                  <a:pt x="130040" y="17116"/>
                </a:lnTo>
                <a:lnTo>
                  <a:pt x="130236" y="16374"/>
                </a:lnTo>
                <a:lnTo>
                  <a:pt x="130384" y="15622"/>
                </a:lnTo>
                <a:lnTo>
                  <a:pt x="130485" y="14861"/>
                </a:lnTo>
                <a:lnTo>
                  <a:pt x="130537" y="14093"/>
                </a:lnTo>
                <a:lnTo>
                  <a:pt x="130540" y="13323"/>
                </a:lnTo>
                <a:lnTo>
                  <a:pt x="130492" y="12551"/>
                </a:lnTo>
                <a:lnTo>
                  <a:pt x="130395" y="11780"/>
                </a:lnTo>
                <a:lnTo>
                  <a:pt x="130246" y="11014"/>
                </a:lnTo>
                <a:lnTo>
                  <a:pt x="130046" y="10253"/>
                </a:lnTo>
                <a:lnTo>
                  <a:pt x="129794" y="9501"/>
                </a:lnTo>
                <a:lnTo>
                  <a:pt x="129490" y="8761"/>
                </a:lnTo>
                <a:lnTo>
                  <a:pt x="129132" y="8034"/>
                </a:lnTo>
                <a:lnTo>
                  <a:pt x="128720" y="7323"/>
                </a:lnTo>
                <a:lnTo>
                  <a:pt x="128262" y="6641"/>
                </a:lnTo>
                <a:lnTo>
                  <a:pt x="127765" y="6001"/>
                </a:lnTo>
                <a:lnTo>
                  <a:pt x="127233" y="5403"/>
                </a:lnTo>
                <a:lnTo>
                  <a:pt x="126668" y="4847"/>
                </a:lnTo>
                <a:lnTo>
                  <a:pt x="126072" y="4334"/>
                </a:lnTo>
                <a:lnTo>
                  <a:pt x="125447" y="3864"/>
                </a:lnTo>
                <a:lnTo>
                  <a:pt x="124798" y="3439"/>
                </a:lnTo>
                <a:lnTo>
                  <a:pt x="124124" y="3058"/>
                </a:lnTo>
                <a:lnTo>
                  <a:pt x="123430" y="2723"/>
                </a:lnTo>
                <a:lnTo>
                  <a:pt x="122718" y="2434"/>
                </a:lnTo>
                <a:lnTo>
                  <a:pt x="121990" y="2190"/>
                </a:lnTo>
                <a:lnTo>
                  <a:pt x="121248" y="1994"/>
                </a:lnTo>
                <a:lnTo>
                  <a:pt x="120496" y="1846"/>
                </a:lnTo>
                <a:lnTo>
                  <a:pt x="119735" y="1745"/>
                </a:lnTo>
                <a:lnTo>
                  <a:pt x="118967" y="1693"/>
                </a:lnTo>
                <a:lnTo>
                  <a:pt x="118197" y="1690"/>
                </a:lnTo>
                <a:lnTo>
                  <a:pt x="117425" y="1738"/>
                </a:lnTo>
                <a:lnTo>
                  <a:pt x="116654" y="1835"/>
                </a:lnTo>
                <a:lnTo>
                  <a:pt x="115887" y="1984"/>
                </a:lnTo>
                <a:lnTo>
                  <a:pt x="115127" y="2184"/>
                </a:lnTo>
                <a:lnTo>
                  <a:pt x="114375" y="2436"/>
                </a:lnTo>
                <a:lnTo>
                  <a:pt x="113635" y="2740"/>
                </a:lnTo>
                <a:lnTo>
                  <a:pt x="112908" y="3098"/>
                </a:lnTo>
                <a:lnTo>
                  <a:pt x="112197" y="3510"/>
                </a:lnTo>
                <a:lnTo>
                  <a:pt x="0" y="73632"/>
                </a:lnTo>
                <a:lnTo>
                  <a:pt x="112196" y="143756"/>
                </a:lnTo>
                <a:lnTo>
                  <a:pt x="112907" y="144167"/>
                </a:lnTo>
                <a:lnTo>
                  <a:pt x="113634" y="144525"/>
                </a:lnTo>
                <a:lnTo>
                  <a:pt x="114375" y="144830"/>
                </a:lnTo>
                <a:lnTo>
                  <a:pt x="115126" y="145082"/>
                </a:lnTo>
                <a:lnTo>
                  <a:pt x="115887" y="145282"/>
                </a:lnTo>
                <a:lnTo>
                  <a:pt x="116654" y="145430"/>
                </a:lnTo>
                <a:lnTo>
                  <a:pt x="117424" y="145528"/>
                </a:lnTo>
                <a:lnTo>
                  <a:pt x="118196" y="145575"/>
                </a:lnTo>
                <a:lnTo>
                  <a:pt x="118967" y="145572"/>
                </a:lnTo>
                <a:lnTo>
                  <a:pt x="119734" y="145520"/>
                </a:lnTo>
                <a:lnTo>
                  <a:pt x="120495" y="145420"/>
                </a:lnTo>
                <a:lnTo>
                  <a:pt x="121248" y="145271"/>
                </a:lnTo>
                <a:lnTo>
                  <a:pt x="121989" y="145075"/>
                </a:lnTo>
                <a:lnTo>
                  <a:pt x="122718" y="144832"/>
                </a:lnTo>
                <a:lnTo>
                  <a:pt x="123430" y="144542"/>
                </a:lnTo>
                <a:lnTo>
                  <a:pt x="124124" y="144207"/>
                </a:lnTo>
                <a:lnTo>
                  <a:pt x="124797" y="143826"/>
                </a:lnTo>
                <a:lnTo>
                  <a:pt x="125447" y="143401"/>
                </a:lnTo>
                <a:lnTo>
                  <a:pt x="126071" y="142932"/>
                </a:lnTo>
                <a:lnTo>
                  <a:pt x="126667" y="142419"/>
                </a:lnTo>
                <a:lnTo>
                  <a:pt x="127232" y="141863"/>
                </a:lnTo>
                <a:lnTo>
                  <a:pt x="127765" y="141264"/>
                </a:lnTo>
                <a:lnTo>
                  <a:pt x="128261" y="140624"/>
                </a:lnTo>
                <a:lnTo>
                  <a:pt x="128720" y="139943"/>
                </a:lnTo>
                <a:lnTo>
                  <a:pt x="129131" y="139232"/>
                </a:lnTo>
                <a:lnTo>
                  <a:pt x="129489" y="138505"/>
                </a:lnTo>
                <a:lnTo>
                  <a:pt x="129794" y="137764"/>
                </a:lnTo>
                <a:lnTo>
                  <a:pt x="130046" y="137012"/>
                </a:lnTo>
                <a:lnTo>
                  <a:pt x="130246" y="136252"/>
                </a:lnTo>
                <a:lnTo>
                  <a:pt x="130394" y="135485"/>
                </a:lnTo>
                <a:lnTo>
                  <a:pt x="130492" y="134715"/>
                </a:lnTo>
                <a:lnTo>
                  <a:pt x="130539" y="133943"/>
                </a:lnTo>
                <a:lnTo>
                  <a:pt x="130536" y="133172"/>
                </a:lnTo>
                <a:lnTo>
                  <a:pt x="130485" y="132405"/>
                </a:lnTo>
                <a:lnTo>
                  <a:pt x="130384" y="131644"/>
                </a:lnTo>
                <a:lnTo>
                  <a:pt x="130235" y="130891"/>
                </a:lnTo>
                <a:lnTo>
                  <a:pt x="130039" y="130149"/>
                </a:lnTo>
                <a:lnTo>
                  <a:pt x="129796" y="129421"/>
                </a:lnTo>
                <a:lnTo>
                  <a:pt x="129507" y="128709"/>
                </a:lnTo>
                <a:lnTo>
                  <a:pt x="129171" y="128015"/>
                </a:lnTo>
                <a:lnTo>
                  <a:pt x="128791" y="127342"/>
                </a:lnTo>
                <a:lnTo>
                  <a:pt x="128365" y="126692"/>
                </a:lnTo>
                <a:lnTo>
                  <a:pt x="127896" y="126068"/>
                </a:lnTo>
                <a:lnTo>
                  <a:pt x="127383" y="125472"/>
                </a:lnTo>
                <a:lnTo>
                  <a:pt x="126827" y="124906"/>
                </a:lnTo>
                <a:lnTo>
                  <a:pt x="126229" y="124374"/>
                </a:lnTo>
                <a:lnTo>
                  <a:pt x="125588" y="123878"/>
                </a:lnTo>
                <a:lnTo>
                  <a:pt x="124907" y="123419"/>
                </a:lnTo>
                <a:lnTo>
                  <a:pt x="64434" y="85624"/>
                </a:lnTo>
                <a:lnTo>
                  <a:pt x="453737" y="85625"/>
                </a:lnTo>
                <a:lnTo>
                  <a:pt x="393264" y="123420"/>
                </a:lnTo>
                <a:lnTo>
                  <a:pt x="392582" y="123879"/>
                </a:lnTo>
                <a:lnTo>
                  <a:pt x="391942" y="124375"/>
                </a:lnTo>
                <a:lnTo>
                  <a:pt x="391344" y="124907"/>
                </a:lnTo>
                <a:lnTo>
                  <a:pt x="390788" y="125473"/>
                </a:lnTo>
                <a:lnTo>
                  <a:pt x="390275" y="126069"/>
                </a:lnTo>
                <a:lnTo>
                  <a:pt x="389805" y="126693"/>
                </a:lnTo>
                <a:lnTo>
                  <a:pt x="389380" y="127343"/>
                </a:lnTo>
                <a:lnTo>
                  <a:pt x="388999" y="128016"/>
                </a:lnTo>
                <a:lnTo>
                  <a:pt x="388664" y="128710"/>
                </a:lnTo>
                <a:lnTo>
                  <a:pt x="388374" y="129422"/>
                </a:lnTo>
                <a:lnTo>
                  <a:pt x="388131" y="130150"/>
                </a:lnTo>
                <a:lnTo>
                  <a:pt x="387935" y="130892"/>
                </a:lnTo>
                <a:lnTo>
                  <a:pt x="387786" y="131645"/>
                </a:lnTo>
                <a:lnTo>
                  <a:pt x="387686" y="132406"/>
                </a:lnTo>
                <a:lnTo>
                  <a:pt x="387634" y="133173"/>
                </a:lnTo>
                <a:lnTo>
                  <a:pt x="387631" y="133944"/>
                </a:lnTo>
                <a:lnTo>
                  <a:pt x="387678" y="134716"/>
                </a:lnTo>
                <a:lnTo>
                  <a:pt x="387776" y="135486"/>
                </a:lnTo>
                <a:lnTo>
                  <a:pt x="387924" y="136253"/>
                </a:lnTo>
                <a:lnTo>
                  <a:pt x="388124" y="137013"/>
                </a:lnTo>
                <a:lnTo>
                  <a:pt x="388376" y="137765"/>
                </a:lnTo>
                <a:lnTo>
                  <a:pt x="388681" y="138506"/>
                </a:lnTo>
                <a:lnTo>
                  <a:pt x="389039" y="139233"/>
                </a:lnTo>
                <a:lnTo>
                  <a:pt x="389451" y="139943"/>
                </a:lnTo>
                <a:lnTo>
                  <a:pt x="389909" y="140625"/>
                </a:lnTo>
                <a:lnTo>
                  <a:pt x="390406" y="141265"/>
                </a:lnTo>
                <a:lnTo>
                  <a:pt x="390938" y="141864"/>
                </a:lnTo>
                <a:lnTo>
                  <a:pt x="391503" y="142420"/>
                </a:lnTo>
                <a:lnTo>
                  <a:pt x="392099" y="142933"/>
                </a:lnTo>
                <a:lnTo>
                  <a:pt x="392723" y="143402"/>
                </a:lnTo>
                <a:lnTo>
                  <a:pt x="393373" y="143827"/>
                </a:lnTo>
                <a:lnTo>
                  <a:pt x="394046" y="144208"/>
                </a:lnTo>
                <a:lnTo>
                  <a:pt x="394740" y="144543"/>
                </a:lnTo>
                <a:lnTo>
                  <a:pt x="395453" y="144833"/>
                </a:lnTo>
                <a:lnTo>
                  <a:pt x="396181" y="145076"/>
                </a:lnTo>
                <a:lnTo>
                  <a:pt x="396923" y="145272"/>
                </a:lnTo>
                <a:lnTo>
                  <a:pt x="397675" y="145421"/>
                </a:lnTo>
                <a:lnTo>
                  <a:pt x="398436" y="145521"/>
                </a:lnTo>
                <a:lnTo>
                  <a:pt x="399203" y="145573"/>
                </a:lnTo>
                <a:lnTo>
                  <a:pt x="399974" y="145576"/>
                </a:lnTo>
                <a:lnTo>
                  <a:pt x="400746" y="145529"/>
                </a:lnTo>
                <a:lnTo>
                  <a:pt x="401517" y="145431"/>
                </a:lnTo>
                <a:lnTo>
                  <a:pt x="402283" y="145283"/>
                </a:lnTo>
                <a:lnTo>
                  <a:pt x="403044" y="145083"/>
                </a:lnTo>
                <a:lnTo>
                  <a:pt x="403796" y="144831"/>
                </a:lnTo>
                <a:lnTo>
                  <a:pt x="404536" y="144526"/>
                </a:lnTo>
                <a:lnTo>
                  <a:pt x="405263" y="144168"/>
                </a:lnTo>
                <a:lnTo>
                  <a:pt x="405974" y="143757"/>
                </a:lnTo>
                <a:lnTo>
                  <a:pt x="518171" y="73634"/>
                </a:lnTo>
                <a:lnTo>
                  <a:pt x="405975" y="3511"/>
                </a:lnTo>
                <a:lnTo>
                  <a:pt x="405264" y="3099"/>
                </a:lnTo>
                <a:lnTo>
                  <a:pt x="404537" y="2741"/>
                </a:lnTo>
                <a:lnTo>
                  <a:pt x="403796" y="2437"/>
                </a:lnTo>
                <a:lnTo>
                  <a:pt x="403044" y="2185"/>
                </a:lnTo>
                <a:lnTo>
                  <a:pt x="402284" y="1985"/>
                </a:lnTo>
                <a:lnTo>
                  <a:pt x="401517" y="1836"/>
                </a:lnTo>
                <a:lnTo>
                  <a:pt x="400747" y="1739"/>
                </a:lnTo>
                <a:lnTo>
                  <a:pt x="399975" y="1692"/>
                </a:lnTo>
                <a:lnTo>
                  <a:pt x="399204" y="1694"/>
                </a:lnTo>
                <a:lnTo>
                  <a:pt x="398437" y="1746"/>
                </a:lnTo>
                <a:lnTo>
                  <a:pt x="397676" y="1847"/>
                </a:lnTo>
                <a:lnTo>
                  <a:pt x="396923" y="1995"/>
                </a:lnTo>
                <a:lnTo>
                  <a:pt x="396181" y="2191"/>
                </a:lnTo>
                <a:lnTo>
                  <a:pt x="395453" y="2434"/>
                </a:lnTo>
                <a:lnTo>
                  <a:pt x="394741" y="2724"/>
                </a:lnTo>
                <a:lnTo>
                  <a:pt x="394047" y="3059"/>
                </a:lnTo>
                <a:lnTo>
                  <a:pt x="393374" y="3440"/>
                </a:lnTo>
                <a:lnTo>
                  <a:pt x="392724" y="3865"/>
                </a:lnTo>
                <a:lnTo>
                  <a:pt x="392100" y="4335"/>
                </a:lnTo>
                <a:lnTo>
                  <a:pt x="391504" y="4848"/>
                </a:lnTo>
                <a:lnTo>
                  <a:pt x="390939" y="5404"/>
                </a:lnTo>
                <a:lnTo>
                  <a:pt x="390406" y="6002"/>
                </a:lnTo>
                <a:lnTo>
                  <a:pt x="389910" y="6642"/>
                </a:lnTo>
                <a:lnTo>
                  <a:pt x="389451" y="7324"/>
                </a:lnTo>
                <a:lnTo>
                  <a:pt x="389039" y="8035"/>
                </a:lnTo>
                <a:lnTo>
                  <a:pt x="388682" y="8762"/>
                </a:lnTo>
                <a:lnTo>
                  <a:pt x="388377" y="9502"/>
                </a:lnTo>
                <a:lnTo>
                  <a:pt x="388125" y="10254"/>
                </a:lnTo>
                <a:lnTo>
                  <a:pt x="387925" y="11014"/>
                </a:lnTo>
                <a:lnTo>
                  <a:pt x="387776" y="11781"/>
                </a:lnTo>
                <a:lnTo>
                  <a:pt x="387679" y="12552"/>
                </a:lnTo>
                <a:lnTo>
                  <a:pt x="387632" y="13324"/>
                </a:lnTo>
                <a:lnTo>
                  <a:pt x="387634" y="14094"/>
                </a:lnTo>
                <a:lnTo>
                  <a:pt x="387686" y="14862"/>
                </a:lnTo>
                <a:lnTo>
                  <a:pt x="387787" y="15623"/>
                </a:lnTo>
                <a:lnTo>
                  <a:pt x="387936" y="16375"/>
                </a:lnTo>
                <a:lnTo>
                  <a:pt x="388132" y="17117"/>
                </a:lnTo>
                <a:lnTo>
                  <a:pt x="388375" y="17845"/>
                </a:lnTo>
                <a:lnTo>
                  <a:pt x="388664" y="18558"/>
                </a:lnTo>
                <a:lnTo>
                  <a:pt x="389000" y="19252"/>
                </a:lnTo>
                <a:lnTo>
                  <a:pt x="389380" y="19925"/>
                </a:lnTo>
                <a:lnTo>
                  <a:pt x="389806" y="20575"/>
                </a:lnTo>
                <a:lnTo>
                  <a:pt x="390275" y="21199"/>
                </a:lnTo>
                <a:lnTo>
                  <a:pt x="390788" y="21795"/>
                </a:lnTo>
                <a:lnTo>
                  <a:pt x="391344" y="22360"/>
                </a:lnTo>
                <a:lnTo>
                  <a:pt x="391942" y="22892"/>
                </a:lnTo>
                <a:lnTo>
                  <a:pt x="392583" y="23389"/>
                </a:lnTo>
                <a:lnTo>
                  <a:pt x="393264" y="23847"/>
                </a:lnTo>
                <a:lnTo>
                  <a:pt x="453737" y="61643"/>
                </a:lnTo>
                <a:lnTo>
                  <a:pt x="64434" y="61642"/>
                </a:lnTo>
                <a:lnTo>
                  <a:pt x="124907" y="238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B03B2-31D4-4294-B84E-37774DE7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482" y="1066790"/>
            <a:ext cx="259086" cy="147266"/>
          </a:xfrm>
          <a:custGeom xmlns:a="http://schemas.openxmlformats.org/drawingml/2006/main">
            <a:pathLst>
              <a:path w="259086" h="147266">
                <a:moveTo>
                  <a:pt x="0" y="85623"/>
                </a:moveTo>
                <a:lnTo>
                  <a:pt x="194651" y="85624"/>
                </a:lnTo>
                <a:lnTo>
                  <a:pt x="134178" y="123419"/>
                </a:lnTo>
                <a:lnTo>
                  <a:pt x="133497" y="123878"/>
                </a:lnTo>
                <a:lnTo>
                  <a:pt x="132856" y="124374"/>
                </a:lnTo>
                <a:lnTo>
                  <a:pt x="132258" y="124906"/>
                </a:lnTo>
                <a:lnTo>
                  <a:pt x="131702" y="125472"/>
                </a:lnTo>
                <a:lnTo>
                  <a:pt x="131189" y="126068"/>
                </a:lnTo>
                <a:lnTo>
                  <a:pt x="130720" y="126692"/>
                </a:lnTo>
                <a:lnTo>
                  <a:pt x="130294" y="127342"/>
                </a:lnTo>
                <a:lnTo>
                  <a:pt x="129914" y="128015"/>
                </a:lnTo>
                <a:lnTo>
                  <a:pt x="129578" y="128709"/>
                </a:lnTo>
                <a:lnTo>
                  <a:pt x="129289" y="129421"/>
                </a:lnTo>
                <a:lnTo>
                  <a:pt x="129046" y="130149"/>
                </a:lnTo>
                <a:lnTo>
                  <a:pt x="128849" y="130891"/>
                </a:lnTo>
                <a:lnTo>
                  <a:pt x="128701" y="131644"/>
                </a:lnTo>
                <a:lnTo>
                  <a:pt x="128600" y="132405"/>
                </a:lnTo>
                <a:lnTo>
                  <a:pt x="128548" y="133172"/>
                </a:lnTo>
                <a:lnTo>
                  <a:pt x="128546" y="133943"/>
                </a:lnTo>
                <a:lnTo>
                  <a:pt x="128593" y="134715"/>
                </a:lnTo>
                <a:lnTo>
                  <a:pt x="128690" y="135485"/>
                </a:lnTo>
                <a:lnTo>
                  <a:pt x="128839" y="136252"/>
                </a:lnTo>
                <a:lnTo>
                  <a:pt x="129039" y="137012"/>
                </a:lnTo>
                <a:lnTo>
                  <a:pt x="129291" y="137764"/>
                </a:lnTo>
                <a:lnTo>
                  <a:pt x="129596" y="138505"/>
                </a:lnTo>
                <a:lnTo>
                  <a:pt x="129953" y="139232"/>
                </a:lnTo>
                <a:lnTo>
                  <a:pt x="130365" y="139943"/>
                </a:lnTo>
                <a:lnTo>
                  <a:pt x="130824" y="140624"/>
                </a:lnTo>
                <a:lnTo>
                  <a:pt x="131320" y="141264"/>
                </a:lnTo>
                <a:lnTo>
                  <a:pt x="131852" y="141863"/>
                </a:lnTo>
                <a:lnTo>
                  <a:pt x="132418" y="142419"/>
                </a:lnTo>
                <a:lnTo>
                  <a:pt x="133014" y="142932"/>
                </a:lnTo>
                <a:lnTo>
                  <a:pt x="133638" y="143401"/>
                </a:lnTo>
                <a:lnTo>
                  <a:pt x="134288" y="143826"/>
                </a:lnTo>
                <a:lnTo>
                  <a:pt x="134961" y="144207"/>
                </a:lnTo>
                <a:lnTo>
                  <a:pt x="135655" y="144542"/>
                </a:lnTo>
                <a:lnTo>
                  <a:pt x="136367" y="144832"/>
                </a:lnTo>
                <a:lnTo>
                  <a:pt x="137095" y="145075"/>
                </a:lnTo>
                <a:lnTo>
                  <a:pt x="137837" y="145271"/>
                </a:lnTo>
                <a:lnTo>
                  <a:pt x="138590" y="145420"/>
                </a:lnTo>
                <a:lnTo>
                  <a:pt x="139351" y="145520"/>
                </a:lnTo>
                <a:lnTo>
                  <a:pt x="140118" y="145572"/>
                </a:lnTo>
                <a:lnTo>
                  <a:pt x="140889" y="145575"/>
                </a:lnTo>
                <a:lnTo>
                  <a:pt x="141661" y="145528"/>
                </a:lnTo>
                <a:lnTo>
                  <a:pt x="142431" y="145430"/>
                </a:lnTo>
                <a:lnTo>
                  <a:pt x="143198" y="145282"/>
                </a:lnTo>
                <a:lnTo>
                  <a:pt x="143958" y="145082"/>
                </a:lnTo>
                <a:lnTo>
                  <a:pt x="144710" y="144830"/>
                </a:lnTo>
                <a:lnTo>
                  <a:pt x="145451" y="144525"/>
                </a:lnTo>
                <a:lnTo>
                  <a:pt x="146178" y="144167"/>
                </a:lnTo>
                <a:lnTo>
                  <a:pt x="146888" y="143756"/>
                </a:lnTo>
                <a:lnTo>
                  <a:pt x="259086" y="73634"/>
                </a:lnTo>
                <a:lnTo>
                  <a:pt x="146890" y="3510"/>
                </a:lnTo>
                <a:lnTo>
                  <a:pt x="146179" y="3098"/>
                </a:lnTo>
                <a:lnTo>
                  <a:pt x="145452" y="2740"/>
                </a:lnTo>
                <a:lnTo>
                  <a:pt x="144711" y="2436"/>
                </a:lnTo>
                <a:lnTo>
                  <a:pt x="143959" y="2184"/>
                </a:lnTo>
                <a:lnTo>
                  <a:pt x="143199" y="1984"/>
                </a:lnTo>
                <a:lnTo>
                  <a:pt x="142432" y="1835"/>
                </a:lnTo>
                <a:lnTo>
                  <a:pt x="141662" y="1738"/>
                </a:lnTo>
                <a:lnTo>
                  <a:pt x="140890" y="1691"/>
                </a:lnTo>
                <a:lnTo>
                  <a:pt x="140119" y="1693"/>
                </a:lnTo>
                <a:lnTo>
                  <a:pt x="139352" y="1745"/>
                </a:lnTo>
                <a:lnTo>
                  <a:pt x="138591" y="1846"/>
                </a:lnTo>
                <a:lnTo>
                  <a:pt x="137838" y="1994"/>
                </a:lnTo>
                <a:lnTo>
                  <a:pt x="137096" y="2190"/>
                </a:lnTo>
                <a:lnTo>
                  <a:pt x="136368" y="2434"/>
                </a:lnTo>
                <a:lnTo>
                  <a:pt x="135656" y="2723"/>
                </a:lnTo>
                <a:lnTo>
                  <a:pt x="134962" y="3058"/>
                </a:lnTo>
                <a:lnTo>
                  <a:pt x="134289" y="3439"/>
                </a:lnTo>
                <a:lnTo>
                  <a:pt x="133639" y="3864"/>
                </a:lnTo>
                <a:lnTo>
                  <a:pt x="133015" y="4334"/>
                </a:lnTo>
                <a:lnTo>
                  <a:pt x="132419" y="4847"/>
                </a:lnTo>
                <a:lnTo>
                  <a:pt x="131853" y="5403"/>
                </a:lnTo>
                <a:lnTo>
                  <a:pt x="131321" y="6001"/>
                </a:lnTo>
                <a:lnTo>
                  <a:pt x="130825" y="6641"/>
                </a:lnTo>
                <a:lnTo>
                  <a:pt x="130366" y="7323"/>
                </a:lnTo>
                <a:lnTo>
                  <a:pt x="129954" y="8034"/>
                </a:lnTo>
                <a:lnTo>
                  <a:pt x="129597" y="8761"/>
                </a:lnTo>
                <a:lnTo>
                  <a:pt x="129292" y="9501"/>
                </a:lnTo>
                <a:lnTo>
                  <a:pt x="129040" y="10253"/>
                </a:lnTo>
                <a:lnTo>
                  <a:pt x="128840" y="11014"/>
                </a:lnTo>
                <a:lnTo>
                  <a:pt x="128691" y="11780"/>
                </a:lnTo>
                <a:lnTo>
                  <a:pt x="128594" y="12551"/>
                </a:lnTo>
                <a:lnTo>
                  <a:pt x="128547" y="13323"/>
                </a:lnTo>
                <a:lnTo>
                  <a:pt x="128549" y="14093"/>
                </a:lnTo>
                <a:lnTo>
                  <a:pt x="128601" y="14861"/>
                </a:lnTo>
                <a:lnTo>
                  <a:pt x="128702" y="15622"/>
                </a:lnTo>
                <a:lnTo>
                  <a:pt x="128850" y="16374"/>
                </a:lnTo>
                <a:lnTo>
                  <a:pt x="129047" y="17116"/>
                </a:lnTo>
                <a:lnTo>
                  <a:pt x="129290" y="17844"/>
                </a:lnTo>
                <a:lnTo>
                  <a:pt x="129579" y="18556"/>
                </a:lnTo>
                <a:lnTo>
                  <a:pt x="129915" y="19250"/>
                </a:lnTo>
                <a:lnTo>
                  <a:pt x="130295" y="19924"/>
                </a:lnTo>
                <a:lnTo>
                  <a:pt x="130721" y="20574"/>
                </a:lnTo>
                <a:lnTo>
                  <a:pt x="131190" y="21198"/>
                </a:lnTo>
                <a:lnTo>
                  <a:pt x="131703" y="21794"/>
                </a:lnTo>
                <a:lnTo>
                  <a:pt x="132259" y="22359"/>
                </a:lnTo>
                <a:lnTo>
                  <a:pt x="132857" y="22891"/>
                </a:lnTo>
                <a:lnTo>
                  <a:pt x="133497" y="23388"/>
                </a:lnTo>
                <a:lnTo>
                  <a:pt x="134179" y="23846"/>
                </a:lnTo>
                <a:lnTo>
                  <a:pt x="194651" y="61642"/>
                </a:lnTo>
                <a:lnTo>
                  <a:pt x="0" y="61641"/>
                </a:lnTo>
                <a:lnTo>
                  <a:pt x="0" y="856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62373-94D0-4484-89E4-651349C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482" y="1998159"/>
            <a:ext cx="259086" cy="147266"/>
          </a:xfrm>
          <a:custGeom xmlns:a="http://schemas.openxmlformats.org/drawingml/2006/main">
            <a:pathLst>
              <a:path w="259086" h="147266">
                <a:moveTo>
                  <a:pt x="0" y="85623"/>
                </a:moveTo>
                <a:lnTo>
                  <a:pt x="194651" y="85624"/>
                </a:lnTo>
                <a:lnTo>
                  <a:pt x="134178" y="123419"/>
                </a:lnTo>
                <a:lnTo>
                  <a:pt x="133497" y="123878"/>
                </a:lnTo>
                <a:lnTo>
                  <a:pt x="132856" y="124374"/>
                </a:lnTo>
                <a:lnTo>
                  <a:pt x="132258" y="124906"/>
                </a:lnTo>
                <a:lnTo>
                  <a:pt x="131702" y="125472"/>
                </a:lnTo>
                <a:lnTo>
                  <a:pt x="131189" y="126068"/>
                </a:lnTo>
                <a:lnTo>
                  <a:pt x="130720" y="126692"/>
                </a:lnTo>
                <a:lnTo>
                  <a:pt x="130294" y="127342"/>
                </a:lnTo>
                <a:lnTo>
                  <a:pt x="129914" y="128015"/>
                </a:lnTo>
                <a:lnTo>
                  <a:pt x="129578" y="128709"/>
                </a:lnTo>
                <a:lnTo>
                  <a:pt x="129289" y="129421"/>
                </a:lnTo>
                <a:lnTo>
                  <a:pt x="129046" y="130149"/>
                </a:lnTo>
                <a:lnTo>
                  <a:pt x="128849" y="130891"/>
                </a:lnTo>
                <a:lnTo>
                  <a:pt x="128701" y="131644"/>
                </a:lnTo>
                <a:lnTo>
                  <a:pt x="128600" y="132405"/>
                </a:lnTo>
                <a:lnTo>
                  <a:pt x="128548" y="133172"/>
                </a:lnTo>
                <a:lnTo>
                  <a:pt x="128546" y="133943"/>
                </a:lnTo>
                <a:lnTo>
                  <a:pt x="128593" y="134715"/>
                </a:lnTo>
                <a:lnTo>
                  <a:pt x="128690" y="135485"/>
                </a:lnTo>
                <a:lnTo>
                  <a:pt x="128839" y="136252"/>
                </a:lnTo>
                <a:lnTo>
                  <a:pt x="129039" y="137012"/>
                </a:lnTo>
                <a:lnTo>
                  <a:pt x="129291" y="137764"/>
                </a:lnTo>
                <a:lnTo>
                  <a:pt x="129596" y="138505"/>
                </a:lnTo>
                <a:lnTo>
                  <a:pt x="129953" y="139232"/>
                </a:lnTo>
                <a:lnTo>
                  <a:pt x="130365" y="139943"/>
                </a:lnTo>
                <a:lnTo>
                  <a:pt x="130824" y="140624"/>
                </a:lnTo>
                <a:lnTo>
                  <a:pt x="131320" y="141264"/>
                </a:lnTo>
                <a:lnTo>
                  <a:pt x="131852" y="141863"/>
                </a:lnTo>
                <a:lnTo>
                  <a:pt x="132418" y="142419"/>
                </a:lnTo>
                <a:lnTo>
                  <a:pt x="133014" y="142932"/>
                </a:lnTo>
                <a:lnTo>
                  <a:pt x="133638" y="143401"/>
                </a:lnTo>
                <a:lnTo>
                  <a:pt x="134288" y="143826"/>
                </a:lnTo>
                <a:lnTo>
                  <a:pt x="134961" y="144207"/>
                </a:lnTo>
                <a:lnTo>
                  <a:pt x="135655" y="144542"/>
                </a:lnTo>
                <a:lnTo>
                  <a:pt x="136367" y="144832"/>
                </a:lnTo>
                <a:lnTo>
                  <a:pt x="137095" y="145075"/>
                </a:lnTo>
                <a:lnTo>
                  <a:pt x="137837" y="145271"/>
                </a:lnTo>
                <a:lnTo>
                  <a:pt x="138590" y="145420"/>
                </a:lnTo>
                <a:lnTo>
                  <a:pt x="139351" y="145520"/>
                </a:lnTo>
                <a:lnTo>
                  <a:pt x="140118" y="145572"/>
                </a:lnTo>
                <a:lnTo>
                  <a:pt x="140889" y="145575"/>
                </a:lnTo>
                <a:lnTo>
                  <a:pt x="141661" y="145528"/>
                </a:lnTo>
                <a:lnTo>
                  <a:pt x="142431" y="145430"/>
                </a:lnTo>
                <a:lnTo>
                  <a:pt x="143198" y="145282"/>
                </a:lnTo>
                <a:lnTo>
                  <a:pt x="143958" y="145082"/>
                </a:lnTo>
                <a:lnTo>
                  <a:pt x="144710" y="144830"/>
                </a:lnTo>
                <a:lnTo>
                  <a:pt x="145451" y="144525"/>
                </a:lnTo>
                <a:lnTo>
                  <a:pt x="146178" y="144167"/>
                </a:lnTo>
                <a:lnTo>
                  <a:pt x="146888" y="143756"/>
                </a:lnTo>
                <a:lnTo>
                  <a:pt x="259086" y="73634"/>
                </a:lnTo>
                <a:lnTo>
                  <a:pt x="146890" y="3510"/>
                </a:lnTo>
                <a:lnTo>
                  <a:pt x="146179" y="3098"/>
                </a:lnTo>
                <a:lnTo>
                  <a:pt x="145452" y="2740"/>
                </a:lnTo>
                <a:lnTo>
                  <a:pt x="144711" y="2436"/>
                </a:lnTo>
                <a:lnTo>
                  <a:pt x="143959" y="2184"/>
                </a:lnTo>
                <a:lnTo>
                  <a:pt x="143199" y="1984"/>
                </a:lnTo>
                <a:lnTo>
                  <a:pt x="142432" y="1835"/>
                </a:lnTo>
                <a:lnTo>
                  <a:pt x="141662" y="1738"/>
                </a:lnTo>
                <a:lnTo>
                  <a:pt x="140890" y="1691"/>
                </a:lnTo>
                <a:lnTo>
                  <a:pt x="140119" y="1693"/>
                </a:lnTo>
                <a:lnTo>
                  <a:pt x="139352" y="1745"/>
                </a:lnTo>
                <a:lnTo>
                  <a:pt x="138591" y="1846"/>
                </a:lnTo>
                <a:lnTo>
                  <a:pt x="137838" y="1994"/>
                </a:lnTo>
                <a:lnTo>
                  <a:pt x="137096" y="2190"/>
                </a:lnTo>
                <a:lnTo>
                  <a:pt x="136368" y="2434"/>
                </a:lnTo>
                <a:lnTo>
                  <a:pt x="135656" y="2723"/>
                </a:lnTo>
                <a:lnTo>
                  <a:pt x="134962" y="3058"/>
                </a:lnTo>
                <a:lnTo>
                  <a:pt x="134289" y="3439"/>
                </a:lnTo>
                <a:lnTo>
                  <a:pt x="133639" y="3864"/>
                </a:lnTo>
                <a:lnTo>
                  <a:pt x="133015" y="4334"/>
                </a:lnTo>
                <a:lnTo>
                  <a:pt x="132419" y="4847"/>
                </a:lnTo>
                <a:lnTo>
                  <a:pt x="131853" y="5403"/>
                </a:lnTo>
                <a:lnTo>
                  <a:pt x="131321" y="6001"/>
                </a:lnTo>
                <a:lnTo>
                  <a:pt x="130825" y="6641"/>
                </a:lnTo>
                <a:lnTo>
                  <a:pt x="130366" y="7323"/>
                </a:lnTo>
                <a:lnTo>
                  <a:pt x="129954" y="8034"/>
                </a:lnTo>
                <a:lnTo>
                  <a:pt x="129597" y="8761"/>
                </a:lnTo>
                <a:lnTo>
                  <a:pt x="129292" y="9501"/>
                </a:lnTo>
                <a:lnTo>
                  <a:pt x="129040" y="10253"/>
                </a:lnTo>
                <a:lnTo>
                  <a:pt x="128840" y="11014"/>
                </a:lnTo>
                <a:lnTo>
                  <a:pt x="128691" y="11780"/>
                </a:lnTo>
                <a:lnTo>
                  <a:pt x="128594" y="12551"/>
                </a:lnTo>
                <a:lnTo>
                  <a:pt x="128547" y="13323"/>
                </a:lnTo>
                <a:lnTo>
                  <a:pt x="128549" y="14093"/>
                </a:lnTo>
                <a:lnTo>
                  <a:pt x="128601" y="14861"/>
                </a:lnTo>
                <a:lnTo>
                  <a:pt x="128702" y="15622"/>
                </a:lnTo>
                <a:lnTo>
                  <a:pt x="128850" y="16374"/>
                </a:lnTo>
                <a:lnTo>
                  <a:pt x="129047" y="17116"/>
                </a:lnTo>
                <a:lnTo>
                  <a:pt x="129290" y="17844"/>
                </a:lnTo>
                <a:lnTo>
                  <a:pt x="129579" y="18556"/>
                </a:lnTo>
                <a:lnTo>
                  <a:pt x="129915" y="19250"/>
                </a:lnTo>
                <a:lnTo>
                  <a:pt x="130295" y="19924"/>
                </a:lnTo>
                <a:lnTo>
                  <a:pt x="130721" y="20574"/>
                </a:lnTo>
                <a:lnTo>
                  <a:pt x="131190" y="21198"/>
                </a:lnTo>
                <a:lnTo>
                  <a:pt x="131703" y="21794"/>
                </a:lnTo>
                <a:lnTo>
                  <a:pt x="132259" y="22359"/>
                </a:lnTo>
                <a:lnTo>
                  <a:pt x="132857" y="22891"/>
                </a:lnTo>
                <a:lnTo>
                  <a:pt x="133497" y="23388"/>
                </a:lnTo>
                <a:lnTo>
                  <a:pt x="134179" y="23846"/>
                </a:lnTo>
                <a:lnTo>
                  <a:pt x="194651" y="61642"/>
                </a:lnTo>
                <a:lnTo>
                  <a:pt x="0" y="61641"/>
                </a:lnTo>
                <a:lnTo>
                  <a:pt x="0" y="856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C101DE-E552-425D-BB22-4DB0CCCB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482" y="1140422"/>
            <a:ext cx="10" cy="932414"/>
          </a:xfrm>
          <a:custGeom xmlns:a="http://schemas.openxmlformats.org/drawingml/2006/main">
            <a:pathLst>
              <a:path w="2" h="932414" fill="none">
                <a:moveTo>
                  <a:pt x="0" y="0"/>
                </a:moveTo>
                <a:lnTo>
                  <a:pt x="2" y="932414"/>
                </a:lnTo>
              </a:path>
            </a:pathLst>
          </a:custGeom>
          <a:noFill xmlns:a="http://schemas.openxmlformats.org/drawingml/2006/main"/>
          <a:ln xmlns:a="http://schemas.openxmlformats.org/drawingml/2006/main" w="23982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DDB64-2EAA-4CC9-B41F-DBA1D1F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926" y="1190130"/>
            <a:ext cx="272086" cy="277317"/>
          </a:xfrm>
          <a:custGeom xmlns:a="http://schemas.openxmlformats.org/drawingml/2006/main">
            <a:pathLst>
              <a:path w="272086" h="277317">
                <a:moveTo>
                  <a:pt x="0" y="138659"/>
                </a:moveTo>
                <a:cubicBezTo>
                  <a:pt x="0" y="62079"/>
                  <a:pt x="60909" y="0"/>
                  <a:pt x="136042" y="0"/>
                </a:cubicBezTo>
                <a:cubicBezTo>
                  <a:pt x="211177" y="0"/>
                  <a:pt x="272086" y="62079"/>
                  <a:pt x="272086" y="138659"/>
                </a:cubicBezTo>
                <a:cubicBezTo>
                  <a:pt x="272086" y="215237"/>
                  <a:pt x="211177" y="277317"/>
                  <a:pt x="136042" y="277317"/>
                </a:cubicBezTo>
                <a:cubicBezTo>
                  <a:pt x="60909" y="277317"/>
                  <a:pt x="0" y="215237"/>
                  <a:pt x="0" y="138659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1">
            <a:extLst xmlns:a="http://schemas.openxmlformats.org/drawingml/2006/main">
              <a:ext uri="{FF2B5EF4-FFF2-40B4-BE49-F238E27FC236}">
                <a16:creationId xmlns:a16="http://schemas.microsoft.com/office/drawing/2014/main" id="{9CE6CD72-71DD-4D70-A114-FD8BF2F4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131" y="1272849"/>
            <a:ext cx="61354" cy="131985"/>
          </a:xfrm>
          <a:custGeom xmlns:a="http://schemas.openxmlformats.org/drawingml/2006/main">
            <a:pathLst>
              <a:path w="61354" h="131985">
                <a:moveTo>
                  <a:pt x="41403" y="107523"/>
                </a:moveTo>
                <a:cubicBezTo>
                  <a:pt x="41190" y="101084"/>
                  <a:pt x="41082" y="84880"/>
                  <a:pt x="41082" y="68677"/>
                </a:cubicBezTo>
                <a:cubicBezTo>
                  <a:pt x="41082" y="52477"/>
                  <a:pt x="41190" y="36273"/>
                  <a:pt x="41403" y="29834"/>
                </a:cubicBezTo>
                <a:cubicBezTo>
                  <a:pt x="41831" y="16956"/>
                  <a:pt x="42326" y="3866"/>
                  <a:pt x="42692" y="1077"/>
                </a:cubicBezTo>
                <a:cubicBezTo>
                  <a:pt x="42692" y="46"/>
                  <a:pt x="42155" y="0"/>
                  <a:pt x="41403" y="0"/>
                </a:cubicBezTo>
                <a:cubicBezTo>
                  <a:pt x="29540" y="7365"/>
                  <a:pt x="18878" y="12665"/>
                  <a:pt x="0" y="21464"/>
                </a:cubicBezTo>
                <a:cubicBezTo>
                  <a:pt x="344" y="23909"/>
                  <a:pt x="1286" y="24875"/>
                  <a:pt x="3218" y="26184"/>
                </a:cubicBezTo>
                <a:cubicBezTo>
                  <a:pt x="12979" y="22109"/>
                  <a:pt x="17804" y="20819"/>
                  <a:pt x="21883" y="20819"/>
                </a:cubicBezTo>
                <a:cubicBezTo>
                  <a:pt x="25422" y="20819"/>
                  <a:pt x="25936" y="25972"/>
                  <a:pt x="26171" y="33268"/>
                </a:cubicBezTo>
                <a:cubicBezTo>
                  <a:pt x="26387" y="39707"/>
                  <a:pt x="26495" y="55865"/>
                  <a:pt x="26495" y="70932"/>
                </a:cubicBezTo>
                <a:cubicBezTo>
                  <a:pt x="26495" y="85997"/>
                  <a:pt x="26387" y="101084"/>
                  <a:pt x="26171" y="107523"/>
                </a:cubicBezTo>
                <a:cubicBezTo>
                  <a:pt x="25572" y="125337"/>
                  <a:pt x="22525" y="126407"/>
                  <a:pt x="7509" y="127052"/>
                </a:cubicBezTo>
                <a:cubicBezTo>
                  <a:pt x="6220" y="128339"/>
                  <a:pt x="6220" y="130699"/>
                  <a:pt x="7509" y="131985"/>
                </a:cubicBezTo>
                <a:cubicBezTo>
                  <a:pt x="18020" y="131773"/>
                  <a:pt x="23985" y="130915"/>
                  <a:pt x="34538" y="130915"/>
                </a:cubicBezTo>
                <a:cubicBezTo>
                  <a:pt x="44516" y="130915"/>
                  <a:pt x="49341" y="131773"/>
                  <a:pt x="60068" y="131985"/>
                </a:cubicBezTo>
                <a:cubicBezTo>
                  <a:pt x="61354" y="130699"/>
                  <a:pt x="61354" y="128339"/>
                  <a:pt x="60068" y="127052"/>
                </a:cubicBezTo>
                <a:cubicBezTo>
                  <a:pt x="45049" y="126407"/>
                  <a:pt x="42005" y="125337"/>
                  <a:pt x="41403" y="10752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49C5CF-358D-4984-996A-257CB9FB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159" y="373875"/>
            <a:ext cx="277317" cy="277317"/>
          </a:xfrm>
          <a:custGeom xmlns:a="http://schemas.openxmlformats.org/drawingml/2006/main">
            <a:pathLst>
              <a:path w="277317" h="277317">
                <a:moveTo>
                  <a:pt x="0" y="138659"/>
                </a:moveTo>
                <a:cubicBezTo>
                  <a:pt x="0" y="62080"/>
                  <a:pt x="62079" y="0"/>
                  <a:pt x="138658" y="0"/>
                </a:cubicBezTo>
                <a:cubicBezTo>
                  <a:pt x="215237" y="0"/>
                  <a:pt x="277317" y="62080"/>
                  <a:pt x="277317" y="138659"/>
                </a:cubicBezTo>
                <a:cubicBezTo>
                  <a:pt x="277317" y="215238"/>
                  <a:pt x="215237" y="277317"/>
                  <a:pt x="138658" y="277317"/>
                </a:cubicBezTo>
                <a:cubicBezTo>
                  <a:pt x="62079" y="277317"/>
                  <a:pt x="0" y="215238"/>
                  <a:pt x="0" y="138659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2">
            <a:extLst xmlns:a="http://schemas.openxmlformats.org/drawingml/2006/main">
              <a:ext uri="{FF2B5EF4-FFF2-40B4-BE49-F238E27FC236}">
                <a16:creationId xmlns:a16="http://schemas.microsoft.com/office/drawing/2014/main" id="{5C4CB327-FB84-4280-A312-ED1A41D4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271" y="456594"/>
            <a:ext cx="75299" cy="131370"/>
          </a:xfrm>
          <a:custGeom xmlns:a="http://schemas.openxmlformats.org/drawingml/2006/main">
            <a:pathLst>
              <a:path w="75299" h="131370">
                <a:moveTo>
                  <a:pt x="0" y="30482"/>
                </a:moveTo>
                <a:cubicBezTo>
                  <a:pt x="0" y="34990"/>
                  <a:pt x="4075" y="37350"/>
                  <a:pt x="8583" y="37350"/>
                </a:cubicBezTo>
                <a:cubicBezTo>
                  <a:pt x="12230" y="37350"/>
                  <a:pt x="17591" y="34132"/>
                  <a:pt x="17591" y="30054"/>
                </a:cubicBezTo>
                <a:cubicBezTo>
                  <a:pt x="17591" y="28335"/>
                  <a:pt x="17163" y="27261"/>
                  <a:pt x="16734" y="25759"/>
                </a:cubicBezTo>
                <a:cubicBezTo>
                  <a:pt x="16305" y="24256"/>
                  <a:pt x="15019" y="22325"/>
                  <a:pt x="15019" y="20606"/>
                </a:cubicBezTo>
                <a:cubicBezTo>
                  <a:pt x="15019" y="15241"/>
                  <a:pt x="19523" y="5365"/>
                  <a:pt x="35183" y="5365"/>
                </a:cubicBezTo>
                <a:cubicBezTo>
                  <a:pt x="42905" y="5365"/>
                  <a:pt x="55992" y="12878"/>
                  <a:pt x="55992" y="33487"/>
                </a:cubicBezTo>
                <a:cubicBezTo>
                  <a:pt x="55992" y="47226"/>
                  <a:pt x="53203" y="58388"/>
                  <a:pt x="40548" y="71269"/>
                </a:cubicBezTo>
                <a:lnTo>
                  <a:pt x="24672" y="86939"/>
                </a:lnTo>
                <a:cubicBezTo>
                  <a:pt x="3647" y="108407"/>
                  <a:pt x="216" y="118712"/>
                  <a:pt x="216" y="131370"/>
                </a:cubicBezTo>
                <a:cubicBezTo>
                  <a:pt x="216" y="131370"/>
                  <a:pt x="9012" y="130938"/>
                  <a:pt x="15876" y="130938"/>
                </a:cubicBezTo>
                <a:lnTo>
                  <a:pt x="53419" y="130938"/>
                </a:lnTo>
                <a:cubicBezTo>
                  <a:pt x="60284" y="130938"/>
                  <a:pt x="70153" y="131370"/>
                  <a:pt x="70153" y="131370"/>
                </a:cubicBezTo>
                <a:cubicBezTo>
                  <a:pt x="72939" y="119998"/>
                  <a:pt x="75086" y="103899"/>
                  <a:pt x="75299" y="97460"/>
                </a:cubicBezTo>
                <a:cubicBezTo>
                  <a:pt x="74013" y="96387"/>
                  <a:pt x="73371" y="95955"/>
                  <a:pt x="71224" y="96387"/>
                </a:cubicBezTo>
                <a:cubicBezTo>
                  <a:pt x="67577" y="111628"/>
                  <a:pt x="63930" y="119140"/>
                  <a:pt x="56208" y="119140"/>
                </a:cubicBezTo>
                <a:lnTo>
                  <a:pt x="15876" y="119140"/>
                </a:lnTo>
                <a:cubicBezTo>
                  <a:pt x="15876" y="108836"/>
                  <a:pt x="30679" y="92092"/>
                  <a:pt x="31752" y="91018"/>
                </a:cubicBezTo>
                <a:lnTo>
                  <a:pt x="53419" y="70196"/>
                </a:lnTo>
                <a:cubicBezTo>
                  <a:pt x="65646" y="58388"/>
                  <a:pt x="74870" y="48945"/>
                  <a:pt x="74870" y="32630"/>
                </a:cubicBezTo>
                <a:cubicBezTo>
                  <a:pt x="74870" y="9444"/>
                  <a:pt x="53848" y="0"/>
                  <a:pt x="36469" y="0"/>
                </a:cubicBezTo>
                <a:cubicBezTo>
                  <a:pt x="12658" y="0"/>
                  <a:pt x="0" y="17601"/>
                  <a:pt x="0" y="304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46456-0AD2-478D-BA69-2BE591EA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620" y="373875"/>
            <a:ext cx="277317" cy="277317"/>
          </a:xfrm>
          <a:custGeom xmlns:a="http://schemas.openxmlformats.org/drawingml/2006/main">
            <a:pathLst>
              <a:path w="277317" h="277317">
                <a:moveTo>
                  <a:pt x="0" y="138659"/>
                </a:moveTo>
                <a:cubicBezTo>
                  <a:pt x="0" y="62080"/>
                  <a:pt x="62079" y="0"/>
                  <a:pt x="138658" y="0"/>
                </a:cubicBezTo>
                <a:cubicBezTo>
                  <a:pt x="215237" y="0"/>
                  <a:pt x="277317" y="62080"/>
                  <a:pt x="277317" y="138659"/>
                </a:cubicBezTo>
                <a:cubicBezTo>
                  <a:pt x="277317" y="215238"/>
                  <a:pt x="215237" y="277317"/>
                  <a:pt x="138658" y="277317"/>
                </a:cubicBezTo>
                <a:cubicBezTo>
                  <a:pt x="62079" y="277317"/>
                  <a:pt x="0" y="215238"/>
                  <a:pt x="0" y="138659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3">
            <a:extLst xmlns:a="http://schemas.openxmlformats.org/drawingml/2006/main">
              <a:ext uri="{FF2B5EF4-FFF2-40B4-BE49-F238E27FC236}">
                <a16:creationId xmlns:a16="http://schemas.microsoft.com/office/drawing/2014/main" id="{C16D44A7-31F7-4D38-8097-8A252845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420" y="456594"/>
            <a:ext cx="79162" cy="133242"/>
          </a:xfrm>
          <a:custGeom xmlns:a="http://schemas.openxmlformats.org/drawingml/2006/main">
            <a:pathLst>
              <a:path w="79162" h="133242">
                <a:moveTo>
                  <a:pt x="36686" y="5365"/>
                </a:moveTo>
                <a:cubicBezTo>
                  <a:pt x="46126" y="5365"/>
                  <a:pt x="55992" y="12658"/>
                  <a:pt x="55992" y="25958"/>
                </a:cubicBezTo>
                <a:cubicBezTo>
                  <a:pt x="55992" y="36466"/>
                  <a:pt x="42263" y="55128"/>
                  <a:pt x="22957" y="58133"/>
                </a:cubicBezTo>
                <a:lnTo>
                  <a:pt x="24027" y="62850"/>
                </a:lnTo>
                <a:cubicBezTo>
                  <a:pt x="27674" y="62421"/>
                  <a:pt x="30463" y="62421"/>
                  <a:pt x="33252" y="62421"/>
                </a:cubicBezTo>
                <a:cubicBezTo>
                  <a:pt x="45481" y="62421"/>
                  <a:pt x="61570" y="66284"/>
                  <a:pt x="61570" y="90537"/>
                </a:cubicBezTo>
                <a:cubicBezTo>
                  <a:pt x="61570" y="119081"/>
                  <a:pt x="41190" y="127880"/>
                  <a:pt x="33680" y="127880"/>
                </a:cubicBezTo>
                <a:cubicBezTo>
                  <a:pt x="22741" y="127880"/>
                  <a:pt x="20809" y="120800"/>
                  <a:pt x="18236" y="116934"/>
                </a:cubicBezTo>
                <a:cubicBezTo>
                  <a:pt x="16089" y="113929"/>
                  <a:pt x="13300" y="111356"/>
                  <a:pt x="9012" y="111356"/>
                </a:cubicBezTo>
                <a:cubicBezTo>
                  <a:pt x="4504" y="111356"/>
                  <a:pt x="0" y="115432"/>
                  <a:pt x="0" y="118865"/>
                </a:cubicBezTo>
                <a:cubicBezTo>
                  <a:pt x="0" y="127452"/>
                  <a:pt x="18020" y="133242"/>
                  <a:pt x="30892" y="133242"/>
                </a:cubicBezTo>
                <a:cubicBezTo>
                  <a:pt x="56421" y="133242"/>
                  <a:pt x="79162" y="115864"/>
                  <a:pt x="79162" y="87532"/>
                </a:cubicBezTo>
                <a:cubicBezTo>
                  <a:pt x="79162" y="64140"/>
                  <a:pt x="62644" y="55344"/>
                  <a:pt x="49986" y="53200"/>
                </a:cubicBezTo>
                <a:lnTo>
                  <a:pt x="49773" y="52771"/>
                </a:lnTo>
                <a:cubicBezTo>
                  <a:pt x="70153" y="39900"/>
                  <a:pt x="71224" y="30034"/>
                  <a:pt x="71224" y="22741"/>
                </a:cubicBezTo>
                <a:cubicBezTo>
                  <a:pt x="71224" y="13732"/>
                  <a:pt x="63073" y="0"/>
                  <a:pt x="41190" y="0"/>
                </a:cubicBezTo>
                <a:cubicBezTo>
                  <a:pt x="9653" y="0"/>
                  <a:pt x="645" y="20593"/>
                  <a:pt x="645" y="27674"/>
                </a:cubicBezTo>
                <a:cubicBezTo>
                  <a:pt x="645" y="30675"/>
                  <a:pt x="2789" y="34967"/>
                  <a:pt x="7938" y="34967"/>
                </a:cubicBezTo>
                <a:cubicBezTo>
                  <a:pt x="14161" y="34967"/>
                  <a:pt x="16305" y="27886"/>
                  <a:pt x="16305" y="23811"/>
                </a:cubicBezTo>
                <a:cubicBezTo>
                  <a:pt x="16305" y="10085"/>
                  <a:pt x="31108" y="5365"/>
                  <a:pt x="36686" y="536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BE140-2145-451D-9ECE-992BA198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1494" y="1483145"/>
            <a:ext cx="277317" cy="277317"/>
          </a:xfrm>
          <a:custGeom xmlns:a="http://schemas.openxmlformats.org/drawingml/2006/main">
            <a:pathLst>
              <a:path w="277317" h="277317">
                <a:moveTo>
                  <a:pt x="0" y="138659"/>
                </a:moveTo>
                <a:cubicBezTo>
                  <a:pt x="0" y="62079"/>
                  <a:pt x="62079" y="0"/>
                  <a:pt x="138658" y="0"/>
                </a:cubicBezTo>
                <a:cubicBezTo>
                  <a:pt x="215237" y="0"/>
                  <a:pt x="277317" y="62079"/>
                  <a:pt x="277317" y="138659"/>
                </a:cubicBezTo>
                <a:cubicBezTo>
                  <a:pt x="277317" y="215237"/>
                  <a:pt x="215237" y="277317"/>
                  <a:pt x="138658" y="277317"/>
                </a:cubicBezTo>
                <a:cubicBezTo>
                  <a:pt x="62079" y="277317"/>
                  <a:pt x="0" y="215237"/>
                  <a:pt x="0" y="138659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6">
            <a:extLst xmlns:a="http://schemas.openxmlformats.org/drawingml/2006/main">
              <a:ext uri="{FF2B5EF4-FFF2-40B4-BE49-F238E27FC236}">
                <a16:creationId xmlns:a16="http://schemas.microsoft.com/office/drawing/2014/main" id="{858DB9C3-FB66-46C0-A549-C133089C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2148" y="1565655"/>
            <a:ext cx="82380" cy="133452"/>
          </a:xfrm>
          <a:custGeom xmlns:a="http://schemas.openxmlformats.org/drawingml/2006/main">
            <a:pathLst>
              <a:path w="82380" h="133452">
                <a:moveTo>
                  <a:pt x="18430" y="64533"/>
                </a:moveTo>
                <a:cubicBezTo>
                  <a:pt x="26515" y="57518"/>
                  <a:pt x="35160" y="57112"/>
                  <a:pt x="39474" y="57112"/>
                </a:cubicBezTo>
                <a:cubicBezTo>
                  <a:pt x="60497" y="57112"/>
                  <a:pt x="65862" y="81129"/>
                  <a:pt x="65862" y="91850"/>
                </a:cubicBezTo>
                <a:cubicBezTo>
                  <a:pt x="65862" y="115438"/>
                  <a:pt x="55776" y="128090"/>
                  <a:pt x="45265" y="128090"/>
                </a:cubicBezTo>
                <a:cubicBezTo>
                  <a:pt x="31749" y="128090"/>
                  <a:pt x="16518" y="118656"/>
                  <a:pt x="16518" y="81987"/>
                </a:cubicBezTo>
                <a:cubicBezTo>
                  <a:pt x="16518" y="76969"/>
                  <a:pt x="17055" y="70965"/>
                  <a:pt x="18430" y="64533"/>
                </a:cubicBezTo>
                <a:moveTo>
                  <a:pt x="19952" y="58398"/>
                </a:moveTo>
                <a:cubicBezTo>
                  <a:pt x="25595" y="38650"/>
                  <a:pt x="39239" y="16449"/>
                  <a:pt x="68222" y="5584"/>
                </a:cubicBezTo>
                <a:cubicBezTo>
                  <a:pt x="68222" y="3008"/>
                  <a:pt x="68651" y="1074"/>
                  <a:pt x="66932" y="0"/>
                </a:cubicBezTo>
                <a:cubicBezTo>
                  <a:pt x="45265" y="6442"/>
                  <a:pt x="31965" y="15460"/>
                  <a:pt x="19952" y="29418"/>
                </a:cubicBezTo>
                <a:cubicBezTo>
                  <a:pt x="6652" y="44876"/>
                  <a:pt x="0" y="64402"/>
                  <a:pt x="0" y="81342"/>
                </a:cubicBezTo>
                <a:cubicBezTo>
                  <a:pt x="0" y="124872"/>
                  <a:pt x="26387" y="133452"/>
                  <a:pt x="42905" y="133452"/>
                </a:cubicBezTo>
                <a:cubicBezTo>
                  <a:pt x="71011" y="133452"/>
                  <a:pt x="82380" y="106217"/>
                  <a:pt x="82380" y="87777"/>
                </a:cubicBezTo>
                <a:cubicBezTo>
                  <a:pt x="82380" y="69335"/>
                  <a:pt x="73155" y="51747"/>
                  <a:pt x="43979" y="51747"/>
                </a:cubicBezTo>
                <a:cubicBezTo>
                  <a:pt x="37242" y="51747"/>
                  <a:pt x="26453" y="54238"/>
                  <a:pt x="19952" y="5839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3FCB0-EB84-4ECB-AC05-00FD1A1D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004" y="417973"/>
            <a:ext cx="518171" cy="147267"/>
          </a:xfrm>
          <a:custGeom xmlns:a="http://schemas.openxmlformats.org/drawingml/2006/main">
            <a:pathLst>
              <a:path w="518171" h="147267">
                <a:moveTo>
                  <a:pt x="124907" y="23846"/>
                </a:moveTo>
                <a:lnTo>
                  <a:pt x="125589" y="23388"/>
                </a:lnTo>
                <a:lnTo>
                  <a:pt x="126229" y="22891"/>
                </a:lnTo>
                <a:lnTo>
                  <a:pt x="126827" y="22359"/>
                </a:lnTo>
                <a:lnTo>
                  <a:pt x="127383" y="21794"/>
                </a:lnTo>
                <a:lnTo>
                  <a:pt x="127896" y="21198"/>
                </a:lnTo>
                <a:lnTo>
                  <a:pt x="128366" y="20574"/>
                </a:lnTo>
                <a:lnTo>
                  <a:pt x="128791" y="19924"/>
                </a:lnTo>
                <a:lnTo>
                  <a:pt x="129172" y="19251"/>
                </a:lnTo>
                <a:lnTo>
                  <a:pt x="129507" y="18557"/>
                </a:lnTo>
                <a:lnTo>
                  <a:pt x="129797" y="17844"/>
                </a:lnTo>
                <a:lnTo>
                  <a:pt x="130040" y="17116"/>
                </a:lnTo>
                <a:lnTo>
                  <a:pt x="130236" y="16374"/>
                </a:lnTo>
                <a:lnTo>
                  <a:pt x="130385" y="15622"/>
                </a:lnTo>
                <a:lnTo>
                  <a:pt x="130485" y="14861"/>
                </a:lnTo>
                <a:lnTo>
                  <a:pt x="130537" y="14093"/>
                </a:lnTo>
                <a:lnTo>
                  <a:pt x="130540" y="13323"/>
                </a:lnTo>
                <a:lnTo>
                  <a:pt x="130493" y="12551"/>
                </a:lnTo>
                <a:lnTo>
                  <a:pt x="130395" y="11780"/>
                </a:lnTo>
                <a:lnTo>
                  <a:pt x="130247" y="11014"/>
                </a:lnTo>
                <a:lnTo>
                  <a:pt x="130047" y="10253"/>
                </a:lnTo>
                <a:lnTo>
                  <a:pt x="129795" y="9501"/>
                </a:lnTo>
                <a:lnTo>
                  <a:pt x="129490" y="8761"/>
                </a:lnTo>
                <a:lnTo>
                  <a:pt x="129132" y="8034"/>
                </a:lnTo>
                <a:lnTo>
                  <a:pt x="128720" y="7323"/>
                </a:lnTo>
                <a:lnTo>
                  <a:pt x="128262" y="6641"/>
                </a:lnTo>
                <a:lnTo>
                  <a:pt x="127765" y="6001"/>
                </a:lnTo>
                <a:lnTo>
                  <a:pt x="127233" y="5403"/>
                </a:lnTo>
                <a:lnTo>
                  <a:pt x="126668" y="4847"/>
                </a:lnTo>
                <a:lnTo>
                  <a:pt x="126072" y="4334"/>
                </a:lnTo>
                <a:lnTo>
                  <a:pt x="125448" y="3864"/>
                </a:lnTo>
                <a:lnTo>
                  <a:pt x="124798" y="3439"/>
                </a:lnTo>
                <a:lnTo>
                  <a:pt x="124125" y="3058"/>
                </a:lnTo>
                <a:lnTo>
                  <a:pt x="123431" y="2723"/>
                </a:lnTo>
                <a:lnTo>
                  <a:pt x="122718" y="2434"/>
                </a:lnTo>
                <a:lnTo>
                  <a:pt x="121990" y="2190"/>
                </a:lnTo>
                <a:lnTo>
                  <a:pt x="121248" y="1994"/>
                </a:lnTo>
                <a:lnTo>
                  <a:pt x="120496" y="1846"/>
                </a:lnTo>
                <a:lnTo>
                  <a:pt x="119735" y="1745"/>
                </a:lnTo>
                <a:lnTo>
                  <a:pt x="118968" y="1693"/>
                </a:lnTo>
                <a:lnTo>
                  <a:pt x="118197" y="1690"/>
                </a:lnTo>
                <a:lnTo>
                  <a:pt x="117425" y="1738"/>
                </a:lnTo>
                <a:lnTo>
                  <a:pt x="116654" y="1835"/>
                </a:lnTo>
                <a:lnTo>
                  <a:pt x="115888" y="1984"/>
                </a:lnTo>
                <a:lnTo>
                  <a:pt x="115127" y="2184"/>
                </a:lnTo>
                <a:lnTo>
                  <a:pt x="114375" y="2436"/>
                </a:lnTo>
                <a:lnTo>
                  <a:pt x="113635" y="2740"/>
                </a:lnTo>
                <a:lnTo>
                  <a:pt x="112908" y="3098"/>
                </a:lnTo>
                <a:lnTo>
                  <a:pt x="112197" y="3510"/>
                </a:lnTo>
                <a:lnTo>
                  <a:pt x="0" y="73632"/>
                </a:lnTo>
                <a:lnTo>
                  <a:pt x="112196" y="143756"/>
                </a:lnTo>
                <a:lnTo>
                  <a:pt x="112907" y="144167"/>
                </a:lnTo>
                <a:lnTo>
                  <a:pt x="113634" y="144525"/>
                </a:lnTo>
                <a:lnTo>
                  <a:pt x="114375" y="144830"/>
                </a:lnTo>
                <a:lnTo>
                  <a:pt x="115127" y="145082"/>
                </a:lnTo>
                <a:lnTo>
                  <a:pt x="115887" y="145282"/>
                </a:lnTo>
                <a:lnTo>
                  <a:pt x="116654" y="145430"/>
                </a:lnTo>
                <a:lnTo>
                  <a:pt x="117424" y="145528"/>
                </a:lnTo>
                <a:lnTo>
                  <a:pt x="118196" y="145575"/>
                </a:lnTo>
                <a:lnTo>
                  <a:pt x="118967" y="145572"/>
                </a:lnTo>
                <a:lnTo>
                  <a:pt x="119734" y="145520"/>
                </a:lnTo>
                <a:lnTo>
                  <a:pt x="120495" y="145420"/>
                </a:lnTo>
                <a:lnTo>
                  <a:pt x="121248" y="145271"/>
                </a:lnTo>
                <a:lnTo>
                  <a:pt x="121990" y="145075"/>
                </a:lnTo>
                <a:lnTo>
                  <a:pt x="122718" y="144832"/>
                </a:lnTo>
                <a:lnTo>
                  <a:pt x="123430" y="144542"/>
                </a:lnTo>
                <a:lnTo>
                  <a:pt x="124124" y="144207"/>
                </a:lnTo>
                <a:lnTo>
                  <a:pt x="124797" y="143826"/>
                </a:lnTo>
                <a:lnTo>
                  <a:pt x="125447" y="143401"/>
                </a:lnTo>
                <a:lnTo>
                  <a:pt x="126071" y="142932"/>
                </a:lnTo>
                <a:lnTo>
                  <a:pt x="126667" y="142419"/>
                </a:lnTo>
                <a:lnTo>
                  <a:pt x="127233" y="141863"/>
                </a:lnTo>
                <a:lnTo>
                  <a:pt x="127765" y="141264"/>
                </a:lnTo>
                <a:lnTo>
                  <a:pt x="128261" y="140624"/>
                </a:lnTo>
                <a:lnTo>
                  <a:pt x="128720" y="139943"/>
                </a:lnTo>
                <a:lnTo>
                  <a:pt x="129132" y="139232"/>
                </a:lnTo>
                <a:lnTo>
                  <a:pt x="129490" y="138505"/>
                </a:lnTo>
                <a:lnTo>
                  <a:pt x="129794" y="137764"/>
                </a:lnTo>
                <a:lnTo>
                  <a:pt x="130046" y="137012"/>
                </a:lnTo>
                <a:lnTo>
                  <a:pt x="130246" y="136252"/>
                </a:lnTo>
                <a:lnTo>
                  <a:pt x="130395" y="135485"/>
                </a:lnTo>
                <a:lnTo>
                  <a:pt x="130492" y="134715"/>
                </a:lnTo>
                <a:lnTo>
                  <a:pt x="130539" y="133943"/>
                </a:lnTo>
                <a:lnTo>
                  <a:pt x="130537" y="133172"/>
                </a:lnTo>
                <a:lnTo>
                  <a:pt x="130485" y="132405"/>
                </a:lnTo>
                <a:lnTo>
                  <a:pt x="130384" y="131644"/>
                </a:lnTo>
                <a:lnTo>
                  <a:pt x="130236" y="130891"/>
                </a:lnTo>
                <a:lnTo>
                  <a:pt x="130039" y="130149"/>
                </a:lnTo>
                <a:lnTo>
                  <a:pt x="129796" y="129421"/>
                </a:lnTo>
                <a:lnTo>
                  <a:pt x="129507" y="128709"/>
                </a:lnTo>
                <a:lnTo>
                  <a:pt x="129171" y="128015"/>
                </a:lnTo>
                <a:lnTo>
                  <a:pt x="128791" y="127342"/>
                </a:lnTo>
                <a:lnTo>
                  <a:pt x="128365" y="126692"/>
                </a:lnTo>
                <a:lnTo>
                  <a:pt x="127896" y="126068"/>
                </a:lnTo>
                <a:lnTo>
                  <a:pt x="127383" y="125472"/>
                </a:lnTo>
                <a:lnTo>
                  <a:pt x="126827" y="124906"/>
                </a:lnTo>
                <a:lnTo>
                  <a:pt x="126229" y="124374"/>
                </a:lnTo>
                <a:lnTo>
                  <a:pt x="125588" y="123878"/>
                </a:lnTo>
                <a:lnTo>
                  <a:pt x="124907" y="123419"/>
                </a:lnTo>
                <a:lnTo>
                  <a:pt x="64434" y="85624"/>
                </a:lnTo>
                <a:lnTo>
                  <a:pt x="453737" y="85625"/>
                </a:lnTo>
                <a:lnTo>
                  <a:pt x="393264" y="123420"/>
                </a:lnTo>
                <a:lnTo>
                  <a:pt x="392582" y="123879"/>
                </a:lnTo>
                <a:lnTo>
                  <a:pt x="391942" y="124375"/>
                </a:lnTo>
                <a:lnTo>
                  <a:pt x="391344" y="124907"/>
                </a:lnTo>
                <a:lnTo>
                  <a:pt x="390788" y="125473"/>
                </a:lnTo>
                <a:lnTo>
                  <a:pt x="390275" y="126069"/>
                </a:lnTo>
                <a:lnTo>
                  <a:pt x="389805" y="126693"/>
                </a:lnTo>
                <a:lnTo>
                  <a:pt x="389380" y="127343"/>
                </a:lnTo>
                <a:lnTo>
                  <a:pt x="388999" y="128016"/>
                </a:lnTo>
                <a:lnTo>
                  <a:pt x="388664" y="128710"/>
                </a:lnTo>
                <a:lnTo>
                  <a:pt x="388374" y="129422"/>
                </a:lnTo>
                <a:lnTo>
                  <a:pt x="388131" y="130150"/>
                </a:lnTo>
                <a:lnTo>
                  <a:pt x="387935" y="130892"/>
                </a:lnTo>
                <a:lnTo>
                  <a:pt x="387787" y="131645"/>
                </a:lnTo>
                <a:lnTo>
                  <a:pt x="387686" y="132406"/>
                </a:lnTo>
                <a:lnTo>
                  <a:pt x="387634" y="133173"/>
                </a:lnTo>
                <a:lnTo>
                  <a:pt x="387631" y="133944"/>
                </a:lnTo>
                <a:lnTo>
                  <a:pt x="387679" y="134716"/>
                </a:lnTo>
                <a:lnTo>
                  <a:pt x="387776" y="135486"/>
                </a:lnTo>
                <a:lnTo>
                  <a:pt x="387925" y="136253"/>
                </a:lnTo>
                <a:lnTo>
                  <a:pt x="388124" y="137013"/>
                </a:lnTo>
                <a:lnTo>
                  <a:pt x="388377" y="137765"/>
                </a:lnTo>
                <a:lnTo>
                  <a:pt x="388681" y="138506"/>
                </a:lnTo>
                <a:lnTo>
                  <a:pt x="389039" y="139233"/>
                </a:lnTo>
                <a:lnTo>
                  <a:pt x="389451" y="139943"/>
                </a:lnTo>
                <a:lnTo>
                  <a:pt x="389909" y="140625"/>
                </a:lnTo>
                <a:lnTo>
                  <a:pt x="390406" y="141265"/>
                </a:lnTo>
                <a:lnTo>
                  <a:pt x="390938" y="141864"/>
                </a:lnTo>
                <a:lnTo>
                  <a:pt x="391503" y="142420"/>
                </a:lnTo>
                <a:lnTo>
                  <a:pt x="392099" y="142933"/>
                </a:lnTo>
                <a:lnTo>
                  <a:pt x="392724" y="143402"/>
                </a:lnTo>
                <a:lnTo>
                  <a:pt x="393373" y="143827"/>
                </a:lnTo>
                <a:lnTo>
                  <a:pt x="394047" y="144208"/>
                </a:lnTo>
                <a:lnTo>
                  <a:pt x="394741" y="144543"/>
                </a:lnTo>
                <a:lnTo>
                  <a:pt x="395453" y="144833"/>
                </a:lnTo>
                <a:lnTo>
                  <a:pt x="396181" y="145076"/>
                </a:lnTo>
                <a:lnTo>
                  <a:pt x="396923" y="145272"/>
                </a:lnTo>
                <a:lnTo>
                  <a:pt x="397675" y="145421"/>
                </a:lnTo>
                <a:lnTo>
                  <a:pt x="398436" y="145521"/>
                </a:lnTo>
                <a:lnTo>
                  <a:pt x="399204" y="145573"/>
                </a:lnTo>
                <a:lnTo>
                  <a:pt x="399974" y="145576"/>
                </a:lnTo>
                <a:lnTo>
                  <a:pt x="400746" y="145529"/>
                </a:lnTo>
                <a:lnTo>
                  <a:pt x="401517" y="145431"/>
                </a:lnTo>
                <a:lnTo>
                  <a:pt x="402284" y="145283"/>
                </a:lnTo>
                <a:lnTo>
                  <a:pt x="403044" y="145083"/>
                </a:lnTo>
                <a:lnTo>
                  <a:pt x="403796" y="144831"/>
                </a:lnTo>
                <a:lnTo>
                  <a:pt x="404536" y="144526"/>
                </a:lnTo>
                <a:lnTo>
                  <a:pt x="405263" y="144168"/>
                </a:lnTo>
                <a:lnTo>
                  <a:pt x="405974" y="143757"/>
                </a:lnTo>
                <a:lnTo>
                  <a:pt x="518171" y="73634"/>
                </a:lnTo>
                <a:lnTo>
                  <a:pt x="405975" y="3511"/>
                </a:lnTo>
                <a:lnTo>
                  <a:pt x="405264" y="3099"/>
                </a:lnTo>
                <a:lnTo>
                  <a:pt x="404537" y="2741"/>
                </a:lnTo>
                <a:lnTo>
                  <a:pt x="403796" y="2437"/>
                </a:lnTo>
                <a:lnTo>
                  <a:pt x="403045" y="2185"/>
                </a:lnTo>
                <a:lnTo>
                  <a:pt x="402284" y="1985"/>
                </a:lnTo>
                <a:lnTo>
                  <a:pt x="401517" y="1836"/>
                </a:lnTo>
                <a:lnTo>
                  <a:pt x="400747" y="1739"/>
                </a:lnTo>
                <a:lnTo>
                  <a:pt x="399975" y="1692"/>
                </a:lnTo>
                <a:lnTo>
                  <a:pt x="399204" y="1694"/>
                </a:lnTo>
                <a:lnTo>
                  <a:pt x="398437" y="1746"/>
                </a:lnTo>
                <a:lnTo>
                  <a:pt x="397676" y="1847"/>
                </a:lnTo>
                <a:lnTo>
                  <a:pt x="396923" y="1995"/>
                </a:lnTo>
                <a:lnTo>
                  <a:pt x="396182" y="2191"/>
                </a:lnTo>
                <a:lnTo>
                  <a:pt x="395453" y="2435"/>
                </a:lnTo>
                <a:lnTo>
                  <a:pt x="394741" y="2724"/>
                </a:lnTo>
                <a:lnTo>
                  <a:pt x="394047" y="3059"/>
                </a:lnTo>
                <a:lnTo>
                  <a:pt x="393374" y="3440"/>
                </a:lnTo>
                <a:lnTo>
                  <a:pt x="392724" y="3865"/>
                </a:lnTo>
                <a:lnTo>
                  <a:pt x="392100" y="4335"/>
                </a:lnTo>
                <a:lnTo>
                  <a:pt x="391504" y="4848"/>
                </a:lnTo>
                <a:lnTo>
                  <a:pt x="390939" y="5404"/>
                </a:lnTo>
                <a:lnTo>
                  <a:pt x="390406" y="6002"/>
                </a:lnTo>
                <a:lnTo>
                  <a:pt x="389910" y="6642"/>
                </a:lnTo>
                <a:lnTo>
                  <a:pt x="389451" y="7324"/>
                </a:lnTo>
                <a:lnTo>
                  <a:pt x="389040" y="8035"/>
                </a:lnTo>
                <a:lnTo>
                  <a:pt x="388682" y="8762"/>
                </a:lnTo>
                <a:lnTo>
                  <a:pt x="388377" y="9502"/>
                </a:lnTo>
                <a:lnTo>
                  <a:pt x="388125" y="10254"/>
                </a:lnTo>
                <a:lnTo>
                  <a:pt x="387925" y="11014"/>
                </a:lnTo>
                <a:lnTo>
                  <a:pt x="387777" y="11781"/>
                </a:lnTo>
                <a:lnTo>
                  <a:pt x="387679" y="12552"/>
                </a:lnTo>
                <a:lnTo>
                  <a:pt x="387632" y="13324"/>
                </a:lnTo>
                <a:lnTo>
                  <a:pt x="387635" y="14094"/>
                </a:lnTo>
                <a:lnTo>
                  <a:pt x="387686" y="14862"/>
                </a:lnTo>
                <a:lnTo>
                  <a:pt x="387787" y="15623"/>
                </a:lnTo>
                <a:lnTo>
                  <a:pt x="387936" y="16375"/>
                </a:lnTo>
                <a:lnTo>
                  <a:pt x="388132" y="17117"/>
                </a:lnTo>
                <a:lnTo>
                  <a:pt x="388375" y="17845"/>
                </a:lnTo>
                <a:lnTo>
                  <a:pt x="388664" y="18558"/>
                </a:lnTo>
                <a:lnTo>
                  <a:pt x="389000" y="19252"/>
                </a:lnTo>
                <a:lnTo>
                  <a:pt x="389380" y="19925"/>
                </a:lnTo>
                <a:lnTo>
                  <a:pt x="389806" y="20575"/>
                </a:lnTo>
                <a:lnTo>
                  <a:pt x="390275" y="21199"/>
                </a:lnTo>
                <a:lnTo>
                  <a:pt x="390788" y="21795"/>
                </a:lnTo>
                <a:lnTo>
                  <a:pt x="391344" y="22360"/>
                </a:lnTo>
                <a:lnTo>
                  <a:pt x="391943" y="22892"/>
                </a:lnTo>
                <a:lnTo>
                  <a:pt x="392583" y="23389"/>
                </a:lnTo>
                <a:lnTo>
                  <a:pt x="393264" y="23847"/>
                </a:lnTo>
                <a:lnTo>
                  <a:pt x="453737" y="61643"/>
                </a:lnTo>
                <a:lnTo>
                  <a:pt x="64434" y="61642"/>
                </a:lnTo>
                <a:lnTo>
                  <a:pt x="124907" y="238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6A3C9-20F7-485A-8CDA-D424BED8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004" y="2196990"/>
            <a:ext cx="518171" cy="147267"/>
          </a:xfrm>
          <a:custGeom xmlns:a="http://schemas.openxmlformats.org/drawingml/2006/main">
            <a:pathLst>
              <a:path w="518171" h="147267">
                <a:moveTo>
                  <a:pt x="124907" y="23846"/>
                </a:moveTo>
                <a:lnTo>
                  <a:pt x="125589" y="23388"/>
                </a:lnTo>
                <a:lnTo>
                  <a:pt x="126229" y="22891"/>
                </a:lnTo>
                <a:lnTo>
                  <a:pt x="126827" y="22359"/>
                </a:lnTo>
                <a:lnTo>
                  <a:pt x="127383" y="21794"/>
                </a:lnTo>
                <a:lnTo>
                  <a:pt x="127896" y="21198"/>
                </a:lnTo>
                <a:lnTo>
                  <a:pt x="128366" y="20574"/>
                </a:lnTo>
                <a:lnTo>
                  <a:pt x="128791" y="19924"/>
                </a:lnTo>
                <a:lnTo>
                  <a:pt x="129172" y="19251"/>
                </a:lnTo>
                <a:lnTo>
                  <a:pt x="129507" y="18557"/>
                </a:lnTo>
                <a:lnTo>
                  <a:pt x="129797" y="17844"/>
                </a:lnTo>
                <a:lnTo>
                  <a:pt x="130040" y="17116"/>
                </a:lnTo>
                <a:lnTo>
                  <a:pt x="130236" y="16374"/>
                </a:lnTo>
                <a:lnTo>
                  <a:pt x="130385" y="15622"/>
                </a:lnTo>
                <a:lnTo>
                  <a:pt x="130485" y="14861"/>
                </a:lnTo>
                <a:lnTo>
                  <a:pt x="130537" y="14093"/>
                </a:lnTo>
                <a:lnTo>
                  <a:pt x="130540" y="13323"/>
                </a:lnTo>
                <a:lnTo>
                  <a:pt x="130493" y="12551"/>
                </a:lnTo>
                <a:lnTo>
                  <a:pt x="130395" y="11780"/>
                </a:lnTo>
                <a:lnTo>
                  <a:pt x="130247" y="11014"/>
                </a:lnTo>
                <a:lnTo>
                  <a:pt x="130047" y="10253"/>
                </a:lnTo>
                <a:lnTo>
                  <a:pt x="129795" y="9501"/>
                </a:lnTo>
                <a:lnTo>
                  <a:pt x="129490" y="8761"/>
                </a:lnTo>
                <a:lnTo>
                  <a:pt x="129132" y="8034"/>
                </a:lnTo>
                <a:lnTo>
                  <a:pt x="128720" y="7323"/>
                </a:lnTo>
                <a:lnTo>
                  <a:pt x="128262" y="6641"/>
                </a:lnTo>
                <a:lnTo>
                  <a:pt x="127765" y="6001"/>
                </a:lnTo>
                <a:lnTo>
                  <a:pt x="127233" y="5403"/>
                </a:lnTo>
                <a:lnTo>
                  <a:pt x="126668" y="4847"/>
                </a:lnTo>
                <a:lnTo>
                  <a:pt x="126072" y="4334"/>
                </a:lnTo>
                <a:lnTo>
                  <a:pt x="125448" y="3864"/>
                </a:lnTo>
                <a:lnTo>
                  <a:pt x="124798" y="3439"/>
                </a:lnTo>
                <a:lnTo>
                  <a:pt x="124125" y="3058"/>
                </a:lnTo>
                <a:lnTo>
                  <a:pt x="123431" y="2723"/>
                </a:lnTo>
                <a:lnTo>
                  <a:pt x="122718" y="2434"/>
                </a:lnTo>
                <a:lnTo>
                  <a:pt x="121990" y="2190"/>
                </a:lnTo>
                <a:lnTo>
                  <a:pt x="121248" y="1994"/>
                </a:lnTo>
                <a:lnTo>
                  <a:pt x="120496" y="1846"/>
                </a:lnTo>
                <a:lnTo>
                  <a:pt x="119735" y="1745"/>
                </a:lnTo>
                <a:lnTo>
                  <a:pt x="118968" y="1693"/>
                </a:lnTo>
                <a:lnTo>
                  <a:pt x="118197" y="1690"/>
                </a:lnTo>
                <a:lnTo>
                  <a:pt x="117425" y="1738"/>
                </a:lnTo>
                <a:lnTo>
                  <a:pt x="116654" y="1835"/>
                </a:lnTo>
                <a:lnTo>
                  <a:pt x="115888" y="1984"/>
                </a:lnTo>
                <a:lnTo>
                  <a:pt x="115127" y="2184"/>
                </a:lnTo>
                <a:lnTo>
                  <a:pt x="114375" y="2436"/>
                </a:lnTo>
                <a:lnTo>
                  <a:pt x="113635" y="2740"/>
                </a:lnTo>
                <a:lnTo>
                  <a:pt x="112908" y="3098"/>
                </a:lnTo>
                <a:lnTo>
                  <a:pt x="112197" y="3510"/>
                </a:lnTo>
                <a:lnTo>
                  <a:pt x="0" y="73632"/>
                </a:lnTo>
                <a:lnTo>
                  <a:pt x="112196" y="143756"/>
                </a:lnTo>
                <a:lnTo>
                  <a:pt x="112907" y="144167"/>
                </a:lnTo>
                <a:lnTo>
                  <a:pt x="113634" y="144525"/>
                </a:lnTo>
                <a:lnTo>
                  <a:pt x="114375" y="144830"/>
                </a:lnTo>
                <a:lnTo>
                  <a:pt x="115127" y="145082"/>
                </a:lnTo>
                <a:lnTo>
                  <a:pt x="115887" y="145282"/>
                </a:lnTo>
                <a:lnTo>
                  <a:pt x="116654" y="145430"/>
                </a:lnTo>
                <a:lnTo>
                  <a:pt x="117424" y="145528"/>
                </a:lnTo>
                <a:lnTo>
                  <a:pt x="118196" y="145575"/>
                </a:lnTo>
                <a:lnTo>
                  <a:pt x="118967" y="145572"/>
                </a:lnTo>
                <a:lnTo>
                  <a:pt x="119734" y="145520"/>
                </a:lnTo>
                <a:lnTo>
                  <a:pt x="120495" y="145420"/>
                </a:lnTo>
                <a:lnTo>
                  <a:pt x="121248" y="145271"/>
                </a:lnTo>
                <a:lnTo>
                  <a:pt x="121990" y="145075"/>
                </a:lnTo>
                <a:lnTo>
                  <a:pt x="122718" y="144832"/>
                </a:lnTo>
                <a:lnTo>
                  <a:pt x="123430" y="144542"/>
                </a:lnTo>
                <a:lnTo>
                  <a:pt x="124124" y="144207"/>
                </a:lnTo>
                <a:lnTo>
                  <a:pt x="124797" y="143826"/>
                </a:lnTo>
                <a:lnTo>
                  <a:pt x="125447" y="143401"/>
                </a:lnTo>
                <a:lnTo>
                  <a:pt x="126071" y="142932"/>
                </a:lnTo>
                <a:lnTo>
                  <a:pt x="126667" y="142419"/>
                </a:lnTo>
                <a:lnTo>
                  <a:pt x="127233" y="141863"/>
                </a:lnTo>
                <a:lnTo>
                  <a:pt x="127765" y="141264"/>
                </a:lnTo>
                <a:lnTo>
                  <a:pt x="128261" y="140624"/>
                </a:lnTo>
                <a:lnTo>
                  <a:pt x="128720" y="139943"/>
                </a:lnTo>
                <a:lnTo>
                  <a:pt x="129132" y="139232"/>
                </a:lnTo>
                <a:lnTo>
                  <a:pt x="129490" y="138505"/>
                </a:lnTo>
                <a:lnTo>
                  <a:pt x="129794" y="137764"/>
                </a:lnTo>
                <a:lnTo>
                  <a:pt x="130046" y="137012"/>
                </a:lnTo>
                <a:lnTo>
                  <a:pt x="130246" y="136252"/>
                </a:lnTo>
                <a:lnTo>
                  <a:pt x="130395" y="135485"/>
                </a:lnTo>
                <a:lnTo>
                  <a:pt x="130492" y="134715"/>
                </a:lnTo>
                <a:lnTo>
                  <a:pt x="130539" y="133943"/>
                </a:lnTo>
                <a:lnTo>
                  <a:pt x="130537" y="133172"/>
                </a:lnTo>
                <a:lnTo>
                  <a:pt x="130485" y="132405"/>
                </a:lnTo>
                <a:lnTo>
                  <a:pt x="130384" y="131644"/>
                </a:lnTo>
                <a:lnTo>
                  <a:pt x="130236" y="130891"/>
                </a:lnTo>
                <a:lnTo>
                  <a:pt x="130039" y="130149"/>
                </a:lnTo>
                <a:lnTo>
                  <a:pt x="129796" y="129421"/>
                </a:lnTo>
                <a:lnTo>
                  <a:pt x="129507" y="128709"/>
                </a:lnTo>
                <a:lnTo>
                  <a:pt x="129171" y="128015"/>
                </a:lnTo>
                <a:lnTo>
                  <a:pt x="128791" y="127342"/>
                </a:lnTo>
                <a:lnTo>
                  <a:pt x="128365" y="126692"/>
                </a:lnTo>
                <a:lnTo>
                  <a:pt x="127896" y="126068"/>
                </a:lnTo>
                <a:lnTo>
                  <a:pt x="127383" y="125472"/>
                </a:lnTo>
                <a:lnTo>
                  <a:pt x="126827" y="124906"/>
                </a:lnTo>
                <a:lnTo>
                  <a:pt x="126229" y="124374"/>
                </a:lnTo>
                <a:lnTo>
                  <a:pt x="125588" y="123878"/>
                </a:lnTo>
                <a:lnTo>
                  <a:pt x="124907" y="123419"/>
                </a:lnTo>
                <a:lnTo>
                  <a:pt x="64434" y="85624"/>
                </a:lnTo>
                <a:lnTo>
                  <a:pt x="453737" y="85625"/>
                </a:lnTo>
                <a:lnTo>
                  <a:pt x="393264" y="123420"/>
                </a:lnTo>
                <a:lnTo>
                  <a:pt x="392582" y="123879"/>
                </a:lnTo>
                <a:lnTo>
                  <a:pt x="391942" y="124375"/>
                </a:lnTo>
                <a:lnTo>
                  <a:pt x="391344" y="124907"/>
                </a:lnTo>
                <a:lnTo>
                  <a:pt x="390788" y="125473"/>
                </a:lnTo>
                <a:lnTo>
                  <a:pt x="390275" y="126069"/>
                </a:lnTo>
                <a:lnTo>
                  <a:pt x="389805" y="126693"/>
                </a:lnTo>
                <a:lnTo>
                  <a:pt x="389380" y="127343"/>
                </a:lnTo>
                <a:lnTo>
                  <a:pt x="388999" y="128016"/>
                </a:lnTo>
                <a:lnTo>
                  <a:pt x="388664" y="128710"/>
                </a:lnTo>
                <a:lnTo>
                  <a:pt x="388374" y="129422"/>
                </a:lnTo>
                <a:lnTo>
                  <a:pt x="388131" y="130150"/>
                </a:lnTo>
                <a:lnTo>
                  <a:pt x="387935" y="130892"/>
                </a:lnTo>
                <a:lnTo>
                  <a:pt x="387787" y="131645"/>
                </a:lnTo>
                <a:lnTo>
                  <a:pt x="387686" y="132406"/>
                </a:lnTo>
                <a:lnTo>
                  <a:pt x="387634" y="133173"/>
                </a:lnTo>
                <a:lnTo>
                  <a:pt x="387631" y="133944"/>
                </a:lnTo>
                <a:lnTo>
                  <a:pt x="387679" y="134716"/>
                </a:lnTo>
                <a:lnTo>
                  <a:pt x="387776" y="135486"/>
                </a:lnTo>
                <a:lnTo>
                  <a:pt x="387925" y="136253"/>
                </a:lnTo>
                <a:lnTo>
                  <a:pt x="388124" y="137013"/>
                </a:lnTo>
                <a:lnTo>
                  <a:pt x="388377" y="137765"/>
                </a:lnTo>
                <a:lnTo>
                  <a:pt x="388681" y="138506"/>
                </a:lnTo>
                <a:lnTo>
                  <a:pt x="389039" y="139233"/>
                </a:lnTo>
                <a:lnTo>
                  <a:pt x="389451" y="139943"/>
                </a:lnTo>
                <a:lnTo>
                  <a:pt x="389909" y="140625"/>
                </a:lnTo>
                <a:lnTo>
                  <a:pt x="390406" y="141265"/>
                </a:lnTo>
                <a:lnTo>
                  <a:pt x="390938" y="141864"/>
                </a:lnTo>
                <a:lnTo>
                  <a:pt x="391503" y="142420"/>
                </a:lnTo>
                <a:lnTo>
                  <a:pt x="392099" y="142933"/>
                </a:lnTo>
                <a:lnTo>
                  <a:pt x="392724" y="143402"/>
                </a:lnTo>
                <a:lnTo>
                  <a:pt x="393373" y="143827"/>
                </a:lnTo>
                <a:lnTo>
                  <a:pt x="394047" y="144208"/>
                </a:lnTo>
                <a:lnTo>
                  <a:pt x="394741" y="144543"/>
                </a:lnTo>
                <a:lnTo>
                  <a:pt x="395453" y="144833"/>
                </a:lnTo>
                <a:lnTo>
                  <a:pt x="396181" y="145076"/>
                </a:lnTo>
                <a:lnTo>
                  <a:pt x="396923" y="145272"/>
                </a:lnTo>
                <a:lnTo>
                  <a:pt x="397675" y="145421"/>
                </a:lnTo>
                <a:lnTo>
                  <a:pt x="398436" y="145521"/>
                </a:lnTo>
                <a:lnTo>
                  <a:pt x="399204" y="145573"/>
                </a:lnTo>
                <a:lnTo>
                  <a:pt x="399974" y="145576"/>
                </a:lnTo>
                <a:lnTo>
                  <a:pt x="400746" y="145529"/>
                </a:lnTo>
                <a:lnTo>
                  <a:pt x="401517" y="145431"/>
                </a:lnTo>
                <a:lnTo>
                  <a:pt x="402284" y="145283"/>
                </a:lnTo>
                <a:lnTo>
                  <a:pt x="403044" y="145083"/>
                </a:lnTo>
                <a:lnTo>
                  <a:pt x="403796" y="144831"/>
                </a:lnTo>
                <a:lnTo>
                  <a:pt x="404536" y="144526"/>
                </a:lnTo>
                <a:lnTo>
                  <a:pt x="405263" y="144168"/>
                </a:lnTo>
                <a:lnTo>
                  <a:pt x="405974" y="143757"/>
                </a:lnTo>
                <a:lnTo>
                  <a:pt x="518171" y="73634"/>
                </a:lnTo>
                <a:lnTo>
                  <a:pt x="405975" y="3511"/>
                </a:lnTo>
                <a:lnTo>
                  <a:pt x="405264" y="3099"/>
                </a:lnTo>
                <a:lnTo>
                  <a:pt x="404537" y="2741"/>
                </a:lnTo>
                <a:lnTo>
                  <a:pt x="403796" y="2437"/>
                </a:lnTo>
                <a:lnTo>
                  <a:pt x="403045" y="2185"/>
                </a:lnTo>
                <a:lnTo>
                  <a:pt x="402284" y="1985"/>
                </a:lnTo>
                <a:lnTo>
                  <a:pt x="401517" y="1836"/>
                </a:lnTo>
                <a:lnTo>
                  <a:pt x="400747" y="1739"/>
                </a:lnTo>
                <a:lnTo>
                  <a:pt x="399975" y="1692"/>
                </a:lnTo>
                <a:lnTo>
                  <a:pt x="399204" y="1694"/>
                </a:lnTo>
                <a:lnTo>
                  <a:pt x="398437" y="1746"/>
                </a:lnTo>
                <a:lnTo>
                  <a:pt x="397676" y="1847"/>
                </a:lnTo>
                <a:lnTo>
                  <a:pt x="396923" y="1995"/>
                </a:lnTo>
                <a:lnTo>
                  <a:pt x="396182" y="2191"/>
                </a:lnTo>
                <a:lnTo>
                  <a:pt x="395453" y="2435"/>
                </a:lnTo>
                <a:lnTo>
                  <a:pt x="394741" y="2724"/>
                </a:lnTo>
                <a:lnTo>
                  <a:pt x="394047" y="3059"/>
                </a:lnTo>
                <a:lnTo>
                  <a:pt x="393374" y="3440"/>
                </a:lnTo>
                <a:lnTo>
                  <a:pt x="392724" y="3865"/>
                </a:lnTo>
                <a:lnTo>
                  <a:pt x="392100" y="4335"/>
                </a:lnTo>
                <a:lnTo>
                  <a:pt x="391504" y="4848"/>
                </a:lnTo>
                <a:lnTo>
                  <a:pt x="390939" y="5404"/>
                </a:lnTo>
                <a:lnTo>
                  <a:pt x="390406" y="6002"/>
                </a:lnTo>
                <a:lnTo>
                  <a:pt x="389910" y="6642"/>
                </a:lnTo>
                <a:lnTo>
                  <a:pt x="389451" y="7324"/>
                </a:lnTo>
                <a:lnTo>
                  <a:pt x="389040" y="8035"/>
                </a:lnTo>
                <a:lnTo>
                  <a:pt x="388682" y="8762"/>
                </a:lnTo>
                <a:lnTo>
                  <a:pt x="388377" y="9502"/>
                </a:lnTo>
                <a:lnTo>
                  <a:pt x="388125" y="10254"/>
                </a:lnTo>
                <a:lnTo>
                  <a:pt x="387925" y="11014"/>
                </a:lnTo>
                <a:lnTo>
                  <a:pt x="387777" y="11781"/>
                </a:lnTo>
                <a:lnTo>
                  <a:pt x="387679" y="12552"/>
                </a:lnTo>
                <a:lnTo>
                  <a:pt x="387632" y="13324"/>
                </a:lnTo>
                <a:lnTo>
                  <a:pt x="387635" y="14094"/>
                </a:lnTo>
                <a:lnTo>
                  <a:pt x="387686" y="14862"/>
                </a:lnTo>
                <a:lnTo>
                  <a:pt x="387787" y="15623"/>
                </a:lnTo>
                <a:lnTo>
                  <a:pt x="387936" y="16375"/>
                </a:lnTo>
                <a:lnTo>
                  <a:pt x="388132" y="17117"/>
                </a:lnTo>
                <a:lnTo>
                  <a:pt x="388375" y="17845"/>
                </a:lnTo>
                <a:lnTo>
                  <a:pt x="388664" y="18558"/>
                </a:lnTo>
                <a:lnTo>
                  <a:pt x="389000" y="19252"/>
                </a:lnTo>
                <a:lnTo>
                  <a:pt x="389380" y="19925"/>
                </a:lnTo>
                <a:lnTo>
                  <a:pt x="389806" y="20575"/>
                </a:lnTo>
                <a:lnTo>
                  <a:pt x="390275" y="21199"/>
                </a:lnTo>
                <a:lnTo>
                  <a:pt x="390788" y="21795"/>
                </a:lnTo>
                <a:lnTo>
                  <a:pt x="391344" y="22360"/>
                </a:lnTo>
                <a:lnTo>
                  <a:pt x="391943" y="22892"/>
                </a:lnTo>
                <a:lnTo>
                  <a:pt x="392583" y="23389"/>
                </a:lnTo>
                <a:lnTo>
                  <a:pt x="393264" y="23847"/>
                </a:lnTo>
                <a:lnTo>
                  <a:pt x="453737" y="61643"/>
                </a:lnTo>
                <a:lnTo>
                  <a:pt x="64434" y="61642"/>
                </a:lnTo>
                <a:lnTo>
                  <a:pt x="124907" y="238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0F054-428D-4F68-8287-EEE10590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2" y="216904"/>
            <a:ext cx="1036016" cy="549401"/>
          </a:xfrm>
          <a:custGeom xmlns:a="http://schemas.openxmlformats.org/drawingml/2006/main">
            <a:pathLst>
              <a:path w="1036016" h="549401">
                <a:moveTo>
                  <a:pt x="0" y="0"/>
                </a:moveTo>
                <a:lnTo>
                  <a:pt x="1036016" y="0"/>
                </a:lnTo>
                <a:lnTo>
                  <a:pt x="1036016" y="549401"/>
                </a:lnTo>
                <a:lnTo>
                  <a:pt x="0" y="549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90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ECU">
            <a:extLst xmlns:a="http://schemas.openxmlformats.org/drawingml/2006/main">
              <a:ext uri="{FF2B5EF4-FFF2-40B4-BE49-F238E27FC236}">
                <a16:creationId xmlns:a16="http://schemas.microsoft.com/office/drawing/2014/main" id="{EB479D7E-928F-4F91-B37D-6FD2588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37" y="425399"/>
            <a:ext cx="399408" cy="143298"/>
          </a:xfrm>
          <a:custGeom xmlns:a="http://schemas.openxmlformats.org/drawingml/2006/main">
            <a:pathLst>
              <a:path w="399408" h="143298">
                <a:moveTo>
                  <a:pt x="57708" y="63898"/>
                </a:moveTo>
                <a:lnTo>
                  <a:pt x="38185" y="63898"/>
                </a:lnTo>
                <a:lnTo>
                  <a:pt x="38185" y="25255"/>
                </a:lnTo>
                <a:cubicBezTo>
                  <a:pt x="38185" y="15811"/>
                  <a:pt x="40761" y="11516"/>
                  <a:pt x="52346" y="11516"/>
                </a:cubicBezTo>
                <a:lnTo>
                  <a:pt x="68435" y="11516"/>
                </a:lnTo>
                <a:cubicBezTo>
                  <a:pt x="84524" y="11516"/>
                  <a:pt x="87957" y="20102"/>
                  <a:pt x="92678" y="34918"/>
                </a:cubicBezTo>
                <a:cubicBezTo>
                  <a:pt x="95336" y="35304"/>
                  <a:pt x="97653" y="34852"/>
                  <a:pt x="99755" y="33844"/>
                </a:cubicBezTo>
                <a:cubicBezTo>
                  <a:pt x="98685" y="25042"/>
                  <a:pt x="95467" y="4436"/>
                  <a:pt x="95035" y="2720"/>
                </a:cubicBezTo>
                <a:cubicBezTo>
                  <a:pt x="95035" y="2291"/>
                  <a:pt x="94822" y="2075"/>
                  <a:pt x="94177" y="2075"/>
                </a:cubicBezTo>
                <a:cubicBezTo>
                  <a:pt x="90530" y="2720"/>
                  <a:pt x="88815" y="2933"/>
                  <a:pt x="83666" y="2933"/>
                </a:cubicBezTo>
                <a:lnTo>
                  <a:pt x="28960" y="2933"/>
                </a:lnTo>
                <a:cubicBezTo>
                  <a:pt x="22417" y="2737"/>
                  <a:pt x="9869" y="2521"/>
                  <a:pt x="1286" y="2304"/>
                </a:cubicBezTo>
                <a:cubicBezTo>
                  <a:pt x="0" y="3594"/>
                  <a:pt x="0" y="8098"/>
                  <a:pt x="1286" y="9385"/>
                </a:cubicBezTo>
                <a:cubicBezTo>
                  <a:pt x="16305" y="10033"/>
                  <a:pt x="19952" y="11110"/>
                  <a:pt x="19952" y="28993"/>
                </a:cubicBezTo>
                <a:lnTo>
                  <a:pt x="19952" y="115068"/>
                </a:lnTo>
                <a:cubicBezTo>
                  <a:pt x="19952" y="132833"/>
                  <a:pt x="16305" y="133904"/>
                  <a:pt x="1286" y="134545"/>
                </a:cubicBezTo>
                <a:cubicBezTo>
                  <a:pt x="0" y="135832"/>
                  <a:pt x="0" y="140336"/>
                  <a:pt x="1286" y="141622"/>
                </a:cubicBezTo>
                <a:cubicBezTo>
                  <a:pt x="9225" y="141419"/>
                  <a:pt x="22096" y="141203"/>
                  <a:pt x="29176" y="141203"/>
                </a:cubicBezTo>
                <a:lnTo>
                  <a:pt x="75299" y="141203"/>
                </a:lnTo>
                <a:cubicBezTo>
                  <a:pt x="85597" y="141194"/>
                  <a:pt x="102760" y="141622"/>
                  <a:pt x="102760" y="141622"/>
                </a:cubicBezTo>
                <a:cubicBezTo>
                  <a:pt x="105762" y="130905"/>
                  <a:pt x="108980" y="116780"/>
                  <a:pt x="110698" y="105867"/>
                </a:cubicBezTo>
                <a:cubicBezTo>
                  <a:pt x="108466" y="104603"/>
                  <a:pt x="105997" y="104112"/>
                  <a:pt x="103189" y="104796"/>
                </a:cubicBezTo>
                <a:cubicBezTo>
                  <a:pt x="98897" y="120211"/>
                  <a:pt x="91388" y="132840"/>
                  <a:pt x="75086" y="132840"/>
                </a:cubicBezTo>
                <a:lnTo>
                  <a:pt x="50198" y="132840"/>
                </a:lnTo>
                <a:cubicBezTo>
                  <a:pt x="41190" y="132840"/>
                  <a:pt x="38185" y="129412"/>
                  <a:pt x="38185" y="119353"/>
                </a:cubicBezTo>
                <a:lnTo>
                  <a:pt x="38185" y="72052"/>
                </a:lnTo>
                <a:lnTo>
                  <a:pt x="57708" y="72052"/>
                </a:lnTo>
                <a:cubicBezTo>
                  <a:pt x="75944" y="72052"/>
                  <a:pt x="76586" y="76975"/>
                  <a:pt x="77230" y="86606"/>
                </a:cubicBezTo>
                <a:cubicBezTo>
                  <a:pt x="78517" y="87889"/>
                  <a:pt x="83021" y="87889"/>
                  <a:pt x="84311" y="86606"/>
                </a:cubicBezTo>
                <a:cubicBezTo>
                  <a:pt x="84095" y="81041"/>
                  <a:pt x="83882" y="75112"/>
                  <a:pt x="83882" y="67760"/>
                </a:cubicBezTo>
                <a:cubicBezTo>
                  <a:pt x="83882" y="61754"/>
                  <a:pt x="84095" y="54454"/>
                  <a:pt x="84311" y="49301"/>
                </a:cubicBezTo>
                <a:cubicBezTo>
                  <a:pt x="83021" y="48012"/>
                  <a:pt x="78517" y="48012"/>
                  <a:pt x="77230" y="49301"/>
                </a:cubicBezTo>
                <a:cubicBezTo>
                  <a:pt x="76586" y="61109"/>
                  <a:pt x="75944" y="63898"/>
                  <a:pt x="57708" y="63898"/>
                </a:cubicBezTo>
                <a:close/>
                <a:moveTo>
                  <a:pt x="193913" y="143298"/>
                </a:moveTo>
                <a:cubicBezTo>
                  <a:pt x="214722" y="143298"/>
                  <a:pt x="233816" y="133432"/>
                  <a:pt x="248402" y="114338"/>
                </a:cubicBezTo>
                <a:cubicBezTo>
                  <a:pt x="247329" y="112410"/>
                  <a:pt x="245829" y="111124"/>
                  <a:pt x="243469" y="111124"/>
                </a:cubicBezTo>
                <a:cubicBezTo>
                  <a:pt x="228238" y="127854"/>
                  <a:pt x="213648" y="134506"/>
                  <a:pt x="193697" y="134506"/>
                </a:cubicBezTo>
                <a:cubicBezTo>
                  <a:pt x="164822" y="134506"/>
                  <a:pt x="144785" y="101899"/>
                  <a:pt x="144785" y="70579"/>
                </a:cubicBezTo>
                <a:cubicBezTo>
                  <a:pt x="144785" y="52064"/>
                  <a:pt x="149698" y="36663"/>
                  <a:pt x="157528" y="27032"/>
                </a:cubicBezTo>
                <a:cubicBezTo>
                  <a:pt x="168170" y="13945"/>
                  <a:pt x="180613" y="7938"/>
                  <a:pt x="191769" y="7938"/>
                </a:cubicBezTo>
                <a:cubicBezTo>
                  <a:pt x="221374" y="7938"/>
                  <a:pt x="233171" y="25530"/>
                  <a:pt x="238749" y="43979"/>
                </a:cubicBezTo>
                <a:cubicBezTo>
                  <a:pt x="241322" y="44836"/>
                  <a:pt x="243404" y="44192"/>
                  <a:pt x="245829" y="42905"/>
                </a:cubicBezTo>
                <a:cubicBezTo>
                  <a:pt x="244756" y="31752"/>
                  <a:pt x="243253" y="21454"/>
                  <a:pt x="241109" y="9657"/>
                </a:cubicBezTo>
                <a:cubicBezTo>
                  <a:pt x="230169" y="8583"/>
                  <a:pt x="220513" y="0"/>
                  <a:pt x="194125" y="0"/>
                </a:cubicBezTo>
                <a:cubicBezTo>
                  <a:pt x="175892" y="0"/>
                  <a:pt x="160661" y="6652"/>
                  <a:pt x="148003" y="18236"/>
                </a:cubicBezTo>
                <a:cubicBezTo>
                  <a:pt x="133760" y="31278"/>
                  <a:pt x="125262" y="52280"/>
                  <a:pt x="125262" y="74654"/>
                </a:cubicBezTo>
                <a:cubicBezTo>
                  <a:pt x="125262" y="111939"/>
                  <a:pt x="147790" y="143298"/>
                  <a:pt x="193913" y="143298"/>
                </a:cubicBezTo>
                <a:close/>
                <a:moveTo>
                  <a:pt x="295149" y="28914"/>
                </a:moveTo>
                <a:cubicBezTo>
                  <a:pt x="295149" y="11104"/>
                  <a:pt x="298367" y="10030"/>
                  <a:pt x="314885" y="9385"/>
                </a:cubicBezTo>
                <a:cubicBezTo>
                  <a:pt x="316171" y="8098"/>
                  <a:pt x="316171" y="3594"/>
                  <a:pt x="314885" y="2304"/>
                </a:cubicBezTo>
                <a:cubicBezTo>
                  <a:pt x="304803" y="2521"/>
                  <a:pt x="294377" y="2737"/>
                  <a:pt x="285925" y="2737"/>
                </a:cubicBezTo>
                <a:cubicBezTo>
                  <a:pt x="277558" y="2737"/>
                  <a:pt x="268762" y="2521"/>
                  <a:pt x="260395" y="2304"/>
                </a:cubicBezTo>
                <a:cubicBezTo>
                  <a:pt x="259109" y="3594"/>
                  <a:pt x="259109" y="8098"/>
                  <a:pt x="260395" y="9385"/>
                </a:cubicBezTo>
                <a:cubicBezTo>
                  <a:pt x="273266" y="10030"/>
                  <a:pt x="276913" y="11104"/>
                  <a:pt x="276913" y="28914"/>
                </a:cubicBezTo>
                <a:lnTo>
                  <a:pt x="276913" y="91152"/>
                </a:lnTo>
                <a:cubicBezTo>
                  <a:pt x="276913" y="134935"/>
                  <a:pt x="305123" y="143298"/>
                  <a:pt x="327114" y="143298"/>
                </a:cubicBezTo>
                <a:cubicBezTo>
                  <a:pt x="371093" y="143298"/>
                  <a:pt x="381604" y="116047"/>
                  <a:pt x="381604" y="77846"/>
                </a:cubicBezTo>
                <a:lnTo>
                  <a:pt x="381604" y="28914"/>
                </a:lnTo>
                <a:cubicBezTo>
                  <a:pt x="381604" y="11683"/>
                  <a:pt x="385251" y="10887"/>
                  <a:pt x="398122" y="9385"/>
                </a:cubicBezTo>
                <a:cubicBezTo>
                  <a:pt x="399408" y="8098"/>
                  <a:pt x="399408" y="3594"/>
                  <a:pt x="398122" y="2304"/>
                </a:cubicBezTo>
                <a:cubicBezTo>
                  <a:pt x="389971" y="2521"/>
                  <a:pt x="381218" y="2737"/>
                  <a:pt x="376239" y="2737"/>
                </a:cubicBezTo>
                <a:cubicBezTo>
                  <a:pt x="371627" y="2737"/>
                  <a:pt x="361224" y="2521"/>
                  <a:pt x="351354" y="2304"/>
                </a:cubicBezTo>
                <a:cubicBezTo>
                  <a:pt x="350068" y="3594"/>
                  <a:pt x="350068" y="8098"/>
                  <a:pt x="351354" y="9385"/>
                </a:cubicBezTo>
                <a:cubicBezTo>
                  <a:pt x="367443" y="10887"/>
                  <a:pt x="371093" y="11532"/>
                  <a:pt x="371093" y="28914"/>
                </a:cubicBezTo>
                <a:lnTo>
                  <a:pt x="371093" y="81708"/>
                </a:lnTo>
                <a:cubicBezTo>
                  <a:pt x="371093" y="105745"/>
                  <a:pt x="367872" y="134506"/>
                  <a:pt x="331619" y="134506"/>
                </a:cubicBezTo>
                <a:cubicBezTo>
                  <a:pt x="321320" y="134506"/>
                  <a:pt x="312548" y="130620"/>
                  <a:pt x="306089" y="124417"/>
                </a:cubicBezTo>
                <a:cubicBezTo>
                  <a:pt x="295578" y="114332"/>
                  <a:pt x="295149" y="98020"/>
                  <a:pt x="295149" y="84072"/>
                </a:cubicBezTo>
                <a:lnTo>
                  <a:pt x="295149" y="289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A33B6-8606-44B0-BF2C-03CE93E4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6" y="1990688"/>
            <a:ext cx="1036016" cy="554634"/>
          </a:xfrm>
          <a:custGeom xmlns:a="http://schemas.openxmlformats.org/drawingml/2006/main">
            <a:pathLst>
              <a:path w="1036016" h="554634">
                <a:moveTo>
                  <a:pt x="0" y="0"/>
                </a:moveTo>
                <a:lnTo>
                  <a:pt x="1036016" y="0"/>
                </a:lnTo>
                <a:lnTo>
                  <a:pt x="1036016" y="554634"/>
                </a:lnTo>
                <a:lnTo>
                  <a:pt x="0" y="5546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900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ECU">
            <a:extLst xmlns:a="http://schemas.openxmlformats.org/drawingml/2006/main">
              <a:ext uri="{FF2B5EF4-FFF2-40B4-BE49-F238E27FC236}">
                <a16:creationId xmlns:a16="http://schemas.microsoft.com/office/drawing/2014/main" id="{E15BC61E-2BAC-4CFF-A42E-B81D01AF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39" y="2204416"/>
            <a:ext cx="399409" cy="143298"/>
          </a:xfrm>
          <a:custGeom xmlns:a="http://schemas.openxmlformats.org/drawingml/2006/main">
            <a:pathLst>
              <a:path w="399409" h="143298">
                <a:moveTo>
                  <a:pt x="57708" y="63898"/>
                </a:moveTo>
                <a:lnTo>
                  <a:pt x="38185" y="63898"/>
                </a:lnTo>
                <a:lnTo>
                  <a:pt x="38185" y="25255"/>
                </a:lnTo>
                <a:cubicBezTo>
                  <a:pt x="38185" y="15811"/>
                  <a:pt x="40761" y="11516"/>
                  <a:pt x="52346" y="11516"/>
                </a:cubicBezTo>
                <a:lnTo>
                  <a:pt x="68435" y="11516"/>
                </a:lnTo>
                <a:cubicBezTo>
                  <a:pt x="84524" y="11516"/>
                  <a:pt x="87957" y="20102"/>
                  <a:pt x="92678" y="34918"/>
                </a:cubicBezTo>
                <a:cubicBezTo>
                  <a:pt x="95336" y="35304"/>
                  <a:pt x="97653" y="34852"/>
                  <a:pt x="99755" y="33844"/>
                </a:cubicBezTo>
                <a:cubicBezTo>
                  <a:pt x="98685" y="25042"/>
                  <a:pt x="95467" y="4436"/>
                  <a:pt x="95035" y="2720"/>
                </a:cubicBezTo>
                <a:cubicBezTo>
                  <a:pt x="95035" y="2291"/>
                  <a:pt x="94822" y="2075"/>
                  <a:pt x="94177" y="2075"/>
                </a:cubicBezTo>
                <a:cubicBezTo>
                  <a:pt x="90530" y="2720"/>
                  <a:pt x="88815" y="2933"/>
                  <a:pt x="83666" y="2933"/>
                </a:cubicBezTo>
                <a:lnTo>
                  <a:pt x="28960" y="2933"/>
                </a:lnTo>
                <a:cubicBezTo>
                  <a:pt x="22417" y="2737"/>
                  <a:pt x="9869" y="2521"/>
                  <a:pt x="1286" y="2304"/>
                </a:cubicBezTo>
                <a:cubicBezTo>
                  <a:pt x="0" y="3594"/>
                  <a:pt x="0" y="8098"/>
                  <a:pt x="1286" y="9385"/>
                </a:cubicBezTo>
                <a:cubicBezTo>
                  <a:pt x="16305" y="10033"/>
                  <a:pt x="19952" y="11110"/>
                  <a:pt x="19952" y="28993"/>
                </a:cubicBezTo>
                <a:lnTo>
                  <a:pt x="19952" y="115068"/>
                </a:lnTo>
                <a:cubicBezTo>
                  <a:pt x="19952" y="132833"/>
                  <a:pt x="16305" y="133904"/>
                  <a:pt x="1286" y="134545"/>
                </a:cubicBezTo>
                <a:cubicBezTo>
                  <a:pt x="0" y="135832"/>
                  <a:pt x="0" y="140336"/>
                  <a:pt x="1286" y="141622"/>
                </a:cubicBezTo>
                <a:cubicBezTo>
                  <a:pt x="9225" y="141419"/>
                  <a:pt x="22096" y="141203"/>
                  <a:pt x="29176" y="141203"/>
                </a:cubicBezTo>
                <a:lnTo>
                  <a:pt x="75299" y="141203"/>
                </a:lnTo>
                <a:cubicBezTo>
                  <a:pt x="85597" y="141194"/>
                  <a:pt x="102760" y="141622"/>
                  <a:pt x="102760" y="141622"/>
                </a:cubicBezTo>
                <a:cubicBezTo>
                  <a:pt x="105762" y="130905"/>
                  <a:pt x="108980" y="116780"/>
                  <a:pt x="110698" y="105867"/>
                </a:cubicBezTo>
                <a:cubicBezTo>
                  <a:pt x="108466" y="104603"/>
                  <a:pt x="105997" y="104112"/>
                  <a:pt x="103189" y="104796"/>
                </a:cubicBezTo>
                <a:cubicBezTo>
                  <a:pt x="98897" y="120211"/>
                  <a:pt x="91388" y="132840"/>
                  <a:pt x="75086" y="132840"/>
                </a:cubicBezTo>
                <a:lnTo>
                  <a:pt x="50198" y="132840"/>
                </a:lnTo>
                <a:cubicBezTo>
                  <a:pt x="41190" y="132840"/>
                  <a:pt x="38185" y="129412"/>
                  <a:pt x="38185" y="119353"/>
                </a:cubicBezTo>
                <a:lnTo>
                  <a:pt x="38185" y="72052"/>
                </a:lnTo>
                <a:lnTo>
                  <a:pt x="57708" y="72052"/>
                </a:lnTo>
                <a:cubicBezTo>
                  <a:pt x="75944" y="72052"/>
                  <a:pt x="76586" y="76975"/>
                  <a:pt x="77230" y="86606"/>
                </a:cubicBezTo>
                <a:cubicBezTo>
                  <a:pt x="78517" y="87889"/>
                  <a:pt x="83021" y="87889"/>
                  <a:pt x="84311" y="86606"/>
                </a:cubicBezTo>
                <a:cubicBezTo>
                  <a:pt x="84095" y="81041"/>
                  <a:pt x="83882" y="75112"/>
                  <a:pt x="83882" y="67760"/>
                </a:cubicBezTo>
                <a:cubicBezTo>
                  <a:pt x="83882" y="61754"/>
                  <a:pt x="84095" y="54454"/>
                  <a:pt x="84311" y="49301"/>
                </a:cubicBezTo>
                <a:cubicBezTo>
                  <a:pt x="83021" y="48012"/>
                  <a:pt x="78517" y="48012"/>
                  <a:pt x="77230" y="49301"/>
                </a:cubicBezTo>
                <a:cubicBezTo>
                  <a:pt x="76586" y="61109"/>
                  <a:pt x="75944" y="63898"/>
                  <a:pt x="57708" y="63898"/>
                </a:cubicBezTo>
                <a:close/>
                <a:moveTo>
                  <a:pt x="193913" y="143298"/>
                </a:moveTo>
                <a:cubicBezTo>
                  <a:pt x="214722" y="143298"/>
                  <a:pt x="233816" y="133432"/>
                  <a:pt x="248402" y="114338"/>
                </a:cubicBezTo>
                <a:cubicBezTo>
                  <a:pt x="247329" y="112410"/>
                  <a:pt x="245830" y="111124"/>
                  <a:pt x="243469" y="111124"/>
                </a:cubicBezTo>
                <a:cubicBezTo>
                  <a:pt x="228238" y="127854"/>
                  <a:pt x="213648" y="134506"/>
                  <a:pt x="193697" y="134506"/>
                </a:cubicBezTo>
                <a:cubicBezTo>
                  <a:pt x="164822" y="134506"/>
                  <a:pt x="144785" y="101899"/>
                  <a:pt x="144785" y="70579"/>
                </a:cubicBezTo>
                <a:cubicBezTo>
                  <a:pt x="144785" y="52064"/>
                  <a:pt x="149698" y="36663"/>
                  <a:pt x="157528" y="27032"/>
                </a:cubicBezTo>
                <a:cubicBezTo>
                  <a:pt x="168170" y="13945"/>
                  <a:pt x="180613" y="7938"/>
                  <a:pt x="191769" y="7938"/>
                </a:cubicBezTo>
                <a:cubicBezTo>
                  <a:pt x="221374" y="7938"/>
                  <a:pt x="233171" y="25530"/>
                  <a:pt x="238749" y="43979"/>
                </a:cubicBezTo>
                <a:cubicBezTo>
                  <a:pt x="241322" y="44836"/>
                  <a:pt x="243404" y="44192"/>
                  <a:pt x="245830" y="42905"/>
                </a:cubicBezTo>
                <a:cubicBezTo>
                  <a:pt x="244756" y="31752"/>
                  <a:pt x="243253" y="21454"/>
                  <a:pt x="241109" y="9657"/>
                </a:cubicBezTo>
                <a:cubicBezTo>
                  <a:pt x="230169" y="8583"/>
                  <a:pt x="220513" y="0"/>
                  <a:pt x="194125" y="0"/>
                </a:cubicBezTo>
                <a:cubicBezTo>
                  <a:pt x="175892" y="0"/>
                  <a:pt x="160661" y="6652"/>
                  <a:pt x="148003" y="18236"/>
                </a:cubicBezTo>
                <a:cubicBezTo>
                  <a:pt x="133760" y="31278"/>
                  <a:pt x="125262" y="52280"/>
                  <a:pt x="125262" y="74654"/>
                </a:cubicBezTo>
                <a:cubicBezTo>
                  <a:pt x="125262" y="111939"/>
                  <a:pt x="147790" y="143298"/>
                  <a:pt x="193913" y="143298"/>
                </a:cubicBezTo>
                <a:close/>
                <a:moveTo>
                  <a:pt x="295149" y="28914"/>
                </a:moveTo>
                <a:cubicBezTo>
                  <a:pt x="295149" y="11104"/>
                  <a:pt x="298367" y="10030"/>
                  <a:pt x="314885" y="9385"/>
                </a:cubicBezTo>
                <a:cubicBezTo>
                  <a:pt x="316171" y="8098"/>
                  <a:pt x="316171" y="3594"/>
                  <a:pt x="314885" y="2304"/>
                </a:cubicBezTo>
                <a:cubicBezTo>
                  <a:pt x="304803" y="2521"/>
                  <a:pt x="294377" y="2737"/>
                  <a:pt x="285925" y="2737"/>
                </a:cubicBezTo>
                <a:cubicBezTo>
                  <a:pt x="277558" y="2737"/>
                  <a:pt x="268762" y="2521"/>
                  <a:pt x="260395" y="2304"/>
                </a:cubicBezTo>
                <a:cubicBezTo>
                  <a:pt x="259109" y="3594"/>
                  <a:pt x="259109" y="8098"/>
                  <a:pt x="260395" y="9385"/>
                </a:cubicBezTo>
                <a:cubicBezTo>
                  <a:pt x="273266" y="10030"/>
                  <a:pt x="276913" y="11104"/>
                  <a:pt x="276913" y="28914"/>
                </a:cubicBezTo>
                <a:lnTo>
                  <a:pt x="276913" y="91152"/>
                </a:lnTo>
                <a:cubicBezTo>
                  <a:pt x="276913" y="134935"/>
                  <a:pt x="305123" y="143298"/>
                  <a:pt x="327114" y="143298"/>
                </a:cubicBezTo>
                <a:cubicBezTo>
                  <a:pt x="371093" y="143298"/>
                  <a:pt x="381604" y="116047"/>
                  <a:pt x="381604" y="77846"/>
                </a:cubicBezTo>
                <a:lnTo>
                  <a:pt x="381604" y="28914"/>
                </a:lnTo>
                <a:cubicBezTo>
                  <a:pt x="381604" y="11683"/>
                  <a:pt x="385251" y="10887"/>
                  <a:pt x="398122" y="9385"/>
                </a:cubicBezTo>
                <a:cubicBezTo>
                  <a:pt x="399409" y="8098"/>
                  <a:pt x="399409" y="3594"/>
                  <a:pt x="398122" y="2304"/>
                </a:cubicBezTo>
                <a:cubicBezTo>
                  <a:pt x="389971" y="2521"/>
                  <a:pt x="381218" y="2737"/>
                  <a:pt x="376239" y="2737"/>
                </a:cubicBezTo>
                <a:cubicBezTo>
                  <a:pt x="371627" y="2737"/>
                  <a:pt x="361224" y="2521"/>
                  <a:pt x="351354" y="2304"/>
                </a:cubicBezTo>
                <a:cubicBezTo>
                  <a:pt x="350068" y="3594"/>
                  <a:pt x="350068" y="8098"/>
                  <a:pt x="351354" y="9385"/>
                </a:cubicBezTo>
                <a:cubicBezTo>
                  <a:pt x="367443" y="10887"/>
                  <a:pt x="371093" y="11532"/>
                  <a:pt x="371093" y="28914"/>
                </a:cubicBezTo>
                <a:lnTo>
                  <a:pt x="371093" y="81708"/>
                </a:lnTo>
                <a:cubicBezTo>
                  <a:pt x="371093" y="105745"/>
                  <a:pt x="367872" y="134506"/>
                  <a:pt x="331619" y="134506"/>
                </a:cubicBezTo>
                <a:cubicBezTo>
                  <a:pt x="321320" y="134506"/>
                  <a:pt x="312548" y="130620"/>
                  <a:pt x="306089" y="124417"/>
                </a:cubicBezTo>
                <a:cubicBezTo>
                  <a:pt x="295578" y="114332"/>
                  <a:pt x="295149" y="98020"/>
                  <a:pt x="295149" y="84072"/>
                </a:cubicBezTo>
                <a:lnTo>
                  <a:pt x="295149" y="289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2FFE6-537B-4B02-ADB8-FB330886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360" y="1828484"/>
            <a:ext cx="2140052" cy="518008"/>
          </a:xfrm>
          <a:custGeom xmlns:a="http://schemas.openxmlformats.org/drawingml/2006/main">
            <a:pathLst>
              <a:path w="2140052" h="518008">
                <a:moveTo>
                  <a:pt x="0" y="0"/>
                </a:moveTo>
                <a:lnTo>
                  <a:pt x="2140052" y="0"/>
                </a:lnTo>
                <a:lnTo>
                  <a:pt x="2140052" y="518008"/>
                </a:lnTo>
                <a:lnTo>
                  <a:pt x="0" y="518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56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AsymmetryCheck">
            <a:extLst xmlns:a="http://schemas.openxmlformats.org/drawingml/2006/main">
              <a:ext uri="{FF2B5EF4-FFF2-40B4-BE49-F238E27FC236}">
                <a16:creationId xmlns:a16="http://schemas.microsoft.com/office/drawing/2014/main" id="{E0B8E2B6-7A17-4EAD-8066-CF9D0E98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9221" y="1881883"/>
            <a:ext cx="1652899" cy="199654"/>
          </a:xfrm>
          <a:custGeom xmlns:a="http://schemas.openxmlformats.org/drawingml/2006/main">
            <a:pathLst>
              <a:path w="1652899" h="199654">
                <a:moveTo>
                  <a:pt x="56208" y="89038"/>
                </a:moveTo>
                <a:cubicBezTo>
                  <a:pt x="51488" y="89038"/>
                  <a:pt x="49986" y="88396"/>
                  <a:pt x="50801" y="86187"/>
                </a:cubicBezTo>
                <a:lnTo>
                  <a:pt x="72726" y="30689"/>
                </a:lnTo>
                <a:lnTo>
                  <a:pt x="74013" y="30689"/>
                </a:lnTo>
                <a:lnTo>
                  <a:pt x="94177" y="89038"/>
                </a:lnTo>
                <a:lnTo>
                  <a:pt x="56208" y="89038"/>
                </a:lnTo>
                <a:moveTo>
                  <a:pt x="33039" y="132830"/>
                </a:moveTo>
                <a:lnTo>
                  <a:pt x="44836" y="101699"/>
                </a:lnTo>
                <a:cubicBezTo>
                  <a:pt x="45910" y="98907"/>
                  <a:pt x="47197" y="98050"/>
                  <a:pt x="52346" y="98050"/>
                </a:cubicBezTo>
                <a:lnTo>
                  <a:pt x="97611" y="98050"/>
                </a:lnTo>
                <a:lnTo>
                  <a:pt x="110053" y="134332"/>
                </a:lnTo>
                <a:cubicBezTo>
                  <a:pt x="112584" y="141740"/>
                  <a:pt x="104390" y="142405"/>
                  <a:pt x="94177" y="143135"/>
                </a:cubicBezTo>
                <a:cubicBezTo>
                  <a:pt x="92891" y="144421"/>
                  <a:pt x="92891" y="148925"/>
                  <a:pt x="94177" y="150212"/>
                </a:cubicBezTo>
                <a:cubicBezTo>
                  <a:pt x="102115" y="149999"/>
                  <a:pt x="113916" y="149783"/>
                  <a:pt x="122283" y="149783"/>
                </a:cubicBezTo>
                <a:cubicBezTo>
                  <a:pt x="131079" y="149783"/>
                  <a:pt x="139229" y="149999"/>
                  <a:pt x="146739" y="150212"/>
                </a:cubicBezTo>
                <a:cubicBezTo>
                  <a:pt x="148025" y="148925"/>
                  <a:pt x="148025" y="144421"/>
                  <a:pt x="146739" y="143135"/>
                </a:cubicBezTo>
                <a:cubicBezTo>
                  <a:pt x="138414" y="142382"/>
                  <a:pt x="131164" y="141675"/>
                  <a:pt x="127429" y="131327"/>
                </a:cubicBezTo>
                <a:lnTo>
                  <a:pt x="83237" y="8590"/>
                </a:lnTo>
                <a:cubicBezTo>
                  <a:pt x="80019" y="10521"/>
                  <a:pt x="74229" y="12881"/>
                  <a:pt x="71440" y="12881"/>
                </a:cubicBezTo>
                <a:lnTo>
                  <a:pt x="22741" y="127890"/>
                </a:lnTo>
                <a:cubicBezTo>
                  <a:pt x="17163" y="141203"/>
                  <a:pt x="10619" y="142490"/>
                  <a:pt x="1286" y="143135"/>
                </a:cubicBezTo>
                <a:cubicBezTo>
                  <a:pt x="0" y="144421"/>
                  <a:pt x="0" y="148925"/>
                  <a:pt x="1286" y="150212"/>
                </a:cubicBezTo>
                <a:cubicBezTo>
                  <a:pt x="6864" y="149999"/>
                  <a:pt x="13879" y="149783"/>
                  <a:pt x="20380" y="149783"/>
                </a:cubicBezTo>
                <a:cubicBezTo>
                  <a:pt x="29176" y="149783"/>
                  <a:pt x="39903" y="149999"/>
                  <a:pt x="47841" y="150212"/>
                </a:cubicBezTo>
                <a:cubicBezTo>
                  <a:pt x="49128" y="148925"/>
                  <a:pt x="49128" y="144421"/>
                  <a:pt x="47841" y="143135"/>
                </a:cubicBezTo>
                <a:cubicBezTo>
                  <a:pt x="39772" y="142575"/>
                  <a:pt x="29690" y="141652"/>
                  <a:pt x="33039" y="132830"/>
                </a:cubicBezTo>
                <a:close/>
                <a:moveTo>
                  <a:pt x="159973" y="120126"/>
                </a:moveTo>
                <a:cubicBezTo>
                  <a:pt x="160831" y="130643"/>
                  <a:pt x="161476" y="140732"/>
                  <a:pt x="161476" y="149744"/>
                </a:cubicBezTo>
                <a:cubicBezTo>
                  <a:pt x="163620" y="149315"/>
                  <a:pt x="165767" y="149102"/>
                  <a:pt x="166838" y="149102"/>
                </a:cubicBezTo>
                <a:cubicBezTo>
                  <a:pt x="168340" y="149102"/>
                  <a:pt x="169627" y="149102"/>
                  <a:pt x="171129" y="149531"/>
                </a:cubicBezTo>
                <a:cubicBezTo>
                  <a:pt x="176923" y="151030"/>
                  <a:pt x="182714" y="151888"/>
                  <a:pt x="190652" y="151888"/>
                </a:cubicBezTo>
                <a:cubicBezTo>
                  <a:pt x="202666" y="151888"/>
                  <a:pt x="224761" y="146097"/>
                  <a:pt x="224761" y="124846"/>
                </a:cubicBezTo>
                <a:cubicBezTo>
                  <a:pt x="224761" y="110187"/>
                  <a:pt x="214250" y="101667"/>
                  <a:pt x="199660" y="96256"/>
                </a:cubicBezTo>
                <a:cubicBezTo>
                  <a:pt x="186747" y="91470"/>
                  <a:pt x="178210" y="88141"/>
                  <a:pt x="178210" y="76337"/>
                </a:cubicBezTo>
                <a:cubicBezTo>
                  <a:pt x="178210" y="67534"/>
                  <a:pt x="185932" y="62598"/>
                  <a:pt x="193225" y="62598"/>
                </a:cubicBezTo>
                <a:cubicBezTo>
                  <a:pt x="197945" y="62598"/>
                  <a:pt x="210388" y="64317"/>
                  <a:pt x="213177" y="82563"/>
                </a:cubicBezTo>
                <a:cubicBezTo>
                  <a:pt x="214463" y="83849"/>
                  <a:pt x="218755" y="83633"/>
                  <a:pt x="220041" y="82347"/>
                </a:cubicBezTo>
                <a:cubicBezTo>
                  <a:pt x="220686" y="74618"/>
                  <a:pt x="221115" y="66677"/>
                  <a:pt x="221331" y="59596"/>
                </a:cubicBezTo>
                <a:cubicBezTo>
                  <a:pt x="214679" y="58523"/>
                  <a:pt x="204381" y="55518"/>
                  <a:pt x="193225" y="55518"/>
                </a:cubicBezTo>
                <a:cubicBezTo>
                  <a:pt x="177352" y="55518"/>
                  <a:pt x="162978" y="65819"/>
                  <a:pt x="162978" y="79558"/>
                </a:cubicBezTo>
                <a:cubicBezTo>
                  <a:pt x="162978" y="95225"/>
                  <a:pt x="170055" y="101879"/>
                  <a:pt x="186577" y="108750"/>
                </a:cubicBezTo>
                <a:cubicBezTo>
                  <a:pt x="204381" y="116047"/>
                  <a:pt x="208456" y="120554"/>
                  <a:pt x="208456" y="129786"/>
                </a:cubicBezTo>
                <a:cubicBezTo>
                  <a:pt x="208456" y="140303"/>
                  <a:pt x="198161" y="144811"/>
                  <a:pt x="190223" y="144811"/>
                </a:cubicBezTo>
                <a:cubicBezTo>
                  <a:pt x="181856" y="144811"/>
                  <a:pt x="177201" y="141956"/>
                  <a:pt x="174992" y="139658"/>
                </a:cubicBezTo>
                <a:cubicBezTo>
                  <a:pt x="170271" y="134722"/>
                  <a:pt x="167911" y="125278"/>
                  <a:pt x="166625" y="119910"/>
                </a:cubicBezTo>
                <a:cubicBezTo>
                  <a:pt x="165338" y="118623"/>
                  <a:pt x="161260" y="118836"/>
                  <a:pt x="159973" y="120126"/>
                </a:cubicBezTo>
                <a:close/>
                <a:moveTo>
                  <a:pt x="277472" y="184210"/>
                </a:moveTo>
                <a:cubicBezTo>
                  <a:pt x="280817" y="178246"/>
                  <a:pt x="283629" y="172108"/>
                  <a:pt x="286267" y="165757"/>
                </a:cubicBezTo>
                <a:cubicBezTo>
                  <a:pt x="303430" y="124348"/>
                  <a:pt x="313041" y="102334"/>
                  <a:pt x="324239" y="78216"/>
                </a:cubicBezTo>
                <a:cubicBezTo>
                  <a:pt x="328465" y="69142"/>
                  <a:pt x="331533" y="65708"/>
                  <a:pt x="341615" y="64484"/>
                </a:cubicBezTo>
                <a:cubicBezTo>
                  <a:pt x="342901" y="63197"/>
                  <a:pt x="342901" y="58693"/>
                  <a:pt x="341615" y="57403"/>
                </a:cubicBezTo>
                <a:cubicBezTo>
                  <a:pt x="337323" y="57619"/>
                  <a:pt x="332390" y="57835"/>
                  <a:pt x="326384" y="57835"/>
                </a:cubicBezTo>
                <a:cubicBezTo>
                  <a:pt x="319948" y="57835"/>
                  <a:pt x="313296" y="57619"/>
                  <a:pt x="306861" y="57403"/>
                </a:cubicBezTo>
                <a:cubicBezTo>
                  <a:pt x="305574" y="58693"/>
                  <a:pt x="305574" y="63197"/>
                  <a:pt x="306861" y="64484"/>
                </a:cubicBezTo>
                <a:cubicBezTo>
                  <a:pt x="313640" y="65128"/>
                  <a:pt x="320593" y="66415"/>
                  <a:pt x="317159" y="74140"/>
                </a:cubicBezTo>
                <a:lnTo>
                  <a:pt x="295878" y="123275"/>
                </a:lnTo>
                <a:cubicBezTo>
                  <a:pt x="294376" y="126728"/>
                  <a:pt x="292575" y="127308"/>
                  <a:pt x="290752" y="123059"/>
                </a:cubicBezTo>
                <a:lnTo>
                  <a:pt x="271724" y="78432"/>
                </a:lnTo>
                <a:cubicBezTo>
                  <a:pt x="267861" y="69377"/>
                  <a:pt x="266745" y="65407"/>
                  <a:pt x="278758" y="64484"/>
                </a:cubicBezTo>
                <a:cubicBezTo>
                  <a:pt x="280045" y="63197"/>
                  <a:pt x="280045" y="58693"/>
                  <a:pt x="278758" y="57403"/>
                </a:cubicBezTo>
                <a:cubicBezTo>
                  <a:pt x="270820" y="57619"/>
                  <a:pt x="262240" y="57835"/>
                  <a:pt x="254518" y="57835"/>
                </a:cubicBezTo>
                <a:cubicBezTo>
                  <a:pt x="247222" y="57835"/>
                  <a:pt x="241431" y="57619"/>
                  <a:pt x="237140" y="57403"/>
                </a:cubicBezTo>
                <a:cubicBezTo>
                  <a:pt x="235853" y="58693"/>
                  <a:pt x="235853" y="63197"/>
                  <a:pt x="237140" y="64484"/>
                </a:cubicBezTo>
                <a:cubicBezTo>
                  <a:pt x="245657" y="65557"/>
                  <a:pt x="248446" y="67489"/>
                  <a:pt x="254067" y="80576"/>
                </a:cubicBezTo>
                <a:lnTo>
                  <a:pt x="278329" y="137007"/>
                </a:lnTo>
                <a:cubicBezTo>
                  <a:pt x="280195" y="141318"/>
                  <a:pt x="283479" y="151168"/>
                  <a:pt x="281334" y="157175"/>
                </a:cubicBezTo>
                <a:cubicBezTo>
                  <a:pt x="278781" y="164340"/>
                  <a:pt x="276185" y="170262"/>
                  <a:pt x="272967" y="176913"/>
                </a:cubicBezTo>
                <a:cubicBezTo>
                  <a:pt x="270607" y="181205"/>
                  <a:pt x="267602" y="183136"/>
                  <a:pt x="262240" y="183136"/>
                </a:cubicBezTo>
                <a:cubicBezTo>
                  <a:pt x="259235" y="183136"/>
                  <a:pt x="258378" y="182495"/>
                  <a:pt x="256018" y="182495"/>
                </a:cubicBezTo>
                <a:cubicBezTo>
                  <a:pt x="249798" y="182495"/>
                  <a:pt x="246580" y="188930"/>
                  <a:pt x="246580" y="191719"/>
                </a:cubicBezTo>
                <a:cubicBezTo>
                  <a:pt x="246580" y="196223"/>
                  <a:pt x="250868" y="199654"/>
                  <a:pt x="256662" y="199654"/>
                </a:cubicBezTo>
                <a:cubicBezTo>
                  <a:pt x="261167" y="199654"/>
                  <a:pt x="269750" y="197939"/>
                  <a:pt x="277472" y="184210"/>
                </a:cubicBezTo>
                <a:close/>
                <a:moveTo>
                  <a:pt x="381025" y="72903"/>
                </a:moveTo>
                <a:cubicBezTo>
                  <a:pt x="380744" y="66526"/>
                  <a:pt x="380315" y="58801"/>
                  <a:pt x="379307" y="56591"/>
                </a:cubicBezTo>
                <a:cubicBezTo>
                  <a:pt x="378858" y="55606"/>
                  <a:pt x="378449" y="54876"/>
                  <a:pt x="376734" y="54876"/>
                </a:cubicBezTo>
                <a:cubicBezTo>
                  <a:pt x="370727" y="57236"/>
                  <a:pt x="365149" y="59168"/>
                  <a:pt x="350347" y="61096"/>
                </a:cubicBezTo>
                <a:cubicBezTo>
                  <a:pt x="349918" y="62385"/>
                  <a:pt x="350347" y="65816"/>
                  <a:pt x="350776" y="67106"/>
                </a:cubicBezTo>
                <a:cubicBezTo>
                  <a:pt x="362360" y="68179"/>
                  <a:pt x="364720" y="69253"/>
                  <a:pt x="364720" y="81708"/>
                </a:cubicBezTo>
                <a:lnTo>
                  <a:pt x="364720" y="123589"/>
                </a:lnTo>
                <a:cubicBezTo>
                  <a:pt x="364720" y="141200"/>
                  <a:pt x="361931" y="142274"/>
                  <a:pt x="350131" y="143135"/>
                </a:cubicBezTo>
                <a:cubicBezTo>
                  <a:pt x="348844" y="144421"/>
                  <a:pt x="348844" y="148925"/>
                  <a:pt x="350131" y="150212"/>
                </a:cubicBezTo>
                <a:cubicBezTo>
                  <a:pt x="356570" y="149999"/>
                  <a:pt x="364720" y="149783"/>
                  <a:pt x="373300" y="149783"/>
                </a:cubicBezTo>
                <a:cubicBezTo>
                  <a:pt x="381883" y="149783"/>
                  <a:pt x="388489" y="149999"/>
                  <a:pt x="394925" y="150212"/>
                </a:cubicBezTo>
                <a:cubicBezTo>
                  <a:pt x="396214" y="148925"/>
                  <a:pt x="396214" y="144421"/>
                  <a:pt x="394925" y="143135"/>
                </a:cubicBezTo>
                <a:cubicBezTo>
                  <a:pt x="384027" y="142061"/>
                  <a:pt x="381667" y="141200"/>
                  <a:pt x="381667" y="123589"/>
                </a:cubicBezTo>
                <a:lnTo>
                  <a:pt x="381667" y="88367"/>
                </a:lnTo>
                <a:cubicBezTo>
                  <a:pt x="381667" y="83856"/>
                  <a:pt x="383598" y="81214"/>
                  <a:pt x="385314" y="79348"/>
                </a:cubicBezTo>
                <a:cubicBezTo>
                  <a:pt x="393812" y="71034"/>
                  <a:pt x="401854" y="66674"/>
                  <a:pt x="408483" y="66674"/>
                </a:cubicBezTo>
                <a:cubicBezTo>
                  <a:pt x="416637" y="66674"/>
                  <a:pt x="422644" y="71829"/>
                  <a:pt x="422644" y="86219"/>
                </a:cubicBezTo>
                <a:lnTo>
                  <a:pt x="422644" y="123589"/>
                </a:lnTo>
                <a:cubicBezTo>
                  <a:pt x="422644" y="141200"/>
                  <a:pt x="420926" y="142274"/>
                  <a:pt x="409341" y="143135"/>
                </a:cubicBezTo>
                <a:cubicBezTo>
                  <a:pt x="408270" y="144421"/>
                  <a:pt x="408270" y="148925"/>
                  <a:pt x="409341" y="150212"/>
                </a:cubicBezTo>
                <a:cubicBezTo>
                  <a:pt x="414706" y="149999"/>
                  <a:pt x="422644" y="149783"/>
                  <a:pt x="431224" y="149783"/>
                </a:cubicBezTo>
                <a:cubicBezTo>
                  <a:pt x="439807" y="149783"/>
                  <a:pt x="446884" y="149999"/>
                  <a:pt x="452249" y="150212"/>
                </a:cubicBezTo>
                <a:cubicBezTo>
                  <a:pt x="453320" y="148925"/>
                  <a:pt x="453320" y="144421"/>
                  <a:pt x="452249" y="143135"/>
                </a:cubicBezTo>
                <a:cubicBezTo>
                  <a:pt x="441522" y="142274"/>
                  <a:pt x="439591" y="141200"/>
                  <a:pt x="439591" y="123589"/>
                </a:cubicBezTo>
                <a:lnTo>
                  <a:pt x="439591" y="89440"/>
                </a:lnTo>
                <a:cubicBezTo>
                  <a:pt x="439591" y="86435"/>
                  <a:pt x="439591" y="83427"/>
                  <a:pt x="439375" y="80851"/>
                </a:cubicBezTo>
                <a:cubicBezTo>
                  <a:pt x="449673" y="69466"/>
                  <a:pt x="459326" y="66674"/>
                  <a:pt x="467693" y="66674"/>
                </a:cubicBezTo>
                <a:cubicBezTo>
                  <a:pt x="475847" y="66674"/>
                  <a:pt x="480564" y="71400"/>
                  <a:pt x="480564" y="85790"/>
                </a:cubicBezTo>
                <a:lnTo>
                  <a:pt x="480564" y="123589"/>
                </a:lnTo>
                <a:cubicBezTo>
                  <a:pt x="480564" y="141200"/>
                  <a:pt x="478420" y="142274"/>
                  <a:pt x="467264" y="143135"/>
                </a:cubicBezTo>
                <a:cubicBezTo>
                  <a:pt x="466191" y="144421"/>
                  <a:pt x="466191" y="148925"/>
                  <a:pt x="467264" y="150212"/>
                </a:cubicBezTo>
                <a:cubicBezTo>
                  <a:pt x="472630" y="149999"/>
                  <a:pt x="480564" y="149783"/>
                  <a:pt x="489147" y="149783"/>
                </a:cubicBezTo>
                <a:cubicBezTo>
                  <a:pt x="497727" y="149783"/>
                  <a:pt x="505236" y="149999"/>
                  <a:pt x="511243" y="150212"/>
                </a:cubicBezTo>
                <a:cubicBezTo>
                  <a:pt x="512317" y="148925"/>
                  <a:pt x="512317" y="144421"/>
                  <a:pt x="511243" y="143135"/>
                </a:cubicBezTo>
                <a:cubicBezTo>
                  <a:pt x="499446" y="142274"/>
                  <a:pt x="497514" y="141200"/>
                  <a:pt x="497514" y="123589"/>
                </a:cubicBezTo>
                <a:lnTo>
                  <a:pt x="497514" y="89656"/>
                </a:lnTo>
                <a:cubicBezTo>
                  <a:pt x="497514" y="70543"/>
                  <a:pt x="494297" y="55518"/>
                  <a:pt x="475419" y="55518"/>
                </a:cubicBezTo>
                <a:cubicBezTo>
                  <a:pt x="464433" y="55518"/>
                  <a:pt x="451198" y="59554"/>
                  <a:pt x="440020" y="71358"/>
                </a:cubicBezTo>
                <a:cubicBezTo>
                  <a:pt x="439375" y="72045"/>
                  <a:pt x="438088" y="73119"/>
                  <a:pt x="437659" y="71273"/>
                </a:cubicBezTo>
                <a:cubicBezTo>
                  <a:pt x="435623" y="62470"/>
                  <a:pt x="427361" y="55518"/>
                  <a:pt x="416208" y="55518"/>
                </a:cubicBezTo>
                <a:cubicBezTo>
                  <a:pt x="403763" y="55518"/>
                  <a:pt x="392545" y="62899"/>
                  <a:pt x="383598" y="72903"/>
                </a:cubicBezTo>
                <a:cubicBezTo>
                  <a:pt x="382613" y="74000"/>
                  <a:pt x="381130" y="75482"/>
                  <a:pt x="381025" y="72903"/>
                </a:cubicBezTo>
                <a:close/>
                <a:moveTo>
                  <a:pt x="551941" y="72903"/>
                </a:moveTo>
                <a:cubicBezTo>
                  <a:pt x="551659" y="66526"/>
                  <a:pt x="551230" y="58801"/>
                  <a:pt x="550222" y="56591"/>
                </a:cubicBezTo>
                <a:cubicBezTo>
                  <a:pt x="549774" y="55606"/>
                  <a:pt x="549364" y="54876"/>
                  <a:pt x="547649" y="54876"/>
                </a:cubicBezTo>
                <a:cubicBezTo>
                  <a:pt x="541642" y="57236"/>
                  <a:pt x="536064" y="59168"/>
                  <a:pt x="521262" y="61096"/>
                </a:cubicBezTo>
                <a:cubicBezTo>
                  <a:pt x="520833" y="62385"/>
                  <a:pt x="521262" y="65816"/>
                  <a:pt x="521691" y="67106"/>
                </a:cubicBezTo>
                <a:cubicBezTo>
                  <a:pt x="533275" y="68179"/>
                  <a:pt x="535636" y="69253"/>
                  <a:pt x="535636" y="81708"/>
                </a:cubicBezTo>
                <a:lnTo>
                  <a:pt x="535636" y="123589"/>
                </a:lnTo>
                <a:cubicBezTo>
                  <a:pt x="535636" y="141200"/>
                  <a:pt x="532847" y="142274"/>
                  <a:pt x="521046" y="143135"/>
                </a:cubicBezTo>
                <a:cubicBezTo>
                  <a:pt x="519759" y="144421"/>
                  <a:pt x="519759" y="148925"/>
                  <a:pt x="521046" y="150212"/>
                </a:cubicBezTo>
                <a:cubicBezTo>
                  <a:pt x="527485" y="149999"/>
                  <a:pt x="535636" y="149783"/>
                  <a:pt x="544215" y="149783"/>
                </a:cubicBezTo>
                <a:cubicBezTo>
                  <a:pt x="552798" y="149783"/>
                  <a:pt x="559404" y="149999"/>
                  <a:pt x="565840" y="150212"/>
                </a:cubicBezTo>
                <a:cubicBezTo>
                  <a:pt x="567129" y="148925"/>
                  <a:pt x="567129" y="144421"/>
                  <a:pt x="565840" y="143135"/>
                </a:cubicBezTo>
                <a:cubicBezTo>
                  <a:pt x="554942" y="142061"/>
                  <a:pt x="552582" y="141200"/>
                  <a:pt x="552582" y="123589"/>
                </a:cubicBezTo>
                <a:lnTo>
                  <a:pt x="552582" y="88367"/>
                </a:lnTo>
                <a:cubicBezTo>
                  <a:pt x="552582" y="83856"/>
                  <a:pt x="554513" y="81214"/>
                  <a:pt x="556229" y="79348"/>
                </a:cubicBezTo>
                <a:cubicBezTo>
                  <a:pt x="564727" y="71034"/>
                  <a:pt x="572770" y="66674"/>
                  <a:pt x="579398" y="66674"/>
                </a:cubicBezTo>
                <a:cubicBezTo>
                  <a:pt x="587552" y="66674"/>
                  <a:pt x="593559" y="71829"/>
                  <a:pt x="593559" y="86219"/>
                </a:cubicBezTo>
                <a:lnTo>
                  <a:pt x="593559" y="123589"/>
                </a:lnTo>
                <a:cubicBezTo>
                  <a:pt x="593559" y="141200"/>
                  <a:pt x="591841" y="142274"/>
                  <a:pt x="580256" y="143135"/>
                </a:cubicBezTo>
                <a:cubicBezTo>
                  <a:pt x="579185" y="144421"/>
                  <a:pt x="579185" y="148925"/>
                  <a:pt x="580256" y="150212"/>
                </a:cubicBezTo>
                <a:cubicBezTo>
                  <a:pt x="585621" y="149999"/>
                  <a:pt x="593559" y="149783"/>
                  <a:pt x="602139" y="149783"/>
                </a:cubicBezTo>
                <a:cubicBezTo>
                  <a:pt x="610722" y="149783"/>
                  <a:pt x="617799" y="149999"/>
                  <a:pt x="623164" y="150212"/>
                </a:cubicBezTo>
                <a:cubicBezTo>
                  <a:pt x="624235" y="148925"/>
                  <a:pt x="624235" y="144421"/>
                  <a:pt x="623164" y="143135"/>
                </a:cubicBezTo>
                <a:cubicBezTo>
                  <a:pt x="612437" y="142274"/>
                  <a:pt x="610506" y="141200"/>
                  <a:pt x="610506" y="123589"/>
                </a:cubicBezTo>
                <a:lnTo>
                  <a:pt x="610506" y="89440"/>
                </a:lnTo>
                <a:cubicBezTo>
                  <a:pt x="610506" y="86435"/>
                  <a:pt x="610506" y="83427"/>
                  <a:pt x="610290" y="80851"/>
                </a:cubicBezTo>
                <a:cubicBezTo>
                  <a:pt x="620588" y="69466"/>
                  <a:pt x="630241" y="66674"/>
                  <a:pt x="638608" y="66674"/>
                </a:cubicBezTo>
                <a:cubicBezTo>
                  <a:pt x="646762" y="66674"/>
                  <a:pt x="651480" y="71400"/>
                  <a:pt x="651480" y="85790"/>
                </a:cubicBezTo>
                <a:lnTo>
                  <a:pt x="651480" y="123589"/>
                </a:lnTo>
                <a:cubicBezTo>
                  <a:pt x="651480" y="141200"/>
                  <a:pt x="649335" y="142274"/>
                  <a:pt x="638180" y="143135"/>
                </a:cubicBezTo>
                <a:cubicBezTo>
                  <a:pt x="637106" y="144421"/>
                  <a:pt x="637106" y="148925"/>
                  <a:pt x="638180" y="150212"/>
                </a:cubicBezTo>
                <a:cubicBezTo>
                  <a:pt x="643545" y="149999"/>
                  <a:pt x="651480" y="149783"/>
                  <a:pt x="660062" y="149783"/>
                </a:cubicBezTo>
                <a:cubicBezTo>
                  <a:pt x="668642" y="149783"/>
                  <a:pt x="676151" y="149999"/>
                  <a:pt x="682158" y="150212"/>
                </a:cubicBezTo>
                <a:cubicBezTo>
                  <a:pt x="683232" y="148925"/>
                  <a:pt x="683232" y="144421"/>
                  <a:pt x="682158" y="143135"/>
                </a:cubicBezTo>
                <a:cubicBezTo>
                  <a:pt x="670361" y="142274"/>
                  <a:pt x="668429" y="141200"/>
                  <a:pt x="668429" y="123589"/>
                </a:cubicBezTo>
                <a:lnTo>
                  <a:pt x="668429" y="89656"/>
                </a:lnTo>
                <a:cubicBezTo>
                  <a:pt x="668429" y="70543"/>
                  <a:pt x="665212" y="55518"/>
                  <a:pt x="646334" y="55518"/>
                </a:cubicBezTo>
                <a:cubicBezTo>
                  <a:pt x="635348" y="55518"/>
                  <a:pt x="622113" y="59554"/>
                  <a:pt x="610935" y="71358"/>
                </a:cubicBezTo>
                <a:cubicBezTo>
                  <a:pt x="610290" y="72045"/>
                  <a:pt x="609003" y="73119"/>
                  <a:pt x="608574" y="71273"/>
                </a:cubicBezTo>
                <a:cubicBezTo>
                  <a:pt x="606538" y="62470"/>
                  <a:pt x="598276" y="55518"/>
                  <a:pt x="587124" y="55518"/>
                </a:cubicBezTo>
                <a:cubicBezTo>
                  <a:pt x="574678" y="55518"/>
                  <a:pt x="563460" y="62899"/>
                  <a:pt x="554513" y="72903"/>
                </a:cubicBezTo>
                <a:cubicBezTo>
                  <a:pt x="553528" y="74000"/>
                  <a:pt x="552045" y="75482"/>
                  <a:pt x="551941" y="72903"/>
                </a:cubicBezTo>
                <a:close/>
                <a:moveTo>
                  <a:pt x="712986" y="89287"/>
                </a:moveTo>
                <a:cubicBezTo>
                  <a:pt x="717061" y="65148"/>
                  <a:pt x="732080" y="63227"/>
                  <a:pt x="737229" y="63227"/>
                </a:cubicBezTo>
                <a:cubicBezTo>
                  <a:pt x="745380" y="63227"/>
                  <a:pt x="755033" y="67715"/>
                  <a:pt x="755033" y="85656"/>
                </a:cubicBezTo>
                <a:cubicBezTo>
                  <a:pt x="755033" y="87578"/>
                  <a:pt x="754175" y="88602"/>
                  <a:pt x="751815" y="88648"/>
                </a:cubicBezTo>
                <a:lnTo>
                  <a:pt x="712986" y="89287"/>
                </a:lnTo>
                <a:moveTo>
                  <a:pt x="769191" y="129802"/>
                </a:moveTo>
                <a:cubicBezTo>
                  <a:pt x="761256" y="137950"/>
                  <a:pt x="755033" y="141377"/>
                  <a:pt x="742591" y="141377"/>
                </a:cubicBezTo>
                <a:cubicBezTo>
                  <a:pt x="734869" y="141377"/>
                  <a:pt x="725857" y="136876"/>
                  <a:pt x="719208" y="125946"/>
                </a:cubicBezTo>
                <a:cubicBezTo>
                  <a:pt x="714917" y="118872"/>
                  <a:pt x="712341" y="109012"/>
                  <a:pt x="712341" y="96580"/>
                </a:cubicBezTo>
                <a:lnTo>
                  <a:pt x="769407" y="97009"/>
                </a:lnTo>
                <a:cubicBezTo>
                  <a:pt x="771980" y="97009"/>
                  <a:pt x="773482" y="95722"/>
                  <a:pt x="773482" y="93362"/>
                </a:cubicBezTo>
                <a:cubicBezTo>
                  <a:pt x="773482" y="75404"/>
                  <a:pt x="767047" y="56146"/>
                  <a:pt x="737229" y="56146"/>
                </a:cubicBezTo>
                <a:cubicBezTo>
                  <a:pt x="718564" y="56146"/>
                  <a:pt x="694320" y="73908"/>
                  <a:pt x="694320" y="106439"/>
                </a:cubicBezTo>
                <a:cubicBezTo>
                  <a:pt x="694320" y="118443"/>
                  <a:pt x="697325" y="130018"/>
                  <a:pt x="704406" y="138162"/>
                </a:cubicBezTo>
                <a:cubicBezTo>
                  <a:pt x="711699" y="146742"/>
                  <a:pt x="721781" y="151888"/>
                  <a:pt x="737229" y="151888"/>
                </a:cubicBezTo>
                <a:cubicBezTo>
                  <a:pt x="753531" y="151888"/>
                  <a:pt x="765115" y="144382"/>
                  <a:pt x="773698" y="133233"/>
                </a:cubicBezTo>
                <a:cubicBezTo>
                  <a:pt x="773053" y="131088"/>
                  <a:pt x="771767" y="130018"/>
                  <a:pt x="769191" y="129802"/>
                </a:cubicBezTo>
                <a:close/>
                <a:moveTo>
                  <a:pt x="791440" y="57822"/>
                </a:moveTo>
                <a:cubicBezTo>
                  <a:pt x="788435" y="57822"/>
                  <a:pt x="787578" y="60398"/>
                  <a:pt x="787578" y="62114"/>
                </a:cubicBezTo>
                <a:lnTo>
                  <a:pt x="787578" y="64903"/>
                </a:lnTo>
                <a:cubicBezTo>
                  <a:pt x="787578" y="65976"/>
                  <a:pt x="787791" y="66189"/>
                  <a:pt x="788651" y="66189"/>
                </a:cubicBezTo>
                <a:lnTo>
                  <a:pt x="801307" y="66189"/>
                </a:lnTo>
                <a:lnTo>
                  <a:pt x="801307" y="130666"/>
                </a:lnTo>
                <a:cubicBezTo>
                  <a:pt x="801307" y="145881"/>
                  <a:pt x="807958" y="151888"/>
                  <a:pt x="817824" y="151888"/>
                </a:cubicBezTo>
                <a:cubicBezTo>
                  <a:pt x="827694" y="151888"/>
                  <a:pt x="838421" y="147171"/>
                  <a:pt x="846788" y="137734"/>
                </a:cubicBezTo>
                <a:cubicBezTo>
                  <a:pt x="846359" y="135527"/>
                  <a:pt x="845073" y="134306"/>
                  <a:pt x="842925" y="134093"/>
                </a:cubicBezTo>
                <a:cubicBezTo>
                  <a:pt x="837347" y="138378"/>
                  <a:pt x="830912" y="140090"/>
                  <a:pt x="825334" y="140090"/>
                </a:cubicBezTo>
                <a:cubicBezTo>
                  <a:pt x="819543" y="140090"/>
                  <a:pt x="818257" y="133665"/>
                  <a:pt x="818257" y="120384"/>
                </a:cubicBezTo>
                <a:lnTo>
                  <a:pt x="818257" y="66189"/>
                </a:lnTo>
                <a:lnTo>
                  <a:pt x="840565" y="66189"/>
                </a:lnTo>
                <a:cubicBezTo>
                  <a:pt x="842712" y="66189"/>
                  <a:pt x="845714" y="65331"/>
                  <a:pt x="845714" y="63400"/>
                </a:cubicBezTo>
                <a:lnTo>
                  <a:pt x="845714" y="59112"/>
                </a:lnTo>
                <a:cubicBezTo>
                  <a:pt x="845714" y="58254"/>
                  <a:pt x="845073" y="57822"/>
                  <a:pt x="843999" y="57822"/>
                </a:cubicBezTo>
                <a:lnTo>
                  <a:pt x="818257" y="57822"/>
                </a:lnTo>
                <a:lnTo>
                  <a:pt x="818257" y="49458"/>
                </a:lnTo>
                <a:cubicBezTo>
                  <a:pt x="818257" y="35514"/>
                  <a:pt x="819114" y="26931"/>
                  <a:pt x="819114" y="26931"/>
                </a:cubicBezTo>
                <a:cubicBezTo>
                  <a:pt x="819114" y="25559"/>
                  <a:pt x="818469" y="25045"/>
                  <a:pt x="817461" y="25045"/>
                </a:cubicBezTo>
                <a:cubicBezTo>
                  <a:pt x="816495" y="25045"/>
                  <a:pt x="814672" y="25880"/>
                  <a:pt x="812679" y="26973"/>
                </a:cubicBezTo>
                <a:cubicBezTo>
                  <a:pt x="810253" y="28325"/>
                  <a:pt x="808066" y="29248"/>
                  <a:pt x="805382" y="29998"/>
                </a:cubicBezTo>
                <a:cubicBezTo>
                  <a:pt x="802809" y="30728"/>
                  <a:pt x="800665" y="31458"/>
                  <a:pt x="800665" y="32937"/>
                </a:cubicBezTo>
                <a:cubicBezTo>
                  <a:pt x="800665" y="35429"/>
                  <a:pt x="801307" y="34011"/>
                  <a:pt x="801307" y="57803"/>
                </a:cubicBezTo>
                <a:lnTo>
                  <a:pt x="791440" y="57822"/>
                </a:lnTo>
                <a:close/>
                <a:moveTo>
                  <a:pt x="888986" y="72900"/>
                </a:moveTo>
                <a:cubicBezTo>
                  <a:pt x="888620" y="64313"/>
                  <a:pt x="888279" y="58801"/>
                  <a:pt x="887271" y="56591"/>
                </a:cubicBezTo>
                <a:cubicBezTo>
                  <a:pt x="886819" y="55606"/>
                  <a:pt x="886410" y="54876"/>
                  <a:pt x="884695" y="54876"/>
                </a:cubicBezTo>
                <a:cubicBezTo>
                  <a:pt x="878688" y="57236"/>
                  <a:pt x="873110" y="59168"/>
                  <a:pt x="858307" y="61096"/>
                </a:cubicBezTo>
                <a:cubicBezTo>
                  <a:pt x="857879" y="62385"/>
                  <a:pt x="858307" y="65816"/>
                  <a:pt x="858736" y="67102"/>
                </a:cubicBezTo>
                <a:cubicBezTo>
                  <a:pt x="870321" y="68176"/>
                  <a:pt x="872681" y="69250"/>
                  <a:pt x="872681" y="81705"/>
                </a:cubicBezTo>
                <a:lnTo>
                  <a:pt x="872681" y="123589"/>
                </a:lnTo>
                <a:cubicBezTo>
                  <a:pt x="872681" y="141416"/>
                  <a:pt x="870108" y="142274"/>
                  <a:pt x="856805" y="143135"/>
                </a:cubicBezTo>
                <a:cubicBezTo>
                  <a:pt x="855518" y="144421"/>
                  <a:pt x="855518" y="148925"/>
                  <a:pt x="856805" y="150212"/>
                </a:cubicBezTo>
                <a:cubicBezTo>
                  <a:pt x="864314" y="149999"/>
                  <a:pt x="872681" y="149783"/>
                  <a:pt x="881264" y="149783"/>
                </a:cubicBezTo>
                <a:cubicBezTo>
                  <a:pt x="889844" y="149783"/>
                  <a:pt x="899713" y="149999"/>
                  <a:pt x="907219" y="150212"/>
                </a:cubicBezTo>
                <a:cubicBezTo>
                  <a:pt x="908509" y="148925"/>
                  <a:pt x="908509" y="144421"/>
                  <a:pt x="907219" y="143135"/>
                </a:cubicBezTo>
                <a:cubicBezTo>
                  <a:pt x="892204" y="142061"/>
                  <a:pt x="889628" y="141416"/>
                  <a:pt x="889628" y="123589"/>
                </a:cubicBezTo>
                <a:lnTo>
                  <a:pt x="889628" y="93735"/>
                </a:lnTo>
                <a:cubicBezTo>
                  <a:pt x="889628" y="88151"/>
                  <a:pt x="892204" y="83211"/>
                  <a:pt x="894777" y="79345"/>
                </a:cubicBezTo>
                <a:cubicBezTo>
                  <a:pt x="897137" y="75908"/>
                  <a:pt x="902073" y="68821"/>
                  <a:pt x="904646" y="68821"/>
                </a:cubicBezTo>
                <a:cubicBezTo>
                  <a:pt x="906578" y="68821"/>
                  <a:pt x="908509" y="69335"/>
                  <a:pt x="910182" y="71548"/>
                </a:cubicBezTo>
                <a:cubicBezTo>
                  <a:pt x="911812" y="73695"/>
                  <a:pt x="914215" y="76553"/>
                  <a:pt x="917946" y="76553"/>
                </a:cubicBezTo>
                <a:cubicBezTo>
                  <a:pt x="923095" y="76553"/>
                  <a:pt x="928029" y="71181"/>
                  <a:pt x="928029" y="65816"/>
                </a:cubicBezTo>
                <a:cubicBezTo>
                  <a:pt x="928029" y="61718"/>
                  <a:pt x="924169" y="55518"/>
                  <a:pt x="915157" y="55518"/>
                </a:cubicBezTo>
                <a:cubicBezTo>
                  <a:pt x="905075" y="55518"/>
                  <a:pt x="896279" y="64958"/>
                  <a:pt x="891346" y="73328"/>
                </a:cubicBezTo>
                <a:cubicBezTo>
                  <a:pt x="890060" y="75692"/>
                  <a:pt x="889029" y="73973"/>
                  <a:pt x="888986" y="72900"/>
                </a:cubicBezTo>
                <a:close/>
                <a:moveTo>
                  <a:pt x="976020" y="184210"/>
                </a:moveTo>
                <a:cubicBezTo>
                  <a:pt x="979366" y="178246"/>
                  <a:pt x="982178" y="172108"/>
                  <a:pt x="984816" y="165757"/>
                </a:cubicBezTo>
                <a:cubicBezTo>
                  <a:pt x="1001979" y="124348"/>
                  <a:pt x="1011589" y="102334"/>
                  <a:pt x="1022788" y="78216"/>
                </a:cubicBezTo>
                <a:cubicBezTo>
                  <a:pt x="1027014" y="69142"/>
                  <a:pt x="1030081" y="65708"/>
                  <a:pt x="1040163" y="64484"/>
                </a:cubicBezTo>
                <a:cubicBezTo>
                  <a:pt x="1041450" y="63197"/>
                  <a:pt x="1041450" y="58693"/>
                  <a:pt x="1040163" y="57403"/>
                </a:cubicBezTo>
                <a:cubicBezTo>
                  <a:pt x="1035872" y="57619"/>
                  <a:pt x="1030939" y="57835"/>
                  <a:pt x="1024932" y="57835"/>
                </a:cubicBezTo>
                <a:cubicBezTo>
                  <a:pt x="1018496" y="57835"/>
                  <a:pt x="1011845" y="57619"/>
                  <a:pt x="1005409" y="57403"/>
                </a:cubicBezTo>
                <a:cubicBezTo>
                  <a:pt x="1004123" y="58693"/>
                  <a:pt x="1004123" y="63197"/>
                  <a:pt x="1005409" y="64484"/>
                </a:cubicBezTo>
                <a:cubicBezTo>
                  <a:pt x="1012188" y="65128"/>
                  <a:pt x="1019141" y="66415"/>
                  <a:pt x="1015707" y="74140"/>
                </a:cubicBezTo>
                <a:lnTo>
                  <a:pt x="994427" y="123275"/>
                </a:lnTo>
                <a:cubicBezTo>
                  <a:pt x="992924" y="126728"/>
                  <a:pt x="991124" y="127308"/>
                  <a:pt x="989301" y="123059"/>
                </a:cubicBezTo>
                <a:lnTo>
                  <a:pt x="970272" y="78432"/>
                </a:lnTo>
                <a:cubicBezTo>
                  <a:pt x="966409" y="69377"/>
                  <a:pt x="965293" y="65407"/>
                  <a:pt x="977307" y="64484"/>
                </a:cubicBezTo>
                <a:cubicBezTo>
                  <a:pt x="978593" y="63197"/>
                  <a:pt x="978593" y="58693"/>
                  <a:pt x="977307" y="57403"/>
                </a:cubicBezTo>
                <a:cubicBezTo>
                  <a:pt x="969369" y="57619"/>
                  <a:pt x="960789" y="57835"/>
                  <a:pt x="953067" y="57835"/>
                </a:cubicBezTo>
                <a:cubicBezTo>
                  <a:pt x="945770" y="57835"/>
                  <a:pt x="939980" y="57619"/>
                  <a:pt x="935688" y="57403"/>
                </a:cubicBezTo>
                <a:cubicBezTo>
                  <a:pt x="934402" y="58693"/>
                  <a:pt x="934402" y="63197"/>
                  <a:pt x="935688" y="64484"/>
                </a:cubicBezTo>
                <a:cubicBezTo>
                  <a:pt x="944206" y="65557"/>
                  <a:pt x="946995" y="67489"/>
                  <a:pt x="952615" y="80576"/>
                </a:cubicBezTo>
                <a:lnTo>
                  <a:pt x="976878" y="137007"/>
                </a:lnTo>
                <a:cubicBezTo>
                  <a:pt x="978744" y="141318"/>
                  <a:pt x="982027" y="151168"/>
                  <a:pt x="979883" y="157175"/>
                </a:cubicBezTo>
                <a:cubicBezTo>
                  <a:pt x="977330" y="164340"/>
                  <a:pt x="974734" y="170262"/>
                  <a:pt x="971516" y="176913"/>
                </a:cubicBezTo>
                <a:cubicBezTo>
                  <a:pt x="969156" y="181205"/>
                  <a:pt x="966151" y="183136"/>
                  <a:pt x="960789" y="183136"/>
                </a:cubicBezTo>
                <a:cubicBezTo>
                  <a:pt x="957784" y="183136"/>
                  <a:pt x="956926" y="182495"/>
                  <a:pt x="954566" y="182495"/>
                </a:cubicBezTo>
                <a:cubicBezTo>
                  <a:pt x="948346" y="182495"/>
                  <a:pt x="945129" y="188930"/>
                  <a:pt x="945129" y="191719"/>
                </a:cubicBezTo>
                <a:cubicBezTo>
                  <a:pt x="945129" y="196223"/>
                  <a:pt x="949417" y="199654"/>
                  <a:pt x="955211" y="199654"/>
                </a:cubicBezTo>
                <a:cubicBezTo>
                  <a:pt x="959715" y="199654"/>
                  <a:pt x="968298" y="197939"/>
                  <a:pt x="976020" y="184210"/>
                </a:cubicBezTo>
                <a:close/>
                <a:moveTo>
                  <a:pt x="1173686" y="151888"/>
                </a:moveTo>
                <a:cubicBezTo>
                  <a:pt x="1194496" y="151888"/>
                  <a:pt x="1213590" y="142022"/>
                  <a:pt x="1228176" y="122928"/>
                </a:cubicBezTo>
                <a:cubicBezTo>
                  <a:pt x="1227103" y="121000"/>
                  <a:pt x="1225603" y="119713"/>
                  <a:pt x="1223243" y="119713"/>
                </a:cubicBezTo>
                <a:cubicBezTo>
                  <a:pt x="1208012" y="136444"/>
                  <a:pt x="1193422" y="143095"/>
                  <a:pt x="1173470" y="143095"/>
                </a:cubicBezTo>
                <a:cubicBezTo>
                  <a:pt x="1144595" y="143095"/>
                  <a:pt x="1124559" y="110489"/>
                  <a:pt x="1124559" y="79168"/>
                </a:cubicBezTo>
                <a:cubicBezTo>
                  <a:pt x="1124559" y="60654"/>
                  <a:pt x="1129472" y="45252"/>
                  <a:pt x="1137302" y="35622"/>
                </a:cubicBezTo>
                <a:cubicBezTo>
                  <a:pt x="1147944" y="22534"/>
                  <a:pt x="1160386" y="16528"/>
                  <a:pt x="1171542" y="16528"/>
                </a:cubicBezTo>
                <a:cubicBezTo>
                  <a:pt x="1201147" y="16528"/>
                  <a:pt x="1212945" y="34119"/>
                  <a:pt x="1218523" y="52568"/>
                </a:cubicBezTo>
                <a:cubicBezTo>
                  <a:pt x="1221096" y="53426"/>
                  <a:pt x="1223178" y="52781"/>
                  <a:pt x="1225603" y="51495"/>
                </a:cubicBezTo>
                <a:cubicBezTo>
                  <a:pt x="1224530" y="40342"/>
                  <a:pt x="1223027" y="30044"/>
                  <a:pt x="1220883" y="18246"/>
                </a:cubicBezTo>
                <a:cubicBezTo>
                  <a:pt x="1209943" y="17172"/>
                  <a:pt x="1200287" y="8590"/>
                  <a:pt x="1173899" y="8590"/>
                </a:cubicBezTo>
                <a:cubicBezTo>
                  <a:pt x="1155666" y="8590"/>
                  <a:pt x="1140435" y="15241"/>
                  <a:pt x="1127776" y="26826"/>
                </a:cubicBezTo>
                <a:cubicBezTo>
                  <a:pt x="1113534" y="39867"/>
                  <a:pt x="1105036" y="60870"/>
                  <a:pt x="1105036" y="83244"/>
                </a:cubicBezTo>
                <a:cubicBezTo>
                  <a:pt x="1105036" y="120528"/>
                  <a:pt x="1127564" y="151888"/>
                  <a:pt x="1173686" y="151888"/>
                </a:cubicBezTo>
                <a:close/>
                <a:moveTo>
                  <a:pt x="1273807" y="88390"/>
                </a:moveTo>
                <a:cubicBezTo>
                  <a:pt x="1273807" y="83856"/>
                  <a:pt x="1275738" y="81214"/>
                  <a:pt x="1277453" y="79348"/>
                </a:cubicBezTo>
                <a:cubicBezTo>
                  <a:pt x="1285608" y="71335"/>
                  <a:pt x="1296462" y="66674"/>
                  <a:pt x="1304914" y="66674"/>
                </a:cubicBezTo>
                <a:cubicBezTo>
                  <a:pt x="1309291" y="66674"/>
                  <a:pt x="1313795" y="69489"/>
                  <a:pt x="1316283" y="74405"/>
                </a:cubicBezTo>
                <a:cubicBezTo>
                  <a:pt x="1318430" y="78661"/>
                  <a:pt x="1318859" y="84501"/>
                  <a:pt x="1318859" y="90943"/>
                </a:cubicBezTo>
                <a:lnTo>
                  <a:pt x="1318859" y="123589"/>
                </a:lnTo>
                <a:cubicBezTo>
                  <a:pt x="1318859" y="141200"/>
                  <a:pt x="1316712" y="142061"/>
                  <a:pt x="1305556" y="143135"/>
                </a:cubicBezTo>
                <a:cubicBezTo>
                  <a:pt x="1304486" y="144421"/>
                  <a:pt x="1304486" y="148925"/>
                  <a:pt x="1305556" y="150212"/>
                </a:cubicBezTo>
                <a:cubicBezTo>
                  <a:pt x="1311563" y="149999"/>
                  <a:pt x="1318859" y="149783"/>
                  <a:pt x="1327439" y="149783"/>
                </a:cubicBezTo>
                <a:cubicBezTo>
                  <a:pt x="1336022" y="149783"/>
                  <a:pt x="1343099" y="149999"/>
                  <a:pt x="1350180" y="150212"/>
                </a:cubicBezTo>
                <a:cubicBezTo>
                  <a:pt x="1351253" y="148925"/>
                  <a:pt x="1351253" y="144421"/>
                  <a:pt x="1350180" y="143135"/>
                </a:cubicBezTo>
                <a:cubicBezTo>
                  <a:pt x="1338166" y="142061"/>
                  <a:pt x="1335806" y="141200"/>
                  <a:pt x="1335806" y="123589"/>
                </a:cubicBezTo>
                <a:lnTo>
                  <a:pt x="1335806" y="91588"/>
                </a:lnTo>
                <a:cubicBezTo>
                  <a:pt x="1335806" y="79777"/>
                  <a:pt x="1335010" y="69361"/>
                  <a:pt x="1330015" y="62814"/>
                </a:cubicBezTo>
                <a:cubicBezTo>
                  <a:pt x="1326408" y="58094"/>
                  <a:pt x="1319717" y="55518"/>
                  <a:pt x="1312208" y="55518"/>
                </a:cubicBezTo>
                <a:cubicBezTo>
                  <a:pt x="1301674" y="55518"/>
                  <a:pt x="1288825" y="58307"/>
                  <a:pt x="1275738" y="72903"/>
                </a:cubicBezTo>
                <a:cubicBezTo>
                  <a:pt x="1275008" y="73721"/>
                  <a:pt x="1273637" y="75911"/>
                  <a:pt x="1273637" y="72903"/>
                </a:cubicBezTo>
                <a:lnTo>
                  <a:pt x="1273807" y="24603"/>
                </a:lnTo>
                <a:cubicBezTo>
                  <a:pt x="1273807" y="10652"/>
                  <a:pt x="1274665" y="2118"/>
                  <a:pt x="1274665" y="2118"/>
                </a:cubicBezTo>
                <a:cubicBezTo>
                  <a:pt x="1274665" y="638"/>
                  <a:pt x="1273807" y="0"/>
                  <a:pt x="1271876" y="0"/>
                </a:cubicBezTo>
                <a:cubicBezTo>
                  <a:pt x="1266514" y="2118"/>
                  <a:pt x="1250425" y="5080"/>
                  <a:pt x="1241842" y="5715"/>
                </a:cubicBezTo>
                <a:cubicBezTo>
                  <a:pt x="1241413" y="7434"/>
                  <a:pt x="1241842" y="10865"/>
                  <a:pt x="1243128" y="12151"/>
                </a:cubicBezTo>
                <a:cubicBezTo>
                  <a:pt x="1254284" y="12796"/>
                  <a:pt x="1256860" y="11722"/>
                  <a:pt x="1256860" y="29756"/>
                </a:cubicBezTo>
                <a:lnTo>
                  <a:pt x="1256860" y="123589"/>
                </a:lnTo>
                <a:cubicBezTo>
                  <a:pt x="1256860" y="141416"/>
                  <a:pt x="1254327" y="142274"/>
                  <a:pt x="1241884" y="143135"/>
                </a:cubicBezTo>
                <a:cubicBezTo>
                  <a:pt x="1240598" y="144421"/>
                  <a:pt x="1240598" y="148925"/>
                  <a:pt x="1241884" y="150212"/>
                </a:cubicBezTo>
                <a:cubicBezTo>
                  <a:pt x="1248965" y="149999"/>
                  <a:pt x="1256860" y="149783"/>
                  <a:pt x="1265440" y="149783"/>
                </a:cubicBezTo>
                <a:cubicBezTo>
                  <a:pt x="1273591" y="149783"/>
                  <a:pt x="1280629" y="149999"/>
                  <a:pt x="1286635" y="150212"/>
                </a:cubicBezTo>
                <a:cubicBezTo>
                  <a:pt x="1287922" y="148925"/>
                  <a:pt x="1287922" y="144421"/>
                  <a:pt x="1286635" y="143135"/>
                </a:cubicBezTo>
                <a:cubicBezTo>
                  <a:pt x="1275738" y="142274"/>
                  <a:pt x="1273807" y="141416"/>
                  <a:pt x="1273807" y="123589"/>
                </a:cubicBezTo>
                <a:lnTo>
                  <a:pt x="1273807" y="88390"/>
                </a:lnTo>
                <a:close/>
                <a:moveTo>
                  <a:pt x="1381436" y="89287"/>
                </a:moveTo>
                <a:cubicBezTo>
                  <a:pt x="1385511" y="65148"/>
                  <a:pt x="1400530" y="63227"/>
                  <a:pt x="1405679" y="63227"/>
                </a:cubicBezTo>
                <a:cubicBezTo>
                  <a:pt x="1413830" y="63227"/>
                  <a:pt x="1423483" y="67715"/>
                  <a:pt x="1423483" y="85656"/>
                </a:cubicBezTo>
                <a:cubicBezTo>
                  <a:pt x="1423483" y="87578"/>
                  <a:pt x="1422626" y="88602"/>
                  <a:pt x="1420265" y="88648"/>
                </a:cubicBezTo>
                <a:lnTo>
                  <a:pt x="1381436" y="89287"/>
                </a:lnTo>
                <a:moveTo>
                  <a:pt x="1437641" y="129802"/>
                </a:moveTo>
                <a:cubicBezTo>
                  <a:pt x="1429706" y="137950"/>
                  <a:pt x="1423483" y="141377"/>
                  <a:pt x="1411041" y="141377"/>
                </a:cubicBezTo>
                <a:cubicBezTo>
                  <a:pt x="1403319" y="141377"/>
                  <a:pt x="1394307" y="136876"/>
                  <a:pt x="1387659" y="125946"/>
                </a:cubicBezTo>
                <a:cubicBezTo>
                  <a:pt x="1383367" y="118872"/>
                  <a:pt x="1380791" y="109012"/>
                  <a:pt x="1380791" y="96580"/>
                </a:cubicBezTo>
                <a:lnTo>
                  <a:pt x="1437857" y="97009"/>
                </a:lnTo>
                <a:cubicBezTo>
                  <a:pt x="1440430" y="97009"/>
                  <a:pt x="1441932" y="95722"/>
                  <a:pt x="1441932" y="93362"/>
                </a:cubicBezTo>
                <a:cubicBezTo>
                  <a:pt x="1441932" y="75404"/>
                  <a:pt x="1435497" y="56146"/>
                  <a:pt x="1405679" y="56146"/>
                </a:cubicBezTo>
                <a:cubicBezTo>
                  <a:pt x="1387014" y="56146"/>
                  <a:pt x="1362771" y="73908"/>
                  <a:pt x="1362771" y="106439"/>
                </a:cubicBezTo>
                <a:cubicBezTo>
                  <a:pt x="1362771" y="118443"/>
                  <a:pt x="1365776" y="130018"/>
                  <a:pt x="1372856" y="138162"/>
                </a:cubicBezTo>
                <a:cubicBezTo>
                  <a:pt x="1380149" y="146742"/>
                  <a:pt x="1390232" y="151888"/>
                  <a:pt x="1405679" y="151888"/>
                </a:cubicBezTo>
                <a:cubicBezTo>
                  <a:pt x="1421981" y="151888"/>
                  <a:pt x="1433565" y="144382"/>
                  <a:pt x="1442148" y="133233"/>
                </a:cubicBezTo>
                <a:cubicBezTo>
                  <a:pt x="1441503" y="131088"/>
                  <a:pt x="1440217" y="130018"/>
                  <a:pt x="1437641" y="129802"/>
                </a:cubicBezTo>
                <a:close/>
                <a:moveTo>
                  <a:pt x="1536047" y="130214"/>
                </a:moveTo>
                <a:cubicBezTo>
                  <a:pt x="1535190" y="128283"/>
                  <a:pt x="1533471" y="127425"/>
                  <a:pt x="1531543" y="127209"/>
                </a:cubicBezTo>
                <a:cubicBezTo>
                  <a:pt x="1524247" y="136657"/>
                  <a:pt x="1515022" y="141377"/>
                  <a:pt x="1505797" y="141377"/>
                </a:cubicBezTo>
                <a:cubicBezTo>
                  <a:pt x="1490137" y="141377"/>
                  <a:pt x="1477050" y="125494"/>
                  <a:pt x="1477050" y="100377"/>
                </a:cubicBezTo>
                <a:cubicBezTo>
                  <a:pt x="1477050" y="76766"/>
                  <a:pt x="1487348" y="62598"/>
                  <a:pt x="1501509" y="62598"/>
                </a:cubicBezTo>
                <a:cubicBezTo>
                  <a:pt x="1514164" y="62598"/>
                  <a:pt x="1515880" y="70111"/>
                  <a:pt x="1516741" y="77623"/>
                </a:cubicBezTo>
                <a:cubicBezTo>
                  <a:pt x="1517382" y="83421"/>
                  <a:pt x="1520387" y="85352"/>
                  <a:pt x="1524891" y="85352"/>
                </a:cubicBezTo>
                <a:cubicBezTo>
                  <a:pt x="1529396" y="85352"/>
                  <a:pt x="1535402" y="82563"/>
                  <a:pt x="1535402" y="75908"/>
                </a:cubicBezTo>
                <a:cubicBezTo>
                  <a:pt x="1535402" y="64101"/>
                  <a:pt x="1523176" y="55518"/>
                  <a:pt x="1502580" y="55518"/>
                </a:cubicBezTo>
                <a:cubicBezTo>
                  <a:pt x="1481341" y="55518"/>
                  <a:pt x="1458601" y="74618"/>
                  <a:pt x="1458601" y="105101"/>
                </a:cubicBezTo>
                <a:cubicBezTo>
                  <a:pt x="1458601" y="132791"/>
                  <a:pt x="1474048" y="151888"/>
                  <a:pt x="1501077" y="151888"/>
                </a:cubicBezTo>
                <a:cubicBezTo>
                  <a:pt x="1513952" y="151888"/>
                  <a:pt x="1525320" y="147812"/>
                  <a:pt x="1536047" y="130214"/>
                </a:cubicBezTo>
                <a:close/>
                <a:moveTo>
                  <a:pt x="1562156" y="123618"/>
                </a:moveTo>
                <a:cubicBezTo>
                  <a:pt x="1562156" y="141419"/>
                  <a:pt x="1559795" y="142277"/>
                  <a:pt x="1547782" y="143135"/>
                </a:cubicBezTo>
                <a:cubicBezTo>
                  <a:pt x="1546492" y="144421"/>
                  <a:pt x="1546492" y="148925"/>
                  <a:pt x="1547782" y="150212"/>
                </a:cubicBezTo>
                <a:cubicBezTo>
                  <a:pt x="1554859" y="149999"/>
                  <a:pt x="1562156" y="149783"/>
                  <a:pt x="1570735" y="149783"/>
                </a:cubicBezTo>
                <a:cubicBezTo>
                  <a:pt x="1578245" y="149783"/>
                  <a:pt x="1585325" y="149999"/>
                  <a:pt x="1590258" y="150212"/>
                </a:cubicBezTo>
                <a:cubicBezTo>
                  <a:pt x="1591545" y="148925"/>
                  <a:pt x="1591545" y="144421"/>
                  <a:pt x="1590258" y="143135"/>
                </a:cubicBezTo>
                <a:cubicBezTo>
                  <a:pt x="1581462" y="142277"/>
                  <a:pt x="1579102" y="141419"/>
                  <a:pt x="1579102" y="123618"/>
                </a:cubicBezTo>
                <a:lnTo>
                  <a:pt x="1579102" y="104983"/>
                </a:lnTo>
                <a:cubicBezTo>
                  <a:pt x="1583220" y="105091"/>
                  <a:pt x="1586245" y="105412"/>
                  <a:pt x="1588327" y="106141"/>
                </a:cubicBezTo>
                <a:cubicBezTo>
                  <a:pt x="1590687" y="107749"/>
                  <a:pt x="1592638" y="109680"/>
                  <a:pt x="1595191" y="113111"/>
                </a:cubicBezTo>
                <a:lnTo>
                  <a:pt x="1610851" y="134126"/>
                </a:lnTo>
                <a:cubicBezTo>
                  <a:pt x="1617159" y="142598"/>
                  <a:pt x="1619585" y="146631"/>
                  <a:pt x="1619863" y="149141"/>
                </a:cubicBezTo>
                <a:cubicBezTo>
                  <a:pt x="1619925" y="149783"/>
                  <a:pt x="1620076" y="150212"/>
                  <a:pt x="1620721" y="150212"/>
                </a:cubicBezTo>
                <a:cubicBezTo>
                  <a:pt x="1625012" y="149999"/>
                  <a:pt x="1629729" y="149783"/>
                  <a:pt x="1634021" y="149783"/>
                </a:cubicBezTo>
                <a:cubicBezTo>
                  <a:pt x="1640672" y="149783"/>
                  <a:pt x="1647321" y="149999"/>
                  <a:pt x="1651612" y="150212"/>
                </a:cubicBezTo>
                <a:cubicBezTo>
                  <a:pt x="1652899" y="148925"/>
                  <a:pt x="1652899" y="144421"/>
                  <a:pt x="1651612" y="143135"/>
                </a:cubicBezTo>
                <a:cubicBezTo>
                  <a:pt x="1644319" y="142277"/>
                  <a:pt x="1638892" y="141334"/>
                  <a:pt x="1633163" y="134126"/>
                </a:cubicBezTo>
                <a:lnTo>
                  <a:pt x="1604845" y="98527"/>
                </a:lnTo>
                <a:cubicBezTo>
                  <a:pt x="1604072" y="97565"/>
                  <a:pt x="1603345" y="96599"/>
                  <a:pt x="1603345" y="95529"/>
                </a:cubicBezTo>
                <a:cubicBezTo>
                  <a:pt x="1603345" y="94675"/>
                  <a:pt x="1603345" y="94246"/>
                  <a:pt x="1604203" y="93388"/>
                </a:cubicBezTo>
                <a:lnTo>
                  <a:pt x="1623081" y="73905"/>
                </a:lnTo>
                <a:cubicBezTo>
                  <a:pt x="1629517" y="67053"/>
                  <a:pt x="1637026" y="65341"/>
                  <a:pt x="1645606" y="64484"/>
                </a:cubicBezTo>
                <a:cubicBezTo>
                  <a:pt x="1646892" y="63197"/>
                  <a:pt x="1646892" y="58693"/>
                  <a:pt x="1645606" y="57403"/>
                </a:cubicBezTo>
                <a:cubicBezTo>
                  <a:pt x="1640672" y="57619"/>
                  <a:pt x="1634666" y="57835"/>
                  <a:pt x="1626944" y="57835"/>
                </a:cubicBezTo>
                <a:cubicBezTo>
                  <a:pt x="1618790" y="57835"/>
                  <a:pt x="1610851" y="57619"/>
                  <a:pt x="1605918" y="57403"/>
                </a:cubicBezTo>
                <a:cubicBezTo>
                  <a:pt x="1604632" y="58693"/>
                  <a:pt x="1604632" y="63197"/>
                  <a:pt x="1605918" y="64484"/>
                </a:cubicBezTo>
                <a:cubicBezTo>
                  <a:pt x="1617932" y="65341"/>
                  <a:pt x="1612848" y="72900"/>
                  <a:pt x="1610851" y="75404"/>
                </a:cubicBezTo>
                <a:cubicBezTo>
                  <a:pt x="1605918" y="81614"/>
                  <a:pt x="1599204" y="88894"/>
                  <a:pt x="1593689" y="92959"/>
                </a:cubicBezTo>
                <a:cubicBezTo>
                  <a:pt x="1588929" y="96472"/>
                  <a:pt x="1583158" y="98999"/>
                  <a:pt x="1579102" y="99555"/>
                </a:cubicBezTo>
                <a:lnTo>
                  <a:pt x="1579102" y="24760"/>
                </a:lnTo>
                <a:cubicBezTo>
                  <a:pt x="1579102" y="10802"/>
                  <a:pt x="1579960" y="2174"/>
                  <a:pt x="1579960" y="2174"/>
                </a:cubicBezTo>
                <a:cubicBezTo>
                  <a:pt x="1579960" y="655"/>
                  <a:pt x="1579102" y="3"/>
                  <a:pt x="1577171" y="3"/>
                </a:cubicBezTo>
                <a:cubicBezTo>
                  <a:pt x="1571809" y="2174"/>
                  <a:pt x="1555720" y="5215"/>
                  <a:pt x="1547137" y="5869"/>
                </a:cubicBezTo>
                <a:cubicBezTo>
                  <a:pt x="1546708" y="7585"/>
                  <a:pt x="1547137" y="11015"/>
                  <a:pt x="1548424" y="12305"/>
                </a:cubicBezTo>
                <a:cubicBezTo>
                  <a:pt x="1559579" y="12946"/>
                  <a:pt x="1562156" y="11876"/>
                  <a:pt x="1562156" y="29916"/>
                </a:cubicBezTo>
                <a:lnTo>
                  <a:pt x="1562156" y="12361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PulseIn">
            <a:extLst xmlns:a="http://schemas.openxmlformats.org/drawingml/2006/main">
              <a:ext uri="{FF2B5EF4-FFF2-40B4-BE49-F238E27FC236}">
                <a16:creationId xmlns:a16="http://schemas.microsoft.com/office/drawing/2014/main" id="{E0E4D87A-FA75-40A2-BEAD-D533F360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904" y="2096412"/>
            <a:ext cx="695912" cy="152533"/>
          </a:xfrm>
          <a:custGeom xmlns:a="http://schemas.openxmlformats.org/drawingml/2006/main">
            <a:pathLst>
              <a:path w="695912" h="152533">
                <a:moveTo>
                  <a:pt x="38188" y="30878"/>
                </a:moveTo>
                <a:cubicBezTo>
                  <a:pt x="38188" y="24652"/>
                  <a:pt x="41406" y="17143"/>
                  <a:pt x="56850" y="17143"/>
                </a:cubicBezTo>
                <a:cubicBezTo>
                  <a:pt x="71652" y="17143"/>
                  <a:pt x="86455" y="22079"/>
                  <a:pt x="86455" y="49334"/>
                </a:cubicBezTo>
                <a:cubicBezTo>
                  <a:pt x="86455" y="72513"/>
                  <a:pt x="75302" y="81954"/>
                  <a:pt x="54493" y="81954"/>
                </a:cubicBezTo>
                <a:cubicBezTo>
                  <a:pt x="49128" y="81954"/>
                  <a:pt x="40548" y="81525"/>
                  <a:pt x="38188" y="80880"/>
                </a:cubicBezTo>
                <a:lnTo>
                  <a:pt x="38188" y="30878"/>
                </a:lnTo>
                <a:moveTo>
                  <a:pt x="19952" y="37530"/>
                </a:moveTo>
                <a:lnTo>
                  <a:pt x="19952" y="123599"/>
                </a:lnTo>
                <a:cubicBezTo>
                  <a:pt x="19952" y="141416"/>
                  <a:pt x="16305" y="142490"/>
                  <a:pt x="1290" y="143135"/>
                </a:cubicBezTo>
                <a:cubicBezTo>
                  <a:pt x="0" y="144421"/>
                  <a:pt x="0" y="148925"/>
                  <a:pt x="1290" y="150212"/>
                </a:cubicBezTo>
                <a:cubicBezTo>
                  <a:pt x="10943" y="149999"/>
                  <a:pt x="21520" y="149783"/>
                  <a:pt x="29176" y="149783"/>
                </a:cubicBezTo>
                <a:cubicBezTo>
                  <a:pt x="36771" y="149783"/>
                  <a:pt x="49344" y="149999"/>
                  <a:pt x="60071" y="150212"/>
                </a:cubicBezTo>
                <a:cubicBezTo>
                  <a:pt x="61357" y="148925"/>
                  <a:pt x="61357" y="144421"/>
                  <a:pt x="60071" y="143135"/>
                </a:cubicBezTo>
                <a:cubicBezTo>
                  <a:pt x="43337" y="142274"/>
                  <a:pt x="38188" y="141416"/>
                  <a:pt x="38188" y="123599"/>
                </a:cubicBezTo>
                <a:lnTo>
                  <a:pt x="38188" y="87103"/>
                </a:lnTo>
                <a:cubicBezTo>
                  <a:pt x="42908" y="88606"/>
                  <a:pt x="48054" y="89247"/>
                  <a:pt x="55563" y="89247"/>
                </a:cubicBezTo>
                <a:cubicBezTo>
                  <a:pt x="94609" y="89247"/>
                  <a:pt x="106407" y="63714"/>
                  <a:pt x="106407" y="45471"/>
                </a:cubicBezTo>
                <a:cubicBezTo>
                  <a:pt x="106407" y="32810"/>
                  <a:pt x="98040" y="9847"/>
                  <a:pt x="58352" y="9847"/>
                </a:cubicBezTo>
                <a:cubicBezTo>
                  <a:pt x="50136" y="9847"/>
                  <a:pt x="37543" y="11349"/>
                  <a:pt x="28963" y="11349"/>
                </a:cubicBezTo>
                <a:cubicBezTo>
                  <a:pt x="21091" y="11349"/>
                  <a:pt x="9869" y="11136"/>
                  <a:pt x="1290" y="10920"/>
                </a:cubicBezTo>
                <a:cubicBezTo>
                  <a:pt x="0" y="12207"/>
                  <a:pt x="0" y="16714"/>
                  <a:pt x="1290" y="18001"/>
                </a:cubicBezTo>
                <a:cubicBezTo>
                  <a:pt x="16305" y="18646"/>
                  <a:pt x="19952" y="19716"/>
                  <a:pt x="19952" y="37530"/>
                </a:cubicBezTo>
                <a:close/>
                <a:moveTo>
                  <a:pt x="161113" y="151888"/>
                </a:moveTo>
                <a:cubicBezTo>
                  <a:pt x="169479" y="151888"/>
                  <a:pt x="179562" y="147600"/>
                  <a:pt x="190073" y="139023"/>
                </a:cubicBezTo>
                <a:cubicBezTo>
                  <a:pt x="191146" y="138166"/>
                  <a:pt x="193140" y="137737"/>
                  <a:pt x="193291" y="139236"/>
                </a:cubicBezTo>
                <a:cubicBezTo>
                  <a:pt x="193827" y="144703"/>
                  <a:pt x="195651" y="151888"/>
                  <a:pt x="195651" y="151888"/>
                </a:cubicBezTo>
                <a:cubicBezTo>
                  <a:pt x="197366" y="152533"/>
                  <a:pt x="198332" y="152425"/>
                  <a:pt x="199726" y="151888"/>
                </a:cubicBezTo>
                <a:cubicBezTo>
                  <a:pt x="204446" y="148029"/>
                  <a:pt x="211956" y="144811"/>
                  <a:pt x="225043" y="143308"/>
                </a:cubicBezTo>
                <a:cubicBezTo>
                  <a:pt x="226329" y="142022"/>
                  <a:pt x="226329" y="138807"/>
                  <a:pt x="225043" y="137524"/>
                </a:cubicBezTo>
                <a:cubicBezTo>
                  <a:pt x="211311" y="136450"/>
                  <a:pt x="209380" y="132381"/>
                  <a:pt x="209380" y="121887"/>
                </a:cubicBezTo>
                <a:lnTo>
                  <a:pt x="209380" y="80762"/>
                </a:lnTo>
                <a:cubicBezTo>
                  <a:pt x="209380" y="74337"/>
                  <a:pt x="210240" y="58693"/>
                  <a:pt x="210240" y="58693"/>
                </a:cubicBezTo>
                <a:cubicBezTo>
                  <a:pt x="210240" y="58048"/>
                  <a:pt x="209596" y="57403"/>
                  <a:pt x="208522" y="57403"/>
                </a:cubicBezTo>
                <a:cubicBezTo>
                  <a:pt x="207451" y="57619"/>
                  <a:pt x="204234" y="57835"/>
                  <a:pt x="201016" y="57835"/>
                </a:cubicBezTo>
                <a:cubicBezTo>
                  <a:pt x="194148" y="57835"/>
                  <a:pt x="186426" y="57619"/>
                  <a:pt x="179133" y="57403"/>
                </a:cubicBezTo>
                <a:cubicBezTo>
                  <a:pt x="177846" y="58693"/>
                  <a:pt x="177846" y="63197"/>
                  <a:pt x="179133" y="64484"/>
                </a:cubicBezTo>
                <a:cubicBezTo>
                  <a:pt x="189644" y="65125"/>
                  <a:pt x="192433" y="67698"/>
                  <a:pt x="192433" y="81833"/>
                </a:cubicBezTo>
                <a:lnTo>
                  <a:pt x="192433" y="123173"/>
                </a:lnTo>
                <a:cubicBezTo>
                  <a:pt x="192433" y="127242"/>
                  <a:pt x="192004" y="128954"/>
                  <a:pt x="189002" y="131527"/>
                </a:cubicBezTo>
                <a:cubicBezTo>
                  <a:pt x="181064" y="138378"/>
                  <a:pt x="172910" y="141806"/>
                  <a:pt x="167548" y="141806"/>
                </a:cubicBezTo>
                <a:cubicBezTo>
                  <a:pt x="161113" y="141806"/>
                  <a:pt x="150385" y="138807"/>
                  <a:pt x="150385" y="119746"/>
                </a:cubicBezTo>
                <a:lnTo>
                  <a:pt x="150385" y="80762"/>
                </a:lnTo>
                <a:cubicBezTo>
                  <a:pt x="150385" y="74337"/>
                  <a:pt x="151243" y="58693"/>
                  <a:pt x="151243" y="58693"/>
                </a:cubicBezTo>
                <a:cubicBezTo>
                  <a:pt x="151243" y="58048"/>
                  <a:pt x="150602" y="57403"/>
                  <a:pt x="149528" y="57403"/>
                </a:cubicBezTo>
                <a:cubicBezTo>
                  <a:pt x="148454" y="57619"/>
                  <a:pt x="145236" y="57835"/>
                  <a:pt x="142019" y="57835"/>
                </a:cubicBezTo>
                <a:cubicBezTo>
                  <a:pt x="135154" y="57835"/>
                  <a:pt x="127432" y="57619"/>
                  <a:pt x="120136" y="57403"/>
                </a:cubicBezTo>
                <a:cubicBezTo>
                  <a:pt x="118849" y="58693"/>
                  <a:pt x="118849" y="63197"/>
                  <a:pt x="120136" y="64484"/>
                </a:cubicBezTo>
                <a:cubicBezTo>
                  <a:pt x="130434" y="65341"/>
                  <a:pt x="133439" y="67698"/>
                  <a:pt x="133439" y="81620"/>
                </a:cubicBezTo>
                <a:lnTo>
                  <a:pt x="133439" y="122744"/>
                </a:lnTo>
                <a:cubicBezTo>
                  <a:pt x="133439" y="137524"/>
                  <a:pt x="139874" y="151888"/>
                  <a:pt x="161113" y="151888"/>
                </a:cubicBezTo>
                <a:close/>
                <a:moveTo>
                  <a:pt x="248853" y="123615"/>
                </a:moveTo>
                <a:cubicBezTo>
                  <a:pt x="248853" y="141419"/>
                  <a:pt x="246496" y="142490"/>
                  <a:pt x="233409" y="143135"/>
                </a:cubicBezTo>
                <a:cubicBezTo>
                  <a:pt x="232123" y="144421"/>
                  <a:pt x="232123" y="148925"/>
                  <a:pt x="233409" y="150212"/>
                </a:cubicBezTo>
                <a:cubicBezTo>
                  <a:pt x="240918" y="149999"/>
                  <a:pt x="248853" y="149783"/>
                  <a:pt x="257436" y="149783"/>
                </a:cubicBezTo>
                <a:cubicBezTo>
                  <a:pt x="266016" y="149783"/>
                  <a:pt x="274170" y="149999"/>
                  <a:pt x="281247" y="150212"/>
                </a:cubicBezTo>
                <a:cubicBezTo>
                  <a:pt x="282537" y="148925"/>
                  <a:pt x="282537" y="144421"/>
                  <a:pt x="281247" y="143135"/>
                </a:cubicBezTo>
                <a:cubicBezTo>
                  <a:pt x="268163" y="142490"/>
                  <a:pt x="265803" y="141419"/>
                  <a:pt x="265803" y="123615"/>
                </a:cubicBezTo>
                <a:lnTo>
                  <a:pt x="265803" y="24741"/>
                </a:lnTo>
                <a:cubicBezTo>
                  <a:pt x="265803" y="10802"/>
                  <a:pt x="266661" y="2174"/>
                  <a:pt x="266661" y="2174"/>
                </a:cubicBezTo>
                <a:cubicBezTo>
                  <a:pt x="266661" y="655"/>
                  <a:pt x="265803" y="0"/>
                  <a:pt x="263872" y="0"/>
                </a:cubicBezTo>
                <a:cubicBezTo>
                  <a:pt x="258510" y="2174"/>
                  <a:pt x="242418" y="5215"/>
                  <a:pt x="233838" y="5866"/>
                </a:cubicBezTo>
                <a:cubicBezTo>
                  <a:pt x="233409" y="7585"/>
                  <a:pt x="233838" y="11015"/>
                  <a:pt x="235124" y="12305"/>
                </a:cubicBezTo>
                <a:cubicBezTo>
                  <a:pt x="247567" y="13159"/>
                  <a:pt x="248853" y="13804"/>
                  <a:pt x="248853" y="29890"/>
                </a:cubicBezTo>
                <a:lnTo>
                  <a:pt x="248853" y="123615"/>
                </a:lnTo>
                <a:close/>
                <a:moveTo>
                  <a:pt x="295728" y="120126"/>
                </a:moveTo>
                <a:cubicBezTo>
                  <a:pt x="296586" y="130643"/>
                  <a:pt x="297231" y="140732"/>
                  <a:pt x="297231" y="149744"/>
                </a:cubicBezTo>
                <a:cubicBezTo>
                  <a:pt x="299375" y="149315"/>
                  <a:pt x="301522" y="149102"/>
                  <a:pt x="302592" y="149102"/>
                </a:cubicBezTo>
                <a:cubicBezTo>
                  <a:pt x="304095" y="149102"/>
                  <a:pt x="305381" y="149102"/>
                  <a:pt x="306884" y="149531"/>
                </a:cubicBezTo>
                <a:cubicBezTo>
                  <a:pt x="312678" y="151030"/>
                  <a:pt x="318469" y="151888"/>
                  <a:pt x="326407" y="151888"/>
                </a:cubicBezTo>
                <a:cubicBezTo>
                  <a:pt x="338420" y="151888"/>
                  <a:pt x="360516" y="146097"/>
                  <a:pt x="360516" y="124846"/>
                </a:cubicBezTo>
                <a:cubicBezTo>
                  <a:pt x="360516" y="110187"/>
                  <a:pt x="350005" y="101667"/>
                  <a:pt x="335415" y="96256"/>
                </a:cubicBezTo>
                <a:cubicBezTo>
                  <a:pt x="322502" y="91470"/>
                  <a:pt x="313964" y="88141"/>
                  <a:pt x="313964" y="76337"/>
                </a:cubicBezTo>
                <a:cubicBezTo>
                  <a:pt x="313964" y="67534"/>
                  <a:pt x="321687" y="62598"/>
                  <a:pt x="328980" y="62598"/>
                </a:cubicBezTo>
                <a:cubicBezTo>
                  <a:pt x="333700" y="62598"/>
                  <a:pt x="346142" y="64317"/>
                  <a:pt x="348931" y="82563"/>
                </a:cubicBezTo>
                <a:cubicBezTo>
                  <a:pt x="350218" y="83849"/>
                  <a:pt x="354509" y="83633"/>
                  <a:pt x="355796" y="82347"/>
                </a:cubicBezTo>
                <a:cubicBezTo>
                  <a:pt x="356441" y="74618"/>
                  <a:pt x="356870" y="66677"/>
                  <a:pt x="357086" y="59596"/>
                </a:cubicBezTo>
                <a:cubicBezTo>
                  <a:pt x="350434" y="58523"/>
                  <a:pt x="340136" y="55518"/>
                  <a:pt x="328980" y="55518"/>
                </a:cubicBezTo>
                <a:cubicBezTo>
                  <a:pt x="313107" y="55518"/>
                  <a:pt x="298733" y="65819"/>
                  <a:pt x="298733" y="79558"/>
                </a:cubicBezTo>
                <a:cubicBezTo>
                  <a:pt x="298733" y="95225"/>
                  <a:pt x="305810" y="101879"/>
                  <a:pt x="322331" y="108750"/>
                </a:cubicBezTo>
                <a:cubicBezTo>
                  <a:pt x="340136" y="116047"/>
                  <a:pt x="344211" y="120554"/>
                  <a:pt x="344211" y="129786"/>
                </a:cubicBezTo>
                <a:cubicBezTo>
                  <a:pt x="344211" y="140303"/>
                  <a:pt x="333916" y="144811"/>
                  <a:pt x="325978" y="144811"/>
                </a:cubicBezTo>
                <a:cubicBezTo>
                  <a:pt x="317611" y="144811"/>
                  <a:pt x="312956" y="141956"/>
                  <a:pt x="310747" y="139658"/>
                </a:cubicBezTo>
                <a:cubicBezTo>
                  <a:pt x="306026" y="134722"/>
                  <a:pt x="303666" y="125278"/>
                  <a:pt x="302380" y="119910"/>
                </a:cubicBezTo>
                <a:cubicBezTo>
                  <a:pt x="301093" y="118623"/>
                  <a:pt x="297015" y="118836"/>
                  <a:pt x="295728" y="120126"/>
                </a:cubicBezTo>
                <a:close/>
                <a:moveTo>
                  <a:pt x="395978" y="89287"/>
                </a:moveTo>
                <a:cubicBezTo>
                  <a:pt x="400054" y="65148"/>
                  <a:pt x="415072" y="63227"/>
                  <a:pt x="420222" y="63227"/>
                </a:cubicBezTo>
                <a:cubicBezTo>
                  <a:pt x="428372" y="63227"/>
                  <a:pt x="438026" y="67715"/>
                  <a:pt x="438026" y="85656"/>
                </a:cubicBezTo>
                <a:cubicBezTo>
                  <a:pt x="438026" y="87578"/>
                  <a:pt x="437168" y="88602"/>
                  <a:pt x="434808" y="88648"/>
                </a:cubicBezTo>
                <a:lnTo>
                  <a:pt x="395978" y="89287"/>
                </a:lnTo>
                <a:moveTo>
                  <a:pt x="452184" y="129802"/>
                </a:moveTo>
                <a:cubicBezTo>
                  <a:pt x="444249" y="137950"/>
                  <a:pt x="438026" y="141377"/>
                  <a:pt x="425584" y="141377"/>
                </a:cubicBezTo>
                <a:cubicBezTo>
                  <a:pt x="417861" y="141377"/>
                  <a:pt x="408850" y="136876"/>
                  <a:pt x="402201" y="125946"/>
                </a:cubicBezTo>
                <a:cubicBezTo>
                  <a:pt x="397910" y="118872"/>
                  <a:pt x="395334" y="109012"/>
                  <a:pt x="395334" y="96580"/>
                </a:cubicBezTo>
                <a:lnTo>
                  <a:pt x="452400" y="97009"/>
                </a:lnTo>
                <a:cubicBezTo>
                  <a:pt x="454973" y="97009"/>
                  <a:pt x="456475" y="95722"/>
                  <a:pt x="456475" y="93362"/>
                </a:cubicBezTo>
                <a:cubicBezTo>
                  <a:pt x="456475" y="75404"/>
                  <a:pt x="450039" y="56146"/>
                  <a:pt x="420222" y="56146"/>
                </a:cubicBezTo>
                <a:cubicBezTo>
                  <a:pt x="401556" y="56146"/>
                  <a:pt x="377313" y="73908"/>
                  <a:pt x="377313" y="106439"/>
                </a:cubicBezTo>
                <a:cubicBezTo>
                  <a:pt x="377313" y="118443"/>
                  <a:pt x="380318" y="130018"/>
                  <a:pt x="387399" y="138162"/>
                </a:cubicBezTo>
                <a:cubicBezTo>
                  <a:pt x="394692" y="146742"/>
                  <a:pt x="404774" y="151888"/>
                  <a:pt x="420222" y="151888"/>
                </a:cubicBezTo>
                <a:cubicBezTo>
                  <a:pt x="436523" y="151888"/>
                  <a:pt x="448108" y="144382"/>
                  <a:pt x="456691" y="133233"/>
                </a:cubicBezTo>
                <a:cubicBezTo>
                  <a:pt x="456046" y="131088"/>
                  <a:pt x="454760" y="130018"/>
                  <a:pt x="452184" y="129802"/>
                </a:cubicBezTo>
                <a:close/>
                <a:moveTo>
                  <a:pt x="560243" y="123599"/>
                </a:moveTo>
                <a:lnTo>
                  <a:pt x="560243" y="37510"/>
                </a:lnTo>
                <a:cubicBezTo>
                  <a:pt x="560243" y="19693"/>
                  <a:pt x="563890" y="18619"/>
                  <a:pt x="578908" y="17974"/>
                </a:cubicBezTo>
                <a:cubicBezTo>
                  <a:pt x="580195" y="16688"/>
                  <a:pt x="580195" y="12184"/>
                  <a:pt x="578908" y="10894"/>
                </a:cubicBezTo>
                <a:cubicBezTo>
                  <a:pt x="569468" y="11110"/>
                  <a:pt x="559278" y="11326"/>
                  <a:pt x="551019" y="11326"/>
                </a:cubicBezTo>
                <a:cubicBezTo>
                  <a:pt x="543830" y="11326"/>
                  <a:pt x="533427" y="11110"/>
                  <a:pt x="523345" y="10894"/>
                </a:cubicBezTo>
                <a:cubicBezTo>
                  <a:pt x="522055" y="12184"/>
                  <a:pt x="522055" y="16688"/>
                  <a:pt x="523345" y="17974"/>
                </a:cubicBezTo>
                <a:cubicBezTo>
                  <a:pt x="538360" y="18619"/>
                  <a:pt x="542007" y="19693"/>
                  <a:pt x="542007" y="37510"/>
                </a:cubicBezTo>
                <a:lnTo>
                  <a:pt x="542007" y="123599"/>
                </a:lnTo>
                <a:cubicBezTo>
                  <a:pt x="542007" y="141416"/>
                  <a:pt x="538360" y="142490"/>
                  <a:pt x="523345" y="143135"/>
                </a:cubicBezTo>
                <a:cubicBezTo>
                  <a:pt x="522055" y="144421"/>
                  <a:pt x="522055" y="148925"/>
                  <a:pt x="523345" y="150212"/>
                </a:cubicBezTo>
                <a:cubicBezTo>
                  <a:pt x="532998" y="149999"/>
                  <a:pt x="543444" y="149783"/>
                  <a:pt x="551231" y="149783"/>
                </a:cubicBezTo>
                <a:cubicBezTo>
                  <a:pt x="558868" y="149783"/>
                  <a:pt x="569252" y="149999"/>
                  <a:pt x="578908" y="150212"/>
                </a:cubicBezTo>
                <a:cubicBezTo>
                  <a:pt x="580195" y="148925"/>
                  <a:pt x="580195" y="144421"/>
                  <a:pt x="578908" y="143135"/>
                </a:cubicBezTo>
                <a:cubicBezTo>
                  <a:pt x="563890" y="142490"/>
                  <a:pt x="560243" y="141416"/>
                  <a:pt x="560243" y="123599"/>
                </a:cubicBezTo>
                <a:close/>
                <a:moveTo>
                  <a:pt x="621683" y="72903"/>
                </a:moveTo>
                <a:cubicBezTo>
                  <a:pt x="620374" y="74405"/>
                  <a:pt x="619172" y="74923"/>
                  <a:pt x="619110" y="72903"/>
                </a:cubicBezTo>
                <a:cubicBezTo>
                  <a:pt x="618894" y="67106"/>
                  <a:pt x="618400" y="58801"/>
                  <a:pt x="617392" y="56591"/>
                </a:cubicBezTo>
                <a:cubicBezTo>
                  <a:pt x="616943" y="55606"/>
                  <a:pt x="616534" y="54876"/>
                  <a:pt x="614819" y="54876"/>
                </a:cubicBezTo>
                <a:cubicBezTo>
                  <a:pt x="608812" y="57236"/>
                  <a:pt x="603234" y="59168"/>
                  <a:pt x="588431" y="61096"/>
                </a:cubicBezTo>
                <a:cubicBezTo>
                  <a:pt x="588003" y="62385"/>
                  <a:pt x="588431" y="65816"/>
                  <a:pt x="588860" y="67106"/>
                </a:cubicBezTo>
                <a:cubicBezTo>
                  <a:pt x="600445" y="68179"/>
                  <a:pt x="602805" y="69253"/>
                  <a:pt x="602805" y="81708"/>
                </a:cubicBezTo>
                <a:lnTo>
                  <a:pt x="602805" y="123589"/>
                </a:lnTo>
                <a:cubicBezTo>
                  <a:pt x="602805" y="141200"/>
                  <a:pt x="600661" y="142061"/>
                  <a:pt x="587787" y="143135"/>
                </a:cubicBezTo>
                <a:cubicBezTo>
                  <a:pt x="586500" y="144421"/>
                  <a:pt x="586500" y="148925"/>
                  <a:pt x="587787" y="150212"/>
                </a:cubicBezTo>
                <a:cubicBezTo>
                  <a:pt x="594225" y="149999"/>
                  <a:pt x="602805" y="149783"/>
                  <a:pt x="611385" y="149783"/>
                </a:cubicBezTo>
                <a:cubicBezTo>
                  <a:pt x="619968" y="149783"/>
                  <a:pt x="626403" y="149999"/>
                  <a:pt x="632839" y="150212"/>
                </a:cubicBezTo>
                <a:cubicBezTo>
                  <a:pt x="634125" y="148925"/>
                  <a:pt x="634125" y="144421"/>
                  <a:pt x="632839" y="143135"/>
                </a:cubicBezTo>
                <a:cubicBezTo>
                  <a:pt x="621899" y="142061"/>
                  <a:pt x="619752" y="141200"/>
                  <a:pt x="619752" y="123589"/>
                </a:cubicBezTo>
                <a:lnTo>
                  <a:pt x="619752" y="88367"/>
                </a:lnTo>
                <a:cubicBezTo>
                  <a:pt x="619752" y="83856"/>
                  <a:pt x="621683" y="81280"/>
                  <a:pt x="623398" y="79348"/>
                </a:cubicBezTo>
                <a:cubicBezTo>
                  <a:pt x="631553" y="71400"/>
                  <a:pt x="641206" y="66674"/>
                  <a:pt x="649573" y="66674"/>
                </a:cubicBezTo>
                <a:cubicBezTo>
                  <a:pt x="653864" y="66674"/>
                  <a:pt x="658369" y="69466"/>
                  <a:pt x="660942" y="74405"/>
                </a:cubicBezTo>
                <a:cubicBezTo>
                  <a:pt x="663089" y="78703"/>
                  <a:pt x="663518" y="84501"/>
                  <a:pt x="663518" y="90943"/>
                </a:cubicBezTo>
                <a:lnTo>
                  <a:pt x="663518" y="123589"/>
                </a:lnTo>
                <a:cubicBezTo>
                  <a:pt x="663518" y="141200"/>
                  <a:pt x="661370" y="142061"/>
                  <a:pt x="650214" y="143135"/>
                </a:cubicBezTo>
                <a:cubicBezTo>
                  <a:pt x="649144" y="144421"/>
                  <a:pt x="649144" y="148925"/>
                  <a:pt x="650214" y="150212"/>
                </a:cubicBezTo>
                <a:cubicBezTo>
                  <a:pt x="656653" y="149999"/>
                  <a:pt x="663518" y="149783"/>
                  <a:pt x="672097" y="149783"/>
                </a:cubicBezTo>
                <a:cubicBezTo>
                  <a:pt x="680680" y="149783"/>
                  <a:pt x="688402" y="149999"/>
                  <a:pt x="694838" y="150212"/>
                </a:cubicBezTo>
                <a:cubicBezTo>
                  <a:pt x="695912" y="148925"/>
                  <a:pt x="695912" y="144421"/>
                  <a:pt x="694838" y="143135"/>
                </a:cubicBezTo>
                <a:cubicBezTo>
                  <a:pt x="682825" y="142061"/>
                  <a:pt x="680464" y="141200"/>
                  <a:pt x="680464" y="123589"/>
                </a:cubicBezTo>
                <a:lnTo>
                  <a:pt x="680464" y="91588"/>
                </a:lnTo>
                <a:cubicBezTo>
                  <a:pt x="680464" y="79777"/>
                  <a:pt x="679607" y="69466"/>
                  <a:pt x="674674" y="62814"/>
                </a:cubicBezTo>
                <a:cubicBezTo>
                  <a:pt x="671024" y="58094"/>
                  <a:pt x="664375" y="55518"/>
                  <a:pt x="656866" y="55518"/>
                </a:cubicBezTo>
                <a:cubicBezTo>
                  <a:pt x="646355" y="55518"/>
                  <a:pt x="634404" y="58307"/>
                  <a:pt x="621683" y="7290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jectionCheck">
            <a:extLst xmlns:a="http://schemas.openxmlformats.org/drawingml/2006/main">
              <a:ext uri="{FF2B5EF4-FFF2-40B4-BE49-F238E27FC236}">
                <a16:creationId xmlns:a16="http://schemas.microsoft.com/office/drawing/2014/main" id="{49BB84FC-2B7B-4A31-96A0-17FECA5E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736" y="2096412"/>
            <a:ext cx="1222704" cy="197572"/>
          </a:xfrm>
          <a:custGeom xmlns:a="http://schemas.openxmlformats.org/drawingml/2006/main">
            <a:pathLst>
              <a:path w="1222704" h="197572">
                <a:moveTo>
                  <a:pt x="31536" y="21192"/>
                </a:moveTo>
                <a:cubicBezTo>
                  <a:pt x="31536" y="26770"/>
                  <a:pt x="36682" y="32348"/>
                  <a:pt x="41831" y="32348"/>
                </a:cubicBezTo>
                <a:cubicBezTo>
                  <a:pt x="47838" y="32348"/>
                  <a:pt x="52987" y="26577"/>
                  <a:pt x="52987" y="22050"/>
                </a:cubicBezTo>
                <a:cubicBezTo>
                  <a:pt x="52987" y="16904"/>
                  <a:pt x="48483" y="10894"/>
                  <a:pt x="42689" y="10894"/>
                </a:cubicBezTo>
                <a:cubicBezTo>
                  <a:pt x="37543" y="10894"/>
                  <a:pt x="31536" y="16043"/>
                  <a:pt x="31536" y="21192"/>
                </a:cubicBezTo>
                <a:moveTo>
                  <a:pt x="34538" y="81764"/>
                </a:moveTo>
                <a:lnTo>
                  <a:pt x="34538" y="133449"/>
                </a:lnTo>
                <a:cubicBezTo>
                  <a:pt x="34538" y="161754"/>
                  <a:pt x="33680" y="188131"/>
                  <a:pt x="22953" y="188131"/>
                </a:cubicBezTo>
                <a:cubicBezTo>
                  <a:pt x="20593" y="188131"/>
                  <a:pt x="17804" y="187274"/>
                  <a:pt x="16305" y="185775"/>
                </a:cubicBezTo>
                <a:cubicBezTo>
                  <a:pt x="14158" y="183631"/>
                  <a:pt x="11585" y="180200"/>
                  <a:pt x="6864" y="180200"/>
                </a:cubicBezTo>
                <a:cubicBezTo>
                  <a:pt x="4504" y="180200"/>
                  <a:pt x="0" y="184488"/>
                  <a:pt x="0" y="188348"/>
                </a:cubicBezTo>
                <a:cubicBezTo>
                  <a:pt x="0" y="194570"/>
                  <a:pt x="7722" y="197572"/>
                  <a:pt x="11797" y="197572"/>
                </a:cubicBezTo>
                <a:cubicBezTo>
                  <a:pt x="16305" y="197572"/>
                  <a:pt x="27458" y="196927"/>
                  <a:pt x="35396" y="190279"/>
                </a:cubicBezTo>
                <a:cubicBezTo>
                  <a:pt x="45478" y="182128"/>
                  <a:pt x="51485" y="166687"/>
                  <a:pt x="51485" y="126155"/>
                </a:cubicBezTo>
                <a:lnTo>
                  <a:pt x="51485" y="80906"/>
                </a:lnTo>
                <a:cubicBezTo>
                  <a:pt x="51485" y="70186"/>
                  <a:pt x="52346" y="56408"/>
                  <a:pt x="52346" y="56408"/>
                </a:cubicBezTo>
                <a:cubicBezTo>
                  <a:pt x="52346" y="55541"/>
                  <a:pt x="51272" y="54889"/>
                  <a:pt x="49557" y="54889"/>
                </a:cubicBezTo>
                <a:cubicBezTo>
                  <a:pt x="43550" y="57275"/>
                  <a:pt x="34967" y="59226"/>
                  <a:pt x="20164" y="61174"/>
                </a:cubicBezTo>
                <a:cubicBezTo>
                  <a:pt x="19736" y="62464"/>
                  <a:pt x="20164" y="65894"/>
                  <a:pt x="20593" y="67184"/>
                </a:cubicBezTo>
                <a:cubicBezTo>
                  <a:pt x="32178" y="68255"/>
                  <a:pt x="34538" y="69541"/>
                  <a:pt x="34538" y="81764"/>
                </a:cubicBezTo>
                <a:close/>
                <a:moveTo>
                  <a:pt x="96859" y="89287"/>
                </a:moveTo>
                <a:cubicBezTo>
                  <a:pt x="100934" y="65148"/>
                  <a:pt x="115953" y="63227"/>
                  <a:pt x="121102" y="63227"/>
                </a:cubicBezTo>
                <a:cubicBezTo>
                  <a:pt x="129253" y="63227"/>
                  <a:pt x="138906" y="67715"/>
                  <a:pt x="138906" y="85656"/>
                </a:cubicBezTo>
                <a:cubicBezTo>
                  <a:pt x="138906" y="87578"/>
                  <a:pt x="138049" y="88602"/>
                  <a:pt x="135689" y="88648"/>
                </a:cubicBezTo>
                <a:lnTo>
                  <a:pt x="96859" y="89287"/>
                </a:lnTo>
                <a:moveTo>
                  <a:pt x="153064" y="129802"/>
                </a:moveTo>
                <a:cubicBezTo>
                  <a:pt x="145129" y="137950"/>
                  <a:pt x="138906" y="141377"/>
                  <a:pt x="126464" y="141377"/>
                </a:cubicBezTo>
                <a:cubicBezTo>
                  <a:pt x="118742" y="141377"/>
                  <a:pt x="109730" y="136876"/>
                  <a:pt x="103082" y="125946"/>
                </a:cubicBezTo>
                <a:cubicBezTo>
                  <a:pt x="98790" y="118872"/>
                  <a:pt x="96214" y="109012"/>
                  <a:pt x="96214" y="96580"/>
                </a:cubicBezTo>
                <a:lnTo>
                  <a:pt x="153280" y="97009"/>
                </a:lnTo>
                <a:cubicBezTo>
                  <a:pt x="155853" y="97009"/>
                  <a:pt x="157355" y="95722"/>
                  <a:pt x="157355" y="93362"/>
                </a:cubicBezTo>
                <a:cubicBezTo>
                  <a:pt x="157355" y="75404"/>
                  <a:pt x="150920" y="56146"/>
                  <a:pt x="121102" y="56146"/>
                </a:cubicBezTo>
                <a:cubicBezTo>
                  <a:pt x="102437" y="56146"/>
                  <a:pt x="78194" y="73908"/>
                  <a:pt x="78194" y="106439"/>
                </a:cubicBezTo>
                <a:cubicBezTo>
                  <a:pt x="78194" y="118443"/>
                  <a:pt x="81199" y="130018"/>
                  <a:pt x="88279" y="138162"/>
                </a:cubicBezTo>
                <a:cubicBezTo>
                  <a:pt x="95572" y="146742"/>
                  <a:pt x="105655" y="151888"/>
                  <a:pt x="121102" y="151888"/>
                </a:cubicBezTo>
                <a:cubicBezTo>
                  <a:pt x="137404" y="151888"/>
                  <a:pt x="148989" y="144382"/>
                  <a:pt x="157572" y="133233"/>
                </a:cubicBezTo>
                <a:cubicBezTo>
                  <a:pt x="156927" y="131088"/>
                  <a:pt x="155640" y="130018"/>
                  <a:pt x="153064" y="129802"/>
                </a:cubicBezTo>
                <a:close/>
                <a:moveTo>
                  <a:pt x="251577" y="130214"/>
                </a:moveTo>
                <a:cubicBezTo>
                  <a:pt x="250720" y="128283"/>
                  <a:pt x="249001" y="127425"/>
                  <a:pt x="247073" y="127209"/>
                </a:cubicBezTo>
                <a:cubicBezTo>
                  <a:pt x="239777" y="136657"/>
                  <a:pt x="230552" y="141377"/>
                  <a:pt x="221327" y="141377"/>
                </a:cubicBezTo>
                <a:cubicBezTo>
                  <a:pt x="205667" y="141377"/>
                  <a:pt x="192580" y="125494"/>
                  <a:pt x="192580" y="100377"/>
                </a:cubicBezTo>
                <a:cubicBezTo>
                  <a:pt x="192580" y="76766"/>
                  <a:pt x="202878" y="62598"/>
                  <a:pt x="217039" y="62598"/>
                </a:cubicBezTo>
                <a:cubicBezTo>
                  <a:pt x="229694" y="62598"/>
                  <a:pt x="231410" y="70111"/>
                  <a:pt x="232271" y="77623"/>
                </a:cubicBezTo>
                <a:cubicBezTo>
                  <a:pt x="232912" y="83421"/>
                  <a:pt x="235917" y="85352"/>
                  <a:pt x="240421" y="85352"/>
                </a:cubicBezTo>
                <a:cubicBezTo>
                  <a:pt x="244926" y="85352"/>
                  <a:pt x="250932" y="82563"/>
                  <a:pt x="250932" y="75908"/>
                </a:cubicBezTo>
                <a:cubicBezTo>
                  <a:pt x="250932" y="64101"/>
                  <a:pt x="238706" y="55518"/>
                  <a:pt x="218110" y="55518"/>
                </a:cubicBezTo>
                <a:cubicBezTo>
                  <a:pt x="196871" y="55518"/>
                  <a:pt x="174131" y="74618"/>
                  <a:pt x="174131" y="105101"/>
                </a:cubicBezTo>
                <a:cubicBezTo>
                  <a:pt x="174131" y="132791"/>
                  <a:pt x="189578" y="151888"/>
                  <a:pt x="216607" y="151888"/>
                </a:cubicBezTo>
                <a:cubicBezTo>
                  <a:pt x="229482" y="151888"/>
                  <a:pt x="240850" y="147812"/>
                  <a:pt x="251577" y="130214"/>
                </a:cubicBezTo>
                <a:close/>
                <a:moveTo>
                  <a:pt x="268355" y="57822"/>
                </a:moveTo>
                <a:cubicBezTo>
                  <a:pt x="265350" y="57822"/>
                  <a:pt x="264492" y="60398"/>
                  <a:pt x="264492" y="62114"/>
                </a:cubicBezTo>
                <a:lnTo>
                  <a:pt x="264492" y="64903"/>
                </a:lnTo>
                <a:cubicBezTo>
                  <a:pt x="264492" y="65976"/>
                  <a:pt x="264705" y="66189"/>
                  <a:pt x="265566" y="66189"/>
                </a:cubicBezTo>
                <a:lnTo>
                  <a:pt x="278221" y="66189"/>
                </a:lnTo>
                <a:lnTo>
                  <a:pt x="278221" y="130666"/>
                </a:lnTo>
                <a:cubicBezTo>
                  <a:pt x="278221" y="145881"/>
                  <a:pt x="284873" y="151888"/>
                  <a:pt x="294739" y="151888"/>
                </a:cubicBezTo>
                <a:cubicBezTo>
                  <a:pt x="304608" y="151888"/>
                  <a:pt x="315335" y="147171"/>
                  <a:pt x="323702" y="137734"/>
                </a:cubicBezTo>
                <a:cubicBezTo>
                  <a:pt x="323273" y="135527"/>
                  <a:pt x="321987" y="134306"/>
                  <a:pt x="319840" y="134093"/>
                </a:cubicBezTo>
                <a:cubicBezTo>
                  <a:pt x="314262" y="138378"/>
                  <a:pt x="307826" y="140090"/>
                  <a:pt x="302248" y="140090"/>
                </a:cubicBezTo>
                <a:cubicBezTo>
                  <a:pt x="296457" y="140090"/>
                  <a:pt x="295171" y="133665"/>
                  <a:pt x="295171" y="120384"/>
                </a:cubicBezTo>
                <a:lnTo>
                  <a:pt x="295171" y="66189"/>
                </a:lnTo>
                <a:lnTo>
                  <a:pt x="317479" y="66189"/>
                </a:lnTo>
                <a:cubicBezTo>
                  <a:pt x="319627" y="66189"/>
                  <a:pt x="322629" y="65331"/>
                  <a:pt x="322629" y="63400"/>
                </a:cubicBezTo>
                <a:lnTo>
                  <a:pt x="322629" y="59112"/>
                </a:lnTo>
                <a:cubicBezTo>
                  <a:pt x="322629" y="58254"/>
                  <a:pt x="321987" y="57822"/>
                  <a:pt x="320913" y="57822"/>
                </a:cubicBezTo>
                <a:lnTo>
                  <a:pt x="295171" y="57822"/>
                </a:lnTo>
                <a:lnTo>
                  <a:pt x="295171" y="49458"/>
                </a:lnTo>
                <a:cubicBezTo>
                  <a:pt x="295171" y="35514"/>
                  <a:pt x="296029" y="26931"/>
                  <a:pt x="296029" y="26931"/>
                </a:cubicBezTo>
                <a:cubicBezTo>
                  <a:pt x="296029" y="25559"/>
                  <a:pt x="295384" y="25045"/>
                  <a:pt x="294375" y="25045"/>
                </a:cubicBezTo>
                <a:cubicBezTo>
                  <a:pt x="293410" y="25045"/>
                  <a:pt x="291586" y="25880"/>
                  <a:pt x="289593" y="26973"/>
                </a:cubicBezTo>
                <a:cubicBezTo>
                  <a:pt x="287167" y="28325"/>
                  <a:pt x="284981" y="29248"/>
                  <a:pt x="282296" y="29998"/>
                </a:cubicBezTo>
                <a:cubicBezTo>
                  <a:pt x="279723" y="30728"/>
                  <a:pt x="277579" y="31458"/>
                  <a:pt x="277579" y="32937"/>
                </a:cubicBezTo>
                <a:cubicBezTo>
                  <a:pt x="277579" y="35429"/>
                  <a:pt x="278221" y="34011"/>
                  <a:pt x="278221" y="57803"/>
                </a:cubicBezTo>
                <a:lnTo>
                  <a:pt x="268355" y="57822"/>
                </a:lnTo>
                <a:close/>
                <a:moveTo>
                  <a:pt x="347386" y="21192"/>
                </a:moveTo>
                <a:cubicBezTo>
                  <a:pt x="347386" y="26770"/>
                  <a:pt x="352535" y="32348"/>
                  <a:pt x="357681" y="32348"/>
                </a:cubicBezTo>
                <a:cubicBezTo>
                  <a:pt x="363688" y="32348"/>
                  <a:pt x="368837" y="26577"/>
                  <a:pt x="368837" y="22050"/>
                </a:cubicBezTo>
                <a:cubicBezTo>
                  <a:pt x="368837" y="16904"/>
                  <a:pt x="364333" y="10894"/>
                  <a:pt x="358542" y="10894"/>
                </a:cubicBezTo>
                <a:cubicBezTo>
                  <a:pt x="353393" y="10894"/>
                  <a:pt x="347386" y="16043"/>
                  <a:pt x="347386" y="21192"/>
                </a:cubicBezTo>
                <a:moveTo>
                  <a:pt x="366909" y="123609"/>
                </a:moveTo>
                <a:lnTo>
                  <a:pt x="366909" y="80851"/>
                </a:lnTo>
                <a:cubicBezTo>
                  <a:pt x="366909" y="70186"/>
                  <a:pt x="367766" y="56408"/>
                  <a:pt x="367766" y="56408"/>
                </a:cubicBezTo>
                <a:cubicBezTo>
                  <a:pt x="367766" y="55541"/>
                  <a:pt x="366693" y="54889"/>
                  <a:pt x="364977" y="54889"/>
                </a:cubicBezTo>
                <a:cubicBezTo>
                  <a:pt x="358863" y="57275"/>
                  <a:pt x="350388" y="59226"/>
                  <a:pt x="335585" y="61174"/>
                </a:cubicBezTo>
                <a:cubicBezTo>
                  <a:pt x="335156" y="62464"/>
                  <a:pt x="335585" y="65894"/>
                  <a:pt x="336014" y="67184"/>
                </a:cubicBezTo>
                <a:cubicBezTo>
                  <a:pt x="347707" y="68278"/>
                  <a:pt x="349959" y="69544"/>
                  <a:pt x="349959" y="81774"/>
                </a:cubicBezTo>
                <a:lnTo>
                  <a:pt x="349959" y="123609"/>
                </a:lnTo>
                <a:cubicBezTo>
                  <a:pt x="349959" y="141416"/>
                  <a:pt x="347599" y="142061"/>
                  <a:pt x="334515" y="143135"/>
                </a:cubicBezTo>
                <a:cubicBezTo>
                  <a:pt x="333225" y="144421"/>
                  <a:pt x="333225" y="148925"/>
                  <a:pt x="334515" y="150212"/>
                </a:cubicBezTo>
                <a:cubicBezTo>
                  <a:pt x="341592" y="149999"/>
                  <a:pt x="349959" y="149783"/>
                  <a:pt x="358542" y="149783"/>
                </a:cubicBezTo>
                <a:cubicBezTo>
                  <a:pt x="367122" y="149783"/>
                  <a:pt x="375272" y="149999"/>
                  <a:pt x="382353" y="150212"/>
                </a:cubicBezTo>
                <a:cubicBezTo>
                  <a:pt x="383639" y="148925"/>
                  <a:pt x="383639" y="144421"/>
                  <a:pt x="382353" y="143135"/>
                </a:cubicBezTo>
                <a:cubicBezTo>
                  <a:pt x="369266" y="142277"/>
                  <a:pt x="366909" y="141416"/>
                  <a:pt x="366909" y="123609"/>
                </a:cubicBezTo>
                <a:close/>
                <a:moveTo>
                  <a:pt x="396833" y="105742"/>
                </a:moveTo>
                <a:cubicBezTo>
                  <a:pt x="396833" y="127638"/>
                  <a:pt x="411423" y="151888"/>
                  <a:pt x="441885" y="151888"/>
                </a:cubicBezTo>
                <a:cubicBezTo>
                  <a:pt x="455702" y="151888"/>
                  <a:pt x="466086" y="147020"/>
                  <a:pt x="473399" y="139874"/>
                </a:cubicBezTo>
                <a:cubicBezTo>
                  <a:pt x="483010" y="130473"/>
                  <a:pt x="487367" y="116970"/>
                  <a:pt x="487367" y="103811"/>
                </a:cubicBezTo>
                <a:cubicBezTo>
                  <a:pt x="487367" y="81486"/>
                  <a:pt x="475137" y="55518"/>
                  <a:pt x="442314" y="55518"/>
                </a:cubicBezTo>
                <a:cubicBezTo>
                  <a:pt x="428199" y="55518"/>
                  <a:pt x="416549" y="61312"/>
                  <a:pt x="408699" y="70539"/>
                </a:cubicBezTo>
                <a:cubicBezTo>
                  <a:pt x="400912" y="79685"/>
                  <a:pt x="396833" y="92177"/>
                  <a:pt x="396833" y="105742"/>
                </a:cubicBezTo>
                <a:moveTo>
                  <a:pt x="439096" y="63027"/>
                </a:moveTo>
                <a:cubicBezTo>
                  <a:pt x="457545" y="63027"/>
                  <a:pt x="468917" y="79771"/>
                  <a:pt x="468917" y="110682"/>
                </a:cubicBezTo>
                <a:cubicBezTo>
                  <a:pt x="468917" y="137727"/>
                  <a:pt x="454972" y="144382"/>
                  <a:pt x="444890" y="144382"/>
                </a:cubicBezTo>
                <a:cubicBezTo>
                  <a:pt x="422578" y="144382"/>
                  <a:pt x="415285" y="117333"/>
                  <a:pt x="415285" y="100806"/>
                </a:cubicBezTo>
                <a:cubicBezTo>
                  <a:pt x="415285" y="82131"/>
                  <a:pt x="419789" y="63027"/>
                  <a:pt x="439096" y="63027"/>
                </a:cubicBezTo>
                <a:close/>
                <a:moveTo>
                  <a:pt x="535420" y="72903"/>
                </a:moveTo>
                <a:cubicBezTo>
                  <a:pt x="534110" y="74405"/>
                  <a:pt x="532909" y="74923"/>
                  <a:pt x="532847" y="72903"/>
                </a:cubicBezTo>
                <a:cubicBezTo>
                  <a:pt x="532631" y="67106"/>
                  <a:pt x="532136" y="58801"/>
                  <a:pt x="531128" y="56591"/>
                </a:cubicBezTo>
                <a:cubicBezTo>
                  <a:pt x="530680" y="55606"/>
                  <a:pt x="530270" y="54876"/>
                  <a:pt x="528555" y="54876"/>
                </a:cubicBezTo>
                <a:cubicBezTo>
                  <a:pt x="522548" y="57236"/>
                  <a:pt x="516970" y="59168"/>
                  <a:pt x="502168" y="61096"/>
                </a:cubicBezTo>
                <a:cubicBezTo>
                  <a:pt x="501739" y="62385"/>
                  <a:pt x="502168" y="65816"/>
                  <a:pt x="502597" y="67106"/>
                </a:cubicBezTo>
                <a:cubicBezTo>
                  <a:pt x="514181" y="68179"/>
                  <a:pt x="516542" y="69253"/>
                  <a:pt x="516542" y="81708"/>
                </a:cubicBezTo>
                <a:lnTo>
                  <a:pt x="516542" y="123589"/>
                </a:lnTo>
                <a:cubicBezTo>
                  <a:pt x="516542" y="141200"/>
                  <a:pt x="514398" y="142061"/>
                  <a:pt x="501523" y="143135"/>
                </a:cubicBezTo>
                <a:cubicBezTo>
                  <a:pt x="500237" y="144421"/>
                  <a:pt x="500237" y="148925"/>
                  <a:pt x="501523" y="150212"/>
                </a:cubicBezTo>
                <a:cubicBezTo>
                  <a:pt x="507962" y="149999"/>
                  <a:pt x="516542" y="149783"/>
                  <a:pt x="525121" y="149783"/>
                </a:cubicBezTo>
                <a:cubicBezTo>
                  <a:pt x="533704" y="149783"/>
                  <a:pt x="540140" y="149999"/>
                  <a:pt x="546576" y="150212"/>
                </a:cubicBezTo>
                <a:cubicBezTo>
                  <a:pt x="547862" y="148925"/>
                  <a:pt x="547862" y="144421"/>
                  <a:pt x="546576" y="143135"/>
                </a:cubicBezTo>
                <a:cubicBezTo>
                  <a:pt x="535636" y="142061"/>
                  <a:pt x="533488" y="141200"/>
                  <a:pt x="533488" y="123589"/>
                </a:cubicBezTo>
                <a:lnTo>
                  <a:pt x="533488" y="88367"/>
                </a:lnTo>
                <a:cubicBezTo>
                  <a:pt x="533488" y="83856"/>
                  <a:pt x="535420" y="81280"/>
                  <a:pt x="537135" y="79348"/>
                </a:cubicBezTo>
                <a:cubicBezTo>
                  <a:pt x="545289" y="71400"/>
                  <a:pt x="554942" y="66674"/>
                  <a:pt x="563309" y="66674"/>
                </a:cubicBezTo>
                <a:cubicBezTo>
                  <a:pt x="567601" y="66674"/>
                  <a:pt x="572105" y="69466"/>
                  <a:pt x="574678" y="74405"/>
                </a:cubicBezTo>
                <a:cubicBezTo>
                  <a:pt x="576825" y="78703"/>
                  <a:pt x="577254" y="84501"/>
                  <a:pt x="577254" y="90943"/>
                </a:cubicBezTo>
                <a:lnTo>
                  <a:pt x="577254" y="123589"/>
                </a:lnTo>
                <a:cubicBezTo>
                  <a:pt x="577254" y="141200"/>
                  <a:pt x="575107" y="142061"/>
                  <a:pt x="563951" y="143135"/>
                </a:cubicBezTo>
                <a:cubicBezTo>
                  <a:pt x="562881" y="144421"/>
                  <a:pt x="562881" y="148925"/>
                  <a:pt x="563951" y="150212"/>
                </a:cubicBezTo>
                <a:cubicBezTo>
                  <a:pt x="570390" y="149999"/>
                  <a:pt x="577254" y="149783"/>
                  <a:pt x="585834" y="149783"/>
                </a:cubicBezTo>
                <a:cubicBezTo>
                  <a:pt x="594417" y="149783"/>
                  <a:pt x="602139" y="149999"/>
                  <a:pt x="608575" y="150212"/>
                </a:cubicBezTo>
                <a:cubicBezTo>
                  <a:pt x="609648" y="148925"/>
                  <a:pt x="609648" y="144421"/>
                  <a:pt x="608575" y="143135"/>
                </a:cubicBezTo>
                <a:cubicBezTo>
                  <a:pt x="596561" y="142061"/>
                  <a:pt x="594201" y="141200"/>
                  <a:pt x="594201" y="123589"/>
                </a:cubicBezTo>
                <a:lnTo>
                  <a:pt x="594201" y="91588"/>
                </a:lnTo>
                <a:cubicBezTo>
                  <a:pt x="594201" y="79777"/>
                  <a:pt x="593343" y="69466"/>
                  <a:pt x="588410" y="62814"/>
                </a:cubicBezTo>
                <a:cubicBezTo>
                  <a:pt x="584760" y="58094"/>
                  <a:pt x="578112" y="55518"/>
                  <a:pt x="570603" y="55518"/>
                </a:cubicBezTo>
                <a:cubicBezTo>
                  <a:pt x="560092" y="55518"/>
                  <a:pt x="548140" y="58307"/>
                  <a:pt x="535420" y="72903"/>
                </a:cubicBezTo>
                <a:close/>
                <a:moveTo>
                  <a:pt x="743406" y="151888"/>
                </a:moveTo>
                <a:cubicBezTo>
                  <a:pt x="764215" y="151888"/>
                  <a:pt x="783309" y="142022"/>
                  <a:pt x="797895" y="122928"/>
                </a:cubicBezTo>
                <a:cubicBezTo>
                  <a:pt x="796822" y="121000"/>
                  <a:pt x="795322" y="119713"/>
                  <a:pt x="792962" y="119713"/>
                </a:cubicBezTo>
                <a:cubicBezTo>
                  <a:pt x="777731" y="136444"/>
                  <a:pt x="763141" y="143095"/>
                  <a:pt x="743190" y="143095"/>
                </a:cubicBezTo>
                <a:cubicBezTo>
                  <a:pt x="714314" y="143095"/>
                  <a:pt x="694278" y="110489"/>
                  <a:pt x="694278" y="79168"/>
                </a:cubicBezTo>
                <a:cubicBezTo>
                  <a:pt x="694278" y="60654"/>
                  <a:pt x="699191" y="45252"/>
                  <a:pt x="707021" y="35622"/>
                </a:cubicBezTo>
                <a:cubicBezTo>
                  <a:pt x="717663" y="22534"/>
                  <a:pt x="730106" y="16528"/>
                  <a:pt x="741261" y="16528"/>
                </a:cubicBezTo>
                <a:cubicBezTo>
                  <a:pt x="770867" y="16528"/>
                  <a:pt x="782664" y="34119"/>
                  <a:pt x="788242" y="52568"/>
                </a:cubicBezTo>
                <a:cubicBezTo>
                  <a:pt x="790815" y="53426"/>
                  <a:pt x="792897" y="52781"/>
                  <a:pt x="795322" y="51495"/>
                </a:cubicBezTo>
                <a:cubicBezTo>
                  <a:pt x="794249" y="40342"/>
                  <a:pt x="792746" y="30044"/>
                  <a:pt x="790602" y="18246"/>
                </a:cubicBezTo>
                <a:cubicBezTo>
                  <a:pt x="779662" y="17172"/>
                  <a:pt x="770006" y="8590"/>
                  <a:pt x="743618" y="8590"/>
                </a:cubicBezTo>
                <a:cubicBezTo>
                  <a:pt x="725385" y="8590"/>
                  <a:pt x="710154" y="15241"/>
                  <a:pt x="697495" y="26826"/>
                </a:cubicBezTo>
                <a:cubicBezTo>
                  <a:pt x="683253" y="39867"/>
                  <a:pt x="674755" y="60870"/>
                  <a:pt x="674755" y="83244"/>
                </a:cubicBezTo>
                <a:cubicBezTo>
                  <a:pt x="674755" y="120528"/>
                  <a:pt x="697283" y="151888"/>
                  <a:pt x="743406" y="151888"/>
                </a:cubicBezTo>
                <a:close/>
                <a:moveTo>
                  <a:pt x="843547" y="88390"/>
                </a:moveTo>
                <a:cubicBezTo>
                  <a:pt x="843547" y="83856"/>
                  <a:pt x="845478" y="81214"/>
                  <a:pt x="847193" y="79348"/>
                </a:cubicBezTo>
                <a:cubicBezTo>
                  <a:pt x="855347" y="71335"/>
                  <a:pt x="866202" y="66674"/>
                  <a:pt x="874654" y="66674"/>
                </a:cubicBezTo>
                <a:cubicBezTo>
                  <a:pt x="879031" y="66674"/>
                  <a:pt x="883535" y="69489"/>
                  <a:pt x="886023" y="74405"/>
                </a:cubicBezTo>
                <a:cubicBezTo>
                  <a:pt x="888170" y="78661"/>
                  <a:pt x="888599" y="84501"/>
                  <a:pt x="888599" y="90943"/>
                </a:cubicBezTo>
                <a:lnTo>
                  <a:pt x="888599" y="123589"/>
                </a:lnTo>
                <a:cubicBezTo>
                  <a:pt x="888599" y="141200"/>
                  <a:pt x="886452" y="142061"/>
                  <a:pt x="875296" y="143135"/>
                </a:cubicBezTo>
                <a:cubicBezTo>
                  <a:pt x="874225" y="144421"/>
                  <a:pt x="874225" y="148925"/>
                  <a:pt x="875296" y="150212"/>
                </a:cubicBezTo>
                <a:cubicBezTo>
                  <a:pt x="881302" y="149999"/>
                  <a:pt x="888599" y="149783"/>
                  <a:pt x="897179" y="149783"/>
                </a:cubicBezTo>
                <a:cubicBezTo>
                  <a:pt x="905762" y="149783"/>
                  <a:pt x="912839" y="149999"/>
                  <a:pt x="919919" y="150212"/>
                </a:cubicBezTo>
                <a:cubicBezTo>
                  <a:pt x="920993" y="148925"/>
                  <a:pt x="920993" y="144421"/>
                  <a:pt x="919919" y="143135"/>
                </a:cubicBezTo>
                <a:cubicBezTo>
                  <a:pt x="907906" y="142061"/>
                  <a:pt x="905546" y="141200"/>
                  <a:pt x="905546" y="123589"/>
                </a:cubicBezTo>
                <a:lnTo>
                  <a:pt x="905546" y="91588"/>
                </a:lnTo>
                <a:cubicBezTo>
                  <a:pt x="905546" y="79777"/>
                  <a:pt x="904750" y="69361"/>
                  <a:pt x="899755" y="62814"/>
                </a:cubicBezTo>
                <a:cubicBezTo>
                  <a:pt x="896148" y="58094"/>
                  <a:pt x="889457" y="55518"/>
                  <a:pt x="881947" y="55518"/>
                </a:cubicBezTo>
                <a:cubicBezTo>
                  <a:pt x="871413" y="55518"/>
                  <a:pt x="858565" y="58307"/>
                  <a:pt x="845478" y="72903"/>
                </a:cubicBezTo>
                <a:cubicBezTo>
                  <a:pt x="844748" y="73721"/>
                  <a:pt x="843376" y="75911"/>
                  <a:pt x="843376" y="72903"/>
                </a:cubicBezTo>
                <a:lnTo>
                  <a:pt x="843547" y="24603"/>
                </a:lnTo>
                <a:cubicBezTo>
                  <a:pt x="843547" y="10652"/>
                  <a:pt x="844404" y="2118"/>
                  <a:pt x="844404" y="2118"/>
                </a:cubicBezTo>
                <a:cubicBezTo>
                  <a:pt x="844404" y="638"/>
                  <a:pt x="843547" y="0"/>
                  <a:pt x="841615" y="0"/>
                </a:cubicBezTo>
                <a:cubicBezTo>
                  <a:pt x="836253" y="2118"/>
                  <a:pt x="820164" y="5080"/>
                  <a:pt x="811581" y="5715"/>
                </a:cubicBezTo>
                <a:cubicBezTo>
                  <a:pt x="811152" y="7434"/>
                  <a:pt x="811581" y="10865"/>
                  <a:pt x="812868" y="12151"/>
                </a:cubicBezTo>
                <a:cubicBezTo>
                  <a:pt x="824024" y="12796"/>
                  <a:pt x="826600" y="11722"/>
                  <a:pt x="826600" y="29756"/>
                </a:cubicBezTo>
                <a:lnTo>
                  <a:pt x="826600" y="123589"/>
                </a:lnTo>
                <a:cubicBezTo>
                  <a:pt x="826600" y="141416"/>
                  <a:pt x="824066" y="142274"/>
                  <a:pt x="811624" y="143135"/>
                </a:cubicBezTo>
                <a:cubicBezTo>
                  <a:pt x="810337" y="144421"/>
                  <a:pt x="810337" y="148925"/>
                  <a:pt x="811624" y="150212"/>
                </a:cubicBezTo>
                <a:cubicBezTo>
                  <a:pt x="818704" y="149999"/>
                  <a:pt x="826600" y="149783"/>
                  <a:pt x="835180" y="149783"/>
                </a:cubicBezTo>
                <a:cubicBezTo>
                  <a:pt x="843330" y="149783"/>
                  <a:pt x="850368" y="149999"/>
                  <a:pt x="856375" y="150212"/>
                </a:cubicBezTo>
                <a:cubicBezTo>
                  <a:pt x="857662" y="148925"/>
                  <a:pt x="857662" y="144421"/>
                  <a:pt x="856375" y="143135"/>
                </a:cubicBezTo>
                <a:cubicBezTo>
                  <a:pt x="845478" y="142274"/>
                  <a:pt x="843547" y="141416"/>
                  <a:pt x="843547" y="123589"/>
                </a:cubicBezTo>
                <a:lnTo>
                  <a:pt x="843547" y="88390"/>
                </a:lnTo>
                <a:close/>
                <a:moveTo>
                  <a:pt x="951241" y="89287"/>
                </a:moveTo>
                <a:cubicBezTo>
                  <a:pt x="955316" y="65148"/>
                  <a:pt x="970335" y="63227"/>
                  <a:pt x="975484" y="63227"/>
                </a:cubicBezTo>
                <a:cubicBezTo>
                  <a:pt x="983635" y="63227"/>
                  <a:pt x="993288" y="67715"/>
                  <a:pt x="993288" y="85656"/>
                </a:cubicBezTo>
                <a:cubicBezTo>
                  <a:pt x="993288" y="87578"/>
                  <a:pt x="992430" y="88602"/>
                  <a:pt x="990070" y="88648"/>
                </a:cubicBezTo>
                <a:lnTo>
                  <a:pt x="951241" y="89287"/>
                </a:lnTo>
                <a:moveTo>
                  <a:pt x="1007446" y="129802"/>
                </a:moveTo>
                <a:cubicBezTo>
                  <a:pt x="999511" y="137950"/>
                  <a:pt x="993288" y="141377"/>
                  <a:pt x="980846" y="141377"/>
                </a:cubicBezTo>
                <a:cubicBezTo>
                  <a:pt x="973124" y="141377"/>
                  <a:pt x="964112" y="136876"/>
                  <a:pt x="957463" y="125946"/>
                </a:cubicBezTo>
                <a:cubicBezTo>
                  <a:pt x="953172" y="118872"/>
                  <a:pt x="950596" y="109012"/>
                  <a:pt x="950596" y="96580"/>
                </a:cubicBezTo>
                <a:lnTo>
                  <a:pt x="1007662" y="97009"/>
                </a:lnTo>
                <a:cubicBezTo>
                  <a:pt x="1010235" y="97009"/>
                  <a:pt x="1011737" y="95722"/>
                  <a:pt x="1011737" y="93362"/>
                </a:cubicBezTo>
                <a:cubicBezTo>
                  <a:pt x="1011737" y="75404"/>
                  <a:pt x="1005302" y="56146"/>
                  <a:pt x="975484" y="56146"/>
                </a:cubicBezTo>
                <a:cubicBezTo>
                  <a:pt x="956819" y="56146"/>
                  <a:pt x="932575" y="73908"/>
                  <a:pt x="932575" y="106439"/>
                </a:cubicBezTo>
                <a:cubicBezTo>
                  <a:pt x="932575" y="118443"/>
                  <a:pt x="935580" y="130018"/>
                  <a:pt x="942661" y="138162"/>
                </a:cubicBezTo>
                <a:cubicBezTo>
                  <a:pt x="949954" y="146742"/>
                  <a:pt x="960036" y="151888"/>
                  <a:pt x="975484" y="151888"/>
                </a:cubicBezTo>
                <a:cubicBezTo>
                  <a:pt x="991785" y="151888"/>
                  <a:pt x="1003370" y="144382"/>
                  <a:pt x="1011953" y="133233"/>
                </a:cubicBezTo>
                <a:cubicBezTo>
                  <a:pt x="1011308" y="131088"/>
                  <a:pt x="1010022" y="130018"/>
                  <a:pt x="1007446" y="129802"/>
                </a:cubicBezTo>
                <a:close/>
                <a:moveTo>
                  <a:pt x="1105959" y="130214"/>
                </a:moveTo>
                <a:cubicBezTo>
                  <a:pt x="1105102" y="128283"/>
                  <a:pt x="1103383" y="127425"/>
                  <a:pt x="1101455" y="127209"/>
                </a:cubicBezTo>
                <a:cubicBezTo>
                  <a:pt x="1094158" y="136657"/>
                  <a:pt x="1084934" y="141377"/>
                  <a:pt x="1075709" y="141377"/>
                </a:cubicBezTo>
                <a:cubicBezTo>
                  <a:pt x="1060049" y="141377"/>
                  <a:pt x="1046962" y="125494"/>
                  <a:pt x="1046962" y="100377"/>
                </a:cubicBezTo>
                <a:cubicBezTo>
                  <a:pt x="1046962" y="76766"/>
                  <a:pt x="1057260" y="62598"/>
                  <a:pt x="1071421" y="62598"/>
                </a:cubicBezTo>
                <a:cubicBezTo>
                  <a:pt x="1084076" y="62598"/>
                  <a:pt x="1085792" y="70111"/>
                  <a:pt x="1086652" y="77623"/>
                </a:cubicBezTo>
                <a:cubicBezTo>
                  <a:pt x="1087294" y="83421"/>
                  <a:pt x="1090299" y="85352"/>
                  <a:pt x="1094803" y="85352"/>
                </a:cubicBezTo>
                <a:cubicBezTo>
                  <a:pt x="1099308" y="85352"/>
                  <a:pt x="1105314" y="82563"/>
                  <a:pt x="1105314" y="75908"/>
                </a:cubicBezTo>
                <a:cubicBezTo>
                  <a:pt x="1105314" y="64101"/>
                  <a:pt x="1093088" y="55518"/>
                  <a:pt x="1072492" y="55518"/>
                </a:cubicBezTo>
                <a:cubicBezTo>
                  <a:pt x="1051253" y="55518"/>
                  <a:pt x="1028513" y="74618"/>
                  <a:pt x="1028513" y="105101"/>
                </a:cubicBezTo>
                <a:cubicBezTo>
                  <a:pt x="1028513" y="132791"/>
                  <a:pt x="1043960" y="151888"/>
                  <a:pt x="1070989" y="151888"/>
                </a:cubicBezTo>
                <a:cubicBezTo>
                  <a:pt x="1083863" y="151888"/>
                  <a:pt x="1095232" y="147812"/>
                  <a:pt x="1105959" y="130214"/>
                </a:cubicBezTo>
                <a:close/>
                <a:moveTo>
                  <a:pt x="1131960" y="123618"/>
                </a:moveTo>
                <a:cubicBezTo>
                  <a:pt x="1131960" y="141419"/>
                  <a:pt x="1129600" y="142277"/>
                  <a:pt x="1117587" y="143135"/>
                </a:cubicBezTo>
                <a:cubicBezTo>
                  <a:pt x="1116297" y="144421"/>
                  <a:pt x="1116297" y="148925"/>
                  <a:pt x="1117587" y="150212"/>
                </a:cubicBezTo>
                <a:cubicBezTo>
                  <a:pt x="1124664" y="149999"/>
                  <a:pt x="1131960" y="149783"/>
                  <a:pt x="1140540" y="149783"/>
                </a:cubicBezTo>
                <a:cubicBezTo>
                  <a:pt x="1148049" y="149783"/>
                  <a:pt x="1155130" y="149999"/>
                  <a:pt x="1160063" y="150212"/>
                </a:cubicBezTo>
                <a:cubicBezTo>
                  <a:pt x="1161349" y="148925"/>
                  <a:pt x="1161349" y="144421"/>
                  <a:pt x="1160063" y="143135"/>
                </a:cubicBezTo>
                <a:cubicBezTo>
                  <a:pt x="1151267" y="142277"/>
                  <a:pt x="1148907" y="141419"/>
                  <a:pt x="1148907" y="123618"/>
                </a:cubicBezTo>
                <a:lnTo>
                  <a:pt x="1148907" y="104983"/>
                </a:lnTo>
                <a:cubicBezTo>
                  <a:pt x="1153025" y="105091"/>
                  <a:pt x="1156050" y="105412"/>
                  <a:pt x="1158132" y="106141"/>
                </a:cubicBezTo>
                <a:cubicBezTo>
                  <a:pt x="1160492" y="107749"/>
                  <a:pt x="1162443" y="109680"/>
                  <a:pt x="1164996" y="113111"/>
                </a:cubicBezTo>
                <a:lnTo>
                  <a:pt x="1180656" y="134126"/>
                </a:lnTo>
                <a:cubicBezTo>
                  <a:pt x="1186964" y="142598"/>
                  <a:pt x="1189390" y="146631"/>
                  <a:pt x="1189668" y="149141"/>
                </a:cubicBezTo>
                <a:cubicBezTo>
                  <a:pt x="1189730" y="149783"/>
                  <a:pt x="1189881" y="150212"/>
                  <a:pt x="1190526" y="150212"/>
                </a:cubicBezTo>
                <a:cubicBezTo>
                  <a:pt x="1194817" y="149999"/>
                  <a:pt x="1199534" y="149783"/>
                  <a:pt x="1203826" y="149783"/>
                </a:cubicBezTo>
                <a:cubicBezTo>
                  <a:pt x="1210477" y="149783"/>
                  <a:pt x="1217126" y="149999"/>
                  <a:pt x="1221417" y="150212"/>
                </a:cubicBezTo>
                <a:cubicBezTo>
                  <a:pt x="1222704" y="148925"/>
                  <a:pt x="1222704" y="144421"/>
                  <a:pt x="1221417" y="143135"/>
                </a:cubicBezTo>
                <a:cubicBezTo>
                  <a:pt x="1214124" y="142277"/>
                  <a:pt x="1208697" y="141334"/>
                  <a:pt x="1202968" y="134126"/>
                </a:cubicBezTo>
                <a:lnTo>
                  <a:pt x="1174649" y="98527"/>
                </a:lnTo>
                <a:cubicBezTo>
                  <a:pt x="1173877" y="97565"/>
                  <a:pt x="1173150" y="96599"/>
                  <a:pt x="1173150" y="95529"/>
                </a:cubicBezTo>
                <a:cubicBezTo>
                  <a:pt x="1173150" y="94675"/>
                  <a:pt x="1173150" y="94246"/>
                  <a:pt x="1174008" y="93388"/>
                </a:cubicBezTo>
                <a:lnTo>
                  <a:pt x="1192886" y="73905"/>
                </a:lnTo>
                <a:cubicBezTo>
                  <a:pt x="1199321" y="67053"/>
                  <a:pt x="1206831" y="65341"/>
                  <a:pt x="1215410" y="64484"/>
                </a:cubicBezTo>
                <a:cubicBezTo>
                  <a:pt x="1216697" y="63197"/>
                  <a:pt x="1216697" y="58693"/>
                  <a:pt x="1215410" y="57403"/>
                </a:cubicBezTo>
                <a:cubicBezTo>
                  <a:pt x="1210477" y="57619"/>
                  <a:pt x="1204471" y="57835"/>
                  <a:pt x="1196748" y="57835"/>
                </a:cubicBezTo>
                <a:cubicBezTo>
                  <a:pt x="1188594" y="57835"/>
                  <a:pt x="1180656" y="57619"/>
                  <a:pt x="1175723" y="57403"/>
                </a:cubicBezTo>
                <a:cubicBezTo>
                  <a:pt x="1174437" y="58693"/>
                  <a:pt x="1174437" y="63197"/>
                  <a:pt x="1175723" y="64484"/>
                </a:cubicBezTo>
                <a:cubicBezTo>
                  <a:pt x="1187737" y="65341"/>
                  <a:pt x="1182653" y="72900"/>
                  <a:pt x="1180656" y="75404"/>
                </a:cubicBezTo>
                <a:cubicBezTo>
                  <a:pt x="1175723" y="81614"/>
                  <a:pt x="1169009" y="88894"/>
                  <a:pt x="1163494" y="92959"/>
                </a:cubicBezTo>
                <a:cubicBezTo>
                  <a:pt x="1158734" y="96472"/>
                  <a:pt x="1152963" y="98999"/>
                  <a:pt x="1148907" y="99555"/>
                </a:cubicBezTo>
                <a:lnTo>
                  <a:pt x="1148907" y="24760"/>
                </a:lnTo>
                <a:cubicBezTo>
                  <a:pt x="1148907" y="10802"/>
                  <a:pt x="1149765" y="2174"/>
                  <a:pt x="1149765" y="2174"/>
                </a:cubicBezTo>
                <a:cubicBezTo>
                  <a:pt x="1149765" y="655"/>
                  <a:pt x="1148907" y="3"/>
                  <a:pt x="1146976" y="3"/>
                </a:cubicBezTo>
                <a:cubicBezTo>
                  <a:pt x="1141614" y="2174"/>
                  <a:pt x="1125525" y="5215"/>
                  <a:pt x="1116942" y="5869"/>
                </a:cubicBezTo>
                <a:cubicBezTo>
                  <a:pt x="1116513" y="7585"/>
                  <a:pt x="1116942" y="11015"/>
                  <a:pt x="1118228" y="12305"/>
                </a:cubicBezTo>
                <a:cubicBezTo>
                  <a:pt x="1129384" y="12946"/>
                  <a:pt x="1131960" y="11876"/>
                  <a:pt x="1131960" y="29916"/>
                </a:cubicBezTo>
                <a:lnTo>
                  <a:pt x="1131960" y="12361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45570-693E-4A43-9C2D-7226BE0E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360" y="1587793"/>
            <a:ext cx="2140052" cy="256389"/>
          </a:xfrm>
          <a:custGeom xmlns:a="http://schemas.openxmlformats.org/drawingml/2006/main">
            <a:pathLst>
              <a:path w="2140052" h="256389">
                <a:moveTo>
                  <a:pt x="0" y="0"/>
                </a:moveTo>
                <a:lnTo>
                  <a:pt x="2140052" y="0"/>
                </a:lnTo>
                <a:lnTo>
                  <a:pt x="2140052" y="256389"/>
                </a:lnTo>
                <a:lnTo>
                  <a:pt x="0" y="2563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E4E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CheckIn">
            <a:extLst xmlns:a="http://schemas.openxmlformats.org/drawingml/2006/main">
              <a:ext uri="{FF2B5EF4-FFF2-40B4-BE49-F238E27FC236}">
                <a16:creationId xmlns:a16="http://schemas.microsoft.com/office/drawing/2014/main" id="{221AA671-EC36-43FC-817F-13A01BEC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453" y="1641192"/>
            <a:ext cx="780157" cy="151888"/>
          </a:xfrm>
          <a:custGeom xmlns:a="http://schemas.openxmlformats.org/drawingml/2006/main">
            <a:pathLst>
              <a:path w="780157" h="151888">
                <a:moveTo>
                  <a:pt x="68651" y="151888"/>
                </a:moveTo>
                <a:cubicBezTo>
                  <a:pt x="89460" y="151888"/>
                  <a:pt x="108554" y="142022"/>
                  <a:pt x="123140" y="122928"/>
                </a:cubicBezTo>
                <a:cubicBezTo>
                  <a:pt x="122067" y="121000"/>
                  <a:pt x="120568" y="119713"/>
                  <a:pt x="118207" y="119713"/>
                </a:cubicBezTo>
                <a:cubicBezTo>
                  <a:pt x="102976" y="136444"/>
                  <a:pt x="88386" y="143095"/>
                  <a:pt x="68435" y="143095"/>
                </a:cubicBezTo>
                <a:cubicBezTo>
                  <a:pt x="39560" y="143095"/>
                  <a:pt x="19523" y="110489"/>
                  <a:pt x="19523" y="79168"/>
                </a:cubicBezTo>
                <a:cubicBezTo>
                  <a:pt x="19523" y="60654"/>
                  <a:pt x="24436" y="45252"/>
                  <a:pt x="32266" y="35622"/>
                </a:cubicBezTo>
                <a:cubicBezTo>
                  <a:pt x="42908" y="22534"/>
                  <a:pt x="55351" y="16528"/>
                  <a:pt x="66507" y="16528"/>
                </a:cubicBezTo>
                <a:cubicBezTo>
                  <a:pt x="96112" y="16528"/>
                  <a:pt x="107909" y="34119"/>
                  <a:pt x="113487" y="52568"/>
                </a:cubicBezTo>
                <a:cubicBezTo>
                  <a:pt x="116060" y="53426"/>
                  <a:pt x="118142" y="52781"/>
                  <a:pt x="120568" y="51495"/>
                </a:cubicBezTo>
                <a:cubicBezTo>
                  <a:pt x="119494" y="40342"/>
                  <a:pt x="117991" y="30044"/>
                  <a:pt x="115847" y="18246"/>
                </a:cubicBezTo>
                <a:cubicBezTo>
                  <a:pt x="104907" y="17172"/>
                  <a:pt x="95251" y="8590"/>
                  <a:pt x="68863" y="8590"/>
                </a:cubicBezTo>
                <a:cubicBezTo>
                  <a:pt x="50630" y="8590"/>
                  <a:pt x="35399" y="15241"/>
                  <a:pt x="22741" y="26826"/>
                </a:cubicBezTo>
                <a:cubicBezTo>
                  <a:pt x="8498" y="39867"/>
                  <a:pt x="0" y="60870"/>
                  <a:pt x="0" y="83244"/>
                </a:cubicBezTo>
                <a:cubicBezTo>
                  <a:pt x="0" y="120528"/>
                  <a:pt x="22528" y="151888"/>
                  <a:pt x="68651" y="151888"/>
                </a:cubicBezTo>
                <a:close/>
                <a:moveTo>
                  <a:pt x="168792" y="88390"/>
                </a:moveTo>
                <a:cubicBezTo>
                  <a:pt x="168792" y="83856"/>
                  <a:pt x="170724" y="81214"/>
                  <a:pt x="172439" y="79348"/>
                </a:cubicBezTo>
                <a:cubicBezTo>
                  <a:pt x="180593" y="71335"/>
                  <a:pt x="191448" y="66674"/>
                  <a:pt x="199900" y="66674"/>
                </a:cubicBezTo>
                <a:cubicBezTo>
                  <a:pt x="204276" y="66674"/>
                  <a:pt x="208781" y="69489"/>
                  <a:pt x="211268" y="74405"/>
                </a:cubicBezTo>
                <a:cubicBezTo>
                  <a:pt x="213416" y="78661"/>
                  <a:pt x="213845" y="84501"/>
                  <a:pt x="213845" y="90943"/>
                </a:cubicBezTo>
                <a:lnTo>
                  <a:pt x="213845" y="123589"/>
                </a:lnTo>
                <a:cubicBezTo>
                  <a:pt x="213845" y="141200"/>
                  <a:pt x="211697" y="142061"/>
                  <a:pt x="200541" y="143135"/>
                </a:cubicBezTo>
                <a:cubicBezTo>
                  <a:pt x="199471" y="144421"/>
                  <a:pt x="199471" y="148925"/>
                  <a:pt x="200541" y="150212"/>
                </a:cubicBezTo>
                <a:cubicBezTo>
                  <a:pt x="206548" y="149999"/>
                  <a:pt x="213845" y="149783"/>
                  <a:pt x="222424" y="149783"/>
                </a:cubicBezTo>
                <a:cubicBezTo>
                  <a:pt x="231007" y="149783"/>
                  <a:pt x="238085" y="149999"/>
                  <a:pt x="245165" y="150212"/>
                </a:cubicBezTo>
                <a:cubicBezTo>
                  <a:pt x="246239" y="148925"/>
                  <a:pt x="246239" y="144421"/>
                  <a:pt x="245165" y="143135"/>
                </a:cubicBezTo>
                <a:cubicBezTo>
                  <a:pt x="233151" y="142061"/>
                  <a:pt x="230791" y="141200"/>
                  <a:pt x="230791" y="123589"/>
                </a:cubicBezTo>
                <a:lnTo>
                  <a:pt x="230791" y="91588"/>
                </a:lnTo>
                <a:cubicBezTo>
                  <a:pt x="230791" y="79777"/>
                  <a:pt x="229996" y="69361"/>
                  <a:pt x="225001" y="62814"/>
                </a:cubicBezTo>
                <a:cubicBezTo>
                  <a:pt x="221393" y="58094"/>
                  <a:pt x="214702" y="55518"/>
                  <a:pt x="207193" y="55518"/>
                </a:cubicBezTo>
                <a:cubicBezTo>
                  <a:pt x="196659" y="55518"/>
                  <a:pt x="183811" y="58307"/>
                  <a:pt x="170724" y="72903"/>
                </a:cubicBezTo>
                <a:cubicBezTo>
                  <a:pt x="169994" y="73721"/>
                  <a:pt x="168622" y="75911"/>
                  <a:pt x="168622" y="72903"/>
                </a:cubicBezTo>
                <a:lnTo>
                  <a:pt x="168792" y="24603"/>
                </a:lnTo>
                <a:cubicBezTo>
                  <a:pt x="168792" y="10652"/>
                  <a:pt x="169650" y="2118"/>
                  <a:pt x="169650" y="2118"/>
                </a:cubicBezTo>
                <a:cubicBezTo>
                  <a:pt x="169650" y="638"/>
                  <a:pt x="168792" y="0"/>
                  <a:pt x="166861" y="0"/>
                </a:cubicBezTo>
                <a:cubicBezTo>
                  <a:pt x="161499" y="2118"/>
                  <a:pt x="145410" y="5080"/>
                  <a:pt x="136827" y="5715"/>
                </a:cubicBezTo>
                <a:cubicBezTo>
                  <a:pt x="136398" y="7434"/>
                  <a:pt x="136827" y="10865"/>
                  <a:pt x="138113" y="12151"/>
                </a:cubicBezTo>
                <a:cubicBezTo>
                  <a:pt x="149269" y="12796"/>
                  <a:pt x="151846" y="11722"/>
                  <a:pt x="151846" y="29756"/>
                </a:cubicBezTo>
                <a:lnTo>
                  <a:pt x="151846" y="123589"/>
                </a:lnTo>
                <a:cubicBezTo>
                  <a:pt x="151846" y="141416"/>
                  <a:pt x="149312" y="142274"/>
                  <a:pt x="136870" y="143135"/>
                </a:cubicBezTo>
                <a:cubicBezTo>
                  <a:pt x="135583" y="144421"/>
                  <a:pt x="135583" y="148925"/>
                  <a:pt x="136870" y="150212"/>
                </a:cubicBezTo>
                <a:cubicBezTo>
                  <a:pt x="143950" y="149999"/>
                  <a:pt x="151846" y="149783"/>
                  <a:pt x="160425" y="149783"/>
                </a:cubicBezTo>
                <a:cubicBezTo>
                  <a:pt x="168576" y="149783"/>
                  <a:pt x="175614" y="149999"/>
                  <a:pt x="181621" y="150212"/>
                </a:cubicBezTo>
                <a:cubicBezTo>
                  <a:pt x="182907" y="148925"/>
                  <a:pt x="182907" y="144421"/>
                  <a:pt x="181621" y="143135"/>
                </a:cubicBezTo>
                <a:cubicBezTo>
                  <a:pt x="170724" y="142274"/>
                  <a:pt x="168792" y="141416"/>
                  <a:pt x="168792" y="123589"/>
                </a:cubicBezTo>
                <a:lnTo>
                  <a:pt x="168792" y="88390"/>
                </a:lnTo>
                <a:close/>
                <a:moveTo>
                  <a:pt x="276443" y="89287"/>
                </a:moveTo>
                <a:cubicBezTo>
                  <a:pt x="280518" y="65148"/>
                  <a:pt x="295537" y="63227"/>
                  <a:pt x="300686" y="63227"/>
                </a:cubicBezTo>
                <a:cubicBezTo>
                  <a:pt x="308837" y="63227"/>
                  <a:pt x="318490" y="67715"/>
                  <a:pt x="318490" y="85656"/>
                </a:cubicBezTo>
                <a:cubicBezTo>
                  <a:pt x="318490" y="87578"/>
                  <a:pt x="317633" y="88602"/>
                  <a:pt x="315272" y="88648"/>
                </a:cubicBezTo>
                <a:lnTo>
                  <a:pt x="276443" y="89287"/>
                </a:lnTo>
                <a:moveTo>
                  <a:pt x="332648" y="129802"/>
                </a:moveTo>
                <a:cubicBezTo>
                  <a:pt x="324713" y="137950"/>
                  <a:pt x="318490" y="141377"/>
                  <a:pt x="306048" y="141377"/>
                </a:cubicBezTo>
                <a:cubicBezTo>
                  <a:pt x="298326" y="141377"/>
                  <a:pt x="289314" y="136876"/>
                  <a:pt x="282666" y="125946"/>
                </a:cubicBezTo>
                <a:cubicBezTo>
                  <a:pt x="278374" y="118872"/>
                  <a:pt x="275798" y="109012"/>
                  <a:pt x="275798" y="96580"/>
                </a:cubicBezTo>
                <a:lnTo>
                  <a:pt x="332864" y="97009"/>
                </a:lnTo>
                <a:cubicBezTo>
                  <a:pt x="335437" y="97009"/>
                  <a:pt x="336939" y="95722"/>
                  <a:pt x="336939" y="93362"/>
                </a:cubicBezTo>
                <a:cubicBezTo>
                  <a:pt x="336939" y="75404"/>
                  <a:pt x="330504" y="56146"/>
                  <a:pt x="300686" y="56146"/>
                </a:cubicBezTo>
                <a:cubicBezTo>
                  <a:pt x="282021" y="56146"/>
                  <a:pt x="257778" y="73908"/>
                  <a:pt x="257778" y="106439"/>
                </a:cubicBezTo>
                <a:cubicBezTo>
                  <a:pt x="257778" y="118443"/>
                  <a:pt x="260783" y="130018"/>
                  <a:pt x="267863" y="138162"/>
                </a:cubicBezTo>
                <a:cubicBezTo>
                  <a:pt x="275156" y="146742"/>
                  <a:pt x="285239" y="151888"/>
                  <a:pt x="300686" y="151888"/>
                </a:cubicBezTo>
                <a:cubicBezTo>
                  <a:pt x="316988" y="151888"/>
                  <a:pt x="328572" y="144382"/>
                  <a:pt x="337155" y="133233"/>
                </a:cubicBezTo>
                <a:cubicBezTo>
                  <a:pt x="336511" y="131088"/>
                  <a:pt x="335224" y="130018"/>
                  <a:pt x="332648" y="129802"/>
                </a:cubicBezTo>
                <a:close/>
                <a:moveTo>
                  <a:pt x="431075" y="130214"/>
                </a:moveTo>
                <a:cubicBezTo>
                  <a:pt x="430218" y="128283"/>
                  <a:pt x="428499" y="127425"/>
                  <a:pt x="426571" y="127209"/>
                </a:cubicBezTo>
                <a:cubicBezTo>
                  <a:pt x="419274" y="136657"/>
                  <a:pt x="410050" y="141377"/>
                  <a:pt x="400825" y="141377"/>
                </a:cubicBezTo>
                <a:cubicBezTo>
                  <a:pt x="385165" y="141377"/>
                  <a:pt x="372078" y="125494"/>
                  <a:pt x="372078" y="100377"/>
                </a:cubicBezTo>
                <a:cubicBezTo>
                  <a:pt x="372078" y="76766"/>
                  <a:pt x="382376" y="62598"/>
                  <a:pt x="396537" y="62598"/>
                </a:cubicBezTo>
                <a:cubicBezTo>
                  <a:pt x="409192" y="62598"/>
                  <a:pt x="410908" y="70111"/>
                  <a:pt x="411768" y="77623"/>
                </a:cubicBezTo>
                <a:cubicBezTo>
                  <a:pt x="412410" y="83421"/>
                  <a:pt x="415415" y="85352"/>
                  <a:pt x="419919" y="85352"/>
                </a:cubicBezTo>
                <a:cubicBezTo>
                  <a:pt x="424424" y="85352"/>
                  <a:pt x="430430" y="82563"/>
                  <a:pt x="430430" y="75908"/>
                </a:cubicBezTo>
                <a:cubicBezTo>
                  <a:pt x="430430" y="64101"/>
                  <a:pt x="418204" y="55518"/>
                  <a:pt x="397608" y="55518"/>
                </a:cubicBezTo>
                <a:cubicBezTo>
                  <a:pt x="376369" y="55518"/>
                  <a:pt x="353629" y="74618"/>
                  <a:pt x="353629" y="105101"/>
                </a:cubicBezTo>
                <a:cubicBezTo>
                  <a:pt x="353629" y="132791"/>
                  <a:pt x="369076" y="151888"/>
                  <a:pt x="396105" y="151888"/>
                </a:cubicBezTo>
                <a:cubicBezTo>
                  <a:pt x="408979" y="151888"/>
                  <a:pt x="420348" y="147812"/>
                  <a:pt x="431075" y="130214"/>
                </a:cubicBezTo>
                <a:close/>
                <a:moveTo>
                  <a:pt x="456991" y="123618"/>
                </a:moveTo>
                <a:cubicBezTo>
                  <a:pt x="456991" y="141419"/>
                  <a:pt x="454631" y="142277"/>
                  <a:pt x="442618" y="143135"/>
                </a:cubicBezTo>
                <a:cubicBezTo>
                  <a:pt x="441328" y="144421"/>
                  <a:pt x="441328" y="148925"/>
                  <a:pt x="442618" y="150212"/>
                </a:cubicBezTo>
                <a:cubicBezTo>
                  <a:pt x="449695" y="149999"/>
                  <a:pt x="456991" y="149783"/>
                  <a:pt x="465571" y="149783"/>
                </a:cubicBezTo>
                <a:cubicBezTo>
                  <a:pt x="473080" y="149783"/>
                  <a:pt x="480161" y="149999"/>
                  <a:pt x="485094" y="150212"/>
                </a:cubicBezTo>
                <a:cubicBezTo>
                  <a:pt x="486380" y="148925"/>
                  <a:pt x="486380" y="144421"/>
                  <a:pt x="485094" y="143135"/>
                </a:cubicBezTo>
                <a:cubicBezTo>
                  <a:pt x="476298" y="142277"/>
                  <a:pt x="473938" y="141419"/>
                  <a:pt x="473938" y="123618"/>
                </a:cubicBezTo>
                <a:lnTo>
                  <a:pt x="473938" y="104983"/>
                </a:lnTo>
                <a:cubicBezTo>
                  <a:pt x="478056" y="105091"/>
                  <a:pt x="481081" y="105412"/>
                  <a:pt x="483162" y="106141"/>
                </a:cubicBezTo>
                <a:cubicBezTo>
                  <a:pt x="485523" y="107749"/>
                  <a:pt x="487474" y="109680"/>
                  <a:pt x="490027" y="113111"/>
                </a:cubicBezTo>
                <a:lnTo>
                  <a:pt x="505687" y="134126"/>
                </a:lnTo>
                <a:cubicBezTo>
                  <a:pt x="511995" y="142598"/>
                  <a:pt x="514421" y="146631"/>
                  <a:pt x="514699" y="149141"/>
                </a:cubicBezTo>
                <a:cubicBezTo>
                  <a:pt x="514761" y="149783"/>
                  <a:pt x="514912" y="150212"/>
                  <a:pt x="515556" y="150212"/>
                </a:cubicBezTo>
                <a:cubicBezTo>
                  <a:pt x="519848" y="149999"/>
                  <a:pt x="524565" y="149783"/>
                  <a:pt x="528856" y="149783"/>
                </a:cubicBezTo>
                <a:cubicBezTo>
                  <a:pt x="535508" y="149783"/>
                  <a:pt x="542156" y="149999"/>
                  <a:pt x="546448" y="150212"/>
                </a:cubicBezTo>
                <a:cubicBezTo>
                  <a:pt x="547734" y="148925"/>
                  <a:pt x="547734" y="144421"/>
                  <a:pt x="546448" y="143135"/>
                </a:cubicBezTo>
                <a:cubicBezTo>
                  <a:pt x="539155" y="142277"/>
                  <a:pt x="533727" y="141334"/>
                  <a:pt x="527999" y="134126"/>
                </a:cubicBezTo>
                <a:lnTo>
                  <a:pt x="499680" y="98527"/>
                </a:lnTo>
                <a:cubicBezTo>
                  <a:pt x="498908" y="97565"/>
                  <a:pt x="498181" y="96599"/>
                  <a:pt x="498181" y="95529"/>
                </a:cubicBezTo>
                <a:cubicBezTo>
                  <a:pt x="498181" y="94675"/>
                  <a:pt x="498181" y="94246"/>
                  <a:pt x="499039" y="93388"/>
                </a:cubicBezTo>
                <a:lnTo>
                  <a:pt x="517917" y="73905"/>
                </a:lnTo>
                <a:cubicBezTo>
                  <a:pt x="524352" y="67053"/>
                  <a:pt x="531862" y="65341"/>
                  <a:pt x="540441" y="64484"/>
                </a:cubicBezTo>
                <a:cubicBezTo>
                  <a:pt x="541728" y="63197"/>
                  <a:pt x="541728" y="58693"/>
                  <a:pt x="540441" y="57403"/>
                </a:cubicBezTo>
                <a:cubicBezTo>
                  <a:pt x="535508" y="57619"/>
                  <a:pt x="529501" y="57835"/>
                  <a:pt x="521779" y="57835"/>
                </a:cubicBezTo>
                <a:cubicBezTo>
                  <a:pt x="513625" y="57835"/>
                  <a:pt x="505687" y="57619"/>
                  <a:pt x="500754" y="57403"/>
                </a:cubicBezTo>
                <a:cubicBezTo>
                  <a:pt x="499467" y="58693"/>
                  <a:pt x="499467" y="63197"/>
                  <a:pt x="500754" y="64484"/>
                </a:cubicBezTo>
                <a:cubicBezTo>
                  <a:pt x="512768" y="65341"/>
                  <a:pt x="507684" y="72900"/>
                  <a:pt x="505687" y="75404"/>
                </a:cubicBezTo>
                <a:cubicBezTo>
                  <a:pt x="500754" y="81614"/>
                  <a:pt x="494040" y="88894"/>
                  <a:pt x="488524" y="92959"/>
                </a:cubicBezTo>
                <a:cubicBezTo>
                  <a:pt x="483765" y="96472"/>
                  <a:pt x="477994" y="98999"/>
                  <a:pt x="473938" y="99555"/>
                </a:cubicBezTo>
                <a:lnTo>
                  <a:pt x="473938" y="24760"/>
                </a:lnTo>
                <a:cubicBezTo>
                  <a:pt x="473938" y="10802"/>
                  <a:pt x="474796" y="2174"/>
                  <a:pt x="474796" y="2174"/>
                </a:cubicBezTo>
                <a:cubicBezTo>
                  <a:pt x="474796" y="655"/>
                  <a:pt x="473938" y="3"/>
                  <a:pt x="472007" y="3"/>
                </a:cubicBezTo>
                <a:cubicBezTo>
                  <a:pt x="466645" y="2174"/>
                  <a:pt x="450556" y="5215"/>
                  <a:pt x="441973" y="5869"/>
                </a:cubicBezTo>
                <a:cubicBezTo>
                  <a:pt x="441544" y="7585"/>
                  <a:pt x="441973" y="11015"/>
                  <a:pt x="443259" y="12305"/>
                </a:cubicBezTo>
                <a:cubicBezTo>
                  <a:pt x="454415" y="12946"/>
                  <a:pt x="456991" y="11876"/>
                  <a:pt x="456991" y="29916"/>
                </a:cubicBezTo>
                <a:lnTo>
                  <a:pt x="456991" y="123618"/>
                </a:lnTo>
                <a:close/>
                <a:moveTo>
                  <a:pt x="644402" y="123599"/>
                </a:moveTo>
                <a:lnTo>
                  <a:pt x="644402" y="37510"/>
                </a:lnTo>
                <a:cubicBezTo>
                  <a:pt x="644402" y="19693"/>
                  <a:pt x="648049" y="18619"/>
                  <a:pt x="663068" y="17974"/>
                </a:cubicBezTo>
                <a:cubicBezTo>
                  <a:pt x="664354" y="16688"/>
                  <a:pt x="664354" y="12184"/>
                  <a:pt x="663068" y="10894"/>
                </a:cubicBezTo>
                <a:cubicBezTo>
                  <a:pt x="653627" y="11110"/>
                  <a:pt x="643437" y="11326"/>
                  <a:pt x="635178" y="11326"/>
                </a:cubicBezTo>
                <a:cubicBezTo>
                  <a:pt x="627989" y="11326"/>
                  <a:pt x="617586" y="11110"/>
                  <a:pt x="607504" y="10894"/>
                </a:cubicBezTo>
                <a:cubicBezTo>
                  <a:pt x="606214" y="12184"/>
                  <a:pt x="606214" y="16688"/>
                  <a:pt x="607504" y="17974"/>
                </a:cubicBezTo>
                <a:cubicBezTo>
                  <a:pt x="622519" y="18619"/>
                  <a:pt x="626166" y="19693"/>
                  <a:pt x="626166" y="37510"/>
                </a:cubicBezTo>
                <a:lnTo>
                  <a:pt x="626166" y="123599"/>
                </a:lnTo>
                <a:cubicBezTo>
                  <a:pt x="626166" y="141416"/>
                  <a:pt x="622519" y="142490"/>
                  <a:pt x="607504" y="143135"/>
                </a:cubicBezTo>
                <a:cubicBezTo>
                  <a:pt x="606214" y="144421"/>
                  <a:pt x="606214" y="148925"/>
                  <a:pt x="607504" y="150212"/>
                </a:cubicBezTo>
                <a:cubicBezTo>
                  <a:pt x="617158" y="149999"/>
                  <a:pt x="627603" y="149783"/>
                  <a:pt x="635391" y="149783"/>
                </a:cubicBezTo>
                <a:cubicBezTo>
                  <a:pt x="643028" y="149783"/>
                  <a:pt x="653411" y="149999"/>
                  <a:pt x="663068" y="150212"/>
                </a:cubicBezTo>
                <a:cubicBezTo>
                  <a:pt x="664354" y="148925"/>
                  <a:pt x="664354" y="144421"/>
                  <a:pt x="663068" y="143135"/>
                </a:cubicBezTo>
                <a:cubicBezTo>
                  <a:pt x="648049" y="142490"/>
                  <a:pt x="644402" y="141416"/>
                  <a:pt x="644402" y="123599"/>
                </a:cubicBezTo>
                <a:close/>
                <a:moveTo>
                  <a:pt x="705928" y="72903"/>
                </a:moveTo>
                <a:cubicBezTo>
                  <a:pt x="704619" y="74405"/>
                  <a:pt x="703418" y="74923"/>
                  <a:pt x="703355" y="72903"/>
                </a:cubicBezTo>
                <a:cubicBezTo>
                  <a:pt x="703139" y="67106"/>
                  <a:pt x="702645" y="58801"/>
                  <a:pt x="701637" y="56591"/>
                </a:cubicBezTo>
                <a:cubicBezTo>
                  <a:pt x="701188" y="55606"/>
                  <a:pt x="700779" y="54876"/>
                  <a:pt x="699064" y="54876"/>
                </a:cubicBezTo>
                <a:cubicBezTo>
                  <a:pt x="693057" y="57236"/>
                  <a:pt x="687479" y="59168"/>
                  <a:pt x="672677" y="61096"/>
                </a:cubicBezTo>
                <a:cubicBezTo>
                  <a:pt x="672248" y="62385"/>
                  <a:pt x="672677" y="65816"/>
                  <a:pt x="673106" y="67106"/>
                </a:cubicBezTo>
                <a:cubicBezTo>
                  <a:pt x="684690" y="68179"/>
                  <a:pt x="687050" y="69253"/>
                  <a:pt x="687050" y="81708"/>
                </a:cubicBezTo>
                <a:lnTo>
                  <a:pt x="687050" y="123589"/>
                </a:lnTo>
                <a:cubicBezTo>
                  <a:pt x="687050" y="141200"/>
                  <a:pt x="684906" y="142061"/>
                  <a:pt x="672032" y="143135"/>
                </a:cubicBezTo>
                <a:cubicBezTo>
                  <a:pt x="670745" y="144421"/>
                  <a:pt x="670745" y="148925"/>
                  <a:pt x="672032" y="150212"/>
                </a:cubicBezTo>
                <a:cubicBezTo>
                  <a:pt x="678471" y="149999"/>
                  <a:pt x="687050" y="149783"/>
                  <a:pt x="695630" y="149783"/>
                </a:cubicBezTo>
                <a:cubicBezTo>
                  <a:pt x="704213" y="149783"/>
                  <a:pt x="710649" y="149999"/>
                  <a:pt x="717084" y="150212"/>
                </a:cubicBezTo>
                <a:cubicBezTo>
                  <a:pt x="718371" y="148925"/>
                  <a:pt x="718371" y="144421"/>
                  <a:pt x="717084" y="143135"/>
                </a:cubicBezTo>
                <a:cubicBezTo>
                  <a:pt x="706144" y="142061"/>
                  <a:pt x="703997" y="141200"/>
                  <a:pt x="703997" y="123589"/>
                </a:cubicBezTo>
                <a:lnTo>
                  <a:pt x="703997" y="88367"/>
                </a:lnTo>
                <a:cubicBezTo>
                  <a:pt x="703997" y="83856"/>
                  <a:pt x="705928" y="81280"/>
                  <a:pt x="707644" y="79348"/>
                </a:cubicBezTo>
                <a:cubicBezTo>
                  <a:pt x="715798" y="71400"/>
                  <a:pt x="725451" y="66674"/>
                  <a:pt x="733818" y="66674"/>
                </a:cubicBezTo>
                <a:cubicBezTo>
                  <a:pt x="738110" y="66674"/>
                  <a:pt x="742614" y="69466"/>
                  <a:pt x="745187" y="74405"/>
                </a:cubicBezTo>
                <a:cubicBezTo>
                  <a:pt x="747334" y="78703"/>
                  <a:pt x="747763" y="84501"/>
                  <a:pt x="747763" y="90943"/>
                </a:cubicBezTo>
                <a:lnTo>
                  <a:pt x="747763" y="123589"/>
                </a:lnTo>
                <a:cubicBezTo>
                  <a:pt x="747763" y="141200"/>
                  <a:pt x="745616" y="142061"/>
                  <a:pt x="734460" y="143135"/>
                </a:cubicBezTo>
                <a:cubicBezTo>
                  <a:pt x="733389" y="144421"/>
                  <a:pt x="733389" y="148925"/>
                  <a:pt x="734460" y="150212"/>
                </a:cubicBezTo>
                <a:cubicBezTo>
                  <a:pt x="740899" y="149999"/>
                  <a:pt x="747763" y="149783"/>
                  <a:pt x="756343" y="149783"/>
                </a:cubicBezTo>
                <a:cubicBezTo>
                  <a:pt x="764926" y="149783"/>
                  <a:pt x="772648" y="149999"/>
                  <a:pt x="779083" y="150212"/>
                </a:cubicBezTo>
                <a:cubicBezTo>
                  <a:pt x="780157" y="148925"/>
                  <a:pt x="780157" y="144421"/>
                  <a:pt x="779083" y="143135"/>
                </a:cubicBezTo>
                <a:cubicBezTo>
                  <a:pt x="767070" y="142061"/>
                  <a:pt x="764710" y="141200"/>
                  <a:pt x="764710" y="123589"/>
                </a:cubicBezTo>
                <a:lnTo>
                  <a:pt x="764710" y="91588"/>
                </a:lnTo>
                <a:cubicBezTo>
                  <a:pt x="764710" y="79777"/>
                  <a:pt x="763852" y="69466"/>
                  <a:pt x="758919" y="62814"/>
                </a:cubicBezTo>
                <a:cubicBezTo>
                  <a:pt x="755269" y="58094"/>
                  <a:pt x="748621" y="55518"/>
                  <a:pt x="741111" y="55518"/>
                </a:cubicBezTo>
                <a:cubicBezTo>
                  <a:pt x="730600" y="55518"/>
                  <a:pt x="718649" y="58307"/>
                  <a:pt x="705928" y="7290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jectedError">
            <a:extLst xmlns:a="http://schemas.openxmlformats.org/drawingml/2006/main">
              <a:ext uri="{FF2B5EF4-FFF2-40B4-BE49-F238E27FC236}">
                <a16:creationId xmlns:a16="http://schemas.microsoft.com/office/drawing/2014/main" id="{3E6B2395-814E-430F-AB20-B5A7FF71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487" y="1641192"/>
            <a:ext cx="1052003" cy="197572"/>
          </a:xfrm>
          <a:custGeom xmlns:a="http://schemas.openxmlformats.org/drawingml/2006/main">
            <a:pathLst>
              <a:path w="1052003" h="197572">
                <a:moveTo>
                  <a:pt x="31536" y="21192"/>
                </a:moveTo>
                <a:cubicBezTo>
                  <a:pt x="31536" y="26770"/>
                  <a:pt x="36682" y="32348"/>
                  <a:pt x="41831" y="32348"/>
                </a:cubicBezTo>
                <a:cubicBezTo>
                  <a:pt x="47838" y="32348"/>
                  <a:pt x="52987" y="26577"/>
                  <a:pt x="52987" y="22050"/>
                </a:cubicBezTo>
                <a:cubicBezTo>
                  <a:pt x="52987" y="16904"/>
                  <a:pt x="48483" y="10894"/>
                  <a:pt x="42689" y="10894"/>
                </a:cubicBezTo>
                <a:cubicBezTo>
                  <a:pt x="37543" y="10894"/>
                  <a:pt x="31536" y="16043"/>
                  <a:pt x="31536" y="21192"/>
                </a:cubicBezTo>
                <a:moveTo>
                  <a:pt x="34538" y="81764"/>
                </a:moveTo>
                <a:lnTo>
                  <a:pt x="34538" y="133449"/>
                </a:lnTo>
                <a:cubicBezTo>
                  <a:pt x="34538" y="161754"/>
                  <a:pt x="33680" y="188131"/>
                  <a:pt x="22953" y="188131"/>
                </a:cubicBezTo>
                <a:cubicBezTo>
                  <a:pt x="20593" y="188131"/>
                  <a:pt x="17804" y="187274"/>
                  <a:pt x="16305" y="185775"/>
                </a:cubicBezTo>
                <a:cubicBezTo>
                  <a:pt x="14158" y="183631"/>
                  <a:pt x="11585" y="180200"/>
                  <a:pt x="6864" y="180200"/>
                </a:cubicBezTo>
                <a:cubicBezTo>
                  <a:pt x="4504" y="180200"/>
                  <a:pt x="0" y="184488"/>
                  <a:pt x="0" y="188348"/>
                </a:cubicBezTo>
                <a:cubicBezTo>
                  <a:pt x="0" y="194570"/>
                  <a:pt x="7722" y="197572"/>
                  <a:pt x="11797" y="197572"/>
                </a:cubicBezTo>
                <a:cubicBezTo>
                  <a:pt x="16305" y="197572"/>
                  <a:pt x="27458" y="196927"/>
                  <a:pt x="35396" y="190279"/>
                </a:cubicBezTo>
                <a:cubicBezTo>
                  <a:pt x="45478" y="182128"/>
                  <a:pt x="51485" y="166687"/>
                  <a:pt x="51485" y="126155"/>
                </a:cubicBezTo>
                <a:lnTo>
                  <a:pt x="51485" y="80906"/>
                </a:lnTo>
                <a:cubicBezTo>
                  <a:pt x="51485" y="70186"/>
                  <a:pt x="52346" y="56408"/>
                  <a:pt x="52346" y="56408"/>
                </a:cubicBezTo>
                <a:cubicBezTo>
                  <a:pt x="52346" y="55541"/>
                  <a:pt x="51272" y="54889"/>
                  <a:pt x="49557" y="54889"/>
                </a:cubicBezTo>
                <a:cubicBezTo>
                  <a:pt x="43550" y="57275"/>
                  <a:pt x="34967" y="59226"/>
                  <a:pt x="20164" y="61174"/>
                </a:cubicBezTo>
                <a:cubicBezTo>
                  <a:pt x="19736" y="62464"/>
                  <a:pt x="20164" y="65894"/>
                  <a:pt x="20593" y="67184"/>
                </a:cubicBezTo>
                <a:cubicBezTo>
                  <a:pt x="32178" y="68255"/>
                  <a:pt x="34538" y="69541"/>
                  <a:pt x="34538" y="81764"/>
                </a:cubicBezTo>
                <a:close/>
                <a:moveTo>
                  <a:pt x="96922" y="89287"/>
                </a:moveTo>
                <a:cubicBezTo>
                  <a:pt x="100998" y="65148"/>
                  <a:pt x="116016" y="63227"/>
                  <a:pt x="121165" y="63227"/>
                </a:cubicBezTo>
                <a:cubicBezTo>
                  <a:pt x="129316" y="63227"/>
                  <a:pt x="138970" y="67715"/>
                  <a:pt x="138970" y="85656"/>
                </a:cubicBezTo>
                <a:cubicBezTo>
                  <a:pt x="138970" y="87578"/>
                  <a:pt x="138112" y="88602"/>
                  <a:pt x="135752" y="88648"/>
                </a:cubicBezTo>
                <a:lnTo>
                  <a:pt x="96922" y="89287"/>
                </a:lnTo>
                <a:moveTo>
                  <a:pt x="153127" y="129802"/>
                </a:moveTo>
                <a:cubicBezTo>
                  <a:pt x="145193" y="137950"/>
                  <a:pt x="138970" y="141377"/>
                  <a:pt x="126527" y="141377"/>
                </a:cubicBezTo>
                <a:cubicBezTo>
                  <a:pt x="118805" y="141377"/>
                  <a:pt x="109794" y="136876"/>
                  <a:pt x="103145" y="125946"/>
                </a:cubicBezTo>
                <a:cubicBezTo>
                  <a:pt x="98854" y="118872"/>
                  <a:pt x="96277" y="109012"/>
                  <a:pt x="96277" y="96580"/>
                </a:cubicBezTo>
                <a:lnTo>
                  <a:pt x="153343" y="97009"/>
                </a:lnTo>
                <a:cubicBezTo>
                  <a:pt x="155916" y="97009"/>
                  <a:pt x="157419" y="95722"/>
                  <a:pt x="157419" y="93362"/>
                </a:cubicBezTo>
                <a:cubicBezTo>
                  <a:pt x="157419" y="75404"/>
                  <a:pt x="150983" y="56146"/>
                  <a:pt x="121165" y="56146"/>
                </a:cubicBezTo>
                <a:cubicBezTo>
                  <a:pt x="102500" y="56146"/>
                  <a:pt x="78257" y="73908"/>
                  <a:pt x="78257" y="106439"/>
                </a:cubicBezTo>
                <a:cubicBezTo>
                  <a:pt x="78257" y="118443"/>
                  <a:pt x="81262" y="130018"/>
                  <a:pt x="88343" y="138162"/>
                </a:cubicBezTo>
                <a:cubicBezTo>
                  <a:pt x="95636" y="146742"/>
                  <a:pt x="105718" y="151888"/>
                  <a:pt x="121165" y="151888"/>
                </a:cubicBezTo>
                <a:cubicBezTo>
                  <a:pt x="137467" y="151888"/>
                  <a:pt x="149052" y="144382"/>
                  <a:pt x="157635" y="133233"/>
                </a:cubicBezTo>
                <a:cubicBezTo>
                  <a:pt x="156990" y="131088"/>
                  <a:pt x="155704" y="130018"/>
                  <a:pt x="153127" y="129802"/>
                </a:cubicBezTo>
                <a:close/>
                <a:moveTo>
                  <a:pt x="251556" y="130214"/>
                </a:moveTo>
                <a:cubicBezTo>
                  <a:pt x="250698" y="128283"/>
                  <a:pt x="248980" y="127425"/>
                  <a:pt x="247052" y="127209"/>
                </a:cubicBezTo>
                <a:cubicBezTo>
                  <a:pt x="239755" y="136657"/>
                  <a:pt x="230531" y="141377"/>
                  <a:pt x="221306" y="141377"/>
                </a:cubicBezTo>
                <a:cubicBezTo>
                  <a:pt x="205646" y="141377"/>
                  <a:pt x="192559" y="125494"/>
                  <a:pt x="192559" y="100377"/>
                </a:cubicBezTo>
                <a:cubicBezTo>
                  <a:pt x="192559" y="76766"/>
                  <a:pt x="202857" y="62598"/>
                  <a:pt x="217018" y="62598"/>
                </a:cubicBezTo>
                <a:cubicBezTo>
                  <a:pt x="229673" y="62598"/>
                  <a:pt x="231388" y="70111"/>
                  <a:pt x="232249" y="77623"/>
                </a:cubicBezTo>
                <a:cubicBezTo>
                  <a:pt x="232891" y="83421"/>
                  <a:pt x="235896" y="85352"/>
                  <a:pt x="240400" y="85352"/>
                </a:cubicBezTo>
                <a:cubicBezTo>
                  <a:pt x="244904" y="85352"/>
                  <a:pt x="250911" y="82563"/>
                  <a:pt x="250911" y="75908"/>
                </a:cubicBezTo>
                <a:cubicBezTo>
                  <a:pt x="250911" y="64101"/>
                  <a:pt x="238685" y="55518"/>
                  <a:pt x="218088" y="55518"/>
                </a:cubicBezTo>
                <a:cubicBezTo>
                  <a:pt x="196850" y="55518"/>
                  <a:pt x="174109" y="74618"/>
                  <a:pt x="174109" y="105101"/>
                </a:cubicBezTo>
                <a:cubicBezTo>
                  <a:pt x="174109" y="132791"/>
                  <a:pt x="189557" y="151888"/>
                  <a:pt x="216586" y="151888"/>
                </a:cubicBezTo>
                <a:cubicBezTo>
                  <a:pt x="229460" y="151888"/>
                  <a:pt x="240829" y="147812"/>
                  <a:pt x="251556" y="130214"/>
                </a:cubicBezTo>
                <a:close/>
                <a:moveTo>
                  <a:pt x="268247" y="57822"/>
                </a:moveTo>
                <a:cubicBezTo>
                  <a:pt x="265242" y="57822"/>
                  <a:pt x="264384" y="60398"/>
                  <a:pt x="264384" y="62114"/>
                </a:cubicBezTo>
                <a:lnTo>
                  <a:pt x="264384" y="64903"/>
                </a:lnTo>
                <a:cubicBezTo>
                  <a:pt x="264384" y="65976"/>
                  <a:pt x="264597" y="66189"/>
                  <a:pt x="265458" y="66189"/>
                </a:cubicBezTo>
                <a:lnTo>
                  <a:pt x="278113" y="66189"/>
                </a:lnTo>
                <a:lnTo>
                  <a:pt x="278113" y="130666"/>
                </a:lnTo>
                <a:cubicBezTo>
                  <a:pt x="278113" y="145881"/>
                  <a:pt x="284765" y="151888"/>
                  <a:pt x="294631" y="151888"/>
                </a:cubicBezTo>
                <a:cubicBezTo>
                  <a:pt x="304500" y="151888"/>
                  <a:pt x="315227" y="147171"/>
                  <a:pt x="323594" y="137734"/>
                </a:cubicBezTo>
                <a:cubicBezTo>
                  <a:pt x="323165" y="135527"/>
                  <a:pt x="321879" y="134306"/>
                  <a:pt x="319732" y="134093"/>
                </a:cubicBezTo>
                <a:cubicBezTo>
                  <a:pt x="314154" y="138378"/>
                  <a:pt x="307718" y="140090"/>
                  <a:pt x="302140" y="140090"/>
                </a:cubicBezTo>
                <a:cubicBezTo>
                  <a:pt x="296349" y="140090"/>
                  <a:pt x="295063" y="133665"/>
                  <a:pt x="295063" y="120384"/>
                </a:cubicBezTo>
                <a:lnTo>
                  <a:pt x="295063" y="66189"/>
                </a:lnTo>
                <a:lnTo>
                  <a:pt x="317371" y="66189"/>
                </a:lnTo>
                <a:cubicBezTo>
                  <a:pt x="319519" y="66189"/>
                  <a:pt x="322521" y="65331"/>
                  <a:pt x="322521" y="63400"/>
                </a:cubicBezTo>
                <a:lnTo>
                  <a:pt x="322521" y="59112"/>
                </a:lnTo>
                <a:cubicBezTo>
                  <a:pt x="322521" y="58254"/>
                  <a:pt x="321879" y="57822"/>
                  <a:pt x="320805" y="57822"/>
                </a:cubicBezTo>
                <a:lnTo>
                  <a:pt x="295063" y="57822"/>
                </a:lnTo>
                <a:lnTo>
                  <a:pt x="295063" y="49458"/>
                </a:lnTo>
                <a:cubicBezTo>
                  <a:pt x="295063" y="35514"/>
                  <a:pt x="295920" y="26931"/>
                  <a:pt x="295920" y="26931"/>
                </a:cubicBezTo>
                <a:cubicBezTo>
                  <a:pt x="295920" y="25559"/>
                  <a:pt x="295276" y="25045"/>
                  <a:pt x="294267" y="25045"/>
                </a:cubicBezTo>
                <a:cubicBezTo>
                  <a:pt x="293302" y="25045"/>
                  <a:pt x="291478" y="25880"/>
                  <a:pt x="289485" y="26973"/>
                </a:cubicBezTo>
                <a:cubicBezTo>
                  <a:pt x="287059" y="28325"/>
                  <a:pt x="284873" y="29248"/>
                  <a:pt x="282188" y="29998"/>
                </a:cubicBezTo>
                <a:cubicBezTo>
                  <a:pt x="279615" y="30728"/>
                  <a:pt x="277471" y="31458"/>
                  <a:pt x="277471" y="32937"/>
                </a:cubicBezTo>
                <a:cubicBezTo>
                  <a:pt x="277471" y="35429"/>
                  <a:pt x="278113" y="34011"/>
                  <a:pt x="278113" y="57803"/>
                </a:cubicBezTo>
                <a:lnTo>
                  <a:pt x="268247" y="57822"/>
                </a:lnTo>
                <a:close/>
                <a:moveTo>
                  <a:pt x="354657" y="89287"/>
                </a:moveTo>
                <a:cubicBezTo>
                  <a:pt x="358733" y="65148"/>
                  <a:pt x="373751" y="63227"/>
                  <a:pt x="378901" y="63227"/>
                </a:cubicBezTo>
                <a:cubicBezTo>
                  <a:pt x="387051" y="63227"/>
                  <a:pt x="396705" y="67715"/>
                  <a:pt x="396705" y="85656"/>
                </a:cubicBezTo>
                <a:cubicBezTo>
                  <a:pt x="396705" y="87578"/>
                  <a:pt x="395847" y="88602"/>
                  <a:pt x="393487" y="88648"/>
                </a:cubicBezTo>
                <a:lnTo>
                  <a:pt x="354657" y="89287"/>
                </a:lnTo>
                <a:moveTo>
                  <a:pt x="410862" y="129802"/>
                </a:moveTo>
                <a:cubicBezTo>
                  <a:pt x="402928" y="137950"/>
                  <a:pt x="396705" y="141377"/>
                  <a:pt x="384262" y="141377"/>
                </a:cubicBezTo>
                <a:cubicBezTo>
                  <a:pt x="376540" y="141377"/>
                  <a:pt x="367529" y="136876"/>
                  <a:pt x="360880" y="125946"/>
                </a:cubicBezTo>
                <a:cubicBezTo>
                  <a:pt x="356589" y="118872"/>
                  <a:pt x="354013" y="109012"/>
                  <a:pt x="354013" y="96580"/>
                </a:cubicBezTo>
                <a:lnTo>
                  <a:pt x="411079" y="97009"/>
                </a:lnTo>
                <a:cubicBezTo>
                  <a:pt x="413651" y="97009"/>
                  <a:pt x="415154" y="95722"/>
                  <a:pt x="415154" y="93362"/>
                </a:cubicBezTo>
                <a:cubicBezTo>
                  <a:pt x="415154" y="75404"/>
                  <a:pt x="408718" y="56146"/>
                  <a:pt x="378901" y="56146"/>
                </a:cubicBezTo>
                <a:cubicBezTo>
                  <a:pt x="360235" y="56146"/>
                  <a:pt x="335992" y="73908"/>
                  <a:pt x="335992" y="106439"/>
                </a:cubicBezTo>
                <a:cubicBezTo>
                  <a:pt x="335992" y="118443"/>
                  <a:pt x="338997" y="130018"/>
                  <a:pt x="346078" y="138162"/>
                </a:cubicBezTo>
                <a:cubicBezTo>
                  <a:pt x="353371" y="146742"/>
                  <a:pt x="363453" y="151888"/>
                  <a:pt x="378901" y="151888"/>
                </a:cubicBezTo>
                <a:cubicBezTo>
                  <a:pt x="395202" y="151888"/>
                  <a:pt x="406787" y="144382"/>
                  <a:pt x="415370" y="133233"/>
                </a:cubicBezTo>
                <a:cubicBezTo>
                  <a:pt x="414725" y="131088"/>
                  <a:pt x="413439" y="130018"/>
                  <a:pt x="410862" y="129802"/>
                </a:cubicBezTo>
                <a:close/>
                <a:moveTo>
                  <a:pt x="497918" y="123131"/>
                </a:moveTo>
                <a:cubicBezTo>
                  <a:pt x="497918" y="127209"/>
                  <a:pt x="497512" y="128885"/>
                  <a:pt x="494487" y="131504"/>
                </a:cubicBezTo>
                <a:cubicBezTo>
                  <a:pt x="486549" y="138372"/>
                  <a:pt x="479685" y="141806"/>
                  <a:pt x="474320" y="141806"/>
                </a:cubicBezTo>
                <a:cubicBezTo>
                  <a:pt x="462738" y="141806"/>
                  <a:pt x="450725" y="129141"/>
                  <a:pt x="450725" y="102308"/>
                </a:cubicBezTo>
                <a:cubicBezTo>
                  <a:pt x="450725" y="86854"/>
                  <a:pt x="453726" y="78268"/>
                  <a:pt x="456944" y="73761"/>
                </a:cubicBezTo>
                <a:cubicBezTo>
                  <a:pt x="463596" y="63672"/>
                  <a:pt x="472604" y="63027"/>
                  <a:pt x="476896" y="63027"/>
                </a:cubicBezTo>
                <a:cubicBezTo>
                  <a:pt x="484618" y="63027"/>
                  <a:pt x="489983" y="65819"/>
                  <a:pt x="494271" y="70756"/>
                </a:cubicBezTo>
                <a:cubicBezTo>
                  <a:pt x="497276" y="74189"/>
                  <a:pt x="497918" y="75692"/>
                  <a:pt x="497918" y="82347"/>
                </a:cubicBezTo>
                <a:lnTo>
                  <a:pt x="497918" y="123131"/>
                </a:lnTo>
                <a:moveTo>
                  <a:pt x="495561" y="138951"/>
                </a:moveTo>
                <a:cubicBezTo>
                  <a:pt x="496589" y="138113"/>
                  <a:pt x="498628" y="137727"/>
                  <a:pt x="498779" y="139229"/>
                </a:cubicBezTo>
                <a:cubicBezTo>
                  <a:pt x="499312" y="144490"/>
                  <a:pt x="501139" y="151888"/>
                  <a:pt x="501139" y="151888"/>
                </a:cubicBezTo>
                <a:cubicBezTo>
                  <a:pt x="502854" y="152533"/>
                  <a:pt x="503925" y="152425"/>
                  <a:pt x="505214" y="151888"/>
                </a:cubicBezTo>
                <a:cubicBezTo>
                  <a:pt x="509931" y="148019"/>
                  <a:pt x="517441" y="144801"/>
                  <a:pt x="530528" y="143298"/>
                </a:cubicBezTo>
                <a:cubicBezTo>
                  <a:pt x="531814" y="142012"/>
                  <a:pt x="531814" y="138794"/>
                  <a:pt x="530528" y="137508"/>
                </a:cubicBezTo>
                <a:cubicBezTo>
                  <a:pt x="516799" y="136434"/>
                  <a:pt x="514868" y="132355"/>
                  <a:pt x="514868" y="121838"/>
                </a:cubicBezTo>
                <a:lnTo>
                  <a:pt x="514868" y="24603"/>
                </a:lnTo>
                <a:cubicBezTo>
                  <a:pt x="514868" y="10652"/>
                  <a:pt x="515725" y="2118"/>
                  <a:pt x="515725" y="2118"/>
                </a:cubicBezTo>
                <a:cubicBezTo>
                  <a:pt x="515725" y="638"/>
                  <a:pt x="514868" y="0"/>
                  <a:pt x="512936" y="0"/>
                </a:cubicBezTo>
                <a:cubicBezTo>
                  <a:pt x="507575" y="2118"/>
                  <a:pt x="491482" y="5080"/>
                  <a:pt x="482903" y="5715"/>
                </a:cubicBezTo>
                <a:cubicBezTo>
                  <a:pt x="482474" y="7434"/>
                  <a:pt x="482903" y="10865"/>
                  <a:pt x="484189" y="12151"/>
                </a:cubicBezTo>
                <a:cubicBezTo>
                  <a:pt x="495345" y="12796"/>
                  <a:pt x="497918" y="11722"/>
                  <a:pt x="497918" y="29756"/>
                </a:cubicBezTo>
                <a:lnTo>
                  <a:pt x="497918" y="57236"/>
                </a:lnTo>
                <a:cubicBezTo>
                  <a:pt x="497918" y="58739"/>
                  <a:pt x="497489" y="59168"/>
                  <a:pt x="495990" y="59168"/>
                </a:cubicBezTo>
                <a:cubicBezTo>
                  <a:pt x="495129" y="59168"/>
                  <a:pt x="486336" y="55518"/>
                  <a:pt x="479256" y="55518"/>
                </a:cubicBezTo>
                <a:cubicBezTo>
                  <a:pt x="465095" y="55518"/>
                  <a:pt x="455658" y="60238"/>
                  <a:pt x="447075" y="68392"/>
                </a:cubicBezTo>
                <a:cubicBezTo>
                  <a:pt x="437850" y="77623"/>
                  <a:pt x="432272" y="90288"/>
                  <a:pt x="432272" y="106171"/>
                </a:cubicBezTo>
                <a:cubicBezTo>
                  <a:pt x="432272" y="132578"/>
                  <a:pt x="445575" y="151888"/>
                  <a:pt x="468745" y="151888"/>
                </a:cubicBezTo>
                <a:cubicBezTo>
                  <a:pt x="477109" y="151888"/>
                  <a:pt x="485047" y="147600"/>
                  <a:pt x="495561" y="138951"/>
                </a:cubicBezTo>
                <a:close/>
                <a:moveTo>
                  <a:pt x="646073" y="72487"/>
                </a:moveTo>
                <a:lnTo>
                  <a:pt x="626550" y="72487"/>
                </a:lnTo>
                <a:lnTo>
                  <a:pt x="626550" y="33844"/>
                </a:lnTo>
                <a:cubicBezTo>
                  <a:pt x="626550" y="24400"/>
                  <a:pt x="629126" y="20106"/>
                  <a:pt x="640711" y="20106"/>
                </a:cubicBezTo>
                <a:lnTo>
                  <a:pt x="656800" y="20106"/>
                </a:lnTo>
                <a:cubicBezTo>
                  <a:pt x="672889" y="20106"/>
                  <a:pt x="676323" y="28692"/>
                  <a:pt x="681043" y="43507"/>
                </a:cubicBezTo>
                <a:cubicBezTo>
                  <a:pt x="683701" y="43894"/>
                  <a:pt x="686019" y="43442"/>
                  <a:pt x="688120" y="42434"/>
                </a:cubicBezTo>
                <a:cubicBezTo>
                  <a:pt x="687050" y="33631"/>
                  <a:pt x="683832" y="13025"/>
                  <a:pt x="683400" y="11310"/>
                </a:cubicBezTo>
                <a:cubicBezTo>
                  <a:pt x="683400" y="10881"/>
                  <a:pt x="683187" y="10665"/>
                  <a:pt x="682542" y="10665"/>
                </a:cubicBezTo>
                <a:cubicBezTo>
                  <a:pt x="678896" y="11310"/>
                  <a:pt x="677180" y="11523"/>
                  <a:pt x="672031" y="11523"/>
                </a:cubicBezTo>
                <a:lnTo>
                  <a:pt x="617325" y="11523"/>
                </a:lnTo>
                <a:cubicBezTo>
                  <a:pt x="610782" y="11326"/>
                  <a:pt x="598235" y="11110"/>
                  <a:pt x="589652" y="10894"/>
                </a:cubicBezTo>
                <a:cubicBezTo>
                  <a:pt x="588365" y="12184"/>
                  <a:pt x="588365" y="16688"/>
                  <a:pt x="589652" y="17974"/>
                </a:cubicBezTo>
                <a:cubicBezTo>
                  <a:pt x="604670" y="18623"/>
                  <a:pt x="608317" y="19700"/>
                  <a:pt x="608317" y="37582"/>
                </a:cubicBezTo>
                <a:lnTo>
                  <a:pt x="608317" y="123658"/>
                </a:lnTo>
                <a:cubicBezTo>
                  <a:pt x="608317" y="141423"/>
                  <a:pt x="604670" y="142493"/>
                  <a:pt x="589652" y="143135"/>
                </a:cubicBezTo>
                <a:cubicBezTo>
                  <a:pt x="588365" y="144421"/>
                  <a:pt x="588365" y="148925"/>
                  <a:pt x="589652" y="150212"/>
                </a:cubicBezTo>
                <a:cubicBezTo>
                  <a:pt x="597590" y="150009"/>
                  <a:pt x="610461" y="149793"/>
                  <a:pt x="617541" y="149793"/>
                </a:cubicBezTo>
                <a:lnTo>
                  <a:pt x="663664" y="149793"/>
                </a:lnTo>
                <a:cubicBezTo>
                  <a:pt x="673962" y="149783"/>
                  <a:pt x="691125" y="150212"/>
                  <a:pt x="691125" y="150212"/>
                </a:cubicBezTo>
                <a:cubicBezTo>
                  <a:pt x="694127" y="139495"/>
                  <a:pt x="697345" y="125370"/>
                  <a:pt x="699063" y="114456"/>
                </a:cubicBezTo>
                <a:cubicBezTo>
                  <a:pt x="696831" y="113192"/>
                  <a:pt x="694363" y="112701"/>
                  <a:pt x="691554" y="113386"/>
                </a:cubicBezTo>
                <a:cubicBezTo>
                  <a:pt x="687262" y="128800"/>
                  <a:pt x="679753" y="141429"/>
                  <a:pt x="663451" y="141429"/>
                </a:cubicBezTo>
                <a:lnTo>
                  <a:pt x="638563" y="141429"/>
                </a:lnTo>
                <a:cubicBezTo>
                  <a:pt x="629555" y="141429"/>
                  <a:pt x="626550" y="138002"/>
                  <a:pt x="626550" y="127943"/>
                </a:cubicBezTo>
                <a:lnTo>
                  <a:pt x="626550" y="80641"/>
                </a:lnTo>
                <a:lnTo>
                  <a:pt x="646073" y="80641"/>
                </a:lnTo>
                <a:cubicBezTo>
                  <a:pt x="664309" y="80641"/>
                  <a:pt x="664951" y="85565"/>
                  <a:pt x="665596" y="95195"/>
                </a:cubicBezTo>
                <a:cubicBezTo>
                  <a:pt x="666882" y="96478"/>
                  <a:pt x="671386" y="96478"/>
                  <a:pt x="672676" y="95195"/>
                </a:cubicBezTo>
                <a:cubicBezTo>
                  <a:pt x="672460" y="89630"/>
                  <a:pt x="672247" y="83702"/>
                  <a:pt x="672247" y="76350"/>
                </a:cubicBezTo>
                <a:cubicBezTo>
                  <a:pt x="672247" y="70343"/>
                  <a:pt x="672460" y="63043"/>
                  <a:pt x="672676" y="57891"/>
                </a:cubicBezTo>
                <a:cubicBezTo>
                  <a:pt x="671386" y="56601"/>
                  <a:pt x="666882" y="56601"/>
                  <a:pt x="665596" y="57891"/>
                </a:cubicBezTo>
                <a:cubicBezTo>
                  <a:pt x="664951" y="69698"/>
                  <a:pt x="664309" y="72487"/>
                  <a:pt x="646073" y="72487"/>
                </a:cubicBezTo>
                <a:close/>
                <a:moveTo>
                  <a:pt x="743427" y="72900"/>
                </a:moveTo>
                <a:cubicBezTo>
                  <a:pt x="743060" y="64313"/>
                  <a:pt x="742719" y="58801"/>
                  <a:pt x="741711" y="56591"/>
                </a:cubicBezTo>
                <a:cubicBezTo>
                  <a:pt x="741260" y="55606"/>
                  <a:pt x="740850" y="54876"/>
                  <a:pt x="739135" y="54876"/>
                </a:cubicBezTo>
                <a:cubicBezTo>
                  <a:pt x="733128" y="57236"/>
                  <a:pt x="727550" y="59168"/>
                  <a:pt x="712748" y="61096"/>
                </a:cubicBezTo>
                <a:cubicBezTo>
                  <a:pt x="712319" y="62385"/>
                  <a:pt x="712748" y="65816"/>
                  <a:pt x="713177" y="67102"/>
                </a:cubicBezTo>
                <a:cubicBezTo>
                  <a:pt x="724761" y="68176"/>
                  <a:pt x="727121" y="69250"/>
                  <a:pt x="727121" y="81705"/>
                </a:cubicBezTo>
                <a:lnTo>
                  <a:pt x="727121" y="123589"/>
                </a:lnTo>
                <a:cubicBezTo>
                  <a:pt x="727121" y="141416"/>
                  <a:pt x="724549" y="142274"/>
                  <a:pt x="711245" y="143135"/>
                </a:cubicBezTo>
                <a:cubicBezTo>
                  <a:pt x="709959" y="144421"/>
                  <a:pt x="709959" y="148925"/>
                  <a:pt x="711245" y="150212"/>
                </a:cubicBezTo>
                <a:cubicBezTo>
                  <a:pt x="718755" y="149999"/>
                  <a:pt x="727121" y="149783"/>
                  <a:pt x="735704" y="149783"/>
                </a:cubicBezTo>
                <a:cubicBezTo>
                  <a:pt x="744284" y="149783"/>
                  <a:pt x="754154" y="149999"/>
                  <a:pt x="761660" y="150212"/>
                </a:cubicBezTo>
                <a:cubicBezTo>
                  <a:pt x="762949" y="148925"/>
                  <a:pt x="762949" y="144421"/>
                  <a:pt x="761660" y="143135"/>
                </a:cubicBezTo>
                <a:cubicBezTo>
                  <a:pt x="746644" y="142061"/>
                  <a:pt x="744068" y="141416"/>
                  <a:pt x="744068" y="123589"/>
                </a:cubicBezTo>
                <a:lnTo>
                  <a:pt x="744068" y="93735"/>
                </a:lnTo>
                <a:cubicBezTo>
                  <a:pt x="744068" y="88151"/>
                  <a:pt x="746644" y="83211"/>
                  <a:pt x="749217" y="79345"/>
                </a:cubicBezTo>
                <a:cubicBezTo>
                  <a:pt x="751577" y="75908"/>
                  <a:pt x="756514" y="68821"/>
                  <a:pt x="759087" y="68821"/>
                </a:cubicBezTo>
                <a:cubicBezTo>
                  <a:pt x="761018" y="68821"/>
                  <a:pt x="762949" y="69335"/>
                  <a:pt x="764622" y="71548"/>
                </a:cubicBezTo>
                <a:cubicBezTo>
                  <a:pt x="766252" y="73695"/>
                  <a:pt x="768655" y="76553"/>
                  <a:pt x="772387" y="76553"/>
                </a:cubicBezTo>
                <a:cubicBezTo>
                  <a:pt x="777536" y="76553"/>
                  <a:pt x="782469" y="71181"/>
                  <a:pt x="782469" y="65816"/>
                </a:cubicBezTo>
                <a:cubicBezTo>
                  <a:pt x="782469" y="61718"/>
                  <a:pt x="778610" y="55518"/>
                  <a:pt x="769598" y="55518"/>
                </a:cubicBezTo>
                <a:cubicBezTo>
                  <a:pt x="759516" y="55518"/>
                  <a:pt x="750720" y="64958"/>
                  <a:pt x="745787" y="73328"/>
                </a:cubicBezTo>
                <a:cubicBezTo>
                  <a:pt x="744500" y="75692"/>
                  <a:pt x="743469" y="73973"/>
                  <a:pt x="743427" y="72900"/>
                </a:cubicBezTo>
                <a:close/>
                <a:moveTo>
                  <a:pt x="824261" y="72900"/>
                </a:moveTo>
                <a:cubicBezTo>
                  <a:pt x="823895" y="64313"/>
                  <a:pt x="823554" y="58801"/>
                  <a:pt x="822546" y="56591"/>
                </a:cubicBezTo>
                <a:cubicBezTo>
                  <a:pt x="822094" y="55606"/>
                  <a:pt x="821685" y="54876"/>
                  <a:pt x="819970" y="54876"/>
                </a:cubicBezTo>
                <a:cubicBezTo>
                  <a:pt x="813963" y="57236"/>
                  <a:pt x="808385" y="59168"/>
                  <a:pt x="793582" y="61096"/>
                </a:cubicBezTo>
                <a:cubicBezTo>
                  <a:pt x="793154" y="62385"/>
                  <a:pt x="793582" y="65816"/>
                  <a:pt x="794011" y="67102"/>
                </a:cubicBezTo>
                <a:cubicBezTo>
                  <a:pt x="805596" y="68176"/>
                  <a:pt x="807956" y="69250"/>
                  <a:pt x="807956" y="81705"/>
                </a:cubicBezTo>
                <a:lnTo>
                  <a:pt x="807956" y="123589"/>
                </a:lnTo>
                <a:cubicBezTo>
                  <a:pt x="807956" y="141416"/>
                  <a:pt x="805383" y="142274"/>
                  <a:pt x="792080" y="143135"/>
                </a:cubicBezTo>
                <a:cubicBezTo>
                  <a:pt x="790793" y="144421"/>
                  <a:pt x="790793" y="148925"/>
                  <a:pt x="792080" y="150212"/>
                </a:cubicBezTo>
                <a:cubicBezTo>
                  <a:pt x="799589" y="149999"/>
                  <a:pt x="807956" y="149783"/>
                  <a:pt x="816539" y="149783"/>
                </a:cubicBezTo>
                <a:cubicBezTo>
                  <a:pt x="825119" y="149783"/>
                  <a:pt x="834988" y="149999"/>
                  <a:pt x="842494" y="150212"/>
                </a:cubicBezTo>
                <a:cubicBezTo>
                  <a:pt x="843784" y="148925"/>
                  <a:pt x="843784" y="144421"/>
                  <a:pt x="842494" y="143135"/>
                </a:cubicBezTo>
                <a:cubicBezTo>
                  <a:pt x="827479" y="142061"/>
                  <a:pt x="824903" y="141416"/>
                  <a:pt x="824903" y="123589"/>
                </a:cubicBezTo>
                <a:lnTo>
                  <a:pt x="824903" y="93735"/>
                </a:lnTo>
                <a:cubicBezTo>
                  <a:pt x="824903" y="88151"/>
                  <a:pt x="827479" y="83211"/>
                  <a:pt x="830052" y="79345"/>
                </a:cubicBezTo>
                <a:cubicBezTo>
                  <a:pt x="832412" y="75908"/>
                  <a:pt x="837348" y="68821"/>
                  <a:pt x="839921" y="68821"/>
                </a:cubicBezTo>
                <a:cubicBezTo>
                  <a:pt x="841853" y="68821"/>
                  <a:pt x="843784" y="69335"/>
                  <a:pt x="845457" y="71548"/>
                </a:cubicBezTo>
                <a:cubicBezTo>
                  <a:pt x="847087" y="73695"/>
                  <a:pt x="849490" y="76553"/>
                  <a:pt x="853221" y="76553"/>
                </a:cubicBezTo>
                <a:cubicBezTo>
                  <a:pt x="858371" y="76553"/>
                  <a:pt x="863304" y="71181"/>
                  <a:pt x="863304" y="65816"/>
                </a:cubicBezTo>
                <a:cubicBezTo>
                  <a:pt x="863304" y="61718"/>
                  <a:pt x="859444" y="55518"/>
                  <a:pt x="850432" y="55518"/>
                </a:cubicBezTo>
                <a:cubicBezTo>
                  <a:pt x="840350" y="55518"/>
                  <a:pt x="831554" y="64958"/>
                  <a:pt x="826621" y="73328"/>
                </a:cubicBezTo>
                <a:cubicBezTo>
                  <a:pt x="825335" y="75692"/>
                  <a:pt x="824304" y="73973"/>
                  <a:pt x="824261" y="72900"/>
                </a:cubicBezTo>
                <a:close/>
                <a:moveTo>
                  <a:pt x="876132" y="105742"/>
                </a:moveTo>
                <a:cubicBezTo>
                  <a:pt x="876132" y="127638"/>
                  <a:pt x="890722" y="151888"/>
                  <a:pt x="921185" y="151888"/>
                </a:cubicBezTo>
                <a:cubicBezTo>
                  <a:pt x="935002" y="151888"/>
                  <a:pt x="945385" y="147020"/>
                  <a:pt x="952698" y="139874"/>
                </a:cubicBezTo>
                <a:cubicBezTo>
                  <a:pt x="962309" y="130473"/>
                  <a:pt x="966666" y="116970"/>
                  <a:pt x="966666" y="103811"/>
                </a:cubicBezTo>
                <a:cubicBezTo>
                  <a:pt x="966666" y="81486"/>
                  <a:pt x="954436" y="55518"/>
                  <a:pt x="921613" y="55518"/>
                </a:cubicBezTo>
                <a:cubicBezTo>
                  <a:pt x="907498" y="55518"/>
                  <a:pt x="895848" y="61312"/>
                  <a:pt x="887998" y="70539"/>
                </a:cubicBezTo>
                <a:cubicBezTo>
                  <a:pt x="880211" y="79685"/>
                  <a:pt x="876132" y="92177"/>
                  <a:pt x="876132" y="105742"/>
                </a:cubicBezTo>
                <a:moveTo>
                  <a:pt x="918396" y="63027"/>
                </a:moveTo>
                <a:cubicBezTo>
                  <a:pt x="936845" y="63027"/>
                  <a:pt x="948217" y="79771"/>
                  <a:pt x="948217" y="110682"/>
                </a:cubicBezTo>
                <a:cubicBezTo>
                  <a:pt x="948217" y="137727"/>
                  <a:pt x="934272" y="144382"/>
                  <a:pt x="924190" y="144382"/>
                </a:cubicBezTo>
                <a:cubicBezTo>
                  <a:pt x="901878" y="144382"/>
                  <a:pt x="894585" y="117333"/>
                  <a:pt x="894585" y="100806"/>
                </a:cubicBezTo>
                <a:cubicBezTo>
                  <a:pt x="894585" y="82131"/>
                  <a:pt x="899089" y="63027"/>
                  <a:pt x="918396" y="63027"/>
                </a:cubicBezTo>
                <a:close/>
                <a:moveTo>
                  <a:pt x="1012960" y="72900"/>
                </a:moveTo>
                <a:cubicBezTo>
                  <a:pt x="1012594" y="64313"/>
                  <a:pt x="1012253" y="58801"/>
                  <a:pt x="1011245" y="56591"/>
                </a:cubicBezTo>
                <a:cubicBezTo>
                  <a:pt x="1010793" y="55606"/>
                  <a:pt x="1010384" y="54876"/>
                  <a:pt x="1008669" y="54876"/>
                </a:cubicBezTo>
                <a:cubicBezTo>
                  <a:pt x="1002662" y="57236"/>
                  <a:pt x="997084" y="59168"/>
                  <a:pt x="982281" y="61096"/>
                </a:cubicBezTo>
                <a:cubicBezTo>
                  <a:pt x="981853" y="62385"/>
                  <a:pt x="982281" y="65816"/>
                  <a:pt x="982710" y="67102"/>
                </a:cubicBezTo>
                <a:cubicBezTo>
                  <a:pt x="994295" y="68176"/>
                  <a:pt x="996655" y="69250"/>
                  <a:pt x="996655" y="81705"/>
                </a:cubicBezTo>
                <a:lnTo>
                  <a:pt x="996655" y="123589"/>
                </a:lnTo>
                <a:cubicBezTo>
                  <a:pt x="996655" y="141416"/>
                  <a:pt x="994082" y="142274"/>
                  <a:pt x="980779" y="143135"/>
                </a:cubicBezTo>
                <a:cubicBezTo>
                  <a:pt x="979493" y="144421"/>
                  <a:pt x="979493" y="148925"/>
                  <a:pt x="980779" y="150212"/>
                </a:cubicBezTo>
                <a:cubicBezTo>
                  <a:pt x="988288" y="149999"/>
                  <a:pt x="996655" y="149783"/>
                  <a:pt x="1005238" y="149783"/>
                </a:cubicBezTo>
                <a:cubicBezTo>
                  <a:pt x="1013818" y="149783"/>
                  <a:pt x="1023687" y="149999"/>
                  <a:pt x="1031193" y="150212"/>
                </a:cubicBezTo>
                <a:cubicBezTo>
                  <a:pt x="1032483" y="148925"/>
                  <a:pt x="1032483" y="144421"/>
                  <a:pt x="1031193" y="143135"/>
                </a:cubicBezTo>
                <a:cubicBezTo>
                  <a:pt x="1016178" y="142061"/>
                  <a:pt x="1013602" y="141416"/>
                  <a:pt x="1013602" y="123589"/>
                </a:cubicBezTo>
                <a:lnTo>
                  <a:pt x="1013602" y="93735"/>
                </a:lnTo>
                <a:cubicBezTo>
                  <a:pt x="1013602" y="88151"/>
                  <a:pt x="1016178" y="83211"/>
                  <a:pt x="1018751" y="79345"/>
                </a:cubicBezTo>
                <a:cubicBezTo>
                  <a:pt x="1021111" y="75908"/>
                  <a:pt x="1026047" y="68821"/>
                  <a:pt x="1028620" y="68821"/>
                </a:cubicBezTo>
                <a:cubicBezTo>
                  <a:pt x="1030552" y="68821"/>
                  <a:pt x="1032483" y="69335"/>
                  <a:pt x="1034156" y="71548"/>
                </a:cubicBezTo>
                <a:cubicBezTo>
                  <a:pt x="1035786" y="73695"/>
                  <a:pt x="1038189" y="76553"/>
                  <a:pt x="1041920" y="76553"/>
                </a:cubicBezTo>
                <a:cubicBezTo>
                  <a:pt x="1047070" y="76553"/>
                  <a:pt x="1052003" y="71181"/>
                  <a:pt x="1052003" y="65816"/>
                </a:cubicBezTo>
                <a:cubicBezTo>
                  <a:pt x="1052003" y="61718"/>
                  <a:pt x="1048143" y="55518"/>
                  <a:pt x="1039131" y="55518"/>
                </a:cubicBezTo>
                <a:cubicBezTo>
                  <a:pt x="1029049" y="55518"/>
                  <a:pt x="1020253" y="64958"/>
                  <a:pt x="1015320" y="73328"/>
                </a:cubicBezTo>
                <a:cubicBezTo>
                  <a:pt x="1014034" y="75692"/>
                  <a:pt x="1013003" y="73973"/>
                  <a:pt x="1012960" y="729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4027F9-86DC-45E2-96B6-C1E129E2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090" y="541312"/>
            <a:ext cx="3233627" cy="256389"/>
          </a:xfrm>
          <a:custGeom xmlns:a="http://schemas.openxmlformats.org/drawingml/2006/main">
            <a:pathLst>
              <a:path w="3233627" h="256389">
                <a:moveTo>
                  <a:pt x="0" y="0"/>
                </a:moveTo>
                <a:lnTo>
                  <a:pt x="3233627" y="0"/>
                </a:lnTo>
                <a:lnTo>
                  <a:pt x="3233627" y="256389"/>
                </a:lnTo>
                <a:lnTo>
                  <a:pt x="0" y="2563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E4E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CheckMsgValidity&amp;Authenticity">
            <a:extLst xmlns:a="http://schemas.openxmlformats.org/drawingml/2006/main">
              <a:ext uri="{FF2B5EF4-FFF2-40B4-BE49-F238E27FC236}">
                <a16:creationId xmlns:a16="http://schemas.microsoft.com/office/drawing/2014/main" id="{412A10D1-8768-44B5-9257-C3E55261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626" y="594711"/>
            <a:ext cx="3117035" cy="200911"/>
          </a:xfrm>
          <a:custGeom xmlns:a="http://schemas.openxmlformats.org/drawingml/2006/main">
            <a:pathLst>
              <a:path w="3117035" h="200911">
                <a:moveTo>
                  <a:pt x="68651" y="151888"/>
                </a:moveTo>
                <a:cubicBezTo>
                  <a:pt x="89460" y="151888"/>
                  <a:pt x="108554" y="142022"/>
                  <a:pt x="123140" y="122928"/>
                </a:cubicBezTo>
                <a:cubicBezTo>
                  <a:pt x="122067" y="121000"/>
                  <a:pt x="120568" y="119713"/>
                  <a:pt x="118207" y="119713"/>
                </a:cubicBezTo>
                <a:cubicBezTo>
                  <a:pt x="102976" y="136444"/>
                  <a:pt x="88386" y="143095"/>
                  <a:pt x="68435" y="143095"/>
                </a:cubicBezTo>
                <a:cubicBezTo>
                  <a:pt x="39560" y="143095"/>
                  <a:pt x="19523" y="110489"/>
                  <a:pt x="19523" y="79168"/>
                </a:cubicBezTo>
                <a:cubicBezTo>
                  <a:pt x="19523" y="60654"/>
                  <a:pt x="24436" y="45252"/>
                  <a:pt x="32266" y="35622"/>
                </a:cubicBezTo>
                <a:cubicBezTo>
                  <a:pt x="42908" y="22534"/>
                  <a:pt x="55351" y="16528"/>
                  <a:pt x="66507" y="16528"/>
                </a:cubicBezTo>
                <a:cubicBezTo>
                  <a:pt x="96112" y="16528"/>
                  <a:pt x="107909" y="34119"/>
                  <a:pt x="113487" y="52568"/>
                </a:cubicBezTo>
                <a:cubicBezTo>
                  <a:pt x="116060" y="53426"/>
                  <a:pt x="118142" y="52781"/>
                  <a:pt x="120568" y="51495"/>
                </a:cubicBezTo>
                <a:cubicBezTo>
                  <a:pt x="119494" y="40342"/>
                  <a:pt x="117991" y="30044"/>
                  <a:pt x="115847" y="18246"/>
                </a:cubicBezTo>
                <a:cubicBezTo>
                  <a:pt x="104907" y="17172"/>
                  <a:pt x="95251" y="8590"/>
                  <a:pt x="68863" y="8590"/>
                </a:cubicBezTo>
                <a:cubicBezTo>
                  <a:pt x="50630" y="8590"/>
                  <a:pt x="35399" y="15241"/>
                  <a:pt x="22741" y="26826"/>
                </a:cubicBezTo>
                <a:cubicBezTo>
                  <a:pt x="8498" y="39867"/>
                  <a:pt x="0" y="60870"/>
                  <a:pt x="0" y="83244"/>
                </a:cubicBezTo>
                <a:cubicBezTo>
                  <a:pt x="0" y="120528"/>
                  <a:pt x="22528" y="151888"/>
                  <a:pt x="68651" y="151888"/>
                </a:cubicBezTo>
                <a:close/>
                <a:moveTo>
                  <a:pt x="168792" y="88390"/>
                </a:moveTo>
                <a:cubicBezTo>
                  <a:pt x="168792" y="83856"/>
                  <a:pt x="170724" y="81214"/>
                  <a:pt x="172439" y="79348"/>
                </a:cubicBezTo>
                <a:cubicBezTo>
                  <a:pt x="180593" y="71335"/>
                  <a:pt x="191448" y="66674"/>
                  <a:pt x="199900" y="66674"/>
                </a:cubicBezTo>
                <a:cubicBezTo>
                  <a:pt x="204276" y="66674"/>
                  <a:pt x="208781" y="69489"/>
                  <a:pt x="211268" y="74405"/>
                </a:cubicBezTo>
                <a:cubicBezTo>
                  <a:pt x="213416" y="78661"/>
                  <a:pt x="213845" y="84501"/>
                  <a:pt x="213845" y="90943"/>
                </a:cubicBezTo>
                <a:lnTo>
                  <a:pt x="213845" y="123589"/>
                </a:lnTo>
                <a:cubicBezTo>
                  <a:pt x="213845" y="141200"/>
                  <a:pt x="211697" y="142061"/>
                  <a:pt x="200541" y="143135"/>
                </a:cubicBezTo>
                <a:cubicBezTo>
                  <a:pt x="199471" y="144421"/>
                  <a:pt x="199471" y="148925"/>
                  <a:pt x="200541" y="150212"/>
                </a:cubicBezTo>
                <a:cubicBezTo>
                  <a:pt x="206548" y="149999"/>
                  <a:pt x="213845" y="149783"/>
                  <a:pt x="222424" y="149783"/>
                </a:cubicBezTo>
                <a:cubicBezTo>
                  <a:pt x="231007" y="149783"/>
                  <a:pt x="238085" y="149999"/>
                  <a:pt x="245165" y="150212"/>
                </a:cubicBezTo>
                <a:cubicBezTo>
                  <a:pt x="246239" y="148925"/>
                  <a:pt x="246239" y="144421"/>
                  <a:pt x="245165" y="143135"/>
                </a:cubicBezTo>
                <a:cubicBezTo>
                  <a:pt x="233151" y="142061"/>
                  <a:pt x="230791" y="141200"/>
                  <a:pt x="230791" y="123589"/>
                </a:cubicBezTo>
                <a:lnTo>
                  <a:pt x="230791" y="91588"/>
                </a:lnTo>
                <a:cubicBezTo>
                  <a:pt x="230791" y="79777"/>
                  <a:pt x="229996" y="69361"/>
                  <a:pt x="225001" y="62814"/>
                </a:cubicBezTo>
                <a:cubicBezTo>
                  <a:pt x="221393" y="58094"/>
                  <a:pt x="214702" y="55518"/>
                  <a:pt x="207193" y="55518"/>
                </a:cubicBezTo>
                <a:cubicBezTo>
                  <a:pt x="196659" y="55518"/>
                  <a:pt x="183811" y="58307"/>
                  <a:pt x="170724" y="72903"/>
                </a:cubicBezTo>
                <a:cubicBezTo>
                  <a:pt x="169994" y="73721"/>
                  <a:pt x="168622" y="75911"/>
                  <a:pt x="168622" y="72903"/>
                </a:cubicBezTo>
                <a:lnTo>
                  <a:pt x="168792" y="24603"/>
                </a:lnTo>
                <a:cubicBezTo>
                  <a:pt x="168792" y="10652"/>
                  <a:pt x="169650" y="2118"/>
                  <a:pt x="169650" y="2118"/>
                </a:cubicBezTo>
                <a:cubicBezTo>
                  <a:pt x="169650" y="638"/>
                  <a:pt x="168792" y="0"/>
                  <a:pt x="166861" y="0"/>
                </a:cubicBezTo>
                <a:cubicBezTo>
                  <a:pt x="161499" y="2118"/>
                  <a:pt x="145410" y="5080"/>
                  <a:pt x="136827" y="5715"/>
                </a:cubicBezTo>
                <a:cubicBezTo>
                  <a:pt x="136398" y="7434"/>
                  <a:pt x="136827" y="10865"/>
                  <a:pt x="138113" y="12151"/>
                </a:cubicBezTo>
                <a:cubicBezTo>
                  <a:pt x="149269" y="12796"/>
                  <a:pt x="151846" y="11722"/>
                  <a:pt x="151846" y="29756"/>
                </a:cubicBezTo>
                <a:lnTo>
                  <a:pt x="151846" y="123589"/>
                </a:lnTo>
                <a:cubicBezTo>
                  <a:pt x="151846" y="141416"/>
                  <a:pt x="149312" y="142274"/>
                  <a:pt x="136870" y="143135"/>
                </a:cubicBezTo>
                <a:cubicBezTo>
                  <a:pt x="135583" y="144421"/>
                  <a:pt x="135583" y="148925"/>
                  <a:pt x="136870" y="150212"/>
                </a:cubicBezTo>
                <a:cubicBezTo>
                  <a:pt x="143950" y="149999"/>
                  <a:pt x="151846" y="149783"/>
                  <a:pt x="160425" y="149783"/>
                </a:cubicBezTo>
                <a:cubicBezTo>
                  <a:pt x="168576" y="149783"/>
                  <a:pt x="175614" y="149999"/>
                  <a:pt x="181621" y="150212"/>
                </a:cubicBezTo>
                <a:cubicBezTo>
                  <a:pt x="182907" y="148925"/>
                  <a:pt x="182907" y="144421"/>
                  <a:pt x="181621" y="143135"/>
                </a:cubicBezTo>
                <a:cubicBezTo>
                  <a:pt x="170724" y="142274"/>
                  <a:pt x="168792" y="141416"/>
                  <a:pt x="168792" y="123589"/>
                </a:cubicBezTo>
                <a:lnTo>
                  <a:pt x="168792" y="88390"/>
                </a:lnTo>
                <a:close/>
                <a:moveTo>
                  <a:pt x="276486" y="89287"/>
                </a:moveTo>
                <a:cubicBezTo>
                  <a:pt x="280561" y="65148"/>
                  <a:pt x="295580" y="63227"/>
                  <a:pt x="300729" y="63227"/>
                </a:cubicBezTo>
                <a:cubicBezTo>
                  <a:pt x="308880" y="63227"/>
                  <a:pt x="318533" y="67715"/>
                  <a:pt x="318533" y="85656"/>
                </a:cubicBezTo>
                <a:cubicBezTo>
                  <a:pt x="318533" y="87578"/>
                  <a:pt x="317675" y="88602"/>
                  <a:pt x="315315" y="88648"/>
                </a:cubicBezTo>
                <a:lnTo>
                  <a:pt x="276486" y="89287"/>
                </a:lnTo>
                <a:moveTo>
                  <a:pt x="332691" y="129802"/>
                </a:moveTo>
                <a:cubicBezTo>
                  <a:pt x="324756" y="137950"/>
                  <a:pt x="318533" y="141377"/>
                  <a:pt x="306091" y="141377"/>
                </a:cubicBezTo>
                <a:cubicBezTo>
                  <a:pt x="298369" y="141377"/>
                  <a:pt x="289357" y="136876"/>
                  <a:pt x="282709" y="125946"/>
                </a:cubicBezTo>
                <a:cubicBezTo>
                  <a:pt x="278417" y="118872"/>
                  <a:pt x="275841" y="109012"/>
                  <a:pt x="275841" y="96580"/>
                </a:cubicBezTo>
                <a:lnTo>
                  <a:pt x="332907" y="97009"/>
                </a:lnTo>
                <a:cubicBezTo>
                  <a:pt x="335480" y="97009"/>
                  <a:pt x="336982" y="95722"/>
                  <a:pt x="336982" y="93362"/>
                </a:cubicBezTo>
                <a:cubicBezTo>
                  <a:pt x="336982" y="75404"/>
                  <a:pt x="330547" y="56146"/>
                  <a:pt x="300729" y="56146"/>
                </a:cubicBezTo>
                <a:cubicBezTo>
                  <a:pt x="282064" y="56146"/>
                  <a:pt x="257821" y="73908"/>
                  <a:pt x="257821" y="106439"/>
                </a:cubicBezTo>
                <a:cubicBezTo>
                  <a:pt x="257821" y="118443"/>
                  <a:pt x="260826" y="130018"/>
                  <a:pt x="267906" y="138162"/>
                </a:cubicBezTo>
                <a:cubicBezTo>
                  <a:pt x="275199" y="146742"/>
                  <a:pt x="285281" y="151888"/>
                  <a:pt x="300729" y="151888"/>
                </a:cubicBezTo>
                <a:cubicBezTo>
                  <a:pt x="317031" y="151888"/>
                  <a:pt x="328615" y="144382"/>
                  <a:pt x="337198" y="133233"/>
                </a:cubicBezTo>
                <a:cubicBezTo>
                  <a:pt x="336553" y="131088"/>
                  <a:pt x="335267" y="130018"/>
                  <a:pt x="332691" y="129802"/>
                </a:cubicBezTo>
                <a:close/>
                <a:moveTo>
                  <a:pt x="431204" y="130214"/>
                </a:moveTo>
                <a:cubicBezTo>
                  <a:pt x="430347" y="128283"/>
                  <a:pt x="428628" y="127425"/>
                  <a:pt x="426700" y="127209"/>
                </a:cubicBezTo>
                <a:cubicBezTo>
                  <a:pt x="419404" y="136657"/>
                  <a:pt x="410179" y="141377"/>
                  <a:pt x="400954" y="141377"/>
                </a:cubicBezTo>
                <a:cubicBezTo>
                  <a:pt x="385294" y="141377"/>
                  <a:pt x="372207" y="125494"/>
                  <a:pt x="372207" y="100377"/>
                </a:cubicBezTo>
                <a:cubicBezTo>
                  <a:pt x="372207" y="76766"/>
                  <a:pt x="382505" y="62598"/>
                  <a:pt x="396666" y="62598"/>
                </a:cubicBezTo>
                <a:cubicBezTo>
                  <a:pt x="409321" y="62598"/>
                  <a:pt x="411037" y="70111"/>
                  <a:pt x="411898" y="77623"/>
                </a:cubicBezTo>
                <a:cubicBezTo>
                  <a:pt x="412539" y="83421"/>
                  <a:pt x="415544" y="85352"/>
                  <a:pt x="420048" y="85352"/>
                </a:cubicBezTo>
                <a:cubicBezTo>
                  <a:pt x="424553" y="85352"/>
                  <a:pt x="430560" y="82563"/>
                  <a:pt x="430560" y="75908"/>
                </a:cubicBezTo>
                <a:cubicBezTo>
                  <a:pt x="430560" y="64101"/>
                  <a:pt x="418333" y="55518"/>
                  <a:pt x="397737" y="55518"/>
                </a:cubicBezTo>
                <a:cubicBezTo>
                  <a:pt x="376499" y="55518"/>
                  <a:pt x="353758" y="74618"/>
                  <a:pt x="353758" y="105101"/>
                </a:cubicBezTo>
                <a:cubicBezTo>
                  <a:pt x="353758" y="132791"/>
                  <a:pt x="369205" y="151888"/>
                  <a:pt x="396234" y="151888"/>
                </a:cubicBezTo>
                <a:cubicBezTo>
                  <a:pt x="409109" y="151888"/>
                  <a:pt x="420477" y="147812"/>
                  <a:pt x="431204" y="130214"/>
                </a:cubicBezTo>
                <a:close/>
                <a:moveTo>
                  <a:pt x="457206" y="123618"/>
                </a:moveTo>
                <a:cubicBezTo>
                  <a:pt x="457206" y="141419"/>
                  <a:pt x="454845" y="142277"/>
                  <a:pt x="442832" y="143135"/>
                </a:cubicBezTo>
                <a:cubicBezTo>
                  <a:pt x="441542" y="144421"/>
                  <a:pt x="441542" y="148925"/>
                  <a:pt x="442832" y="150212"/>
                </a:cubicBezTo>
                <a:cubicBezTo>
                  <a:pt x="449909" y="149999"/>
                  <a:pt x="457206" y="149783"/>
                  <a:pt x="465785" y="149783"/>
                </a:cubicBezTo>
                <a:cubicBezTo>
                  <a:pt x="473295" y="149783"/>
                  <a:pt x="480375" y="149999"/>
                  <a:pt x="485308" y="150212"/>
                </a:cubicBezTo>
                <a:cubicBezTo>
                  <a:pt x="486595" y="148925"/>
                  <a:pt x="486595" y="144421"/>
                  <a:pt x="485308" y="143135"/>
                </a:cubicBezTo>
                <a:cubicBezTo>
                  <a:pt x="476512" y="142277"/>
                  <a:pt x="474152" y="141419"/>
                  <a:pt x="474152" y="123618"/>
                </a:cubicBezTo>
                <a:lnTo>
                  <a:pt x="474152" y="104983"/>
                </a:lnTo>
                <a:cubicBezTo>
                  <a:pt x="478270" y="105091"/>
                  <a:pt x="481295" y="105412"/>
                  <a:pt x="483377" y="106141"/>
                </a:cubicBezTo>
                <a:cubicBezTo>
                  <a:pt x="485737" y="107749"/>
                  <a:pt x="487688" y="109680"/>
                  <a:pt x="490241" y="113111"/>
                </a:cubicBezTo>
                <a:lnTo>
                  <a:pt x="505901" y="134126"/>
                </a:lnTo>
                <a:cubicBezTo>
                  <a:pt x="512209" y="142598"/>
                  <a:pt x="514635" y="146631"/>
                  <a:pt x="514913" y="149141"/>
                </a:cubicBezTo>
                <a:cubicBezTo>
                  <a:pt x="514975" y="149783"/>
                  <a:pt x="515126" y="150212"/>
                  <a:pt x="515771" y="150212"/>
                </a:cubicBezTo>
                <a:cubicBezTo>
                  <a:pt x="520062" y="149999"/>
                  <a:pt x="524779" y="149783"/>
                  <a:pt x="529071" y="149783"/>
                </a:cubicBezTo>
                <a:cubicBezTo>
                  <a:pt x="535722" y="149783"/>
                  <a:pt x="542371" y="149999"/>
                  <a:pt x="546662" y="150212"/>
                </a:cubicBezTo>
                <a:cubicBezTo>
                  <a:pt x="547949" y="148925"/>
                  <a:pt x="547949" y="144421"/>
                  <a:pt x="546662" y="143135"/>
                </a:cubicBezTo>
                <a:cubicBezTo>
                  <a:pt x="539369" y="142277"/>
                  <a:pt x="533942" y="141334"/>
                  <a:pt x="528213" y="134126"/>
                </a:cubicBezTo>
                <a:lnTo>
                  <a:pt x="499895" y="98527"/>
                </a:lnTo>
                <a:cubicBezTo>
                  <a:pt x="499122" y="97565"/>
                  <a:pt x="498395" y="96599"/>
                  <a:pt x="498395" y="95529"/>
                </a:cubicBezTo>
                <a:cubicBezTo>
                  <a:pt x="498395" y="94675"/>
                  <a:pt x="498395" y="94246"/>
                  <a:pt x="499253" y="93388"/>
                </a:cubicBezTo>
                <a:lnTo>
                  <a:pt x="518131" y="73905"/>
                </a:lnTo>
                <a:cubicBezTo>
                  <a:pt x="524567" y="67053"/>
                  <a:pt x="532076" y="65341"/>
                  <a:pt x="540656" y="64484"/>
                </a:cubicBezTo>
                <a:cubicBezTo>
                  <a:pt x="541942" y="63197"/>
                  <a:pt x="541942" y="58693"/>
                  <a:pt x="540656" y="57403"/>
                </a:cubicBezTo>
                <a:cubicBezTo>
                  <a:pt x="535722" y="57619"/>
                  <a:pt x="529716" y="57835"/>
                  <a:pt x="521994" y="57835"/>
                </a:cubicBezTo>
                <a:cubicBezTo>
                  <a:pt x="513839" y="57835"/>
                  <a:pt x="505901" y="57619"/>
                  <a:pt x="500968" y="57403"/>
                </a:cubicBezTo>
                <a:cubicBezTo>
                  <a:pt x="499682" y="58693"/>
                  <a:pt x="499682" y="63197"/>
                  <a:pt x="500968" y="64484"/>
                </a:cubicBezTo>
                <a:cubicBezTo>
                  <a:pt x="512982" y="65341"/>
                  <a:pt x="507898" y="72900"/>
                  <a:pt x="505901" y="75404"/>
                </a:cubicBezTo>
                <a:cubicBezTo>
                  <a:pt x="500968" y="81614"/>
                  <a:pt x="494254" y="88894"/>
                  <a:pt x="488739" y="92959"/>
                </a:cubicBezTo>
                <a:cubicBezTo>
                  <a:pt x="483979" y="96472"/>
                  <a:pt x="478208" y="98999"/>
                  <a:pt x="474152" y="99555"/>
                </a:cubicBezTo>
                <a:lnTo>
                  <a:pt x="474152" y="24760"/>
                </a:lnTo>
                <a:cubicBezTo>
                  <a:pt x="474152" y="10802"/>
                  <a:pt x="475010" y="2174"/>
                  <a:pt x="475010" y="2174"/>
                </a:cubicBezTo>
                <a:cubicBezTo>
                  <a:pt x="475010" y="655"/>
                  <a:pt x="474152" y="3"/>
                  <a:pt x="472221" y="3"/>
                </a:cubicBezTo>
                <a:cubicBezTo>
                  <a:pt x="466859" y="2174"/>
                  <a:pt x="450770" y="5215"/>
                  <a:pt x="442187" y="5869"/>
                </a:cubicBezTo>
                <a:cubicBezTo>
                  <a:pt x="441758" y="7585"/>
                  <a:pt x="442187" y="11015"/>
                  <a:pt x="443473" y="12305"/>
                </a:cubicBezTo>
                <a:cubicBezTo>
                  <a:pt x="454629" y="12946"/>
                  <a:pt x="457206" y="11876"/>
                  <a:pt x="457206" y="29916"/>
                </a:cubicBezTo>
                <a:lnTo>
                  <a:pt x="457206" y="123618"/>
                </a:lnTo>
                <a:close/>
                <a:moveTo>
                  <a:pt x="745787" y="124885"/>
                </a:moveTo>
                <a:cubicBezTo>
                  <a:pt x="746861" y="142274"/>
                  <a:pt x="746066" y="142490"/>
                  <a:pt x="732124" y="143135"/>
                </a:cubicBezTo>
                <a:cubicBezTo>
                  <a:pt x="730834" y="144421"/>
                  <a:pt x="730834" y="148925"/>
                  <a:pt x="732124" y="150212"/>
                </a:cubicBezTo>
                <a:cubicBezTo>
                  <a:pt x="740059" y="149999"/>
                  <a:pt x="748642" y="149783"/>
                  <a:pt x="755077" y="149783"/>
                </a:cubicBezTo>
                <a:cubicBezTo>
                  <a:pt x="761513" y="149783"/>
                  <a:pt x="771340" y="149999"/>
                  <a:pt x="778460" y="150212"/>
                </a:cubicBezTo>
                <a:cubicBezTo>
                  <a:pt x="779749" y="148925"/>
                  <a:pt x="779749" y="144421"/>
                  <a:pt x="778460" y="143135"/>
                </a:cubicBezTo>
                <a:cubicBezTo>
                  <a:pt x="763873" y="142490"/>
                  <a:pt x="763209" y="141590"/>
                  <a:pt x="761965" y="123812"/>
                </a:cubicBezTo>
                <a:lnTo>
                  <a:pt x="755572" y="33432"/>
                </a:lnTo>
                <a:cubicBezTo>
                  <a:pt x="754649" y="21837"/>
                  <a:pt x="755722" y="18832"/>
                  <a:pt x="770309" y="17974"/>
                </a:cubicBezTo>
                <a:cubicBezTo>
                  <a:pt x="771595" y="16688"/>
                  <a:pt x="771595" y="12184"/>
                  <a:pt x="770309" y="10894"/>
                </a:cubicBezTo>
                <a:lnTo>
                  <a:pt x="742206" y="11326"/>
                </a:lnTo>
                <a:lnTo>
                  <a:pt x="696725" y="120162"/>
                </a:lnTo>
                <a:cubicBezTo>
                  <a:pt x="695867" y="122309"/>
                  <a:pt x="695222" y="123170"/>
                  <a:pt x="694794" y="123170"/>
                </a:cubicBezTo>
                <a:cubicBezTo>
                  <a:pt x="694365" y="123170"/>
                  <a:pt x="693743" y="122008"/>
                  <a:pt x="693078" y="120378"/>
                </a:cubicBezTo>
                <a:lnTo>
                  <a:pt x="649100" y="11326"/>
                </a:lnTo>
                <a:lnTo>
                  <a:pt x="617992" y="10894"/>
                </a:lnTo>
                <a:cubicBezTo>
                  <a:pt x="616706" y="12184"/>
                  <a:pt x="616706" y="16688"/>
                  <a:pt x="617992" y="17974"/>
                </a:cubicBezTo>
                <a:cubicBezTo>
                  <a:pt x="632795" y="18832"/>
                  <a:pt x="634084" y="19261"/>
                  <a:pt x="632582" y="35363"/>
                </a:cubicBezTo>
                <a:lnTo>
                  <a:pt x="623979" y="123812"/>
                </a:lnTo>
                <a:cubicBezTo>
                  <a:pt x="622712" y="136673"/>
                  <a:pt x="620139" y="142061"/>
                  <a:pt x="607910" y="143135"/>
                </a:cubicBezTo>
                <a:cubicBezTo>
                  <a:pt x="606623" y="144421"/>
                  <a:pt x="606623" y="148925"/>
                  <a:pt x="607910" y="150212"/>
                </a:cubicBezTo>
                <a:cubicBezTo>
                  <a:pt x="614345" y="149999"/>
                  <a:pt x="621210" y="149783"/>
                  <a:pt x="626359" y="149783"/>
                </a:cubicBezTo>
                <a:cubicBezTo>
                  <a:pt x="631508" y="149783"/>
                  <a:pt x="640091" y="149999"/>
                  <a:pt x="646527" y="150212"/>
                </a:cubicBezTo>
                <a:cubicBezTo>
                  <a:pt x="647813" y="148925"/>
                  <a:pt x="647813" y="144421"/>
                  <a:pt x="646527" y="143135"/>
                </a:cubicBezTo>
                <a:cubicBezTo>
                  <a:pt x="632366" y="142061"/>
                  <a:pt x="631207" y="135468"/>
                  <a:pt x="632366" y="123383"/>
                </a:cubicBezTo>
                <a:lnTo>
                  <a:pt x="640520" y="37294"/>
                </a:lnTo>
                <a:lnTo>
                  <a:pt x="640949" y="37294"/>
                </a:lnTo>
                <a:lnTo>
                  <a:pt x="685356" y="148713"/>
                </a:lnTo>
                <a:cubicBezTo>
                  <a:pt x="685955" y="150196"/>
                  <a:pt x="687288" y="151888"/>
                  <a:pt x="688574" y="151888"/>
                </a:cubicBezTo>
                <a:cubicBezTo>
                  <a:pt x="689861" y="151888"/>
                  <a:pt x="690718" y="150389"/>
                  <a:pt x="691576" y="148670"/>
                </a:cubicBezTo>
                <a:lnTo>
                  <a:pt x="739846" y="35144"/>
                </a:lnTo>
                <a:lnTo>
                  <a:pt x="740275" y="35144"/>
                </a:lnTo>
                <a:lnTo>
                  <a:pt x="745787" y="124885"/>
                </a:lnTo>
                <a:close/>
                <a:moveTo>
                  <a:pt x="793777" y="120126"/>
                </a:moveTo>
                <a:cubicBezTo>
                  <a:pt x="794635" y="130643"/>
                  <a:pt x="795280" y="140732"/>
                  <a:pt x="795280" y="149744"/>
                </a:cubicBezTo>
                <a:cubicBezTo>
                  <a:pt x="797424" y="149315"/>
                  <a:pt x="799571" y="149102"/>
                  <a:pt x="800642" y="149102"/>
                </a:cubicBezTo>
                <a:cubicBezTo>
                  <a:pt x="802144" y="149102"/>
                  <a:pt x="803431" y="149102"/>
                  <a:pt x="804933" y="149531"/>
                </a:cubicBezTo>
                <a:cubicBezTo>
                  <a:pt x="810727" y="151030"/>
                  <a:pt x="816518" y="151888"/>
                  <a:pt x="824456" y="151888"/>
                </a:cubicBezTo>
                <a:cubicBezTo>
                  <a:pt x="836470" y="151888"/>
                  <a:pt x="858565" y="146097"/>
                  <a:pt x="858565" y="124846"/>
                </a:cubicBezTo>
                <a:cubicBezTo>
                  <a:pt x="858565" y="110187"/>
                  <a:pt x="848054" y="101667"/>
                  <a:pt x="833465" y="96256"/>
                </a:cubicBezTo>
                <a:cubicBezTo>
                  <a:pt x="820551" y="91470"/>
                  <a:pt x="812014" y="88141"/>
                  <a:pt x="812014" y="76337"/>
                </a:cubicBezTo>
                <a:cubicBezTo>
                  <a:pt x="812014" y="67534"/>
                  <a:pt x="819736" y="62598"/>
                  <a:pt x="827029" y="62598"/>
                </a:cubicBezTo>
                <a:cubicBezTo>
                  <a:pt x="831749" y="62598"/>
                  <a:pt x="844192" y="64317"/>
                  <a:pt x="846981" y="82563"/>
                </a:cubicBezTo>
                <a:cubicBezTo>
                  <a:pt x="848267" y="83849"/>
                  <a:pt x="852559" y="83633"/>
                  <a:pt x="853845" y="82347"/>
                </a:cubicBezTo>
                <a:cubicBezTo>
                  <a:pt x="854490" y="74618"/>
                  <a:pt x="854919" y="66677"/>
                  <a:pt x="855135" y="59596"/>
                </a:cubicBezTo>
                <a:cubicBezTo>
                  <a:pt x="848483" y="58523"/>
                  <a:pt x="838185" y="55518"/>
                  <a:pt x="827029" y="55518"/>
                </a:cubicBezTo>
                <a:cubicBezTo>
                  <a:pt x="811156" y="55518"/>
                  <a:pt x="796782" y="65819"/>
                  <a:pt x="796782" y="79558"/>
                </a:cubicBezTo>
                <a:cubicBezTo>
                  <a:pt x="796782" y="95225"/>
                  <a:pt x="803860" y="101879"/>
                  <a:pt x="820381" y="108750"/>
                </a:cubicBezTo>
                <a:cubicBezTo>
                  <a:pt x="838185" y="116047"/>
                  <a:pt x="842260" y="120554"/>
                  <a:pt x="842260" y="129786"/>
                </a:cubicBezTo>
                <a:cubicBezTo>
                  <a:pt x="842260" y="140303"/>
                  <a:pt x="831965" y="144811"/>
                  <a:pt x="824027" y="144811"/>
                </a:cubicBezTo>
                <a:cubicBezTo>
                  <a:pt x="815660" y="144811"/>
                  <a:pt x="811006" y="141956"/>
                  <a:pt x="808796" y="139658"/>
                </a:cubicBezTo>
                <a:cubicBezTo>
                  <a:pt x="804076" y="134722"/>
                  <a:pt x="801715" y="125278"/>
                  <a:pt x="800429" y="119910"/>
                </a:cubicBezTo>
                <a:cubicBezTo>
                  <a:pt x="799143" y="118623"/>
                  <a:pt x="795064" y="118836"/>
                  <a:pt x="793777" y="120126"/>
                </a:cubicBezTo>
                <a:close/>
                <a:moveTo>
                  <a:pt x="935862" y="89895"/>
                </a:moveTo>
                <a:cubicBezTo>
                  <a:pt x="935862" y="109886"/>
                  <a:pt x="925777" y="113968"/>
                  <a:pt x="917838" y="113968"/>
                </a:cubicBezTo>
                <a:cubicBezTo>
                  <a:pt x="899818" y="113968"/>
                  <a:pt x="897890" y="98711"/>
                  <a:pt x="897890" y="84952"/>
                </a:cubicBezTo>
                <a:cubicBezTo>
                  <a:pt x="897890" y="69908"/>
                  <a:pt x="903252" y="62169"/>
                  <a:pt x="915053" y="62169"/>
                </a:cubicBezTo>
                <a:cubicBezTo>
                  <a:pt x="928566" y="62169"/>
                  <a:pt x="935862" y="72058"/>
                  <a:pt x="935862" y="89895"/>
                </a:cubicBezTo>
                <a:moveTo>
                  <a:pt x="895743" y="151878"/>
                </a:moveTo>
                <a:cubicBezTo>
                  <a:pt x="898103" y="152523"/>
                  <a:pt x="901537" y="152955"/>
                  <a:pt x="904326" y="152955"/>
                </a:cubicBezTo>
                <a:cubicBezTo>
                  <a:pt x="910974" y="152955"/>
                  <a:pt x="916981" y="152307"/>
                  <a:pt x="919986" y="152307"/>
                </a:cubicBezTo>
                <a:cubicBezTo>
                  <a:pt x="930713" y="152307"/>
                  <a:pt x="939721" y="152523"/>
                  <a:pt x="945944" y="155967"/>
                </a:cubicBezTo>
                <a:cubicBezTo>
                  <a:pt x="954311" y="160700"/>
                  <a:pt x="956884" y="163712"/>
                  <a:pt x="956884" y="169306"/>
                </a:cubicBezTo>
                <a:cubicBezTo>
                  <a:pt x="956884" y="184799"/>
                  <a:pt x="934144" y="192976"/>
                  <a:pt x="914837" y="192976"/>
                </a:cubicBezTo>
                <a:cubicBezTo>
                  <a:pt x="907115" y="192976"/>
                  <a:pt x="889094" y="186734"/>
                  <a:pt x="889094" y="172105"/>
                </a:cubicBezTo>
                <a:cubicBezTo>
                  <a:pt x="889094" y="164789"/>
                  <a:pt x="889523" y="159410"/>
                  <a:pt x="895743" y="151878"/>
                </a:cubicBezTo>
                <a:moveTo>
                  <a:pt x="962678" y="66683"/>
                </a:moveTo>
                <a:cubicBezTo>
                  <a:pt x="966754" y="66683"/>
                  <a:pt x="970613" y="62814"/>
                  <a:pt x="970613" y="58523"/>
                </a:cubicBezTo>
                <a:cubicBezTo>
                  <a:pt x="970613" y="54018"/>
                  <a:pt x="966538" y="50585"/>
                  <a:pt x="960747" y="50585"/>
                </a:cubicBezTo>
                <a:cubicBezTo>
                  <a:pt x="955169" y="50585"/>
                  <a:pt x="944871" y="54231"/>
                  <a:pt x="939293" y="61528"/>
                </a:cubicBezTo>
                <a:cubicBezTo>
                  <a:pt x="936720" y="59809"/>
                  <a:pt x="929639" y="55518"/>
                  <a:pt x="916981" y="55518"/>
                </a:cubicBezTo>
                <a:cubicBezTo>
                  <a:pt x="897890" y="55518"/>
                  <a:pt x="880299" y="68402"/>
                  <a:pt x="880299" y="88177"/>
                </a:cubicBezTo>
                <a:cubicBezTo>
                  <a:pt x="880299" y="99784"/>
                  <a:pt x="885448" y="106446"/>
                  <a:pt x="891455" y="112250"/>
                </a:cubicBezTo>
                <a:cubicBezTo>
                  <a:pt x="885448" y="117402"/>
                  <a:pt x="882014" y="126607"/>
                  <a:pt x="882014" y="133877"/>
                </a:cubicBezTo>
                <a:cubicBezTo>
                  <a:pt x="882014" y="141583"/>
                  <a:pt x="886305" y="147590"/>
                  <a:pt x="891883" y="150379"/>
                </a:cubicBezTo>
                <a:cubicBezTo>
                  <a:pt x="880299" y="157256"/>
                  <a:pt x="874292" y="167155"/>
                  <a:pt x="874292" y="176406"/>
                </a:cubicBezTo>
                <a:cubicBezTo>
                  <a:pt x="874292" y="195120"/>
                  <a:pt x="891883" y="200911"/>
                  <a:pt x="908401" y="200911"/>
                </a:cubicBezTo>
                <a:cubicBezTo>
                  <a:pt x="937361" y="200911"/>
                  <a:pt x="968685" y="186950"/>
                  <a:pt x="968685" y="163712"/>
                </a:cubicBezTo>
                <a:cubicBezTo>
                  <a:pt x="968685" y="156828"/>
                  <a:pt x="965467" y="151449"/>
                  <a:pt x="959244" y="146300"/>
                </a:cubicBezTo>
                <a:cubicBezTo>
                  <a:pt x="950877" y="139436"/>
                  <a:pt x="935862" y="139223"/>
                  <a:pt x="927924" y="139223"/>
                </a:cubicBezTo>
                <a:cubicBezTo>
                  <a:pt x="924061" y="139223"/>
                  <a:pt x="918699" y="139652"/>
                  <a:pt x="913550" y="140293"/>
                </a:cubicBezTo>
                <a:cubicBezTo>
                  <a:pt x="910332" y="140509"/>
                  <a:pt x="908185" y="140725"/>
                  <a:pt x="907115" y="140725"/>
                </a:cubicBezTo>
                <a:cubicBezTo>
                  <a:pt x="900892" y="140725"/>
                  <a:pt x="893383" y="137727"/>
                  <a:pt x="893383" y="128532"/>
                </a:cubicBezTo>
                <a:cubicBezTo>
                  <a:pt x="893383" y="124257"/>
                  <a:pt x="894672" y="119762"/>
                  <a:pt x="897245" y="116116"/>
                </a:cubicBezTo>
                <a:cubicBezTo>
                  <a:pt x="902394" y="119117"/>
                  <a:pt x="908401" y="120620"/>
                  <a:pt x="916768" y="120620"/>
                </a:cubicBezTo>
                <a:cubicBezTo>
                  <a:pt x="935646" y="120620"/>
                  <a:pt x="953021" y="108813"/>
                  <a:pt x="953021" y="87748"/>
                </a:cubicBezTo>
                <a:cubicBezTo>
                  <a:pt x="953021" y="77646"/>
                  <a:pt x="950020" y="71842"/>
                  <a:pt x="943797" y="65394"/>
                </a:cubicBezTo>
                <a:cubicBezTo>
                  <a:pt x="945299" y="63243"/>
                  <a:pt x="949591" y="60238"/>
                  <a:pt x="952380" y="60238"/>
                </a:cubicBezTo>
                <a:cubicBezTo>
                  <a:pt x="953882" y="60238"/>
                  <a:pt x="955382" y="60883"/>
                  <a:pt x="956671" y="62814"/>
                </a:cubicBezTo>
                <a:cubicBezTo>
                  <a:pt x="957529" y="64533"/>
                  <a:pt x="960318" y="66683"/>
                  <a:pt x="962678" y="66683"/>
                </a:cubicBezTo>
                <a:close/>
                <a:moveTo>
                  <a:pt x="1125397" y="17974"/>
                </a:moveTo>
                <a:cubicBezTo>
                  <a:pt x="1141270" y="19048"/>
                  <a:pt x="1141359" y="24757"/>
                  <a:pt x="1136766" y="36430"/>
                </a:cubicBezTo>
                <a:lnTo>
                  <a:pt x="1102893" y="122479"/>
                </a:lnTo>
                <a:lnTo>
                  <a:pt x="1101904" y="122479"/>
                </a:lnTo>
                <a:lnTo>
                  <a:pt x="1067775" y="35144"/>
                </a:lnTo>
                <a:cubicBezTo>
                  <a:pt x="1062796" y="22374"/>
                  <a:pt x="1064040" y="19477"/>
                  <a:pt x="1078630" y="17974"/>
                </a:cubicBezTo>
                <a:cubicBezTo>
                  <a:pt x="1079916" y="16688"/>
                  <a:pt x="1079916" y="12184"/>
                  <a:pt x="1078630" y="10894"/>
                </a:cubicBezTo>
                <a:cubicBezTo>
                  <a:pt x="1070047" y="11110"/>
                  <a:pt x="1060393" y="11326"/>
                  <a:pt x="1052671" y="11326"/>
                </a:cubicBezTo>
                <a:cubicBezTo>
                  <a:pt x="1044884" y="11326"/>
                  <a:pt x="1037440" y="11110"/>
                  <a:pt x="1030360" y="10894"/>
                </a:cubicBezTo>
                <a:cubicBezTo>
                  <a:pt x="1029073" y="12184"/>
                  <a:pt x="1029289" y="16688"/>
                  <a:pt x="1030576" y="17974"/>
                </a:cubicBezTo>
                <a:cubicBezTo>
                  <a:pt x="1042373" y="19048"/>
                  <a:pt x="1044069" y="22695"/>
                  <a:pt x="1049774" y="37504"/>
                </a:cubicBezTo>
                <a:lnTo>
                  <a:pt x="1092146" y="147374"/>
                </a:lnTo>
                <a:cubicBezTo>
                  <a:pt x="1093432" y="150719"/>
                  <a:pt x="1094935" y="152307"/>
                  <a:pt x="1097079" y="152307"/>
                </a:cubicBezTo>
                <a:cubicBezTo>
                  <a:pt x="1099439" y="152307"/>
                  <a:pt x="1100984" y="150441"/>
                  <a:pt x="1102228" y="147374"/>
                </a:cubicBezTo>
                <a:lnTo>
                  <a:pt x="1146570" y="37933"/>
                </a:lnTo>
                <a:cubicBezTo>
                  <a:pt x="1150688" y="27782"/>
                  <a:pt x="1154145" y="19477"/>
                  <a:pt x="1167658" y="17974"/>
                </a:cubicBezTo>
                <a:cubicBezTo>
                  <a:pt x="1168947" y="16688"/>
                  <a:pt x="1168947" y="12184"/>
                  <a:pt x="1167658" y="10894"/>
                </a:cubicBezTo>
                <a:cubicBezTo>
                  <a:pt x="1161222" y="11110"/>
                  <a:pt x="1153713" y="11326"/>
                  <a:pt x="1148780" y="11326"/>
                </a:cubicBezTo>
                <a:cubicBezTo>
                  <a:pt x="1143847" y="11326"/>
                  <a:pt x="1134193" y="11110"/>
                  <a:pt x="1125397" y="10894"/>
                </a:cubicBezTo>
                <a:cubicBezTo>
                  <a:pt x="1124108" y="12184"/>
                  <a:pt x="1124108" y="16688"/>
                  <a:pt x="1125397" y="17974"/>
                </a:cubicBezTo>
                <a:close/>
                <a:moveTo>
                  <a:pt x="1233049" y="99735"/>
                </a:moveTo>
                <a:lnTo>
                  <a:pt x="1233049" y="128067"/>
                </a:lnTo>
                <a:cubicBezTo>
                  <a:pt x="1233049" y="130859"/>
                  <a:pt x="1231759" y="132362"/>
                  <a:pt x="1230044" y="133648"/>
                </a:cubicBezTo>
                <a:cubicBezTo>
                  <a:pt x="1224466" y="138156"/>
                  <a:pt x="1217172" y="143095"/>
                  <a:pt x="1211166" y="143095"/>
                </a:cubicBezTo>
                <a:cubicBezTo>
                  <a:pt x="1200438" y="143095"/>
                  <a:pt x="1195718" y="134509"/>
                  <a:pt x="1195718" y="127854"/>
                </a:cubicBezTo>
                <a:cubicBezTo>
                  <a:pt x="1195718" y="118194"/>
                  <a:pt x="1200226" y="108318"/>
                  <a:pt x="1216099" y="104243"/>
                </a:cubicBezTo>
                <a:lnTo>
                  <a:pt x="1233049" y="99735"/>
                </a:lnTo>
                <a:moveTo>
                  <a:pt x="1233049" y="139446"/>
                </a:moveTo>
                <a:cubicBezTo>
                  <a:pt x="1234335" y="146097"/>
                  <a:pt x="1236607" y="151888"/>
                  <a:pt x="1247422" y="151888"/>
                </a:cubicBezTo>
                <a:cubicBezTo>
                  <a:pt x="1255639" y="151888"/>
                  <a:pt x="1263361" y="148241"/>
                  <a:pt x="1267799" y="143953"/>
                </a:cubicBezTo>
                <a:cubicBezTo>
                  <a:pt x="1267436" y="141315"/>
                  <a:pt x="1266578" y="139511"/>
                  <a:pt x="1264153" y="138159"/>
                </a:cubicBezTo>
                <a:cubicBezTo>
                  <a:pt x="1262546" y="139488"/>
                  <a:pt x="1258942" y="141593"/>
                  <a:pt x="1256215" y="141593"/>
                </a:cubicBezTo>
                <a:cubicBezTo>
                  <a:pt x="1249995" y="141593"/>
                  <a:pt x="1249779" y="133219"/>
                  <a:pt x="1249779" y="123347"/>
                </a:cubicBezTo>
                <a:lnTo>
                  <a:pt x="1249779" y="91791"/>
                </a:lnTo>
                <a:cubicBezTo>
                  <a:pt x="1249779" y="61312"/>
                  <a:pt x="1233049" y="55518"/>
                  <a:pt x="1217385" y="55518"/>
                </a:cubicBezTo>
                <a:cubicBezTo>
                  <a:pt x="1199794" y="55518"/>
                  <a:pt x="1181989" y="67106"/>
                  <a:pt x="1181989" y="79342"/>
                </a:cubicBezTo>
                <a:cubicBezTo>
                  <a:pt x="1181989" y="84494"/>
                  <a:pt x="1184562" y="87070"/>
                  <a:pt x="1189499" y="87070"/>
                </a:cubicBezTo>
                <a:cubicBezTo>
                  <a:pt x="1195718" y="87070"/>
                  <a:pt x="1199581" y="82563"/>
                  <a:pt x="1199581" y="79771"/>
                </a:cubicBezTo>
                <a:cubicBezTo>
                  <a:pt x="1199581" y="78268"/>
                  <a:pt x="1199365" y="76766"/>
                  <a:pt x="1198936" y="75908"/>
                </a:cubicBezTo>
                <a:cubicBezTo>
                  <a:pt x="1198723" y="75263"/>
                  <a:pt x="1198507" y="73977"/>
                  <a:pt x="1198507" y="71613"/>
                </a:cubicBezTo>
                <a:cubicBezTo>
                  <a:pt x="1198507" y="64958"/>
                  <a:pt x="1207519" y="62598"/>
                  <a:pt x="1215670" y="62598"/>
                </a:cubicBezTo>
                <a:cubicBezTo>
                  <a:pt x="1222963" y="62598"/>
                  <a:pt x="1233049" y="66248"/>
                  <a:pt x="1233049" y="90504"/>
                </a:cubicBezTo>
                <a:cubicBezTo>
                  <a:pt x="1233049" y="92007"/>
                  <a:pt x="1232404" y="92864"/>
                  <a:pt x="1231759" y="93080"/>
                </a:cubicBezTo>
                <a:lnTo>
                  <a:pt x="1213310" y="97588"/>
                </a:lnTo>
                <a:cubicBezTo>
                  <a:pt x="1192716" y="102740"/>
                  <a:pt x="1177914" y="114116"/>
                  <a:pt x="1177914" y="128712"/>
                </a:cubicBezTo>
                <a:cubicBezTo>
                  <a:pt x="1177914" y="146313"/>
                  <a:pt x="1189927" y="151888"/>
                  <a:pt x="1204943" y="151888"/>
                </a:cubicBezTo>
                <a:cubicBezTo>
                  <a:pt x="1212409" y="151888"/>
                  <a:pt x="1218888" y="150173"/>
                  <a:pt x="1228328" y="142879"/>
                </a:cubicBezTo>
                <a:lnTo>
                  <a:pt x="1232620" y="139446"/>
                </a:lnTo>
                <a:lnTo>
                  <a:pt x="1233049" y="139446"/>
                </a:lnTo>
                <a:close/>
                <a:moveTo>
                  <a:pt x="1289488" y="123615"/>
                </a:moveTo>
                <a:cubicBezTo>
                  <a:pt x="1289488" y="141419"/>
                  <a:pt x="1287131" y="142490"/>
                  <a:pt x="1274044" y="143135"/>
                </a:cubicBezTo>
                <a:cubicBezTo>
                  <a:pt x="1272757" y="144421"/>
                  <a:pt x="1272757" y="148925"/>
                  <a:pt x="1274044" y="150212"/>
                </a:cubicBezTo>
                <a:cubicBezTo>
                  <a:pt x="1281553" y="149999"/>
                  <a:pt x="1289488" y="149783"/>
                  <a:pt x="1298071" y="149783"/>
                </a:cubicBezTo>
                <a:cubicBezTo>
                  <a:pt x="1306650" y="149783"/>
                  <a:pt x="1314805" y="149999"/>
                  <a:pt x="1321882" y="150212"/>
                </a:cubicBezTo>
                <a:cubicBezTo>
                  <a:pt x="1323171" y="148925"/>
                  <a:pt x="1323171" y="144421"/>
                  <a:pt x="1321882" y="143135"/>
                </a:cubicBezTo>
                <a:cubicBezTo>
                  <a:pt x="1308798" y="142490"/>
                  <a:pt x="1306438" y="141419"/>
                  <a:pt x="1306438" y="123615"/>
                </a:cubicBezTo>
                <a:lnTo>
                  <a:pt x="1306438" y="24741"/>
                </a:lnTo>
                <a:cubicBezTo>
                  <a:pt x="1306438" y="10802"/>
                  <a:pt x="1307295" y="2174"/>
                  <a:pt x="1307295" y="2174"/>
                </a:cubicBezTo>
                <a:cubicBezTo>
                  <a:pt x="1307295" y="655"/>
                  <a:pt x="1306438" y="0"/>
                  <a:pt x="1304506" y="0"/>
                </a:cubicBezTo>
                <a:cubicBezTo>
                  <a:pt x="1299144" y="2174"/>
                  <a:pt x="1283052" y="5215"/>
                  <a:pt x="1274472" y="5866"/>
                </a:cubicBezTo>
                <a:cubicBezTo>
                  <a:pt x="1274044" y="7585"/>
                  <a:pt x="1274472" y="11015"/>
                  <a:pt x="1275759" y="12305"/>
                </a:cubicBezTo>
                <a:cubicBezTo>
                  <a:pt x="1288201" y="13159"/>
                  <a:pt x="1289488" y="13804"/>
                  <a:pt x="1289488" y="29890"/>
                </a:cubicBezTo>
                <a:lnTo>
                  <a:pt x="1289488" y="123615"/>
                </a:lnTo>
                <a:close/>
                <a:moveTo>
                  <a:pt x="1345375" y="21192"/>
                </a:moveTo>
                <a:cubicBezTo>
                  <a:pt x="1345375" y="26770"/>
                  <a:pt x="1350524" y="32348"/>
                  <a:pt x="1355670" y="32348"/>
                </a:cubicBezTo>
                <a:cubicBezTo>
                  <a:pt x="1361677" y="32348"/>
                  <a:pt x="1366826" y="26577"/>
                  <a:pt x="1366826" y="22050"/>
                </a:cubicBezTo>
                <a:cubicBezTo>
                  <a:pt x="1366826" y="16904"/>
                  <a:pt x="1362322" y="10894"/>
                  <a:pt x="1356531" y="10894"/>
                </a:cubicBezTo>
                <a:cubicBezTo>
                  <a:pt x="1351382" y="10894"/>
                  <a:pt x="1345375" y="16043"/>
                  <a:pt x="1345375" y="21192"/>
                </a:cubicBezTo>
                <a:moveTo>
                  <a:pt x="1364898" y="123609"/>
                </a:moveTo>
                <a:lnTo>
                  <a:pt x="1364898" y="80851"/>
                </a:lnTo>
                <a:cubicBezTo>
                  <a:pt x="1364898" y="70186"/>
                  <a:pt x="1365755" y="56408"/>
                  <a:pt x="1365755" y="56408"/>
                </a:cubicBezTo>
                <a:cubicBezTo>
                  <a:pt x="1365755" y="55541"/>
                  <a:pt x="1364682" y="54889"/>
                  <a:pt x="1362966" y="54889"/>
                </a:cubicBezTo>
                <a:cubicBezTo>
                  <a:pt x="1356852" y="57275"/>
                  <a:pt x="1348377" y="59226"/>
                  <a:pt x="1333574" y="61174"/>
                </a:cubicBezTo>
                <a:cubicBezTo>
                  <a:pt x="1333145" y="62464"/>
                  <a:pt x="1333574" y="65894"/>
                  <a:pt x="1334003" y="67184"/>
                </a:cubicBezTo>
                <a:cubicBezTo>
                  <a:pt x="1345696" y="68278"/>
                  <a:pt x="1347948" y="69544"/>
                  <a:pt x="1347948" y="81774"/>
                </a:cubicBezTo>
                <a:lnTo>
                  <a:pt x="1347948" y="123609"/>
                </a:lnTo>
                <a:cubicBezTo>
                  <a:pt x="1347948" y="141416"/>
                  <a:pt x="1345588" y="142061"/>
                  <a:pt x="1332504" y="143135"/>
                </a:cubicBezTo>
                <a:cubicBezTo>
                  <a:pt x="1331214" y="144421"/>
                  <a:pt x="1331214" y="148925"/>
                  <a:pt x="1332504" y="150212"/>
                </a:cubicBezTo>
                <a:cubicBezTo>
                  <a:pt x="1339581" y="149999"/>
                  <a:pt x="1347948" y="149783"/>
                  <a:pt x="1356531" y="149783"/>
                </a:cubicBezTo>
                <a:cubicBezTo>
                  <a:pt x="1365111" y="149783"/>
                  <a:pt x="1373261" y="149999"/>
                  <a:pt x="1380342" y="150212"/>
                </a:cubicBezTo>
                <a:cubicBezTo>
                  <a:pt x="1381628" y="148925"/>
                  <a:pt x="1381628" y="144421"/>
                  <a:pt x="1380342" y="143135"/>
                </a:cubicBezTo>
                <a:cubicBezTo>
                  <a:pt x="1367255" y="142277"/>
                  <a:pt x="1364898" y="141416"/>
                  <a:pt x="1364898" y="123609"/>
                </a:cubicBezTo>
                <a:close/>
                <a:moveTo>
                  <a:pt x="1460038" y="123131"/>
                </a:moveTo>
                <a:cubicBezTo>
                  <a:pt x="1460038" y="127209"/>
                  <a:pt x="1459632" y="128885"/>
                  <a:pt x="1456608" y="131504"/>
                </a:cubicBezTo>
                <a:cubicBezTo>
                  <a:pt x="1448669" y="138372"/>
                  <a:pt x="1441805" y="141806"/>
                  <a:pt x="1436440" y="141806"/>
                </a:cubicBezTo>
                <a:cubicBezTo>
                  <a:pt x="1424858" y="141806"/>
                  <a:pt x="1412845" y="129141"/>
                  <a:pt x="1412845" y="102308"/>
                </a:cubicBezTo>
                <a:cubicBezTo>
                  <a:pt x="1412845" y="86854"/>
                  <a:pt x="1415847" y="78268"/>
                  <a:pt x="1419064" y="73761"/>
                </a:cubicBezTo>
                <a:cubicBezTo>
                  <a:pt x="1425716" y="63672"/>
                  <a:pt x="1434725" y="63027"/>
                  <a:pt x="1439016" y="63027"/>
                </a:cubicBezTo>
                <a:cubicBezTo>
                  <a:pt x="1446738" y="63027"/>
                  <a:pt x="1452103" y="65819"/>
                  <a:pt x="1456392" y="70756"/>
                </a:cubicBezTo>
                <a:cubicBezTo>
                  <a:pt x="1459397" y="74189"/>
                  <a:pt x="1460038" y="75692"/>
                  <a:pt x="1460038" y="82347"/>
                </a:cubicBezTo>
                <a:lnTo>
                  <a:pt x="1460038" y="123131"/>
                </a:lnTo>
                <a:moveTo>
                  <a:pt x="1457681" y="138951"/>
                </a:moveTo>
                <a:cubicBezTo>
                  <a:pt x="1458709" y="138113"/>
                  <a:pt x="1460748" y="137727"/>
                  <a:pt x="1460899" y="139229"/>
                </a:cubicBezTo>
                <a:cubicBezTo>
                  <a:pt x="1461433" y="144490"/>
                  <a:pt x="1463259" y="151888"/>
                  <a:pt x="1463259" y="151888"/>
                </a:cubicBezTo>
                <a:cubicBezTo>
                  <a:pt x="1464975" y="152533"/>
                  <a:pt x="1466045" y="152425"/>
                  <a:pt x="1467335" y="151888"/>
                </a:cubicBezTo>
                <a:cubicBezTo>
                  <a:pt x="1472052" y="148019"/>
                  <a:pt x="1479561" y="144801"/>
                  <a:pt x="1492648" y="143298"/>
                </a:cubicBezTo>
                <a:cubicBezTo>
                  <a:pt x="1493935" y="142012"/>
                  <a:pt x="1493935" y="138794"/>
                  <a:pt x="1492648" y="137508"/>
                </a:cubicBezTo>
                <a:cubicBezTo>
                  <a:pt x="1478919" y="136434"/>
                  <a:pt x="1476988" y="132355"/>
                  <a:pt x="1476988" y="121838"/>
                </a:cubicBezTo>
                <a:lnTo>
                  <a:pt x="1476988" y="24603"/>
                </a:lnTo>
                <a:cubicBezTo>
                  <a:pt x="1476988" y="10652"/>
                  <a:pt x="1477846" y="2118"/>
                  <a:pt x="1477846" y="2118"/>
                </a:cubicBezTo>
                <a:cubicBezTo>
                  <a:pt x="1477846" y="638"/>
                  <a:pt x="1476988" y="0"/>
                  <a:pt x="1475057" y="0"/>
                </a:cubicBezTo>
                <a:cubicBezTo>
                  <a:pt x="1469695" y="2118"/>
                  <a:pt x="1453603" y="5080"/>
                  <a:pt x="1445023" y="5715"/>
                </a:cubicBezTo>
                <a:cubicBezTo>
                  <a:pt x="1444594" y="7434"/>
                  <a:pt x="1445023" y="10865"/>
                  <a:pt x="1446309" y="12151"/>
                </a:cubicBezTo>
                <a:cubicBezTo>
                  <a:pt x="1457465" y="12796"/>
                  <a:pt x="1460038" y="11722"/>
                  <a:pt x="1460038" y="29756"/>
                </a:cubicBezTo>
                <a:lnTo>
                  <a:pt x="1460038" y="57236"/>
                </a:lnTo>
                <a:cubicBezTo>
                  <a:pt x="1460038" y="58739"/>
                  <a:pt x="1459609" y="59168"/>
                  <a:pt x="1458110" y="59168"/>
                </a:cubicBezTo>
                <a:cubicBezTo>
                  <a:pt x="1457249" y="59168"/>
                  <a:pt x="1448457" y="55518"/>
                  <a:pt x="1441376" y="55518"/>
                </a:cubicBezTo>
                <a:cubicBezTo>
                  <a:pt x="1427215" y="55518"/>
                  <a:pt x="1417778" y="60238"/>
                  <a:pt x="1409195" y="68392"/>
                </a:cubicBezTo>
                <a:cubicBezTo>
                  <a:pt x="1399970" y="77623"/>
                  <a:pt x="1394392" y="90288"/>
                  <a:pt x="1394392" y="106171"/>
                </a:cubicBezTo>
                <a:cubicBezTo>
                  <a:pt x="1394392" y="132578"/>
                  <a:pt x="1407696" y="151888"/>
                  <a:pt x="1430865" y="151888"/>
                </a:cubicBezTo>
                <a:cubicBezTo>
                  <a:pt x="1439229" y="151888"/>
                  <a:pt x="1447167" y="147600"/>
                  <a:pt x="1457681" y="138951"/>
                </a:cubicBezTo>
                <a:close/>
                <a:moveTo>
                  <a:pt x="1513243" y="21192"/>
                </a:moveTo>
                <a:cubicBezTo>
                  <a:pt x="1513243" y="26770"/>
                  <a:pt x="1518393" y="32348"/>
                  <a:pt x="1523538" y="32348"/>
                </a:cubicBezTo>
                <a:cubicBezTo>
                  <a:pt x="1529545" y="32348"/>
                  <a:pt x="1534694" y="26577"/>
                  <a:pt x="1534694" y="22050"/>
                </a:cubicBezTo>
                <a:cubicBezTo>
                  <a:pt x="1534694" y="16904"/>
                  <a:pt x="1530190" y="10894"/>
                  <a:pt x="1524399" y="10894"/>
                </a:cubicBezTo>
                <a:cubicBezTo>
                  <a:pt x="1519250" y="10894"/>
                  <a:pt x="1513243" y="16043"/>
                  <a:pt x="1513243" y="21192"/>
                </a:cubicBezTo>
                <a:moveTo>
                  <a:pt x="1532766" y="123609"/>
                </a:moveTo>
                <a:lnTo>
                  <a:pt x="1532766" y="80851"/>
                </a:lnTo>
                <a:cubicBezTo>
                  <a:pt x="1532766" y="70186"/>
                  <a:pt x="1533624" y="56408"/>
                  <a:pt x="1533624" y="56408"/>
                </a:cubicBezTo>
                <a:cubicBezTo>
                  <a:pt x="1533624" y="55541"/>
                  <a:pt x="1532550" y="54889"/>
                  <a:pt x="1530835" y="54889"/>
                </a:cubicBezTo>
                <a:cubicBezTo>
                  <a:pt x="1524720" y="57275"/>
                  <a:pt x="1516245" y="59226"/>
                  <a:pt x="1501443" y="61174"/>
                </a:cubicBezTo>
                <a:cubicBezTo>
                  <a:pt x="1501014" y="62464"/>
                  <a:pt x="1501443" y="65894"/>
                  <a:pt x="1501871" y="67184"/>
                </a:cubicBezTo>
                <a:cubicBezTo>
                  <a:pt x="1513564" y="68278"/>
                  <a:pt x="1515816" y="69544"/>
                  <a:pt x="1515816" y="81774"/>
                </a:cubicBezTo>
                <a:lnTo>
                  <a:pt x="1515816" y="123609"/>
                </a:lnTo>
                <a:cubicBezTo>
                  <a:pt x="1515816" y="141416"/>
                  <a:pt x="1513456" y="142061"/>
                  <a:pt x="1500372" y="143135"/>
                </a:cubicBezTo>
                <a:cubicBezTo>
                  <a:pt x="1499082" y="144421"/>
                  <a:pt x="1499082" y="148925"/>
                  <a:pt x="1500372" y="150212"/>
                </a:cubicBezTo>
                <a:cubicBezTo>
                  <a:pt x="1507449" y="149999"/>
                  <a:pt x="1515816" y="149783"/>
                  <a:pt x="1524399" y="149783"/>
                </a:cubicBezTo>
                <a:cubicBezTo>
                  <a:pt x="1532979" y="149783"/>
                  <a:pt x="1541130" y="149999"/>
                  <a:pt x="1548210" y="150212"/>
                </a:cubicBezTo>
                <a:cubicBezTo>
                  <a:pt x="1549497" y="148925"/>
                  <a:pt x="1549497" y="144421"/>
                  <a:pt x="1548210" y="143135"/>
                </a:cubicBezTo>
                <a:cubicBezTo>
                  <a:pt x="1535123" y="142277"/>
                  <a:pt x="1532766" y="141416"/>
                  <a:pt x="1532766" y="123609"/>
                </a:cubicBezTo>
                <a:close/>
                <a:moveTo>
                  <a:pt x="1563122" y="57822"/>
                </a:moveTo>
                <a:cubicBezTo>
                  <a:pt x="1560117" y="57822"/>
                  <a:pt x="1559259" y="60398"/>
                  <a:pt x="1559259" y="62114"/>
                </a:cubicBezTo>
                <a:lnTo>
                  <a:pt x="1559259" y="64903"/>
                </a:lnTo>
                <a:cubicBezTo>
                  <a:pt x="1559259" y="65976"/>
                  <a:pt x="1559472" y="66189"/>
                  <a:pt x="1560333" y="66189"/>
                </a:cubicBezTo>
                <a:lnTo>
                  <a:pt x="1572988" y="66189"/>
                </a:lnTo>
                <a:lnTo>
                  <a:pt x="1572988" y="130666"/>
                </a:lnTo>
                <a:cubicBezTo>
                  <a:pt x="1572988" y="145881"/>
                  <a:pt x="1579640" y="151888"/>
                  <a:pt x="1589506" y="151888"/>
                </a:cubicBezTo>
                <a:cubicBezTo>
                  <a:pt x="1599375" y="151888"/>
                  <a:pt x="1610103" y="147171"/>
                  <a:pt x="1618470" y="137734"/>
                </a:cubicBezTo>
                <a:cubicBezTo>
                  <a:pt x="1618041" y="135527"/>
                  <a:pt x="1616754" y="134306"/>
                  <a:pt x="1614607" y="134093"/>
                </a:cubicBezTo>
                <a:cubicBezTo>
                  <a:pt x="1609029" y="138378"/>
                  <a:pt x="1602593" y="140090"/>
                  <a:pt x="1597015" y="140090"/>
                </a:cubicBezTo>
                <a:cubicBezTo>
                  <a:pt x="1591225" y="140090"/>
                  <a:pt x="1589938" y="133665"/>
                  <a:pt x="1589938" y="120384"/>
                </a:cubicBezTo>
                <a:lnTo>
                  <a:pt x="1589938" y="66189"/>
                </a:lnTo>
                <a:lnTo>
                  <a:pt x="1612247" y="66189"/>
                </a:lnTo>
                <a:cubicBezTo>
                  <a:pt x="1614394" y="66189"/>
                  <a:pt x="1617396" y="65331"/>
                  <a:pt x="1617396" y="63400"/>
                </a:cubicBezTo>
                <a:lnTo>
                  <a:pt x="1617396" y="59112"/>
                </a:lnTo>
                <a:cubicBezTo>
                  <a:pt x="1617396" y="58254"/>
                  <a:pt x="1616754" y="57822"/>
                  <a:pt x="1615681" y="57822"/>
                </a:cubicBezTo>
                <a:lnTo>
                  <a:pt x="1589938" y="57822"/>
                </a:lnTo>
                <a:lnTo>
                  <a:pt x="1589938" y="49458"/>
                </a:lnTo>
                <a:cubicBezTo>
                  <a:pt x="1589938" y="35514"/>
                  <a:pt x="1590796" y="26931"/>
                  <a:pt x="1590796" y="26931"/>
                </a:cubicBezTo>
                <a:cubicBezTo>
                  <a:pt x="1590796" y="25559"/>
                  <a:pt x="1590151" y="25045"/>
                  <a:pt x="1589143" y="25045"/>
                </a:cubicBezTo>
                <a:cubicBezTo>
                  <a:pt x="1588177" y="25045"/>
                  <a:pt x="1586354" y="25880"/>
                  <a:pt x="1584360" y="26973"/>
                </a:cubicBezTo>
                <a:cubicBezTo>
                  <a:pt x="1581935" y="28325"/>
                  <a:pt x="1579748" y="29248"/>
                  <a:pt x="1577064" y="29998"/>
                </a:cubicBezTo>
                <a:cubicBezTo>
                  <a:pt x="1574491" y="30728"/>
                  <a:pt x="1572347" y="31458"/>
                  <a:pt x="1572347" y="32937"/>
                </a:cubicBezTo>
                <a:cubicBezTo>
                  <a:pt x="1572347" y="35429"/>
                  <a:pt x="1572988" y="34011"/>
                  <a:pt x="1572988" y="57803"/>
                </a:cubicBezTo>
                <a:lnTo>
                  <a:pt x="1563122" y="57822"/>
                </a:lnTo>
                <a:close/>
                <a:moveTo>
                  <a:pt x="1666609" y="184210"/>
                </a:moveTo>
                <a:cubicBezTo>
                  <a:pt x="1669954" y="178246"/>
                  <a:pt x="1672766" y="172108"/>
                  <a:pt x="1675405" y="165757"/>
                </a:cubicBezTo>
                <a:cubicBezTo>
                  <a:pt x="1692567" y="124348"/>
                  <a:pt x="1702178" y="102334"/>
                  <a:pt x="1713377" y="78216"/>
                </a:cubicBezTo>
                <a:cubicBezTo>
                  <a:pt x="1717603" y="69142"/>
                  <a:pt x="1720670" y="65708"/>
                  <a:pt x="1730752" y="64484"/>
                </a:cubicBezTo>
                <a:cubicBezTo>
                  <a:pt x="1732038" y="63197"/>
                  <a:pt x="1732038" y="58693"/>
                  <a:pt x="1730752" y="57403"/>
                </a:cubicBezTo>
                <a:cubicBezTo>
                  <a:pt x="1726461" y="57619"/>
                  <a:pt x="1721527" y="57835"/>
                  <a:pt x="1715521" y="57835"/>
                </a:cubicBezTo>
                <a:cubicBezTo>
                  <a:pt x="1709085" y="57835"/>
                  <a:pt x="1702433" y="57619"/>
                  <a:pt x="1695998" y="57403"/>
                </a:cubicBezTo>
                <a:cubicBezTo>
                  <a:pt x="1694711" y="58693"/>
                  <a:pt x="1694711" y="63197"/>
                  <a:pt x="1695998" y="64484"/>
                </a:cubicBezTo>
                <a:cubicBezTo>
                  <a:pt x="1702777" y="65128"/>
                  <a:pt x="1709730" y="66415"/>
                  <a:pt x="1706296" y="74140"/>
                </a:cubicBezTo>
                <a:lnTo>
                  <a:pt x="1685015" y="123275"/>
                </a:lnTo>
                <a:cubicBezTo>
                  <a:pt x="1683513" y="126728"/>
                  <a:pt x="1681713" y="127308"/>
                  <a:pt x="1679889" y="123059"/>
                </a:cubicBezTo>
                <a:lnTo>
                  <a:pt x="1660861" y="78432"/>
                </a:lnTo>
                <a:cubicBezTo>
                  <a:pt x="1656998" y="69377"/>
                  <a:pt x="1655882" y="65407"/>
                  <a:pt x="1667895" y="64484"/>
                </a:cubicBezTo>
                <a:cubicBezTo>
                  <a:pt x="1669182" y="63197"/>
                  <a:pt x="1669182" y="58693"/>
                  <a:pt x="1667895" y="57403"/>
                </a:cubicBezTo>
                <a:cubicBezTo>
                  <a:pt x="1659957" y="57619"/>
                  <a:pt x="1651377" y="57835"/>
                  <a:pt x="1643655" y="57835"/>
                </a:cubicBezTo>
                <a:cubicBezTo>
                  <a:pt x="1636359" y="57835"/>
                  <a:pt x="1630568" y="57619"/>
                  <a:pt x="1626277" y="57403"/>
                </a:cubicBezTo>
                <a:cubicBezTo>
                  <a:pt x="1624990" y="58693"/>
                  <a:pt x="1624990" y="63197"/>
                  <a:pt x="1626277" y="64484"/>
                </a:cubicBezTo>
                <a:cubicBezTo>
                  <a:pt x="1634794" y="65557"/>
                  <a:pt x="1637583" y="67489"/>
                  <a:pt x="1643204" y="80576"/>
                </a:cubicBezTo>
                <a:lnTo>
                  <a:pt x="1667466" y="137007"/>
                </a:lnTo>
                <a:cubicBezTo>
                  <a:pt x="1669332" y="141318"/>
                  <a:pt x="1672616" y="151168"/>
                  <a:pt x="1670471" y="157175"/>
                </a:cubicBezTo>
                <a:cubicBezTo>
                  <a:pt x="1667918" y="164340"/>
                  <a:pt x="1665322" y="170262"/>
                  <a:pt x="1662105" y="176913"/>
                </a:cubicBezTo>
                <a:cubicBezTo>
                  <a:pt x="1659744" y="181205"/>
                  <a:pt x="1656739" y="183136"/>
                  <a:pt x="1651377" y="183136"/>
                </a:cubicBezTo>
                <a:cubicBezTo>
                  <a:pt x="1648372" y="183136"/>
                  <a:pt x="1647515" y="182495"/>
                  <a:pt x="1645155" y="182495"/>
                </a:cubicBezTo>
                <a:cubicBezTo>
                  <a:pt x="1638935" y="182495"/>
                  <a:pt x="1635717" y="188930"/>
                  <a:pt x="1635717" y="191719"/>
                </a:cubicBezTo>
                <a:cubicBezTo>
                  <a:pt x="1635717" y="196223"/>
                  <a:pt x="1640006" y="199654"/>
                  <a:pt x="1645800" y="199654"/>
                </a:cubicBezTo>
                <a:cubicBezTo>
                  <a:pt x="1650304" y="199654"/>
                  <a:pt x="1658887" y="197939"/>
                  <a:pt x="1666609" y="184210"/>
                </a:cubicBezTo>
                <a:close/>
                <a:moveTo>
                  <a:pt x="1841344" y="77175"/>
                </a:moveTo>
                <a:cubicBezTo>
                  <a:pt x="1843701" y="81686"/>
                  <a:pt x="1860864" y="106590"/>
                  <a:pt x="1873093" y="122695"/>
                </a:cubicBezTo>
                <a:cubicBezTo>
                  <a:pt x="1862582" y="137079"/>
                  <a:pt x="1854857" y="144811"/>
                  <a:pt x="1839626" y="144811"/>
                </a:cubicBezTo>
                <a:cubicBezTo>
                  <a:pt x="1826110" y="144811"/>
                  <a:pt x="1814528" y="137295"/>
                  <a:pt x="1814528" y="116253"/>
                </a:cubicBezTo>
                <a:cubicBezTo>
                  <a:pt x="1814528" y="101009"/>
                  <a:pt x="1819245" y="89414"/>
                  <a:pt x="1841344" y="77175"/>
                </a:cubicBezTo>
                <a:moveTo>
                  <a:pt x="1878027" y="129566"/>
                </a:moveTo>
                <a:lnTo>
                  <a:pt x="1884249" y="137511"/>
                </a:lnTo>
                <a:cubicBezTo>
                  <a:pt x="1894332" y="151459"/>
                  <a:pt x="1902270" y="151888"/>
                  <a:pt x="1908918" y="151888"/>
                </a:cubicBezTo>
                <a:cubicBezTo>
                  <a:pt x="1916427" y="151888"/>
                  <a:pt x="1926081" y="145881"/>
                  <a:pt x="1931017" y="130856"/>
                </a:cubicBezTo>
                <a:cubicBezTo>
                  <a:pt x="1929901" y="129697"/>
                  <a:pt x="1928870" y="128709"/>
                  <a:pt x="1926510" y="128709"/>
                </a:cubicBezTo>
                <a:cubicBezTo>
                  <a:pt x="1922221" y="137085"/>
                  <a:pt x="1917285" y="140306"/>
                  <a:pt x="1910208" y="140306"/>
                </a:cubicBezTo>
                <a:cubicBezTo>
                  <a:pt x="1906774" y="140306"/>
                  <a:pt x="1900338" y="136012"/>
                  <a:pt x="1893687" y="126777"/>
                </a:cubicBezTo>
                <a:lnTo>
                  <a:pt x="1885965" y="116040"/>
                </a:lnTo>
                <a:cubicBezTo>
                  <a:pt x="1894459" y="103801"/>
                  <a:pt x="1899288" y="95211"/>
                  <a:pt x="1905059" y="84907"/>
                </a:cubicBezTo>
                <a:cubicBezTo>
                  <a:pt x="1914925" y="67299"/>
                  <a:pt x="1916385" y="66183"/>
                  <a:pt x="1929515" y="65364"/>
                </a:cubicBezTo>
                <a:cubicBezTo>
                  <a:pt x="1930801" y="64078"/>
                  <a:pt x="1930801" y="59573"/>
                  <a:pt x="1929515" y="58287"/>
                </a:cubicBezTo>
                <a:cubicBezTo>
                  <a:pt x="1925223" y="58500"/>
                  <a:pt x="1918787" y="58716"/>
                  <a:pt x="1911494" y="58716"/>
                </a:cubicBezTo>
                <a:cubicBezTo>
                  <a:pt x="1904201" y="58716"/>
                  <a:pt x="1895405" y="58500"/>
                  <a:pt x="1891114" y="58287"/>
                </a:cubicBezTo>
                <a:cubicBezTo>
                  <a:pt x="1889827" y="59573"/>
                  <a:pt x="1889827" y="64078"/>
                  <a:pt x="1891114" y="65364"/>
                </a:cubicBezTo>
                <a:cubicBezTo>
                  <a:pt x="1902718" y="65947"/>
                  <a:pt x="1905916" y="67083"/>
                  <a:pt x="1897851" y="82114"/>
                </a:cubicBezTo>
                <a:cubicBezTo>
                  <a:pt x="1894181" y="88966"/>
                  <a:pt x="1888989" y="98154"/>
                  <a:pt x="1881244" y="109598"/>
                </a:cubicBezTo>
                <a:cubicBezTo>
                  <a:pt x="1871378" y="96285"/>
                  <a:pt x="1858933" y="78465"/>
                  <a:pt x="1855073" y="71810"/>
                </a:cubicBezTo>
                <a:lnTo>
                  <a:pt x="1854215" y="70091"/>
                </a:lnTo>
                <a:cubicBezTo>
                  <a:pt x="1872020" y="59789"/>
                  <a:pt x="1886181" y="45851"/>
                  <a:pt x="1886181" y="34057"/>
                </a:cubicBezTo>
                <a:cubicBezTo>
                  <a:pt x="1886181" y="20547"/>
                  <a:pt x="1873735" y="10894"/>
                  <a:pt x="1858720" y="10894"/>
                </a:cubicBezTo>
                <a:cubicBezTo>
                  <a:pt x="1837266" y="10894"/>
                  <a:pt x="1825681" y="26122"/>
                  <a:pt x="1825681" y="38774"/>
                </a:cubicBezTo>
                <a:cubicBezTo>
                  <a:pt x="1825681" y="46922"/>
                  <a:pt x="1828686" y="55285"/>
                  <a:pt x="1836624" y="69017"/>
                </a:cubicBezTo>
                <a:cubicBezTo>
                  <a:pt x="1808305" y="84907"/>
                  <a:pt x="1796937" y="99293"/>
                  <a:pt x="1796937" y="116256"/>
                </a:cubicBezTo>
                <a:cubicBezTo>
                  <a:pt x="1796937" y="142447"/>
                  <a:pt x="1815170" y="151888"/>
                  <a:pt x="1838123" y="151888"/>
                </a:cubicBezTo>
                <a:cubicBezTo>
                  <a:pt x="1856360" y="151888"/>
                  <a:pt x="1868160" y="143092"/>
                  <a:pt x="1878027" y="129566"/>
                </a:cubicBezTo>
                <a:moveTo>
                  <a:pt x="1849708" y="61934"/>
                </a:moveTo>
                <a:cubicBezTo>
                  <a:pt x="1844133" y="51426"/>
                  <a:pt x="1841557" y="43278"/>
                  <a:pt x="1841557" y="38345"/>
                </a:cubicBezTo>
                <a:cubicBezTo>
                  <a:pt x="1841557" y="24194"/>
                  <a:pt x="1852068" y="17974"/>
                  <a:pt x="1857646" y="17974"/>
                </a:cubicBezTo>
                <a:cubicBezTo>
                  <a:pt x="1866442" y="17974"/>
                  <a:pt x="1871378" y="24407"/>
                  <a:pt x="1871378" y="34057"/>
                </a:cubicBezTo>
                <a:cubicBezTo>
                  <a:pt x="1871378" y="41776"/>
                  <a:pt x="1863440" y="52925"/>
                  <a:pt x="1849708" y="61934"/>
                </a:cubicBezTo>
                <a:close/>
                <a:moveTo>
                  <a:pt x="2050982" y="89038"/>
                </a:moveTo>
                <a:cubicBezTo>
                  <a:pt x="2046262" y="89038"/>
                  <a:pt x="2044759" y="88396"/>
                  <a:pt x="2045574" y="86187"/>
                </a:cubicBezTo>
                <a:lnTo>
                  <a:pt x="2067500" y="30689"/>
                </a:lnTo>
                <a:lnTo>
                  <a:pt x="2068786" y="30689"/>
                </a:lnTo>
                <a:lnTo>
                  <a:pt x="2088951" y="89038"/>
                </a:lnTo>
                <a:lnTo>
                  <a:pt x="2050982" y="89038"/>
                </a:lnTo>
                <a:moveTo>
                  <a:pt x="2027813" y="132830"/>
                </a:moveTo>
                <a:lnTo>
                  <a:pt x="2039610" y="101699"/>
                </a:lnTo>
                <a:cubicBezTo>
                  <a:pt x="2040684" y="98907"/>
                  <a:pt x="2041970" y="98050"/>
                  <a:pt x="2047119" y="98050"/>
                </a:cubicBezTo>
                <a:lnTo>
                  <a:pt x="2092385" y="98050"/>
                </a:lnTo>
                <a:lnTo>
                  <a:pt x="2104827" y="134332"/>
                </a:lnTo>
                <a:cubicBezTo>
                  <a:pt x="2107357" y="141740"/>
                  <a:pt x="2099164" y="142405"/>
                  <a:pt x="2088951" y="143135"/>
                </a:cubicBezTo>
                <a:cubicBezTo>
                  <a:pt x="2087664" y="144421"/>
                  <a:pt x="2087664" y="148925"/>
                  <a:pt x="2088951" y="150212"/>
                </a:cubicBezTo>
                <a:cubicBezTo>
                  <a:pt x="2096889" y="149999"/>
                  <a:pt x="2108690" y="149783"/>
                  <a:pt x="2117057" y="149783"/>
                </a:cubicBezTo>
                <a:cubicBezTo>
                  <a:pt x="2125852" y="149783"/>
                  <a:pt x="2134003" y="149999"/>
                  <a:pt x="2141512" y="150212"/>
                </a:cubicBezTo>
                <a:cubicBezTo>
                  <a:pt x="2142799" y="148925"/>
                  <a:pt x="2142799" y="144421"/>
                  <a:pt x="2141512" y="143135"/>
                </a:cubicBezTo>
                <a:cubicBezTo>
                  <a:pt x="2133188" y="142382"/>
                  <a:pt x="2125937" y="141675"/>
                  <a:pt x="2122202" y="131327"/>
                </a:cubicBezTo>
                <a:lnTo>
                  <a:pt x="2078011" y="8590"/>
                </a:lnTo>
                <a:cubicBezTo>
                  <a:pt x="2074793" y="10521"/>
                  <a:pt x="2069002" y="12881"/>
                  <a:pt x="2066213" y="12881"/>
                </a:cubicBezTo>
                <a:lnTo>
                  <a:pt x="2017514" y="127890"/>
                </a:lnTo>
                <a:cubicBezTo>
                  <a:pt x="2011936" y="141203"/>
                  <a:pt x="2005393" y="142490"/>
                  <a:pt x="1996060" y="143135"/>
                </a:cubicBezTo>
                <a:cubicBezTo>
                  <a:pt x="1994774" y="144421"/>
                  <a:pt x="1994774" y="148925"/>
                  <a:pt x="1996060" y="150212"/>
                </a:cubicBezTo>
                <a:cubicBezTo>
                  <a:pt x="2001638" y="149999"/>
                  <a:pt x="2008653" y="149783"/>
                  <a:pt x="2015154" y="149783"/>
                </a:cubicBezTo>
                <a:cubicBezTo>
                  <a:pt x="2023950" y="149783"/>
                  <a:pt x="2034677" y="149999"/>
                  <a:pt x="2042615" y="150212"/>
                </a:cubicBezTo>
                <a:cubicBezTo>
                  <a:pt x="2043902" y="148925"/>
                  <a:pt x="2043902" y="144421"/>
                  <a:pt x="2042615" y="143135"/>
                </a:cubicBezTo>
                <a:cubicBezTo>
                  <a:pt x="2034546" y="142575"/>
                  <a:pt x="2024464" y="141652"/>
                  <a:pt x="2027813" y="132830"/>
                </a:cubicBezTo>
                <a:close/>
                <a:moveTo>
                  <a:pt x="2191004" y="151888"/>
                </a:moveTo>
                <a:cubicBezTo>
                  <a:pt x="2199371" y="151888"/>
                  <a:pt x="2209453" y="147600"/>
                  <a:pt x="2219964" y="139023"/>
                </a:cubicBezTo>
                <a:cubicBezTo>
                  <a:pt x="2221038" y="138166"/>
                  <a:pt x="2223031" y="137737"/>
                  <a:pt x="2223182" y="139236"/>
                </a:cubicBezTo>
                <a:cubicBezTo>
                  <a:pt x="2223719" y="144703"/>
                  <a:pt x="2225542" y="151888"/>
                  <a:pt x="2225542" y="151888"/>
                </a:cubicBezTo>
                <a:cubicBezTo>
                  <a:pt x="2227257" y="152533"/>
                  <a:pt x="2228223" y="152425"/>
                  <a:pt x="2229617" y="151888"/>
                </a:cubicBezTo>
                <a:cubicBezTo>
                  <a:pt x="2234338" y="148029"/>
                  <a:pt x="2241847" y="144811"/>
                  <a:pt x="2254934" y="143308"/>
                </a:cubicBezTo>
                <a:cubicBezTo>
                  <a:pt x="2256221" y="142022"/>
                  <a:pt x="2256221" y="138807"/>
                  <a:pt x="2254934" y="137524"/>
                </a:cubicBezTo>
                <a:cubicBezTo>
                  <a:pt x="2241202" y="136450"/>
                  <a:pt x="2239271" y="132381"/>
                  <a:pt x="2239271" y="121887"/>
                </a:cubicBezTo>
                <a:lnTo>
                  <a:pt x="2239271" y="80762"/>
                </a:lnTo>
                <a:cubicBezTo>
                  <a:pt x="2239271" y="74337"/>
                  <a:pt x="2240132" y="58693"/>
                  <a:pt x="2240132" y="58693"/>
                </a:cubicBezTo>
                <a:cubicBezTo>
                  <a:pt x="2240132" y="58048"/>
                  <a:pt x="2239487" y="57403"/>
                  <a:pt x="2238413" y="57403"/>
                </a:cubicBezTo>
                <a:cubicBezTo>
                  <a:pt x="2237343" y="57619"/>
                  <a:pt x="2234125" y="57835"/>
                  <a:pt x="2230907" y="57835"/>
                </a:cubicBezTo>
                <a:cubicBezTo>
                  <a:pt x="2224039" y="57835"/>
                  <a:pt x="2216317" y="57619"/>
                  <a:pt x="2209024" y="57403"/>
                </a:cubicBezTo>
                <a:cubicBezTo>
                  <a:pt x="2207738" y="58693"/>
                  <a:pt x="2207738" y="63197"/>
                  <a:pt x="2209024" y="64484"/>
                </a:cubicBezTo>
                <a:cubicBezTo>
                  <a:pt x="2219535" y="65125"/>
                  <a:pt x="2222324" y="67698"/>
                  <a:pt x="2222324" y="81833"/>
                </a:cubicBezTo>
                <a:lnTo>
                  <a:pt x="2222324" y="123173"/>
                </a:lnTo>
                <a:cubicBezTo>
                  <a:pt x="2222324" y="127242"/>
                  <a:pt x="2221895" y="128954"/>
                  <a:pt x="2218894" y="131527"/>
                </a:cubicBezTo>
                <a:cubicBezTo>
                  <a:pt x="2210956" y="138378"/>
                  <a:pt x="2202801" y="141806"/>
                  <a:pt x="2197439" y="141806"/>
                </a:cubicBezTo>
                <a:cubicBezTo>
                  <a:pt x="2191004" y="141806"/>
                  <a:pt x="2180277" y="138807"/>
                  <a:pt x="2180277" y="119746"/>
                </a:cubicBezTo>
                <a:lnTo>
                  <a:pt x="2180277" y="80762"/>
                </a:lnTo>
                <a:cubicBezTo>
                  <a:pt x="2180277" y="74337"/>
                  <a:pt x="2181134" y="58693"/>
                  <a:pt x="2181134" y="58693"/>
                </a:cubicBezTo>
                <a:cubicBezTo>
                  <a:pt x="2181134" y="58048"/>
                  <a:pt x="2180493" y="57403"/>
                  <a:pt x="2179419" y="57403"/>
                </a:cubicBezTo>
                <a:cubicBezTo>
                  <a:pt x="2178345" y="57619"/>
                  <a:pt x="2175128" y="57835"/>
                  <a:pt x="2171910" y="57835"/>
                </a:cubicBezTo>
                <a:cubicBezTo>
                  <a:pt x="2165045" y="57835"/>
                  <a:pt x="2157323" y="57619"/>
                  <a:pt x="2150027" y="57403"/>
                </a:cubicBezTo>
                <a:cubicBezTo>
                  <a:pt x="2148740" y="58693"/>
                  <a:pt x="2148740" y="63197"/>
                  <a:pt x="2150027" y="64484"/>
                </a:cubicBezTo>
                <a:cubicBezTo>
                  <a:pt x="2160325" y="65341"/>
                  <a:pt x="2163330" y="67698"/>
                  <a:pt x="2163330" y="81620"/>
                </a:cubicBezTo>
                <a:lnTo>
                  <a:pt x="2163330" y="122744"/>
                </a:lnTo>
                <a:cubicBezTo>
                  <a:pt x="2163330" y="137524"/>
                  <a:pt x="2169766" y="151888"/>
                  <a:pt x="2191004" y="151888"/>
                </a:cubicBezTo>
                <a:close/>
                <a:moveTo>
                  <a:pt x="2267591" y="57822"/>
                </a:moveTo>
                <a:cubicBezTo>
                  <a:pt x="2264586" y="57822"/>
                  <a:pt x="2263729" y="60398"/>
                  <a:pt x="2263729" y="62114"/>
                </a:cubicBezTo>
                <a:lnTo>
                  <a:pt x="2263729" y="64903"/>
                </a:lnTo>
                <a:cubicBezTo>
                  <a:pt x="2263729" y="65976"/>
                  <a:pt x="2263941" y="66189"/>
                  <a:pt x="2264802" y="66189"/>
                </a:cubicBezTo>
                <a:lnTo>
                  <a:pt x="2277457" y="66189"/>
                </a:lnTo>
                <a:lnTo>
                  <a:pt x="2277457" y="130666"/>
                </a:lnTo>
                <a:cubicBezTo>
                  <a:pt x="2277457" y="145881"/>
                  <a:pt x="2284109" y="151888"/>
                  <a:pt x="2293975" y="151888"/>
                </a:cubicBezTo>
                <a:cubicBezTo>
                  <a:pt x="2303845" y="151888"/>
                  <a:pt x="2314572" y="147171"/>
                  <a:pt x="2322939" y="137734"/>
                </a:cubicBezTo>
                <a:cubicBezTo>
                  <a:pt x="2322510" y="135527"/>
                  <a:pt x="2321223" y="134306"/>
                  <a:pt x="2319076" y="134093"/>
                </a:cubicBezTo>
                <a:cubicBezTo>
                  <a:pt x="2313498" y="138378"/>
                  <a:pt x="2307062" y="140090"/>
                  <a:pt x="2301485" y="140090"/>
                </a:cubicBezTo>
                <a:cubicBezTo>
                  <a:pt x="2295694" y="140090"/>
                  <a:pt x="2294407" y="133665"/>
                  <a:pt x="2294407" y="120384"/>
                </a:cubicBezTo>
                <a:lnTo>
                  <a:pt x="2294407" y="66189"/>
                </a:lnTo>
                <a:lnTo>
                  <a:pt x="2316716" y="66189"/>
                </a:lnTo>
                <a:cubicBezTo>
                  <a:pt x="2318863" y="66189"/>
                  <a:pt x="2321865" y="65331"/>
                  <a:pt x="2321865" y="63400"/>
                </a:cubicBezTo>
                <a:lnTo>
                  <a:pt x="2321865" y="59112"/>
                </a:lnTo>
                <a:cubicBezTo>
                  <a:pt x="2321865" y="58254"/>
                  <a:pt x="2321223" y="57822"/>
                  <a:pt x="2320150" y="57822"/>
                </a:cubicBezTo>
                <a:lnTo>
                  <a:pt x="2294407" y="57822"/>
                </a:lnTo>
                <a:lnTo>
                  <a:pt x="2294407" y="49458"/>
                </a:lnTo>
                <a:cubicBezTo>
                  <a:pt x="2294407" y="35514"/>
                  <a:pt x="2295265" y="26931"/>
                  <a:pt x="2295265" y="26931"/>
                </a:cubicBezTo>
                <a:cubicBezTo>
                  <a:pt x="2295265" y="25559"/>
                  <a:pt x="2294620" y="25045"/>
                  <a:pt x="2293612" y="25045"/>
                </a:cubicBezTo>
                <a:cubicBezTo>
                  <a:pt x="2292646" y="25045"/>
                  <a:pt x="2290823" y="25880"/>
                  <a:pt x="2288829" y="26973"/>
                </a:cubicBezTo>
                <a:cubicBezTo>
                  <a:pt x="2286404" y="28325"/>
                  <a:pt x="2284217" y="29248"/>
                  <a:pt x="2281533" y="29998"/>
                </a:cubicBezTo>
                <a:cubicBezTo>
                  <a:pt x="2278960" y="30728"/>
                  <a:pt x="2276816" y="31458"/>
                  <a:pt x="2276816" y="32937"/>
                </a:cubicBezTo>
                <a:cubicBezTo>
                  <a:pt x="2276816" y="35429"/>
                  <a:pt x="2277457" y="34011"/>
                  <a:pt x="2277457" y="57803"/>
                </a:cubicBezTo>
                <a:lnTo>
                  <a:pt x="2267591" y="57822"/>
                </a:lnTo>
                <a:close/>
                <a:moveTo>
                  <a:pt x="2363140" y="88390"/>
                </a:moveTo>
                <a:cubicBezTo>
                  <a:pt x="2363140" y="83856"/>
                  <a:pt x="2365071" y="81214"/>
                  <a:pt x="2366787" y="79348"/>
                </a:cubicBezTo>
                <a:cubicBezTo>
                  <a:pt x="2374941" y="71335"/>
                  <a:pt x="2385795" y="66674"/>
                  <a:pt x="2394247" y="66674"/>
                </a:cubicBezTo>
                <a:cubicBezTo>
                  <a:pt x="2398624" y="66674"/>
                  <a:pt x="2403128" y="69489"/>
                  <a:pt x="2405616" y="74405"/>
                </a:cubicBezTo>
                <a:cubicBezTo>
                  <a:pt x="2407764" y="78661"/>
                  <a:pt x="2408192" y="84501"/>
                  <a:pt x="2408192" y="90943"/>
                </a:cubicBezTo>
                <a:lnTo>
                  <a:pt x="2408192" y="123589"/>
                </a:lnTo>
                <a:cubicBezTo>
                  <a:pt x="2408192" y="141200"/>
                  <a:pt x="2406045" y="142061"/>
                  <a:pt x="2394889" y="143135"/>
                </a:cubicBezTo>
                <a:cubicBezTo>
                  <a:pt x="2393819" y="144421"/>
                  <a:pt x="2393819" y="148925"/>
                  <a:pt x="2394889" y="150212"/>
                </a:cubicBezTo>
                <a:cubicBezTo>
                  <a:pt x="2400896" y="149999"/>
                  <a:pt x="2408192" y="149783"/>
                  <a:pt x="2416772" y="149783"/>
                </a:cubicBezTo>
                <a:cubicBezTo>
                  <a:pt x="2425355" y="149783"/>
                  <a:pt x="2432432" y="149999"/>
                  <a:pt x="2439513" y="150212"/>
                </a:cubicBezTo>
                <a:cubicBezTo>
                  <a:pt x="2440586" y="148925"/>
                  <a:pt x="2440586" y="144421"/>
                  <a:pt x="2439513" y="143135"/>
                </a:cubicBezTo>
                <a:cubicBezTo>
                  <a:pt x="2427499" y="142061"/>
                  <a:pt x="2425139" y="141200"/>
                  <a:pt x="2425139" y="123589"/>
                </a:cubicBezTo>
                <a:lnTo>
                  <a:pt x="2425139" y="91588"/>
                </a:lnTo>
                <a:cubicBezTo>
                  <a:pt x="2425139" y="79777"/>
                  <a:pt x="2424344" y="69361"/>
                  <a:pt x="2419348" y="62814"/>
                </a:cubicBezTo>
                <a:cubicBezTo>
                  <a:pt x="2415741" y="58094"/>
                  <a:pt x="2409050" y="55518"/>
                  <a:pt x="2401541" y="55518"/>
                </a:cubicBezTo>
                <a:cubicBezTo>
                  <a:pt x="2391007" y="55518"/>
                  <a:pt x="2378158" y="58307"/>
                  <a:pt x="2365071" y="72903"/>
                </a:cubicBezTo>
                <a:cubicBezTo>
                  <a:pt x="2364341" y="73721"/>
                  <a:pt x="2362970" y="75911"/>
                  <a:pt x="2362970" y="72903"/>
                </a:cubicBezTo>
                <a:lnTo>
                  <a:pt x="2363140" y="24603"/>
                </a:lnTo>
                <a:cubicBezTo>
                  <a:pt x="2363140" y="10652"/>
                  <a:pt x="2363998" y="2118"/>
                  <a:pt x="2363998" y="2118"/>
                </a:cubicBezTo>
                <a:cubicBezTo>
                  <a:pt x="2363998" y="638"/>
                  <a:pt x="2363140" y="0"/>
                  <a:pt x="2361209" y="0"/>
                </a:cubicBezTo>
                <a:cubicBezTo>
                  <a:pt x="2355847" y="2118"/>
                  <a:pt x="2339758" y="5080"/>
                  <a:pt x="2331175" y="5715"/>
                </a:cubicBezTo>
                <a:cubicBezTo>
                  <a:pt x="2330746" y="7434"/>
                  <a:pt x="2331175" y="10865"/>
                  <a:pt x="2332461" y="12151"/>
                </a:cubicBezTo>
                <a:cubicBezTo>
                  <a:pt x="2343617" y="12796"/>
                  <a:pt x="2346193" y="11722"/>
                  <a:pt x="2346193" y="29756"/>
                </a:cubicBezTo>
                <a:lnTo>
                  <a:pt x="2346193" y="123589"/>
                </a:lnTo>
                <a:cubicBezTo>
                  <a:pt x="2346193" y="141416"/>
                  <a:pt x="2343660" y="142274"/>
                  <a:pt x="2331217" y="143135"/>
                </a:cubicBezTo>
                <a:cubicBezTo>
                  <a:pt x="2329931" y="144421"/>
                  <a:pt x="2329931" y="148925"/>
                  <a:pt x="2331217" y="150212"/>
                </a:cubicBezTo>
                <a:cubicBezTo>
                  <a:pt x="2338298" y="149999"/>
                  <a:pt x="2346193" y="149783"/>
                  <a:pt x="2354773" y="149783"/>
                </a:cubicBezTo>
                <a:cubicBezTo>
                  <a:pt x="2362924" y="149783"/>
                  <a:pt x="2369962" y="149999"/>
                  <a:pt x="2375969" y="150212"/>
                </a:cubicBezTo>
                <a:cubicBezTo>
                  <a:pt x="2377255" y="148925"/>
                  <a:pt x="2377255" y="144421"/>
                  <a:pt x="2375969" y="143135"/>
                </a:cubicBezTo>
                <a:cubicBezTo>
                  <a:pt x="2365071" y="142274"/>
                  <a:pt x="2363140" y="141416"/>
                  <a:pt x="2363140" y="123589"/>
                </a:cubicBezTo>
                <a:lnTo>
                  <a:pt x="2363140" y="88390"/>
                </a:lnTo>
                <a:close/>
                <a:moveTo>
                  <a:pt x="2470834" y="89287"/>
                </a:moveTo>
                <a:cubicBezTo>
                  <a:pt x="2474910" y="65148"/>
                  <a:pt x="2489928" y="63227"/>
                  <a:pt x="2495077" y="63227"/>
                </a:cubicBezTo>
                <a:cubicBezTo>
                  <a:pt x="2503228" y="63227"/>
                  <a:pt x="2512882" y="67715"/>
                  <a:pt x="2512882" y="85656"/>
                </a:cubicBezTo>
                <a:cubicBezTo>
                  <a:pt x="2512882" y="87578"/>
                  <a:pt x="2512024" y="88602"/>
                  <a:pt x="2509664" y="88648"/>
                </a:cubicBezTo>
                <a:lnTo>
                  <a:pt x="2470834" y="89287"/>
                </a:lnTo>
                <a:moveTo>
                  <a:pt x="2527039" y="129802"/>
                </a:moveTo>
                <a:cubicBezTo>
                  <a:pt x="2519104" y="137950"/>
                  <a:pt x="2512882" y="141377"/>
                  <a:pt x="2500439" y="141377"/>
                </a:cubicBezTo>
                <a:cubicBezTo>
                  <a:pt x="2492717" y="141377"/>
                  <a:pt x="2483705" y="136876"/>
                  <a:pt x="2477057" y="125946"/>
                </a:cubicBezTo>
                <a:cubicBezTo>
                  <a:pt x="2472766" y="118872"/>
                  <a:pt x="2470189" y="109012"/>
                  <a:pt x="2470189" y="96580"/>
                </a:cubicBezTo>
                <a:lnTo>
                  <a:pt x="2527255" y="97009"/>
                </a:lnTo>
                <a:cubicBezTo>
                  <a:pt x="2529828" y="97009"/>
                  <a:pt x="2531331" y="95722"/>
                  <a:pt x="2531331" y="93362"/>
                </a:cubicBezTo>
                <a:cubicBezTo>
                  <a:pt x="2531331" y="75404"/>
                  <a:pt x="2524895" y="56146"/>
                  <a:pt x="2495077" y="56146"/>
                </a:cubicBezTo>
                <a:cubicBezTo>
                  <a:pt x="2476412" y="56146"/>
                  <a:pt x="2452169" y="73908"/>
                  <a:pt x="2452169" y="106439"/>
                </a:cubicBezTo>
                <a:cubicBezTo>
                  <a:pt x="2452169" y="118443"/>
                  <a:pt x="2455174" y="130018"/>
                  <a:pt x="2462255" y="138162"/>
                </a:cubicBezTo>
                <a:cubicBezTo>
                  <a:pt x="2469548" y="146742"/>
                  <a:pt x="2479630" y="151888"/>
                  <a:pt x="2495077" y="151888"/>
                </a:cubicBezTo>
                <a:cubicBezTo>
                  <a:pt x="2511379" y="151888"/>
                  <a:pt x="2522964" y="144382"/>
                  <a:pt x="2531547" y="133233"/>
                </a:cubicBezTo>
                <a:cubicBezTo>
                  <a:pt x="2530902" y="131088"/>
                  <a:pt x="2529616" y="130018"/>
                  <a:pt x="2527039" y="129802"/>
                </a:cubicBezTo>
                <a:close/>
                <a:moveTo>
                  <a:pt x="2579643" y="72903"/>
                </a:moveTo>
                <a:cubicBezTo>
                  <a:pt x="2578333" y="74405"/>
                  <a:pt x="2577132" y="74923"/>
                  <a:pt x="2577070" y="72903"/>
                </a:cubicBezTo>
                <a:cubicBezTo>
                  <a:pt x="2576854" y="67106"/>
                  <a:pt x="2576360" y="58801"/>
                  <a:pt x="2575351" y="56591"/>
                </a:cubicBezTo>
                <a:cubicBezTo>
                  <a:pt x="2574903" y="55606"/>
                  <a:pt x="2574494" y="54876"/>
                  <a:pt x="2572778" y="54876"/>
                </a:cubicBezTo>
                <a:cubicBezTo>
                  <a:pt x="2566772" y="57236"/>
                  <a:pt x="2561194" y="59168"/>
                  <a:pt x="2546391" y="61096"/>
                </a:cubicBezTo>
                <a:cubicBezTo>
                  <a:pt x="2545962" y="62385"/>
                  <a:pt x="2546391" y="65816"/>
                  <a:pt x="2546820" y="67106"/>
                </a:cubicBezTo>
                <a:cubicBezTo>
                  <a:pt x="2558405" y="68179"/>
                  <a:pt x="2560765" y="69253"/>
                  <a:pt x="2560765" y="81708"/>
                </a:cubicBezTo>
                <a:lnTo>
                  <a:pt x="2560765" y="123589"/>
                </a:lnTo>
                <a:cubicBezTo>
                  <a:pt x="2560765" y="141200"/>
                  <a:pt x="2558621" y="142061"/>
                  <a:pt x="2545746" y="143135"/>
                </a:cubicBezTo>
                <a:cubicBezTo>
                  <a:pt x="2544460" y="144421"/>
                  <a:pt x="2544460" y="148925"/>
                  <a:pt x="2545746" y="150212"/>
                </a:cubicBezTo>
                <a:cubicBezTo>
                  <a:pt x="2552185" y="149999"/>
                  <a:pt x="2560765" y="149783"/>
                  <a:pt x="2569345" y="149783"/>
                </a:cubicBezTo>
                <a:cubicBezTo>
                  <a:pt x="2577928" y="149783"/>
                  <a:pt x="2584363" y="149999"/>
                  <a:pt x="2590799" y="150212"/>
                </a:cubicBezTo>
                <a:cubicBezTo>
                  <a:pt x="2592085" y="148925"/>
                  <a:pt x="2592085" y="144421"/>
                  <a:pt x="2590799" y="143135"/>
                </a:cubicBezTo>
                <a:cubicBezTo>
                  <a:pt x="2579859" y="142061"/>
                  <a:pt x="2577712" y="141200"/>
                  <a:pt x="2577712" y="123589"/>
                </a:cubicBezTo>
                <a:lnTo>
                  <a:pt x="2577712" y="88367"/>
                </a:lnTo>
                <a:cubicBezTo>
                  <a:pt x="2577712" y="83856"/>
                  <a:pt x="2579643" y="81280"/>
                  <a:pt x="2581358" y="79348"/>
                </a:cubicBezTo>
                <a:cubicBezTo>
                  <a:pt x="2589512" y="71400"/>
                  <a:pt x="2599166" y="66674"/>
                  <a:pt x="2607533" y="66674"/>
                </a:cubicBezTo>
                <a:cubicBezTo>
                  <a:pt x="2611824" y="66674"/>
                  <a:pt x="2616328" y="69466"/>
                  <a:pt x="2618901" y="74405"/>
                </a:cubicBezTo>
                <a:cubicBezTo>
                  <a:pt x="2621049" y="78703"/>
                  <a:pt x="2621477" y="84501"/>
                  <a:pt x="2621477" y="90943"/>
                </a:cubicBezTo>
                <a:lnTo>
                  <a:pt x="2621477" y="123589"/>
                </a:lnTo>
                <a:cubicBezTo>
                  <a:pt x="2621477" y="141200"/>
                  <a:pt x="2619330" y="142061"/>
                  <a:pt x="2608174" y="143135"/>
                </a:cubicBezTo>
                <a:cubicBezTo>
                  <a:pt x="2607104" y="144421"/>
                  <a:pt x="2607104" y="148925"/>
                  <a:pt x="2608174" y="150212"/>
                </a:cubicBezTo>
                <a:cubicBezTo>
                  <a:pt x="2614613" y="149999"/>
                  <a:pt x="2621477" y="149783"/>
                  <a:pt x="2630057" y="149783"/>
                </a:cubicBezTo>
                <a:cubicBezTo>
                  <a:pt x="2638640" y="149783"/>
                  <a:pt x="2646362" y="149999"/>
                  <a:pt x="2652798" y="150212"/>
                </a:cubicBezTo>
                <a:cubicBezTo>
                  <a:pt x="2653872" y="148925"/>
                  <a:pt x="2653872" y="144421"/>
                  <a:pt x="2652798" y="143135"/>
                </a:cubicBezTo>
                <a:cubicBezTo>
                  <a:pt x="2640784" y="142061"/>
                  <a:pt x="2638424" y="141200"/>
                  <a:pt x="2638424" y="123589"/>
                </a:cubicBezTo>
                <a:lnTo>
                  <a:pt x="2638424" y="91588"/>
                </a:lnTo>
                <a:cubicBezTo>
                  <a:pt x="2638424" y="79777"/>
                  <a:pt x="2637566" y="69466"/>
                  <a:pt x="2632633" y="62814"/>
                </a:cubicBezTo>
                <a:cubicBezTo>
                  <a:pt x="2628984" y="58094"/>
                  <a:pt x="2622335" y="55518"/>
                  <a:pt x="2614826" y="55518"/>
                </a:cubicBezTo>
                <a:cubicBezTo>
                  <a:pt x="2604315" y="55518"/>
                  <a:pt x="2592363" y="58307"/>
                  <a:pt x="2579643" y="72903"/>
                </a:cubicBezTo>
                <a:close/>
                <a:moveTo>
                  <a:pt x="2666314" y="57822"/>
                </a:moveTo>
                <a:cubicBezTo>
                  <a:pt x="2663309" y="57822"/>
                  <a:pt x="2662451" y="60398"/>
                  <a:pt x="2662451" y="62114"/>
                </a:cubicBezTo>
                <a:lnTo>
                  <a:pt x="2662451" y="64903"/>
                </a:lnTo>
                <a:cubicBezTo>
                  <a:pt x="2662451" y="65976"/>
                  <a:pt x="2662664" y="66189"/>
                  <a:pt x="2663525" y="66189"/>
                </a:cubicBezTo>
                <a:lnTo>
                  <a:pt x="2676180" y="66189"/>
                </a:lnTo>
                <a:lnTo>
                  <a:pt x="2676180" y="130666"/>
                </a:lnTo>
                <a:cubicBezTo>
                  <a:pt x="2676180" y="145881"/>
                  <a:pt x="2682832" y="151888"/>
                  <a:pt x="2692698" y="151888"/>
                </a:cubicBezTo>
                <a:cubicBezTo>
                  <a:pt x="2702567" y="151888"/>
                  <a:pt x="2713294" y="147171"/>
                  <a:pt x="2721661" y="137734"/>
                </a:cubicBezTo>
                <a:cubicBezTo>
                  <a:pt x="2721233" y="135527"/>
                  <a:pt x="2719946" y="134306"/>
                  <a:pt x="2717799" y="134093"/>
                </a:cubicBezTo>
                <a:cubicBezTo>
                  <a:pt x="2712221" y="138378"/>
                  <a:pt x="2705785" y="140090"/>
                  <a:pt x="2700207" y="140090"/>
                </a:cubicBezTo>
                <a:cubicBezTo>
                  <a:pt x="2694417" y="140090"/>
                  <a:pt x="2693130" y="133665"/>
                  <a:pt x="2693130" y="120384"/>
                </a:cubicBezTo>
                <a:lnTo>
                  <a:pt x="2693130" y="66189"/>
                </a:lnTo>
                <a:lnTo>
                  <a:pt x="2715439" y="66189"/>
                </a:lnTo>
                <a:cubicBezTo>
                  <a:pt x="2717586" y="66189"/>
                  <a:pt x="2720588" y="65331"/>
                  <a:pt x="2720588" y="63400"/>
                </a:cubicBezTo>
                <a:lnTo>
                  <a:pt x="2720588" y="59112"/>
                </a:lnTo>
                <a:cubicBezTo>
                  <a:pt x="2720588" y="58254"/>
                  <a:pt x="2719946" y="57822"/>
                  <a:pt x="2718872" y="57822"/>
                </a:cubicBezTo>
                <a:lnTo>
                  <a:pt x="2693130" y="57822"/>
                </a:lnTo>
                <a:lnTo>
                  <a:pt x="2693130" y="49458"/>
                </a:lnTo>
                <a:cubicBezTo>
                  <a:pt x="2693130" y="35514"/>
                  <a:pt x="2693988" y="26931"/>
                  <a:pt x="2693988" y="26931"/>
                </a:cubicBezTo>
                <a:cubicBezTo>
                  <a:pt x="2693988" y="25559"/>
                  <a:pt x="2693343" y="25045"/>
                  <a:pt x="2692335" y="25045"/>
                </a:cubicBezTo>
                <a:cubicBezTo>
                  <a:pt x="2691369" y="25045"/>
                  <a:pt x="2689546" y="25880"/>
                  <a:pt x="2687552" y="26973"/>
                </a:cubicBezTo>
                <a:cubicBezTo>
                  <a:pt x="2685126" y="28325"/>
                  <a:pt x="2682940" y="29248"/>
                  <a:pt x="2680256" y="29998"/>
                </a:cubicBezTo>
                <a:cubicBezTo>
                  <a:pt x="2677683" y="30728"/>
                  <a:pt x="2675539" y="31458"/>
                  <a:pt x="2675539" y="32937"/>
                </a:cubicBezTo>
                <a:cubicBezTo>
                  <a:pt x="2675539" y="35429"/>
                  <a:pt x="2676180" y="34011"/>
                  <a:pt x="2676180" y="57803"/>
                </a:cubicBezTo>
                <a:lnTo>
                  <a:pt x="2666314" y="57822"/>
                </a:lnTo>
                <a:close/>
                <a:moveTo>
                  <a:pt x="2745346" y="21192"/>
                </a:moveTo>
                <a:cubicBezTo>
                  <a:pt x="2745346" y="26770"/>
                  <a:pt x="2750495" y="32348"/>
                  <a:pt x="2755641" y="32348"/>
                </a:cubicBezTo>
                <a:cubicBezTo>
                  <a:pt x="2761648" y="32348"/>
                  <a:pt x="2766797" y="26577"/>
                  <a:pt x="2766797" y="22050"/>
                </a:cubicBezTo>
                <a:cubicBezTo>
                  <a:pt x="2766797" y="16904"/>
                  <a:pt x="2762293" y="10894"/>
                  <a:pt x="2756502" y="10894"/>
                </a:cubicBezTo>
                <a:cubicBezTo>
                  <a:pt x="2751353" y="10894"/>
                  <a:pt x="2745346" y="16043"/>
                  <a:pt x="2745346" y="21192"/>
                </a:cubicBezTo>
                <a:moveTo>
                  <a:pt x="2764869" y="123609"/>
                </a:moveTo>
                <a:lnTo>
                  <a:pt x="2764869" y="80851"/>
                </a:lnTo>
                <a:cubicBezTo>
                  <a:pt x="2764869" y="70186"/>
                  <a:pt x="2765726" y="56408"/>
                  <a:pt x="2765726" y="56408"/>
                </a:cubicBezTo>
                <a:cubicBezTo>
                  <a:pt x="2765726" y="55541"/>
                  <a:pt x="2764653" y="54889"/>
                  <a:pt x="2762937" y="54889"/>
                </a:cubicBezTo>
                <a:cubicBezTo>
                  <a:pt x="2756823" y="57275"/>
                  <a:pt x="2748348" y="59226"/>
                  <a:pt x="2733545" y="61174"/>
                </a:cubicBezTo>
                <a:cubicBezTo>
                  <a:pt x="2733116" y="62464"/>
                  <a:pt x="2733545" y="65894"/>
                  <a:pt x="2733974" y="67184"/>
                </a:cubicBezTo>
                <a:cubicBezTo>
                  <a:pt x="2745667" y="68278"/>
                  <a:pt x="2747919" y="69544"/>
                  <a:pt x="2747919" y="81774"/>
                </a:cubicBezTo>
                <a:lnTo>
                  <a:pt x="2747919" y="123609"/>
                </a:lnTo>
                <a:cubicBezTo>
                  <a:pt x="2747919" y="141416"/>
                  <a:pt x="2745559" y="142061"/>
                  <a:pt x="2732475" y="143135"/>
                </a:cubicBezTo>
                <a:cubicBezTo>
                  <a:pt x="2731185" y="144421"/>
                  <a:pt x="2731185" y="148925"/>
                  <a:pt x="2732475" y="150212"/>
                </a:cubicBezTo>
                <a:cubicBezTo>
                  <a:pt x="2739552" y="149999"/>
                  <a:pt x="2747919" y="149783"/>
                  <a:pt x="2756502" y="149783"/>
                </a:cubicBezTo>
                <a:cubicBezTo>
                  <a:pt x="2765082" y="149783"/>
                  <a:pt x="2773232" y="149999"/>
                  <a:pt x="2780313" y="150212"/>
                </a:cubicBezTo>
                <a:cubicBezTo>
                  <a:pt x="2781599" y="148925"/>
                  <a:pt x="2781599" y="144421"/>
                  <a:pt x="2780313" y="143135"/>
                </a:cubicBezTo>
                <a:cubicBezTo>
                  <a:pt x="2767226" y="142277"/>
                  <a:pt x="2764869" y="141416"/>
                  <a:pt x="2764869" y="123609"/>
                </a:cubicBezTo>
                <a:close/>
                <a:moveTo>
                  <a:pt x="2871381" y="130214"/>
                </a:moveTo>
                <a:cubicBezTo>
                  <a:pt x="2870523" y="128283"/>
                  <a:pt x="2868805" y="127425"/>
                  <a:pt x="2866877" y="127209"/>
                </a:cubicBezTo>
                <a:cubicBezTo>
                  <a:pt x="2859580" y="136657"/>
                  <a:pt x="2850355" y="141377"/>
                  <a:pt x="2841131" y="141377"/>
                </a:cubicBezTo>
                <a:cubicBezTo>
                  <a:pt x="2825471" y="141377"/>
                  <a:pt x="2812383" y="125494"/>
                  <a:pt x="2812383" y="100377"/>
                </a:cubicBezTo>
                <a:cubicBezTo>
                  <a:pt x="2812383" y="76766"/>
                  <a:pt x="2822682" y="62598"/>
                  <a:pt x="2836843" y="62598"/>
                </a:cubicBezTo>
                <a:cubicBezTo>
                  <a:pt x="2849498" y="62598"/>
                  <a:pt x="2851213" y="70111"/>
                  <a:pt x="2852074" y="77623"/>
                </a:cubicBezTo>
                <a:cubicBezTo>
                  <a:pt x="2852716" y="83421"/>
                  <a:pt x="2855721" y="85352"/>
                  <a:pt x="2860225" y="85352"/>
                </a:cubicBezTo>
                <a:cubicBezTo>
                  <a:pt x="2864729" y="85352"/>
                  <a:pt x="2870736" y="82563"/>
                  <a:pt x="2870736" y="75908"/>
                </a:cubicBezTo>
                <a:cubicBezTo>
                  <a:pt x="2870736" y="64101"/>
                  <a:pt x="2858510" y="55518"/>
                  <a:pt x="2837913" y="55518"/>
                </a:cubicBezTo>
                <a:cubicBezTo>
                  <a:pt x="2816675" y="55518"/>
                  <a:pt x="2793934" y="74618"/>
                  <a:pt x="2793934" y="105101"/>
                </a:cubicBezTo>
                <a:cubicBezTo>
                  <a:pt x="2793934" y="132791"/>
                  <a:pt x="2809382" y="151888"/>
                  <a:pt x="2836411" y="151888"/>
                </a:cubicBezTo>
                <a:cubicBezTo>
                  <a:pt x="2849285" y="151888"/>
                  <a:pt x="2860654" y="147812"/>
                  <a:pt x="2871381" y="130214"/>
                </a:cubicBezTo>
                <a:close/>
                <a:moveTo>
                  <a:pt x="2898240" y="21192"/>
                </a:moveTo>
                <a:cubicBezTo>
                  <a:pt x="2898240" y="26770"/>
                  <a:pt x="2903389" y="32348"/>
                  <a:pt x="2908535" y="32348"/>
                </a:cubicBezTo>
                <a:cubicBezTo>
                  <a:pt x="2914541" y="32348"/>
                  <a:pt x="2919691" y="26577"/>
                  <a:pt x="2919691" y="22050"/>
                </a:cubicBezTo>
                <a:cubicBezTo>
                  <a:pt x="2919691" y="16904"/>
                  <a:pt x="2915186" y="10894"/>
                  <a:pt x="2909396" y="10894"/>
                </a:cubicBezTo>
                <a:cubicBezTo>
                  <a:pt x="2904246" y="10894"/>
                  <a:pt x="2898240" y="16043"/>
                  <a:pt x="2898240" y="21192"/>
                </a:cubicBezTo>
                <a:moveTo>
                  <a:pt x="2917762" y="123609"/>
                </a:moveTo>
                <a:lnTo>
                  <a:pt x="2917762" y="80851"/>
                </a:lnTo>
                <a:cubicBezTo>
                  <a:pt x="2917762" y="70186"/>
                  <a:pt x="2918620" y="56408"/>
                  <a:pt x="2918620" y="56408"/>
                </a:cubicBezTo>
                <a:cubicBezTo>
                  <a:pt x="2918620" y="55541"/>
                  <a:pt x="2917546" y="54889"/>
                  <a:pt x="2915831" y="54889"/>
                </a:cubicBezTo>
                <a:cubicBezTo>
                  <a:pt x="2909716" y="57275"/>
                  <a:pt x="2901241" y="59226"/>
                  <a:pt x="2886439" y="61174"/>
                </a:cubicBezTo>
                <a:cubicBezTo>
                  <a:pt x="2886010" y="62464"/>
                  <a:pt x="2886439" y="65894"/>
                  <a:pt x="2886868" y="67184"/>
                </a:cubicBezTo>
                <a:cubicBezTo>
                  <a:pt x="2898560" y="68278"/>
                  <a:pt x="2900813" y="69544"/>
                  <a:pt x="2900813" y="81774"/>
                </a:cubicBezTo>
                <a:lnTo>
                  <a:pt x="2900813" y="123609"/>
                </a:lnTo>
                <a:cubicBezTo>
                  <a:pt x="2900813" y="141416"/>
                  <a:pt x="2898452" y="142061"/>
                  <a:pt x="2885368" y="143135"/>
                </a:cubicBezTo>
                <a:cubicBezTo>
                  <a:pt x="2884079" y="144421"/>
                  <a:pt x="2884079" y="148925"/>
                  <a:pt x="2885368" y="150212"/>
                </a:cubicBezTo>
                <a:cubicBezTo>
                  <a:pt x="2892446" y="149999"/>
                  <a:pt x="2900813" y="149783"/>
                  <a:pt x="2909396" y="149783"/>
                </a:cubicBezTo>
                <a:cubicBezTo>
                  <a:pt x="2917975" y="149783"/>
                  <a:pt x="2926126" y="149999"/>
                  <a:pt x="2933207" y="150212"/>
                </a:cubicBezTo>
                <a:cubicBezTo>
                  <a:pt x="2934493" y="148925"/>
                  <a:pt x="2934493" y="144421"/>
                  <a:pt x="2933207" y="143135"/>
                </a:cubicBezTo>
                <a:cubicBezTo>
                  <a:pt x="2920119" y="142277"/>
                  <a:pt x="2917762" y="141416"/>
                  <a:pt x="2917762" y="123609"/>
                </a:cubicBezTo>
                <a:close/>
                <a:moveTo>
                  <a:pt x="2948119" y="57822"/>
                </a:moveTo>
                <a:cubicBezTo>
                  <a:pt x="2945114" y="57822"/>
                  <a:pt x="2944256" y="60398"/>
                  <a:pt x="2944256" y="62114"/>
                </a:cubicBezTo>
                <a:lnTo>
                  <a:pt x="2944256" y="64903"/>
                </a:lnTo>
                <a:cubicBezTo>
                  <a:pt x="2944256" y="65976"/>
                  <a:pt x="2944469" y="66189"/>
                  <a:pt x="2945330" y="66189"/>
                </a:cubicBezTo>
                <a:lnTo>
                  <a:pt x="2957985" y="66189"/>
                </a:lnTo>
                <a:lnTo>
                  <a:pt x="2957985" y="130666"/>
                </a:lnTo>
                <a:cubicBezTo>
                  <a:pt x="2957985" y="145881"/>
                  <a:pt x="2964637" y="151888"/>
                  <a:pt x="2974503" y="151888"/>
                </a:cubicBezTo>
                <a:cubicBezTo>
                  <a:pt x="2984372" y="151888"/>
                  <a:pt x="2995099" y="147171"/>
                  <a:pt x="3003466" y="137734"/>
                </a:cubicBezTo>
                <a:cubicBezTo>
                  <a:pt x="3003038" y="135527"/>
                  <a:pt x="3001751" y="134306"/>
                  <a:pt x="2999604" y="134093"/>
                </a:cubicBezTo>
                <a:cubicBezTo>
                  <a:pt x="2994026" y="138378"/>
                  <a:pt x="2987590" y="140090"/>
                  <a:pt x="2982012" y="140090"/>
                </a:cubicBezTo>
                <a:cubicBezTo>
                  <a:pt x="2976221" y="140090"/>
                  <a:pt x="2974935" y="133665"/>
                  <a:pt x="2974935" y="120384"/>
                </a:cubicBezTo>
                <a:lnTo>
                  <a:pt x="2974935" y="66189"/>
                </a:lnTo>
                <a:lnTo>
                  <a:pt x="2997244" y="66189"/>
                </a:lnTo>
                <a:cubicBezTo>
                  <a:pt x="2999391" y="66189"/>
                  <a:pt x="3002393" y="65331"/>
                  <a:pt x="3002393" y="63400"/>
                </a:cubicBezTo>
                <a:lnTo>
                  <a:pt x="3002393" y="59112"/>
                </a:lnTo>
                <a:cubicBezTo>
                  <a:pt x="3002393" y="58254"/>
                  <a:pt x="3001751" y="57822"/>
                  <a:pt x="3000677" y="57822"/>
                </a:cubicBezTo>
                <a:lnTo>
                  <a:pt x="2974935" y="57822"/>
                </a:lnTo>
                <a:lnTo>
                  <a:pt x="2974935" y="49458"/>
                </a:lnTo>
                <a:cubicBezTo>
                  <a:pt x="2974935" y="35514"/>
                  <a:pt x="2975793" y="26931"/>
                  <a:pt x="2975793" y="26931"/>
                </a:cubicBezTo>
                <a:cubicBezTo>
                  <a:pt x="2975793" y="25559"/>
                  <a:pt x="2975148" y="25045"/>
                  <a:pt x="2974140" y="25045"/>
                </a:cubicBezTo>
                <a:cubicBezTo>
                  <a:pt x="2973174" y="25045"/>
                  <a:pt x="2971351" y="25880"/>
                  <a:pt x="2969357" y="26973"/>
                </a:cubicBezTo>
                <a:cubicBezTo>
                  <a:pt x="2966931" y="28325"/>
                  <a:pt x="2964745" y="29248"/>
                  <a:pt x="2962061" y="29998"/>
                </a:cubicBezTo>
                <a:cubicBezTo>
                  <a:pt x="2959488" y="30728"/>
                  <a:pt x="2957343" y="31458"/>
                  <a:pt x="2957343" y="32937"/>
                </a:cubicBezTo>
                <a:cubicBezTo>
                  <a:pt x="2957343" y="35429"/>
                  <a:pt x="2957985" y="34011"/>
                  <a:pt x="2957985" y="57803"/>
                </a:cubicBezTo>
                <a:lnTo>
                  <a:pt x="2948119" y="57822"/>
                </a:lnTo>
                <a:close/>
                <a:moveTo>
                  <a:pt x="3051606" y="184210"/>
                </a:moveTo>
                <a:cubicBezTo>
                  <a:pt x="3054951" y="178246"/>
                  <a:pt x="3057763" y="172108"/>
                  <a:pt x="3060401" y="165757"/>
                </a:cubicBezTo>
                <a:cubicBezTo>
                  <a:pt x="3077564" y="124348"/>
                  <a:pt x="3087175" y="102334"/>
                  <a:pt x="3098373" y="78216"/>
                </a:cubicBezTo>
                <a:cubicBezTo>
                  <a:pt x="3102599" y="69142"/>
                  <a:pt x="3105667" y="65708"/>
                  <a:pt x="3115749" y="64484"/>
                </a:cubicBezTo>
                <a:cubicBezTo>
                  <a:pt x="3117035" y="63197"/>
                  <a:pt x="3117035" y="58693"/>
                  <a:pt x="3115749" y="57403"/>
                </a:cubicBezTo>
                <a:cubicBezTo>
                  <a:pt x="3111457" y="57619"/>
                  <a:pt x="3106524" y="57835"/>
                  <a:pt x="3100517" y="57835"/>
                </a:cubicBezTo>
                <a:cubicBezTo>
                  <a:pt x="3094082" y="57835"/>
                  <a:pt x="3087430" y="57619"/>
                  <a:pt x="3080995" y="57403"/>
                </a:cubicBezTo>
                <a:cubicBezTo>
                  <a:pt x="3079708" y="58693"/>
                  <a:pt x="3079708" y="63197"/>
                  <a:pt x="3080995" y="64484"/>
                </a:cubicBezTo>
                <a:cubicBezTo>
                  <a:pt x="3087774" y="65128"/>
                  <a:pt x="3094727" y="66415"/>
                  <a:pt x="3091293" y="74140"/>
                </a:cubicBezTo>
                <a:lnTo>
                  <a:pt x="3070012" y="123275"/>
                </a:lnTo>
                <a:cubicBezTo>
                  <a:pt x="3068510" y="126728"/>
                  <a:pt x="3066709" y="127308"/>
                  <a:pt x="3064886" y="123059"/>
                </a:cubicBezTo>
                <a:lnTo>
                  <a:pt x="3045857" y="78432"/>
                </a:lnTo>
                <a:cubicBezTo>
                  <a:pt x="3041995" y="69377"/>
                  <a:pt x="3040879" y="65407"/>
                  <a:pt x="3052892" y="64484"/>
                </a:cubicBezTo>
                <a:cubicBezTo>
                  <a:pt x="3054179" y="63197"/>
                  <a:pt x="3054179" y="58693"/>
                  <a:pt x="3052892" y="57403"/>
                </a:cubicBezTo>
                <a:cubicBezTo>
                  <a:pt x="3044954" y="57619"/>
                  <a:pt x="3036374" y="57835"/>
                  <a:pt x="3028652" y="57835"/>
                </a:cubicBezTo>
                <a:cubicBezTo>
                  <a:pt x="3021356" y="57835"/>
                  <a:pt x="3015565" y="57619"/>
                  <a:pt x="3011274" y="57403"/>
                </a:cubicBezTo>
                <a:cubicBezTo>
                  <a:pt x="3009987" y="58693"/>
                  <a:pt x="3009987" y="63197"/>
                  <a:pt x="3011274" y="64484"/>
                </a:cubicBezTo>
                <a:cubicBezTo>
                  <a:pt x="3019791" y="65557"/>
                  <a:pt x="3022580" y="67489"/>
                  <a:pt x="3028201" y="80576"/>
                </a:cubicBezTo>
                <a:lnTo>
                  <a:pt x="3052463" y="137007"/>
                </a:lnTo>
                <a:cubicBezTo>
                  <a:pt x="3054329" y="141318"/>
                  <a:pt x="3057612" y="151168"/>
                  <a:pt x="3055468" y="157175"/>
                </a:cubicBezTo>
                <a:cubicBezTo>
                  <a:pt x="3052915" y="164340"/>
                  <a:pt x="3050319" y="170262"/>
                  <a:pt x="3047101" y="176913"/>
                </a:cubicBezTo>
                <a:cubicBezTo>
                  <a:pt x="3044741" y="181205"/>
                  <a:pt x="3041736" y="183136"/>
                  <a:pt x="3036374" y="183136"/>
                </a:cubicBezTo>
                <a:cubicBezTo>
                  <a:pt x="3033369" y="183136"/>
                  <a:pt x="3032512" y="182495"/>
                  <a:pt x="3030151" y="182495"/>
                </a:cubicBezTo>
                <a:cubicBezTo>
                  <a:pt x="3023932" y="182495"/>
                  <a:pt x="3020714" y="188930"/>
                  <a:pt x="3020714" y="191719"/>
                </a:cubicBezTo>
                <a:cubicBezTo>
                  <a:pt x="3020714" y="196223"/>
                  <a:pt x="3025002" y="199654"/>
                  <a:pt x="3030796" y="199654"/>
                </a:cubicBezTo>
                <a:cubicBezTo>
                  <a:pt x="3035301" y="199654"/>
                  <a:pt x="3043884" y="197939"/>
                  <a:pt x="3051606" y="18421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E6B62-EC80-4765-B89E-AEFFEF52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5090" y="792468"/>
            <a:ext cx="3233627" cy="518008"/>
          </a:xfrm>
          <a:custGeom xmlns:a="http://schemas.openxmlformats.org/drawingml/2006/main">
            <a:pathLst>
              <a:path w="3233627" h="518008">
                <a:moveTo>
                  <a:pt x="0" y="0"/>
                </a:moveTo>
                <a:lnTo>
                  <a:pt x="3233627" y="0"/>
                </a:lnTo>
                <a:lnTo>
                  <a:pt x="3233627" y="518008"/>
                </a:lnTo>
                <a:lnTo>
                  <a:pt x="0" y="518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56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Authenticity,GPIO,EdgeCount&amp;">
            <a:extLst xmlns:a="http://schemas.openxmlformats.org/drawingml/2006/main">
              <a:ext uri="{FF2B5EF4-FFF2-40B4-BE49-F238E27FC236}">
                <a16:creationId xmlns:a16="http://schemas.microsoft.com/office/drawing/2014/main" id="{ACC8CEC9-3272-47BA-8F32-98D2C2A1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74" y="845866"/>
            <a:ext cx="3038927" cy="200911"/>
          </a:xfrm>
          <a:custGeom xmlns:a="http://schemas.openxmlformats.org/drawingml/2006/main">
            <a:pathLst>
              <a:path w="3038927" h="200911">
                <a:moveTo>
                  <a:pt x="56208" y="89038"/>
                </a:moveTo>
                <a:cubicBezTo>
                  <a:pt x="51488" y="89038"/>
                  <a:pt x="49986" y="88396"/>
                  <a:pt x="50801" y="86187"/>
                </a:cubicBezTo>
                <a:lnTo>
                  <a:pt x="72726" y="30689"/>
                </a:lnTo>
                <a:lnTo>
                  <a:pt x="74013" y="30689"/>
                </a:lnTo>
                <a:lnTo>
                  <a:pt x="94177" y="89038"/>
                </a:lnTo>
                <a:lnTo>
                  <a:pt x="56208" y="89038"/>
                </a:lnTo>
                <a:moveTo>
                  <a:pt x="33039" y="132830"/>
                </a:moveTo>
                <a:lnTo>
                  <a:pt x="44836" y="101699"/>
                </a:lnTo>
                <a:cubicBezTo>
                  <a:pt x="45910" y="98907"/>
                  <a:pt x="47197" y="98050"/>
                  <a:pt x="52346" y="98050"/>
                </a:cubicBezTo>
                <a:lnTo>
                  <a:pt x="97611" y="98050"/>
                </a:lnTo>
                <a:lnTo>
                  <a:pt x="110053" y="134332"/>
                </a:lnTo>
                <a:cubicBezTo>
                  <a:pt x="112584" y="141740"/>
                  <a:pt x="104390" y="142405"/>
                  <a:pt x="94177" y="143135"/>
                </a:cubicBezTo>
                <a:cubicBezTo>
                  <a:pt x="92891" y="144421"/>
                  <a:pt x="92891" y="148925"/>
                  <a:pt x="94177" y="150212"/>
                </a:cubicBezTo>
                <a:cubicBezTo>
                  <a:pt x="102115" y="149999"/>
                  <a:pt x="113916" y="149783"/>
                  <a:pt x="122283" y="149783"/>
                </a:cubicBezTo>
                <a:cubicBezTo>
                  <a:pt x="131079" y="149783"/>
                  <a:pt x="139229" y="149999"/>
                  <a:pt x="146739" y="150212"/>
                </a:cubicBezTo>
                <a:cubicBezTo>
                  <a:pt x="148025" y="148925"/>
                  <a:pt x="148025" y="144421"/>
                  <a:pt x="146739" y="143135"/>
                </a:cubicBezTo>
                <a:cubicBezTo>
                  <a:pt x="138414" y="142382"/>
                  <a:pt x="131164" y="141675"/>
                  <a:pt x="127429" y="131327"/>
                </a:cubicBezTo>
                <a:lnTo>
                  <a:pt x="83237" y="8590"/>
                </a:lnTo>
                <a:cubicBezTo>
                  <a:pt x="80019" y="10521"/>
                  <a:pt x="74229" y="12881"/>
                  <a:pt x="71440" y="12881"/>
                </a:cubicBezTo>
                <a:lnTo>
                  <a:pt x="22741" y="127890"/>
                </a:lnTo>
                <a:cubicBezTo>
                  <a:pt x="17163" y="141203"/>
                  <a:pt x="10619" y="142490"/>
                  <a:pt x="1286" y="143135"/>
                </a:cubicBezTo>
                <a:cubicBezTo>
                  <a:pt x="0" y="144421"/>
                  <a:pt x="0" y="148925"/>
                  <a:pt x="1286" y="150212"/>
                </a:cubicBezTo>
                <a:cubicBezTo>
                  <a:pt x="6864" y="149999"/>
                  <a:pt x="13879" y="149783"/>
                  <a:pt x="20380" y="149783"/>
                </a:cubicBezTo>
                <a:cubicBezTo>
                  <a:pt x="29176" y="149783"/>
                  <a:pt x="39903" y="149999"/>
                  <a:pt x="47841" y="150212"/>
                </a:cubicBezTo>
                <a:cubicBezTo>
                  <a:pt x="49128" y="148925"/>
                  <a:pt x="49128" y="144421"/>
                  <a:pt x="47841" y="143135"/>
                </a:cubicBezTo>
                <a:cubicBezTo>
                  <a:pt x="39772" y="142575"/>
                  <a:pt x="29690" y="141652"/>
                  <a:pt x="33039" y="132830"/>
                </a:cubicBezTo>
                <a:close/>
                <a:moveTo>
                  <a:pt x="196230" y="151888"/>
                </a:moveTo>
                <a:cubicBezTo>
                  <a:pt x="204597" y="151888"/>
                  <a:pt x="214680" y="147600"/>
                  <a:pt x="225191" y="139023"/>
                </a:cubicBezTo>
                <a:cubicBezTo>
                  <a:pt x="226264" y="138166"/>
                  <a:pt x="228258" y="137737"/>
                  <a:pt x="228408" y="139236"/>
                </a:cubicBezTo>
                <a:cubicBezTo>
                  <a:pt x="228945" y="144703"/>
                  <a:pt x="230769" y="151888"/>
                  <a:pt x="230769" y="151888"/>
                </a:cubicBezTo>
                <a:cubicBezTo>
                  <a:pt x="232484" y="152533"/>
                  <a:pt x="233450" y="152425"/>
                  <a:pt x="234844" y="151888"/>
                </a:cubicBezTo>
                <a:cubicBezTo>
                  <a:pt x="239564" y="148029"/>
                  <a:pt x="247074" y="144811"/>
                  <a:pt x="260161" y="143308"/>
                </a:cubicBezTo>
                <a:cubicBezTo>
                  <a:pt x="261447" y="142022"/>
                  <a:pt x="261447" y="138807"/>
                  <a:pt x="260161" y="137524"/>
                </a:cubicBezTo>
                <a:cubicBezTo>
                  <a:pt x="246429" y="136450"/>
                  <a:pt x="244497" y="132381"/>
                  <a:pt x="244497" y="121887"/>
                </a:cubicBezTo>
                <a:lnTo>
                  <a:pt x="244497" y="80762"/>
                </a:lnTo>
                <a:cubicBezTo>
                  <a:pt x="244497" y="74337"/>
                  <a:pt x="245358" y="58693"/>
                  <a:pt x="245358" y="58693"/>
                </a:cubicBezTo>
                <a:cubicBezTo>
                  <a:pt x="245358" y="58048"/>
                  <a:pt x="244714" y="57403"/>
                  <a:pt x="243640" y="57403"/>
                </a:cubicBezTo>
                <a:cubicBezTo>
                  <a:pt x="242569" y="57619"/>
                  <a:pt x="239352" y="57835"/>
                  <a:pt x="236134" y="57835"/>
                </a:cubicBezTo>
                <a:cubicBezTo>
                  <a:pt x="229266" y="57835"/>
                  <a:pt x="221544" y="57619"/>
                  <a:pt x="214251" y="57403"/>
                </a:cubicBezTo>
                <a:cubicBezTo>
                  <a:pt x="212964" y="58693"/>
                  <a:pt x="212964" y="63197"/>
                  <a:pt x="214251" y="64484"/>
                </a:cubicBezTo>
                <a:cubicBezTo>
                  <a:pt x="224762" y="65125"/>
                  <a:pt x="227551" y="67698"/>
                  <a:pt x="227551" y="81833"/>
                </a:cubicBezTo>
                <a:lnTo>
                  <a:pt x="227551" y="123173"/>
                </a:lnTo>
                <a:cubicBezTo>
                  <a:pt x="227551" y="127242"/>
                  <a:pt x="227122" y="128954"/>
                  <a:pt x="224120" y="131527"/>
                </a:cubicBezTo>
                <a:cubicBezTo>
                  <a:pt x="216182" y="138378"/>
                  <a:pt x="208028" y="141806"/>
                  <a:pt x="202666" y="141806"/>
                </a:cubicBezTo>
                <a:cubicBezTo>
                  <a:pt x="196230" y="141806"/>
                  <a:pt x="185503" y="138807"/>
                  <a:pt x="185503" y="119746"/>
                </a:cubicBezTo>
                <a:lnTo>
                  <a:pt x="185503" y="80762"/>
                </a:lnTo>
                <a:cubicBezTo>
                  <a:pt x="185503" y="74337"/>
                  <a:pt x="186361" y="58693"/>
                  <a:pt x="186361" y="58693"/>
                </a:cubicBezTo>
                <a:cubicBezTo>
                  <a:pt x="186361" y="58048"/>
                  <a:pt x="185719" y="57403"/>
                  <a:pt x="184646" y="57403"/>
                </a:cubicBezTo>
                <a:cubicBezTo>
                  <a:pt x="183572" y="57619"/>
                  <a:pt x="180354" y="57835"/>
                  <a:pt x="177136" y="57835"/>
                </a:cubicBezTo>
                <a:cubicBezTo>
                  <a:pt x="170272" y="57835"/>
                  <a:pt x="162550" y="57619"/>
                  <a:pt x="155253" y="57403"/>
                </a:cubicBezTo>
                <a:cubicBezTo>
                  <a:pt x="153967" y="58693"/>
                  <a:pt x="153967" y="63197"/>
                  <a:pt x="155253" y="64484"/>
                </a:cubicBezTo>
                <a:cubicBezTo>
                  <a:pt x="165552" y="65341"/>
                  <a:pt x="168557" y="67698"/>
                  <a:pt x="168557" y="81620"/>
                </a:cubicBezTo>
                <a:lnTo>
                  <a:pt x="168557" y="122744"/>
                </a:lnTo>
                <a:cubicBezTo>
                  <a:pt x="168557" y="137524"/>
                  <a:pt x="174992" y="151888"/>
                  <a:pt x="196230" y="151888"/>
                </a:cubicBezTo>
                <a:close/>
                <a:moveTo>
                  <a:pt x="272818" y="57822"/>
                </a:moveTo>
                <a:cubicBezTo>
                  <a:pt x="269813" y="57822"/>
                  <a:pt x="268955" y="60398"/>
                  <a:pt x="268955" y="62114"/>
                </a:cubicBezTo>
                <a:lnTo>
                  <a:pt x="268955" y="64903"/>
                </a:lnTo>
                <a:cubicBezTo>
                  <a:pt x="268955" y="65976"/>
                  <a:pt x="269168" y="66189"/>
                  <a:pt x="270029" y="66189"/>
                </a:cubicBezTo>
                <a:lnTo>
                  <a:pt x="282684" y="66189"/>
                </a:lnTo>
                <a:lnTo>
                  <a:pt x="282684" y="130666"/>
                </a:lnTo>
                <a:cubicBezTo>
                  <a:pt x="282684" y="145881"/>
                  <a:pt x="289336" y="151888"/>
                  <a:pt x="299202" y="151888"/>
                </a:cubicBezTo>
                <a:cubicBezTo>
                  <a:pt x="309071" y="151888"/>
                  <a:pt x="319798" y="147171"/>
                  <a:pt x="328165" y="137734"/>
                </a:cubicBezTo>
                <a:cubicBezTo>
                  <a:pt x="327737" y="135527"/>
                  <a:pt x="326450" y="134306"/>
                  <a:pt x="324303" y="134093"/>
                </a:cubicBezTo>
                <a:cubicBezTo>
                  <a:pt x="318725" y="138378"/>
                  <a:pt x="312289" y="140090"/>
                  <a:pt x="306711" y="140090"/>
                </a:cubicBezTo>
                <a:cubicBezTo>
                  <a:pt x="300920" y="140090"/>
                  <a:pt x="299634" y="133665"/>
                  <a:pt x="299634" y="120384"/>
                </a:cubicBezTo>
                <a:lnTo>
                  <a:pt x="299634" y="66189"/>
                </a:lnTo>
                <a:lnTo>
                  <a:pt x="321943" y="66189"/>
                </a:lnTo>
                <a:cubicBezTo>
                  <a:pt x="324090" y="66189"/>
                  <a:pt x="327092" y="65331"/>
                  <a:pt x="327092" y="63400"/>
                </a:cubicBezTo>
                <a:lnTo>
                  <a:pt x="327092" y="59112"/>
                </a:lnTo>
                <a:cubicBezTo>
                  <a:pt x="327092" y="58254"/>
                  <a:pt x="326450" y="57822"/>
                  <a:pt x="325376" y="57822"/>
                </a:cubicBezTo>
                <a:lnTo>
                  <a:pt x="299634" y="57822"/>
                </a:lnTo>
                <a:lnTo>
                  <a:pt x="299634" y="49458"/>
                </a:lnTo>
                <a:cubicBezTo>
                  <a:pt x="299634" y="35514"/>
                  <a:pt x="300492" y="26931"/>
                  <a:pt x="300492" y="26931"/>
                </a:cubicBezTo>
                <a:cubicBezTo>
                  <a:pt x="300492" y="25559"/>
                  <a:pt x="299847" y="25045"/>
                  <a:pt x="298839" y="25045"/>
                </a:cubicBezTo>
                <a:cubicBezTo>
                  <a:pt x="297873" y="25045"/>
                  <a:pt x="296050" y="25880"/>
                  <a:pt x="294056" y="26973"/>
                </a:cubicBezTo>
                <a:cubicBezTo>
                  <a:pt x="291630" y="28325"/>
                  <a:pt x="289444" y="29248"/>
                  <a:pt x="286760" y="29998"/>
                </a:cubicBezTo>
                <a:cubicBezTo>
                  <a:pt x="284187" y="30728"/>
                  <a:pt x="282042" y="31458"/>
                  <a:pt x="282042" y="32937"/>
                </a:cubicBezTo>
                <a:cubicBezTo>
                  <a:pt x="282042" y="35429"/>
                  <a:pt x="282684" y="34011"/>
                  <a:pt x="282684" y="57803"/>
                </a:cubicBezTo>
                <a:lnTo>
                  <a:pt x="272818" y="57822"/>
                </a:lnTo>
                <a:close/>
                <a:moveTo>
                  <a:pt x="368367" y="88390"/>
                </a:moveTo>
                <a:cubicBezTo>
                  <a:pt x="368367" y="83856"/>
                  <a:pt x="370299" y="81214"/>
                  <a:pt x="372014" y="79348"/>
                </a:cubicBezTo>
                <a:cubicBezTo>
                  <a:pt x="380168" y="71335"/>
                  <a:pt x="391023" y="66674"/>
                  <a:pt x="399475" y="66674"/>
                </a:cubicBezTo>
                <a:cubicBezTo>
                  <a:pt x="403852" y="66674"/>
                  <a:pt x="408356" y="69489"/>
                  <a:pt x="410844" y="74405"/>
                </a:cubicBezTo>
                <a:cubicBezTo>
                  <a:pt x="412991" y="78661"/>
                  <a:pt x="413420" y="84501"/>
                  <a:pt x="413420" y="90943"/>
                </a:cubicBezTo>
                <a:lnTo>
                  <a:pt x="413420" y="123589"/>
                </a:lnTo>
                <a:cubicBezTo>
                  <a:pt x="413420" y="141200"/>
                  <a:pt x="411272" y="142061"/>
                  <a:pt x="400117" y="143135"/>
                </a:cubicBezTo>
                <a:cubicBezTo>
                  <a:pt x="399046" y="144421"/>
                  <a:pt x="399046" y="148925"/>
                  <a:pt x="400117" y="150212"/>
                </a:cubicBezTo>
                <a:cubicBezTo>
                  <a:pt x="406123" y="149999"/>
                  <a:pt x="413420" y="149783"/>
                  <a:pt x="422000" y="149783"/>
                </a:cubicBezTo>
                <a:cubicBezTo>
                  <a:pt x="430583" y="149783"/>
                  <a:pt x="437660" y="149999"/>
                  <a:pt x="444740" y="150212"/>
                </a:cubicBezTo>
                <a:cubicBezTo>
                  <a:pt x="445814" y="148925"/>
                  <a:pt x="445814" y="144421"/>
                  <a:pt x="444740" y="143135"/>
                </a:cubicBezTo>
                <a:cubicBezTo>
                  <a:pt x="432727" y="142061"/>
                  <a:pt x="430366" y="141200"/>
                  <a:pt x="430366" y="123589"/>
                </a:cubicBezTo>
                <a:lnTo>
                  <a:pt x="430366" y="91588"/>
                </a:lnTo>
                <a:cubicBezTo>
                  <a:pt x="430366" y="79777"/>
                  <a:pt x="429571" y="69361"/>
                  <a:pt x="424576" y="62814"/>
                </a:cubicBezTo>
                <a:cubicBezTo>
                  <a:pt x="420968" y="58094"/>
                  <a:pt x="414277" y="55518"/>
                  <a:pt x="406768" y="55518"/>
                </a:cubicBezTo>
                <a:cubicBezTo>
                  <a:pt x="396234" y="55518"/>
                  <a:pt x="383386" y="58307"/>
                  <a:pt x="370299" y="72903"/>
                </a:cubicBezTo>
                <a:cubicBezTo>
                  <a:pt x="369569" y="73721"/>
                  <a:pt x="368197" y="75911"/>
                  <a:pt x="368197" y="72903"/>
                </a:cubicBezTo>
                <a:lnTo>
                  <a:pt x="368367" y="24603"/>
                </a:lnTo>
                <a:cubicBezTo>
                  <a:pt x="368367" y="10652"/>
                  <a:pt x="369225" y="2118"/>
                  <a:pt x="369225" y="2118"/>
                </a:cubicBezTo>
                <a:cubicBezTo>
                  <a:pt x="369225" y="638"/>
                  <a:pt x="368367" y="0"/>
                  <a:pt x="366436" y="0"/>
                </a:cubicBezTo>
                <a:cubicBezTo>
                  <a:pt x="361074" y="2118"/>
                  <a:pt x="344985" y="5080"/>
                  <a:pt x="336402" y="5715"/>
                </a:cubicBezTo>
                <a:cubicBezTo>
                  <a:pt x="335973" y="7434"/>
                  <a:pt x="336402" y="10865"/>
                  <a:pt x="337689" y="12151"/>
                </a:cubicBezTo>
                <a:cubicBezTo>
                  <a:pt x="348845" y="12796"/>
                  <a:pt x="351421" y="11722"/>
                  <a:pt x="351421" y="29756"/>
                </a:cubicBezTo>
                <a:lnTo>
                  <a:pt x="351421" y="123589"/>
                </a:lnTo>
                <a:cubicBezTo>
                  <a:pt x="351421" y="141416"/>
                  <a:pt x="348887" y="142274"/>
                  <a:pt x="336445" y="143135"/>
                </a:cubicBezTo>
                <a:cubicBezTo>
                  <a:pt x="335158" y="144421"/>
                  <a:pt x="335158" y="148925"/>
                  <a:pt x="336445" y="150212"/>
                </a:cubicBezTo>
                <a:cubicBezTo>
                  <a:pt x="343525" y="149999"/>
                  <a:pt x="351421" y="149783"/>
                  <a:pt x="360000" y="149783"/>
                </a:cubicBezTo>
                <a:cubicBezTo>
                  <a:pt x="368151" y="149783"/>
                  <a:pt x="375189" y="149999"/>
                  <a:pt x="381196" y="150212"/>
                </a:cubicBezTo>
                <a:cubicBezTo>
                  <a:pt x="382483" y="148925"/>
                  <a:pt x="382483" y="144421"/>
                  <a:pt x="381196" y="143135"/>
                </a:cubicBezTo>
                <a:cubicBezTo>
                  <a:pt x="370299" y="142274"/>
                  <a:pt x="368367" y="141416"/>
                  <a:pt x="368367" y="123589"/>
                </a:cubicBezTo>
                <a:lnTo>
                  <a:pt x="368367" y="88390"/>
                </a:lnTo>
                <a:close/>
                <a:moveTo>
                  <a:pt x="476061" y="89287"/>
                </a:moveTo>
                <a:cubicBezTo>
                  <a:pt x="480136" y="65148"/>
                  <a:pt x="495155" y="63227"/>
                  <a:pt x="500304" y="63227"/>
                </a:cubicBezTo>
                <a:cubicBezTo>
                  <a:pt x="508455" y="63227"/>
                  <a:pt x="518108" y="67715"/>
                  <a:pt x="518108" y="85656"/>
                </a:cubicBezTo>
                <a:cubicBezTo>
                  <a:pt x="518108" y="87578"/>
                  <a:pt x="517250" y="88602"/>
                  <a:pt x="514890" y="88648"/>
                </a:cubicBezTo>
                <a:lnTo>
                  <a:pt x="476061" y="89287"/>
                </a:lnTo>
                <a:moveTo>
                  <a:pt x="532266" y="129802"/>
                </a:moveTo>
                <a:cubicBezTo>
                  <a:pt x="524331" y="137950"/>
                  <a:pt x="518108" y="141377"/>
                  <a:pt x="505666" y="141377"/>
                </a:cubicBezTo>
                <a:cubicBezTo>
                  <a:pt x="497944" y="141377"/>
                  <a:pt x="488932" y="136876"/>
                  <a:pt x="482283" y="125946"/>
                </a:cubicBezTo>
                <a:cubicBezTo>
                  <a:pt x="477992" y="118872"/>
                  <a:pt x="475416" y="109012"/>
                  <a:pt x="475416" y="96580"/>
                </a:cubicBezTo>
                <a:lnTo>
                  <a:pt x="532482" y="97009"/>
                </a:lnTo>
                <a:cubicBezTo>
                  <a:pt x="535055" y="97009"/>
                  <a:pt x="536557" y="95722"/>
                  <a:pt x="536557" y="93362"/>
                </a:cubicBezTo>
                <a:cubicBezTo>
                  <a:pt x="536557" y="75404"/>
                  <a:pt x="530122" y="56146"/>
                  <a:pt x="500304" y="56146"/>
                </a:cubicBezTo>
                <a:cubicBezTo>
                  <a:pt x="481639" y="56146"/>
                  <a:pt x="457395" y="73908"/>
                  <a:pt x="457395" y="106439"/>
                </a:cubicBezTo>
                <a:cubicBezTo>
                  <a:pt x="457395" y="118443"/>
                  <a:pt x="460400" y="130018"/>
                  <a:pt x="467481" y="138162"/>
                </a:cubicBezTo>
                <a:cubicBezTo>
                  <a:pt x="474774" y="146742"/>
                  <a:pt x="484856" y="151888"/>
                  <a:pt x="500304" y="151888"/>
                </a:cubicBezTo>
                <a:cubicBezTo>
                  <a:pt x="516605" y="151888"/>
                  <a:pt x="528190" y="144382"/>
                  <a:pt x="536773" y="133233"/>
                </a:cubicBezTo>
                <a:cubicBezTo>
                  <a:pt x="536128" y="131088"/>
                  <a:pt x="534842" y="130018"/>
                  <a:pt x="532266" y="129802"/>
                </a:cubicBezTo>
                <a:close/>
                <a:moveTo>
                  <a:pt x="584869" y="72903"/>
                </a:moveTo>
                <a:cubicBezTo>
                  <a:pt x="583560" y="74405"/>
                  <a:pt x="582359" y="74923"/>
                  <a:pt x="582297" y="72903"/>
                </a:cubicBezTo>
                <a:cubicBezTo>
                  <a:pt x="582081" y="67106"/>
                  <a:pt x="581586" y="58801"/>
                  <a:pt x="580578" y="56591"/>
                </a:cubicBezTo>
                <a:cubicBezTo>
                  <a:pt x="580130" y="55606"/>
                  <a:pt x="579720" y="54876"/>
                  <a:pt x="578005" y="54876"/>
                </a:cubicBezTo>
                <a:cubicBezTo>
                  <a:pt x="571998" y="57236"/>
                  <a:pt x="566420" y="59168"/>
                  <a:pt x="551618" y="61096"/>
                </a:cubicBezTo>
                <a:cubicBezTo>
                  <a:pt x="551189" y="62385"/>
                  <a:pt x="551618" y="65816"/>
                  <a:pt x="552047" y="67106"/>
                </a:cubicBezTo>
                <a:cubicBezTo>
                  <a:pt x="563631" y="68179"/>
                  <a:pt x="565992" y="69253"/>
                  <a:pt x="565992" y="81708"/>
                </a:cubicBezTo>
                <a:lnTo>
                  <a:pt x="565992" y="123589"/>
                </a:lnTo>
                <a:cubicBezTo>
                  <a:pt x="565992" y="141200"/>
                  <a:pt x="563847" y="142061"/>
                  <a:pt x="550973" y="143135"/>
                </a:cubicBezTo>
                <a:cubicBezTo>
                  <a:pt x="549686" y="144421"/>
                  <a:pt x="549686" y="148925"/>
                  <a:pt x="550973" y="150212"/>
                </a:cubicBezTo>
                <a:cubicBezTo>
                  <a:pt x="557412" y="149999"/>
                  <a:pt x="565992" y="149783"/>
                  <a:pt x="574571" y="149783"/>
                </a:cubicBezTo>
                <a:cubicBezTo>
                  <a:pt x="583154" y="149783"/>
                  <a:pt x="589590" y="149999"/>
                  <a:pt x="596025" y="150212"/>
                </a:cubicBezTo>
                <a:cubicBezTo>
                  <a:pt x="597312" y="148925"/>
                  <a:pt x="597312" y="144421"/>
                  <a:pt x="596025" y="143135"/>
                </a:cubicBezTo>
                <a:cubicBezTo>
                  <a:pt x="585086" y="142061"/>
                  <a:pt x="582938" y="141200"/>
                  <a:pt x="582938" y="123589"/>
                </a:cubicBezTo>
                <a:lnTo>
                  <a:pt x="582938" y="88367"/>
                </a:lnTo>
                <a:cubicBezTo>
                  <a:pt x="582938" y="83856"/>
                  <a:pt x="584869" y="81280"/>
                  <a:pt x="586585" y="79348"/>
                </a:cubicBezTo>
                <a:cubicBezTo>
                  <a:pt x="594739" y="71400"/>
                  <a:pt x="604392" y="66674"/>
                  <a:pt x="612759" y="66674"/>
                </a:cubicBezTo>
                <a:cubicBezTo>
                  <a:pt x="617051" y="66674"/>
                  <a:pt x="621555" y="69466"/>
                  <a:pt x="624128" y="74405"/>
                </a:cubicBezTo>
                <a:cubicBezTo>
                  <a:pt x="626275" y="78703"/>
                  <a:pt x="626704" y="84501"/>
                  <a:pt x="626704" y="90943"/>
                </a:cubicBezTo>
                <a:lnTo>
                  <a:pt x="626704" y="123589"/>
                </a:lnTo>
                <a:cubicBezTo>
                  <a:pt x="626704" y="141200"/>
                  <a:pt x="624557" y="142061"/>
                  <a:pt x="613401" y="143135"/>
                </a:cubicBezTo>
                <a:cubicBezTo>
                  <a:pt x="612330" y="144421"/>
                  <a:pt x="612330" y="148925"/>
                  <a:pt x="613401" y="150212"/>
                </a:cubicBezTo>
                <a:cubicBezTo>
                  <a:pt x="619840" y="149999"/>
                  <a:pt x="626704" y="149783"/>
                  <a:pt x="635284" y="149783"/>
                </a:cubicBezTo>
                <a:cubicBezTo>
                  <a:pt x="643867" y="149783"/>
                  <a:pt x="651589" y="149999"/>
                  <a:pt x="658024" y="150212"/>
                </a:cubicBezTo>
                <a:cubicBezTo>
                  <a:pt x="659098" y="148925"/>
                  <a:pt x="659098" y="144421"/>
                  <a:pt x="658024" y="143135"/>
                </a:cubicBezTo>
                <a:cubicBezTo>
                  <a:pt x="646011" y="142061"/>
                  <a:pt x="643651" y="141200"/>
                  <a:pt x="643651" y="123589"/>
                </a:cubicBezTo>
                <a:lnTo>
                  <a:pt x="643651" y="91588"/>
                </a:lnTo>
                <a:cubicBezTo>
                  <a:pt x="643651" y="79777"/>
                  <a:pt x="642793" y="69466"/>
                  <a:pt x="637860" y="62814"/>
                </a:cubicBezTo>
                <a:cubicBezTo>
                  <a:pt x="634210" y="58094"/>
                  <a:pt x="627562" y="55518"/>
                  <a:pt x="620052" y="55518"/>
                </a:cubicBezTo>
                <a:cubicBezTo>
                  <a:pt x="609541" y="55518"/>
                  <a:pt x="597590" y="58307"/>
                  <a:pt x="584869" y="72903"/>
                </a:cubicBezTo>
                <a:close/>
                <a:moveTo>
                  <a:pt x="671540" y="57822"/>
                </a:moveTo>
                <a:cubicBezTo>
                  <a:pt x="668535" y="57822"/>
                  <a:pt x="667678" y="60398"/>
                  <a:pt x="667678" y="62114"/>
                </a:cubicBezTo>
                <a:lnTo>
                  <a:pt x="667678" y="64903"/>
                </a:lnTo>
                <a:cubicBezTo>
                  <a:pt x="667678" y="65976"/>
                  <a:pt x="667890" y="66189"/>
                  <a:pt x="668751" y="66189"/>
                </a:cubicBezTo>
                <a:lnTo>
                  <a:pt x="681406" y="66189"/>
                </a:lnTo>
                <a:lnTo>
                  <a:pt x="681406" y="130666"/>
                </a:lnTo>
                <a:cubicBezTo>
                  <a:pt x="681406" y="145881"/>
                  <a:pt x="688058" y="151888"/>
                  <a:pt x="697924" y="151888"/>
                </a:cubicBezTo>
                <a:cubicBezTo>
                  <a:pt x="707794" y="151888"/>
                  <a:pt x="718521" y="147171"/>
                  <a:pt x="726888" y="137734"/>
                </a:cubicBezTo>
                <a:cubicBezTo>
                  <a:pt x="726459" y="135527"/>
                  <a:pt x="725172" y="134306"/>
                  <a:pt x="723025" y="134093"/>
                </a:cubicBezTo>
                <a:cubicBezTo>
                  <a:pt x="717447" y="138378"/>
                  <a:pt x="711012" y="140090"/>
                  <a:pt x="705434" y="140090"/>
                </a:cubicBezTo>
                <a:cubicBezTo>
                  <a:pt x="699643" y="140090"/>
                  <a:pt x="698356" y="133665"/>
                  <a:pt x="698356" y="120384"/>
                </a:cubicBezTo>
                <a:lnTo>
                  <a:pt x="698356" y="66189"/>
                </a:lnTo>
                <a:lnTo>
                  <a:pt x="720665" y="66189"/>
                </a:lnTo>
                <a:cubicBezTo>
                  <a:pt x="722812" y="66189"/>
                  <a:pt x="725814" y="65331"/>
                  <a:pt x="725814" y="63400"/>
                </a:cubicBezTo>
                <a:lnTo>
                  <a:pt x="725814" y="59112"/>
                </a:lnTo>
                <a:cubicBezTo>
                  <a:pt x="725814" y="58254"/>
                  <a:pt x="725172" y="57822"/>
                  <a:pt x="724099" y="57822"/>
                </a:cubicBezTo>
                <a:lnTo>
                  <a:pt x="698356" y="57822"/>
                </a:lnTo>
                <a:lnTo>
                  <a:pt x="698356" y="49458"/>
                </a:lnTo>
                <a:cubicBezTo>
                  <a:pt x="698356" y="35514"/>
                  <a:pt x="699214" y="26931"/>
                  <a:pt x="699214" y="26931"/>
                </a:cubicBezTo>
                <a:cubicBezTo>
                  <a:pt x="699214" y="25559"/>
                  <a:pt x="698569" y="25045"/>
                  <a:pt x="697561" y="25045"/>
                </a:cubicBezTo>
                <a:cubicBezTo>
                  <a:pt x="696595" y="25045"/>
                  <a:pt x="694772" y="25880"/>
                  <a:pt x="692778" y="26973"/>
                </a:cubicBezTo>
                <a:cubicBezTo>
                  <a:pt x="690353" y="28325"/>
                  <a:pt x="688166" y="29248"/>
                  <a:pt x="685482" y="29998"/>
                </a:cubicBezTo>
                <a:cubicBezTo>
                  <a:pt x="682909" y="30728"/>
                  <a:pt x="680765" y="31458"/>
                  <a:pt x="680765" y="32937"/>
                </a:cubicBezTo>
                <a:cubicBezTo>
                  <a:pt x="680765" y="35429"/>
                  <a:pt x="681406" y="34011"/>
                  <a:pt x="681406" y="57803"/>
                </a:cubicBezTo>
                <a:lnTo>
                  <a:pt x="671540" y="57822"/>
                </a:lnTo>
                <a:close/>
                <a:moveTo>
                  <a:pt x="750572" y="21192"/>
                </a:moveTo>
                <a:cubicBezTo>
                  <a:pt x="750572" y="26770"/>
                  <a:pt x="755721" y="32348"/>
                  <a:pt x="760867" y="32348"/>
                </a:cubicBezTo>
                <a:cubicBezTo>
                  <a:pt x="766874" y="32348"/>
                  <a:pt x="772023" y="26577"/>
                  <a:pt x="772023" y="22050"/>
                </a:cubicBezTo>
                <a:cubicBezTo>
                  <a:pt x="772023" y="16904"/>
                  <a:pt x="767519" y="10894"/>
                  <a:pt x="761728" y="10894"/>
                </a:cubicBezTo>
                <a:cubicBezTo>
                  <a:pt x="756579" y="10894"/>
                  <a:pt x="750572" y="16043"/>
                  <a:pt x="750572" y="21192"/>
                </a:cubicBezTo>
                <a:moveTo>
                  <a:pt x="770095" y="123609"/>
                </a:moveTo>
                <a:lnTo>
                  <a:pt x="770095" y="80851"/>
                </a:lnTo>
                <a:cubicBezTo>
                  <a:pt x="770095" y="70186"/>
                  <a:pt x="770953" y="56408"/>
                  <a:pt x="770953" y="56408"/>
                </a:cubicBezTo>
                <a:cubicBezTo>
                  <a:pt x="770953" y="55541"/>
                  <a:pt x="769879" y="54889"/>
                  <a:pt x="768164" y="54889"/>
                </a:cubicBezTo>
                <a:cubicBezTo>
                  <a:pt x="762049" y="57275"/>
                  <a:pt x="753574" y="59226"/>
                  <a:pt x="738772" y="61174"/>
                </a:cubicBezTo>
                <a:cubicBezTo>
                  <a:pt x="738343" y="62464"/>
                  <a:pt x="738772" y="65894"/>
                  <a:pt x="739200" y="67184"/>
                </a:cubicBezTo>
                <a:cubicBezTo>
                  <a:pt x="750893" y="68278"/>
                  <a:pt x="753145" y="69544"/>
                  <a:pt x="753145" y="81774"/>
                </a:cubicBezTo>
                <a:lnTo>
                  <a:pt x="753145" y="123609"/>
                </a:lnTo>
                <a:cubicBezTo>
                  <a:pt x="753145" y="141416"/>
                  <a:pt x="750785" y="142061"/>
                  <a:pt x="737701" y="143135"/>
                </a:cubicBezTo>
                <a:cubicBezTo>
                  <a:pt x="736411" y="144421"/>
                  <a:pt x="736411" y="148925"/>
                  <a:pt x="737701" y="150212"/>
                </a:cubicBezTo>
                <a:cubicBezTo>
                  <a:pt x="744778" y="149999"/>
                  <a:pt x="753145" y="149783"/>
                  <a:pt x="761728" y="149783"/>
                </a:cubicBezTo>
                <a:cubicBezTo>
                  <a:pt x="770308" y="149783"/>
                  <a:pt x="778459" y="149999"/>
                  <a:pt x="785539" y="150212"/>
                </a:cubicBezTo>
                <a:cubicBezTo>
                  <a:pt x="786826" y="148925"/>
                  <a:pt x="786826" y="144421"/>
                  <a:pt x="785539" y="143135"/>
                </a:cubicBezTo>
                <a:cubicBezTo>
                  <a:pt x="772452" y="142277"/>
                  <a:pt x="770095" y="141416"/>
                  <a:pt x="770095" y="123609"/>
                </a:cubicBezTo>
                <a:close/>
                <a:moveTo>
                  <a:pt x="876607" y="130214"/>
                </a:moveTo>
                <a:cubicBezTo>
                  <a:pt x="875750" y="128283"/>
                  <a:pt x="874031" y="127425"/>
                  <a:pt x="872103" y="127209"/>
                </a:cubicBezTo>
                <a:cubicBezTo>
                  <a:pt x="864807" y="136657"/>
                  <a:pt x="855582" y="141377"/>
                  <a:pt x="846358" y="141377"/>
                </a:cubicBezTo>
                <a:cubicBezTo>
                  <a:pt x="830697" y="141377"/>
                  <a:pt x="817610" y="125494"/>
                  <a:pt x="817610" y="100377"/>
                </a:cubicBezTo>
                <a:cubicBezTo>
                  <a:pt x="817610" y="76766"/>
                  <a:pt x="827908" y="62598"/>
                  <a:pt x="842069" y="62598"/>
                </a:cubicBezTo>
                <a:cubicBezTo>
                  <a:pt x="854724" y="62598"/>
                  <a:pt x="856440" y="70111"/>
                  <a:pt x="857301" y="77623"/>
                </a:cubicBezTo>
                <a:cubicBezTo>
                  <a:pt x="857942" y="83421"/>
                  <a:pt x="860947" y="85352"/>
                  <a:pt x="865452" y="85352"/>
                </a:cubicBezTo>
                <a:cubicBezTo>
                  <a:pt x="869956" y="85352"/>
                  <a:pt x="875963" y="82563"/>
                  <a:pt x="875963" y="75908"/>
                </a:cubicBezTo>
                <a:cubicBezTo>
                  <a:pt x="875963" y="64101"/>
                  <a:pt x="863736" y="55518"/>
                  <a:pt x="843140" y="55518"/>
                </a:cubicBezTo>
                <a:cubicBezTo>
                  <a:pt x="821902" y="55518"/>
                  <a:pt x="799161" y="74618"/>
                  <a:pt x="799161" y="105101"/>
                </a:cubicBezTo>
                <a:cubicBezTo>
                  <a:pt x="799161" y="132791"/>
                  <a:pt x="814608" y="151888"/>
                  <a:pt x="841637" y="151888"/>
                </a:cubicBezTo>
                <a:cubicBezTo>
                  <a:pt x="854512" y="151888"/>
                  <a:pt x="865880" y="147812"/>
                  <a:pt x="876607" y="130214"/>
                </a:cubicBezTo>
                <a:close/>
                <a:moveTo>
                  <a:pt x="903466" y="21192"/>
                </a:moveTo>
                <a:cubicBezTo>
                  <a:pt x="903466" y="26770"/>
                  <a:pt x="908615" y="32348"/>
                  <a:pt x="913761" y="32348"/>
                </a:cubicBezTo>
                <a:cubicBezTo>
                  <a:pt x="919768" y="32348"/>
                  <a:pt x="924917" y="26577"/>
                  <a:pt x="924917" y="22050"/>
                </a:cubicBezTo>
                <a:cubicBezTo>
                  <a:pt x="924917" y="16904"/>
                  <a:pt x="920413" y="10894"/>
                  <a:pt x="914622" y="10894"/>
                </a:cubicBezTo>
                <a:cubicBezTo>
                  <a:pt x="909473" y="10894"/>
                  <a:pt x="903466" y="16043"/>
                  <a:pt x="903466" y="21192"/>
                </a:cubicBezTo>
                <a:moveTo>
                  <a:pt x="922989" y="123609"/>
                </a:moveTo>
                <a:lnTo>
                  <a:pt x="922989" y="80851"/>
                </a:lnTo>
                <a:cubicBezTo>
                  <a:pt x="922989" y="70186"/>
                  <a:pt x="923847" y="56408"/>
                  <a:pt x="923847" y="56408"/>
                </a:cubicBezTo>
                <a:cubicBezTo>
                  <a:pt x="923847" y="55541"/>
                  <a:pt x="922773" y="54889"/>
                  <a:pt x="921058" y="54889"/>
                </a:cubicBezTo>
                <a:cubicBezTo>
                  <a:pt x="914943" y="57275"/>
                  <a:pt x="906468" y="59226"/>
                  <a:pt x="891665" y="61174"/>
                </a:cubicBezTo>
                <a:cubicBezTo>
                  <a:pt x="891237" y="62464"/>
                  <a:pt x="891665" y="65894"/>
                  <a:pt x="892094" y="67184"/>
                </a:cubicBezTo>
                <a:cubicBezTo>
                  <a:pt x="903787" y="68278"/>
                  <a:pt x="906039" y="69544"/>
                  <a:pt x="906039" y="81774"/>
                </a:cubicBezTo>
                <a:lnTo>
                  <a:pt x="906039" y="123609"/>
                </a:lnTo>
                <a:cubicBezTo>
                  <a:pt x="906039" y="141416"/>
                  <a:pt x="903679" y="142061"/>
                  <a:pt x="890595" y="143135"/>
                </a:cubicBezTo>
                <a:cubicBezTo>
                  <a:pt x="889305" y="144421"/>
                  <a:pt x="889305" y="148925"/>
                  <a:pt x="890595" y="150212"/>
                </a:cubicBezTo>
                <a:cubicBezTo>
                  <a:pt x="897672" y="149999"/>
                  <a:pt x="906039" y="149783"/>
                  <a:pt x="914622" y="149783"/>
                </a:cubicBezTo>
                <a:cubicBezTo>
                  <a:pt x="923202" y="149783"/>
                  <a:pt x="931353" y="149999"/>
                  <a:pt x="938433" y="150212"/>
                </a:cubicBezTo>
                <a:cubicBezTo>
                  <a:pt x="939720" y="148925"/>
                  <a:pt x="939720" y="144421"/>
                  <a:pt x="938433" y="143135"/>
                </a:cubicBezTo>
                <a:cubicBezTo>
                  <a:pt x="925346" y="142277"/>
                  <a:pt x="922989" y="141416"/>
                  <a:pt x="922989" y="123609"/>
                </a:cubicBezTo>
                <a:close/>
                <a:moveTo>
                  <a:pt x="953346" y="57822"/>
                </a:moveTo>
                <a:cubicBezTo>
                  <a:pt x="950341" y="57822"/>
                  <a:pt x="949483" y="60398"/>
                  <a:pt x="949483" y="62114"/>
                </a:cubicBezTo>
                <a:lnTo>
                  <a:pt x="949483" y="64903"/>
                </a:lnTo>
                <a:cubicBezTo>
                  <a:pt x="949483" y="65976"/>
                  <a:pt x="949696" y="66189"/>
                  <a:pt x="950557" y="66189"/>
                </a:cubicBezTo>
                <a:lnTo>
                  <a:pt x="963212" y="66189"/>
                </a:lnTo>
                <a:lnTo>
                  <a:pt x="963212" y="130666"/>
                </a:lnTo>
                <a:cubicBezTo>
                  <a:pt x="963212" y="145881"/>
                  <a:pt x="969863" y="151888"/>
                  <a:pt x="979730" y="151888"/>
                </a:cubicBezTo>
                <a:cubicBezTo>
                  <a:pt x="989599" y="151888"/>
                  <a:pt x="1000326" y="147171"/>
                  <a:pt x="1008693" y="137734"/>
                </a:cubicBezTo>
                <a:cubicBezTo>
                  <a:pt x="1008264" y="135527"/>
                  <a:pt x="1006978" y="134306"/>
                  <a:pt x="1004830" y="134093"/>
                </a:cubicBezTo>
                <a:cubicBezTo>
                  <a:pt x="999252" y="138378"/>
                  <a:pt x="992817" y="140090"/>
                  <a:pt x="987239" y="140090"/>
                </a:cubicBezTo>
                <a:cubicBezTo>
                  <a:pt x="981448" y="140090"/>
                  <a:pt x="980162" y="133665"/>
                  <a:pt x="980162" y="120384"/>
                </a:cubicBezTo>
                <a:lnTo>
                  <a:pt x="980162" y="66189"/>
                </a:lnTo>
                <a:lnTo>
                  <a:pt x="1002470" y="66189"/>
                </a:lnTo>
                <a:cubicBezTo>
                  <a:pt x="1004618" y="66189"/>
                  <a:pt x="1007619" y="65331"/>
                  <a:pt x="1007619" y="63400"/>
                </a:cubicBezTo>
                <a:lnTo>
                  <a:pt x="1007619" y="59112"/>
                </a:lnTo>
                <a:cubicBezTo>
                  <a:pt x="1007619" y="58254"/>
                  <a:pt x="1006978" y="57822"/>
                  <a:pt x="1005904" y="57822"/>
                </a:cubicBezTo>
                <a:lnTo>
                  <a:pt x="980162" y="57822"/>
                </a:lnTo>
                <a:lnTo>
                  <a:pt x="980162" y="49458"/>
                </a:lnTo>
                <a:cubicBezTo>
                  <a:pt x="980162" y="35514"/>
                  <a:pt x="981019" y="26931"/>
                  <a:pt x="981019" y="26931"/>
                </a:cubicBezTo>
                <a:cubicBezTo>
                  <a:pt x="981019" y="25559"/>
                  <a:pt x="980374" y="25045"/>
                  <a:pt x="979366" y="25045"/>
                </a:cubicBezTo>
                <a:cubicBezTo>
                  <a:pt x="978400" y="25045"/>
                  <a:pt x="976577" y="25880"/>
                  <a:pt x="974584" y="26973"/>
                </a:cubicBezTo>
                <a:cubicBezTo>
                  <a:pt x="972158" y="28325"/>
                  <a:pt x="969971" y="29248"/>
                  <a:pt x="967287" y="29998"/>
                </a:cubicBezTo>
                <a:cubicBezTo>
                  <a:pt x="964714" y="30728"/>
                  <a:pt x="962570" y="31458"/>
                  <a:pt x="962570" y="32937"/>
                </a:cubicBezTo>
                <a:cubicBezTo>
                  <a:pt x="962570" y="35429"/>
                  <a:pt x="963212" y="34011"/>
                  <a:pt x="963212" y="57803"/>
                </a:cubicBezTo>
                <a:lnTo>
                  <a:pt x="953346" y="57822"/>
                </a:lnTo>
                <a:close/>
                <a:moveTo>
                  <a:pt x="1056833" y="184210"/>
                </a:moveTo>
                <a:cubicBezTo>
                  <a:pt x="1060179" y="178246"/>
                  <a:pt x="1062990" y="172108"/>
                  <a:pt x="1065629" y="165757"/>
                </a:cubicBezTo>
                <a:cubicBezTo>
                  <a:pt x="1082792" y="124348"/>
                  <a:pt x="1092402" y="102334"/>
                  <a:pt x="1103601" y="78216"/>
                </a:cubicBezTo>
                <a:cubicBezTo>
                  <a:pt x="1107827" y="69142"/>
                  <a:pt x="1110894" y="65708"/>
                  <a:pt x="1120976" y="64484"/>
                </a:cubicBezTo>
                <a:cubicBezTo>
                  <a:pt x="1122263" y="63197"/>
                  <a:pt x="1122263" y="58693"/>
                  <a:pt x="1120976" y="57403"/>
                </a:cubicBezTo>
                <a:cubicBezTo>
                  <a:pt x="1116685" y="57619"/>
                  <a:pt x="1111752" y="57835"/>
                  <a:pt x="1105745" y="57835"/>
                </a:cubicBezTo>
                <a:cubicBezTo>
                  <a:pt x="1099309" y="57835"/>
                  <a:pt x="1092658" y="57619"/>
                  <a:pt x="1086222" y="57403"/>
                </a:cubicBezTo>
                <a:cubicBezTo>
                  <a:pt x="1084936" y="58693"/>
                  <a:pt x="1084936" y="63197"/>
                  <a:pt x="1086222" y="64484"/>
                </a:cubicBezTo>
                <a:cubicBezTo>
                  <a:pt x="1093001" y="65128"/>
                  <a:pt x="1099954" y="66415"/>
                  <a:pt x="1096520" y="74140"/>
                </a:cubicBezTo>
                <a:lnTo>
                  <a:pt x="1075240" y="123275"/>
                </a:lnTo>
                <a:cubicBezTo>
                  <a:pt x="1073737" y="126728"/>
                  <a:pt x="1071937" y="127308"/>
                  <a:pt x="1070114" y="123059"/>
                </a:cubicBezTo>
                <a:lnTo>
                  <a:pt x="1051085" y="78432"/>
                </a:lnTo>
                <a:cubicBezTo>
                  <a:pt x="1047222" y="69377"/>
                  <a:pt x="1046106" y="65407"/>
                  <a:pt x="1058120" y="64484"/>
                </a:cubicBezTo>
                <a:cubicBezTo>
                  <a:pt x="1059406" y="63197"/>
                  <a:pt x="1059406" y="58693"/>
                  <a:pt x="1058120" y="57403"/>
                </a:cubicBezTo>
                <a:cubicBezTo>
                  <a:pt x="1050181" y="57619"/>
                  <a:pt x="1041602" y="57835"/>
                  <a:pt x="1033880" y="57835"/>
                </a:cubicBezTo>
                <a:cubicBezTo>
                  <a:pt x="1026583" y="57835"/>
                  <a:pt x="1020793" y="57619"/>
                  <a:pt x="1016501" y="57403"/>
                </a:cubicBezTo>
                <a:cubicBezTo>
                  <a:pt x="1015215" y="58693"/>
                  <a:pt x="1015215" y="63197"/>
                  <a:pt x="1016501" y="64484"/>
                </a:cubicBezTo>
                <a:cubicBezTo>
                  <a:pt x="1025019" y="65557"/>
                  <a:pt x="1027807" y="67489"/>
                  <a:pt x="1033428" y="80576"/>
                </a:cubicBezTo>
                <a:lnTo>
                  <a:pt x="1057691" y="137007"/>
                </a:lnTo>
                <a:cubicBezTo>
                  <a:pt x="1059557" y="141318"/>
                  <a:pt x="1062840" y="151168"/>
                  <a:pt x="1060696" y="157175"/>
                </a:cubicBezTo>
                <a:cubicBezTo>
                  <a:pt x="1058143" y="164340"/>
                  <a:pt x="1055547" y="170262"/>
                  <a:pt x="1052329" y="176913"/>
                </a:cubicBezTo>
                <a:cubicBezTo>
                  <a:pt x="1049969" y="181205"/>
                  <a:pt x="1046964" y="183136"/>
                  <a:pt x="1041602" y="183136"/>
                </a:cubicBezTo>
                <a:cubicBezTo>
                  <a:pt x="1038597" y="183136"/>
                  <a:pt x="1037739" y="182495"/>
                  <a:pt x="1035379" y="182495"/>
                </a:cubicBezTo>
                <a:cubicBezTo>
                  <a:pt x="1029159" y="182495"/>
                  <a:pt x="1025942" y="188930"/>
                  <a:pt x="1025942" y="191719"/>
                </a:cubicBezTo>
                <a:cubicBezTo>
                  <a:pt x="1025942" y="196223"/>
                  <a:pt x="1030230" y="199654"/>
                  <a:pt x="1036024" y="199654"/>
                </a:cubicBezTo>
                <a:cubicBezTo>
                  <a:pt x="1040528" y="199654"/>
                  <a:pt x="1049111" y="197939"/>
                  <a:pt x="1056833" y="184210"/>
                </a:cubicBezTo>
                <a:close/>
                <a:moveTo>
                  <a:pt x="1146290" y="129426"/>
                </a:moveTo>
                <a:cubicBezTo>
                  <a:pt x="1139642" y="129426"/>
                  <a:pt x="1134922" y="133930"/>
                  <a:pt x="1134922" y="139937"/>
                </a:cubicBezTo>
                <a:cubicBezTo>
                  <a:pt x="1134922" y="146693"/>
                  <a:pt x="1140500" y="148732"/>
                  <a:pt x="1144359" y="149374"/>
                </a:cubicBezTo>
                <a:cubicBezTo>
                  <a:pt x="1148438" y="149803"/>
                  <a:pt x="1152084" y="151089"/>
                  <a:pt x="1152084" y="156012"/>
                </a:cubicBezTo>
                <a:cubicBezTo>
                  <a:pt x="1152084" y="160507"/>
                  <a:pt x="1144359" y="170353"/>
                  <a:pt x="1133206" y="173139"/>
                </a:cubicBezTo>
                <a:cubicBezTo>
                  <a:pt x="1133206" y="175283"/>
                  <a:pt x="1133635" y="176786"/>
                  <a:pt x="1135134" y="178285"/>
                </a:cubicBezTo>
                <a:cubicBezTo>
                  <a:pt x="1148009" y="175928"/>
                  <a:pt x="1160451" y="165646"/>
                  <a:pt x="1160451" y="150660"/>
                </a:cubicBezTo>
                <a:cubicBezTo>
                  <a:pt x="1160451" y="137792"/>
                  <a:pt x="1154873" y="129426"/>
                  <a:pt x="1146290" y="129426"/>
                </a:cubicBezTo>
                <a:close/>
                <a:moveTo>
                  <a:pt x="1306780" y="8590"/>
                </a:moveTo>
                <a:cubicBezTo>
                  <a:pt x="1270952" y="8590"/>
                  <a:pt x="1233838" y="36666"/>
                  <a:pt x="1233838" y="83800"/>
                </a:cubicBezTo>
                <a:cubicBezTo>
                  <a:pt x="1233838" y="122420"/>
                  <a:pt x="1260441" y="151888"/>
                  <a:pt x="1301415" y="151888"/>
                </a:cubicBezTo>
                <a:cubicBezTo>
                  <a:pt x="1326729" y="151888"/>
                  <a:pt x="1346680" y="146526"/>
                  <a:pt x="1361270" y="134067"/>
                </a:cubicBezTo>
                <a:cubicBezTo>
                  <a:pt x="1358910" y="132133"/>
                  <a:pt x="1357836" y="130414"/>
                  <a:pt x="1357836" y="128051"/>
                </a:cubicBezTo>
                <a:lnTo>
                  <a:pt x="1357836" y="103123"/>
                </a:lnTo>
                <a:cubicBezTo>
                  <a:pt x="1357836" y="95562"/>
                  <a:pt x="1361483" y="93454"/>
                  <a:pt x="1367706" y="92809"/>
                </a:cubicBezTo>
                <a:cubicBezTo>
                  <a:pt x="1368992" y="91522"/>
                  <a:pt x="1368992" y="86373"/>
                  <a:pt x="1367706" y="85087"/>
                </a:cubicBezTo>
                <a:cubicBezTo>
                  <a:pt x="1362557" y="85303"/>
                  <a:pt x="1357195" y="85516"/>
                  <a:pt x="1348612" y="85516"/>
                </a:cubicBezTo>
                <a:cubicBezTo>
                  <a:pt x="1341427" y="85516"/>
                  <a:pt x="1331449" y="85303"/>
                  <a:pt x="1322012" y="85087"/>
                </a:cubicBezTo>
                <a:cubicBezTo>
                  <a:pt x="1320722" y="86373"/>
                  <a:pt x="1320722" y="91522"/>
                  <a:pt x="1322012" y="92809"/>
                </a:cubicBezTo>
                <a:cubicBezTo>
                  <a:pt x="1333790" y="93712"/>
                  <a:pt x="1339603" y="94508"/>
                  <a:pt x="1339603" y="103123"/>
                </a:cubicBezTo>
                <a:lnTo>
                  <a:pt x="1339603" y="136002"/>
                </a:lnTo>
                <a:cubicBezTo>
                  <a:pt x="1332307" y="142876"/>
                  <a:pt x="1317936" y="144166"/>
                  <a:pt x="1306352" y="144166"/>
                </a:cubicBezTo>
                <a:cubicBezTo>
                  <a:pt x="1272455" y="144166"/>
                  <a:pt x="1254435" y="107850"/>
                  <a:pt x="1254435" y="79515"/>
                </a:cubicBezTo>
                <a:cubicBezTo>
                  <a:pt x="1254435" y="42024"/>
                  <a:pt x="1278783" y="16315"/>
                  <a:pt x="1303775" y="16315"/>
                </a:cubicBezTo>
                <a:cubicBezTo>
                  <a:pt x="1334883" y="16315"/>
                  <a:pt x="1343679" y="34096"/>
                  <a:pt x="1349257" y="52522"/>
                </a:cubicBezTo>
                <a:cubicBezTo>
                  <a:pt x="1351679" y="52673"/>
                  <a:pt x="1353911" y="52244"/>
                  <a:pt x="1356334" y="51236"/>
                </a:cubicBezTo>
                <a:cubicBezTo>
                  <a:pt x="1355800" y="42237"/>
                  <a:pt x="1354835" y="33667"/>
                  <a:pt x="1351401" y="18243"/>
                </a:cubicBezTo>
                <a:cubicBezTo>
                  <a:pt x="1338530" y="16099"/>
                  <a:pt x="1330591" y="8590"/>
                  <a:pt x="1306780" y="8590"/>
                </a:cubicBezTo>
                <a:close/>
                <a:moveTo>
                  <a:pt x="1413336" y="30878"/>
                </a:moveTo>
                <a:cubicBezTo>
                  <a:pt x="1413336" y="24652"/>
                  <a:pt x="1416554" y="17143"/>
                  <a:pt x="1431998" y="17143"/>
                </a:cubicBezTo>
                <a:cubicBezTo>
                  <a:pt x="1446801" y="17143"/>
                  <a:pt x="1461603" y="22079"/>
                  <a:pt x="1461603" y="49334"/>
                </a:cubicBezTo>
                <a:cubicBezTo>
                  <a:pt x="1461603" y="72513"/>
                  <a:pt x="1450451" y="81954"/>
                  <a:pt x="1429641" y="81954"/>
                </a:cubicBezTo>
                <a:cubicBezTo>
                  <a:pt x="1424276" y="81954"/>
                  <a:pt x="1415696" y="81525"/>
                  <a:pt x="1413336" y="80880"/>
                </a:cubicBezTo>
                <a:lnTo>
                  <a:pt x="1413336" y="30878"/>
                </a:lnTo>
                <a:moveTo>
                  <a:pt x="1395100" y="37530"/>
                </a:moveTo>
                <a:lnTo>
                  <a:pt x="1395100" y="123599"/>
                </a:lnTo>
                <a:cubicBezTo>
                  <a:pt x="1395100" y="141416"/>
                  <a:pt x="1391453" y="142490"/>
                  <a:pt x="1376438" y="143135"/>
                </a:cubicBezTo>
                <a:cubicBezTo>
                  <a:pt x="1375148" y="144421"/>
                  <a:pt x="1375148" y="148925"/>
                  <a:pt x="1376438" y="150212"/>
                </a:cubicBezTo>
                <a:cubicBezTo>
                  <a:pt x="1386091" y="149999"/>
                  <a:pt x="1396668" y="149783"/>
                  <a:pt x="1404325" y="149783"/>
                </a:cubicBezTo>
                <a:cubicBezTo>
                  <a:pt x="1411919" y="149783"/>
                  <a:pt x="1424492" y="149999"/>
                  <a:pt x="1435219" y="150212"/>
                </a:cubicBezTo>
                <a:cubicBezTo>
                  <a:pt x="1436506" y="148925"/>
                  <a:pt x="1436506" y="144421"/>
                  <a:pt x="1435219" y="143135"/>
                </a:cubicBezTo>
                <a:cubicBezTo>
                  <a:pt x="1418485" y="142274"/>
                  <a:pt x="1413336" y="141416"/>
                  <a:pt x="1413336" y="123599"/>
                </a:cubicBezTo>
                <a:lnTo>
                  <a:pt x="1413336" y="87103"/>
                </a:lnTo>
                <a:cubicBezTo>
                  <a:pt x="1418057" y="88606"/>
                  <a:pt x="1423202" y="89247"/>
                  <a:pt x="1430712" y="89247"/>
                </a:cubicBezTo>
                <a:cubicBezTo>
                  <a:pt x="1469757" y="89247"/>
                  <a:pt x="1481555" y="63714"/>
                  <a:pt x="1481555" y="45471"/>
                </a:cubicBezTo>
                <a:cubicBezTo>
                  <a:pt x="1481555" y="32810"/>
                  <a:pt x="1473188" y="9847"/>
                  <a:pt x="1433501" y="9847"/>
                </a:cubicBezTo>
                <a:cubicBezTo>
                  <a:pt x="1425284" y="9847"/>
                  <a:pt x="1412691" y="11349"/>
                  <a:pt x="1404112" y="11349"/>
                </a:cubicBezTo>
                <a:cubicBezTo>
                  <a:pt x="1396239" y="11349"/>
                  <a:pt x="1385018" y="11136"/>
                  <a:pt x="1376438" y="10920"/>
                </a:cubicBezTo>
                <a:cubicBezTo>
                  <a:pt x="1375148" y="12207"/>
                  <a:pt x="1375148" y="16714"/>
                  <a:pt x="1376438" y="18001"/>
                </a:cubicBezTo>
                <a:cubicBezTo>
                  <a:pt x="1391453" y="18646"/>
                  <a:pt x="1395100" y="19716"/>
                  <a:pt x="1395100" y="37530"/>
                </a:cubicBezTo>
                <a:close/>
                <a:moveTo>
                  <a:pt x="1530684" y="123599"/>
                </a:moveTo>
                <a:lnTo>
                  <a:pt x="1530684" y="37510"/>
                </a:lnTo>
                <a:cubicBezTo>
                  <a:pt x="1530684" y="19693"/>
                  <a:pt x="1534330" y="18619"/>
                  <a:pt x="1549349" y="17974"/>
                </a:cubicBezTo>
                <a:cubicBezTo>
                  <a:pt x="1550635" y="16688"/>
                  <a:pt x="1550635" y="12184"/>
                  <a:pt x="1549349" y="10894"/>
                </a:cubicBezTo>
                <a:cubicBezTo>
                  <a:pt x="1539908" y="11110"/>
                  <a:pt x="1529718" y="11326"/>
                  <a:pt x="1521459" y="11326"/>
                </a:cubicBezTo>
                <a:cubicBezTo>
                  <a:pt x="1514271" y="11326"/>
                  <a:pt x="1503868" y="11110"/>
                  <a:pt x="1493785" y="10894"/>
                </a:cubicBezTo>
                <a:cubicBezTo>
                  <a:pt x="1492496" y="12184"/>
                  <a:pt x="1492496" y="16688"/>
                  <a:pt x="1493785" y="17974"/>
                </a:cubicBezTo>
                <a:cubicBezTo>
                  <a:pt x="1508801" y="18619"/>
                  <a:pt x="1512447" y="19693"/>
                  <a:pt x="1512447" y="37510"/>
                </a:cubicBezTo>
                <a:lnTo>
                  <a:pt x="1512447" y="123599"/>
                </a:lnTo>
                <a:cubicBezTo>
                  <a:pt x="1512447" y="141416"/>
                  <a:pt x="1508801" y="142490"/>
                  <a:pt x="1493785" y="143135"/>
                </a:cubicBezTo>
                <a:cubicBezTo>
                  <a:pt x="1492496" y="144421"/>
                  <a:pt x="1492496" y="148925"/>
                  <a:pt x="1493785" y="150212"/>
                </a:cubicBezTo>
                <a:cubicBezTo>
                  <a:pt x="1503439" y="149999"/>
                  <a:pt x="1513884" y="149783"/>
                  <a:pt x="1521672" y="149783"/>
                </a:cubicBezTo>
                <a:cubicBezTo>
                  <a:pt x="1529309" y="149783"/>
                  <a:pt x="1539692" y="149999"/>
                  <a:pt x="1549349" y="150212"/>
                </a:cubicBezTo>
                <a:cubicBezTo>
                  <a:pt x="1550635" y="148925"/>
                  <a:pt x="1550635" y="144421"/>
                  <a:pt x="1549349" y="143135"/>
                </a:cubicBezTo>
                <a:cubicBezTo>
                  <a:pt x="1534330" y="142490"/>
                  <a:pt x="1530684" y="141416"/>
                  <a:pt x="1530684" y="123599"/>
                </a:cubicBezTo>
                <a:close/>
                <a:moveTo>
                  <a:pt x="1623660" y="16315"/>
                </a:moveTo>
                <a:cubicBezTo>
                  <a:pt x="1651978" y="16315"/>
                  <a:pt x="1674932" y="39913"/>
                  <a:pt x="1674932" y="83244"/>
                </a:cubicBezTo>
                <a:cubicBezTo>
                  <a:pt x="1674932" y="121641"/>
                  <a:pt x="1656483" y="144166"/>
                  <a:pt x="1632027" y="144166"/>
                </a:cubicBezTo>
                <a:cubicBezTo>
                  <a:pt x="1605852" y="144166"/>
                  <a:pt x="1581184" y="120784"/>
                  <a:pt x="1581184" y="79597"/>
                </a:cubicBezTo>
                <a:cubicBezTo>
                  <a:pt x="1581184" y="34548"/>
                  <a:pt x="1602422" y="16315"/>
                  <a:pt x="1623660" y="16315"/>
                </a:cubicBezTo>
                <a:moveTo>
                  <a:pt x="1695528" y="79168"/>
                </a:moveTo>
                <a:cubicBezTo>
                  <a:pt x="1695528" y="34764"/>
                  <a:pt x="1664850" y="8590"/>
                  <a:pt x="1626449" y="8590"/>
                </a:cubicBezTo>
                <a:cubicBezTo>
                  <a:pt x="1584896" y="8590"/>
                  <a:pt x="1560587" y="41648"/>
                  <a:pt x="1560587" y="83244"/>
                </a:cubicBezTo>
                <a:cubicBezTo>
                  <a:pt x="1560587" y="125504"/>
                  <a:pt x="1591266" y="151888"/>
                  <a:pt x="1627735" y="151888"/>
                </a:cubicBezTo>
                <a:cubicBezTo>
                  <a:pt x="1651507" y="151888"/>
                  <a:pt x="1670490" y="141655"/>
                  <a:pt x="1682268" y="124859"/>
                </a:cubicBezTo>
                <a:cubicBezTo>
                  <a:pt x="1690808" y="112698"/>
                  <a:pt x="1695528" y="97189"/>
                  <a:pt x="1695528" y="79168"/>
                </a:cubicBezTo>
                <a:close/>
                <a:moveTo>
                  <a:pt x="1727855" y="129426"/>
                </a:moveTo>
                <a:cubicBezTo>
                  <a:pt x="1721206" y="129426"/>
                  <a:pt x="1716486" y="133930"/>
                  <a:pt x="1716486" y="139937"/>
                </a:cubicBezTo>
                <a:cubicBezTo>
                  <a:pt x="1716486" y="146693"/>
                  <a:pt x="1722064" y="148732"/>
                  <a:pt x="1725923" y="149374"/>
                </a:cubicBezTo>
                <a:cubicBezTo>
                  <a:pt x="1730002" y="149803"/>
                  <a:pt x="1733649" y="151089"/>
                  <a:pt x="1733649" y="156012"/>
                </a:cubicBezTo>
                <a:cubicBezTo>
                  <a:pt x="1733649" y="160507"/>
                  <a:pt x="1725923" y="170353"/>
                  <a:pt x="1714771" y="173139"/>
                </a:cubicBezTo>
                <a:cubicBezTo>
                  <a:pt x="1714771" y="175283"/>
                  <a:pt x="1715200" y="176786"/>
                  <a:pt x="1716699" y="178285"/>
                </a:cubicBezTo>
                <a:cubicBezTo>
                  <a:pt x="1729573" y="175928"/>
                  <a:pt x="1742016" y="165646"/>
                  <a:pt x="1742016" y="150660"/>
                </a:cubicBezTo>
                <a:cubicBezTo>
                  <a:pt x="1742016" y="137792"/>
                  <a:pt x="1736438" y="129426"/>
                  <a:pt x="1727855" y="129426"/>
                </a:cubicBezTo>
                <a:close/>
                <a:moveTo>
                  <a:pt x="1867750" y="72487"/>
                </a:moveTo>
                <a:lnTo>
                  <a:pt x="1848227" y="72487"/>
                </a:lnTo>
                <a:lnTo>
                  <a:pt x="1848227" y="33844"/>
                </a:lnTo>
                <a:cubicBezTo>
                  <a:pt x="1848227" y="24400"/>
                  <a:pt x="1850803" y="20106"/>
                  <a:pt x="1862388" y="20106"/>
                </a:cubicBezTo>
                <a:lnTo>
                  <a:pt x="1878477" y="20106"/>
                </a:lnTo>
                <a:cubicBezTo>
                  <a:pt x="1894566" y="20106"/>
                  <a:pt x="1898000" y="28692"/>
                  <a:pt x="1902720" y="43507"/>
                </a:cubicBezTo>
                <a:cubicBezTo>
                  <a:pt x="1905378" y="43894"/>
                  <a:pt x="1907696" y="43442"/>
                  <a:pt x="1909797" y="42434"/>
                </a:cubicBezTo>
                <a:cubicBezTo>
                  <a:pt x="1908727" y="33631"/>
                  <a:pt x="1905509" y="13025"/>
                  <a:pt x="1905077" y="11310"/>
                </a:cubicBezTo>
                <a:cubicBezTo>
                  <a:pt x="1905077" y="10881"/>
                  <a:pt x="1904864" y="10665"/>
                  <a:pt x="1904219" y="10665"/>
                </a:cubicBezTo>
                <a:cubicBezTo>
                  <a:pt x="1900573" y="11310"/>
                  <a:pt x="1898857" y="11523"/>
                  <a:pt x="1893708" y="11523"/>
                </a:cubicBezTo>
                <a:lnTo>
                  <a:pt x="1839002" y="11523"/>
                </a:lnTo>
                <a:cubicBezTo>
                  <a:pt x="1832459" y="11326"/>
                  <a:pt x="1819912" y="11110"/>
                  <a:pt x="1811329" y="10894"/>
                </a:cubicBezTo>
                <a:cubicBezTo>
                  <a:pt x="1810042" y="12184"/>
                  <a:pt x="1810042" y="16688"/>
                  <a:pt x="1811329" y="17974"/>
                </a:cubicBezTo>
                <a:cubicBezTo>
                  <a:pt x="1826347" y="18623"/>
                  <a:pt x="1829994" y="19700"/>
                  <a:pt x="1829994" y="37582"/>
                </a:cubicBezTo>
                <a:lnTo>
                  <a:pt x="1829994" y="123658"/>
                </a:lnTo>
                <a:cubicBezTo>
                  <a:pt x="1829994" y="141423"/>
                  <a:pt x="1826347" y="142493"/>
                  <a:pt x="1811329" y="143135"/>
                </a:cubicBezTo>
                <a:cubicBezTo>
                  <a:pt x="1810042" y="144421"/>
                  <a:pt x="1810042" y="148925"/>
                  <a:pt x="1811329" y="150212"/>
                </a:cubicBezTo>
                <a:cubicBezTo>
                  <a:pt x="1819267" y="150009"/>
                  <a:pt x="1832138" y="149793"/>
                  <a:pt x="1839218" y="149793"/>
                </a:cubicBezTo>
                <a:lnTo>
                  <a:pt x="1885341" y="149793"/>
                </a:lnTo>
                <a:cubicBezTo>
                  <a:pt x="1895639" y="149783"/>
                  <a:pt x="1912802" y="150212"/>
                  <a:pt x="1912802" y="150212"/>
                </a:cubicBezTo>
                <a:cubicBezTo>
                  <a:pt x="1915804" y="139495"/>
                  <a:pt x="1919022" y="125370"/>
                  <a:pt x="1920740" y="114456"/>
                </a:cubicBezTo>
                <a:cubicBezTo>
                  <a:pt x="1918508" y="113192"/>
                  <a:pt x="1916040" y="112701"/>
                  <a:pt x="1913231" y="113386"/>
                </a:cubicBezTo>
                <a:cubicBezTo>
                  <a:pt x="1908939" y="128800"/>
                  <a:pt x="1901430" y="141429"/>
                  <a:pt x="1885128" y="141429"/>
                </a:cubicBezTo>
                <a:lnTo>
                  <a:pt x="1860240" y="141429"/>
                </a:lnTo>
                <a:cubicBezTo>
                  <a:pt x="1851232" y="141429"/>
                  <a:pt x="1848227" y="138002"/>
                  <a:pt x="1848227" y="127943"/>
                </a:cubicBezTo>
                <a:lnTo>
                  <a:pt x="1848227" y="80641"/>
                </a:lnTo>
                <a:lnTo>
                  <a:pt x="1867750" y="80641"/>
                </a:lnTo>
                <a:cubicBezTo>
                  <a:pt x="1885986" y="80641"/>
                  <a:pt x="1886628" y="85565"/>
                  <a:pt x="1887272" y="95195"/>
                </a:cubicBezTo>
                <a:cubicBezTo>
                  <a:pt x="1888559" y="96478"/>
                  <a:pt x="1893063" y="96478"/>
                  <a:pt x="1894353" y="95195"/>
                </a:cubicBezTo>
                <a:cubicBezTo>
                  <a:pt x="1894137" y="89630"/>
                  <a:pt x="1893924" y="83702"/>
                  <a:pt x="1893924" y="76350"/>
                </a:cubicBezTo>
                <a:cubicBezTo>
                  <a:pt x="1893924" y="70343"/>
                  <a:pt x="1894137" y="63043"/>
                  <a:pt x="1894353" y="57891"/>
                </a:cubicBezTo>
                <a:cubicBezTo>
                  <a:pt x="1893063" y="56601"/>
                  <a:pt x="1888559" y="56601"/>
                  <a:pt x="1887272" y="57891"/>
                </a:cubicBezTo>
                <a:cubicBezTo>
                  <a:pt x="1886628" y="69698"/>
                  <a:pt x="1885986" y="72487"/>
                  <a:pt x="1867750" y="72487"/>
                </a:cubicBezTo>
                <a:close/>
                <a:moveTo>
                  <a:pt x="2001379" y="123131"/>
                </a:moveTo>
                <a:cubicBezTo>
                  <a:pt x="2001379" y="127209"/>
                  <a:pt x="2000973" y="128885"/>
                  <a:pt x="1997948" y="131504"/>
                </a:cubicBezTo>
                <a:cubicBezTo>
                  <a:pt x="1990010" y="138372"/>
                  <a:pt x="1983146" y="141806"/>
                  <a:pt x="1977780" y="141806"/>
                </a:cubicBezTo>
                <a:cubicBezTo>
                  <a:pt x="1966199" y="141806"/>
                  <a:pt x="1954185" y="129141"/>
                  <a:pt x="1954185" y="102308"/>
                </a:cubicBezTo>
                <a:cubicBezTo>
                  <a:pt x="1954185" y="86854"/>
                  <a:pt x="1957187" y="78268"/>
                  <a:pt x="1960405" y="73761"/>
                </a:cubicBezTo>
                <a:cubicBezTo>
                  <a:pt x="1967057" y="63672"/>
                  <a:pt x="1976065" y="63027"/>
                  <a:pt x="1980357" y="63027"/>
                </a:cubicBezTo>
                <a:cubicBezTo>
                  <a:pt x="1988079" y="63027"/>
                  <a:pt x="1993444" y="65819"/>
                  <a:pt x="1997732" y="70756"/>
                </a:cubicBezTo>
                <a:cubicBezTo>
                  <a:pt x="2000737" y="74189"/>
                  <a:pt x="2001379" y="75692"/>
                  <a:pt x="2001379" y="82347"/>
                </a:cubicBezTo>
                <a:lnTo>
                  <a:pt x="2001379" y="123131"/>
                </a:lnTo>
                <a:moveTo>
                  <a:pt x="1999022" y="138951"/>
                </a:moveTo>
                <a:cubicBezTo>
                  <a:pt x="2000050" y="138113"/>
                  <a:pt x="2002089" y="137727"/>
                  <a:pt x="2002240" y="139229"/>
                </a:cubicBezTo>
                <a:cubicBezTo>
                  <a:pt x="2002773" y="144490"/>
                  <a:pt x="2004600" y="151888"/>
                  <a:pt x="2004600" y="151888"/>
                </a:cubicBezTo>
                <a:cubicBezTo>
                  <a:pt x="2006315" y="152533"/>
                  <a:pt x="2007385" y="152425"/>
                  <a:pt x="2008675" y="151888"/>
                </a:cubicBezTo>
                <a:cubicBezTo>
                  <a:pt x="2013392" y="148019"/>
                  <a:pt x="2020901" y="144801"/>
                  <a:pt x="2033989" y="143298"/>
                </a:cubicBezTo>
                <a:cubicBezTo>
                  <a:pt x="2035275" y="142012"/>
                  <a:pt x="2035275" y="138794"/>
                  <a:pt x="2033989" y="137508"/>
                </a:cubicBezTo>
                <a:cubicBezTo>
                  <a:pt x="2020260" y="136434"/>
                  <a:pt x="2018329" y="132355"/>
                  <a:pt x="2018329" y="121838"/>
                </a:cubicBezTo>
                <a:lnTo>
                  <a:pt x="2018329" y="24603"/>
                </a:lnTo>
                <a:cubicBezTo>
                  <a:pt x="2018329" y="10652"/>
                  <a:pt x="2019186" y="2118"/>
                  <a:pt x="2019186" y="2118"/>
                </a:cubicBezTo>
                <a:cubicBezTo>
                  <a:pt x="2019186" y="638"/>
                  <a:pt x="2018329" y="0"/>
                  <a:pt x="2016397" y="0"/>
                </a:cubicBezTo>
                <a:cubicBezTo>
                  <a:pt x="2011035" y="2118"/>
                  <a:pt x="1994943" y="5080"/>
                  <a:pt x="1986363" y="5715"/>
                </a:cubicBezTo>
                <a:cubicBezTo>
                  <a:pt x="1985935" y="7434"/>
                  <a:pt x="1986363" y="10865"/>
                  <a:pt x="1987650" y="12151"/>
                </a:cubicBezTo>
                <a:cubicBezTo>
                  <a:pt x="1998806" y="12796"/>
                  <a:pt x="2001379" y="11722"/>
                  <a:pt x="2001379" y="29756"/>
                </a:cubicBezTo>
                <a:lnTo>
                  <a:pt x="2001379" y="57236"/>
                </a:lnTo>
                <a:cubicBezTo>
                  <a:pt x="2001379" y="58739"/>
                  <a:pt x="2000950" y="59168"/>
                  <a:pt x="1999451" y="59168"/>
                </a:cubicBezTo>
                <a:cubicBezTo>
                  <a:pt x="1998590" y="59168"/>
                  <a:pt x="1989797" y="55518"/>
                  <a:pt x="1982717" y="55518"/>
                </a:cubicBezTo>
                <a:cubicBezTo>
                  <a:pt x="1968556" y="55518"/>
                  <a:pt x="1959118" y="60238"/>
                  <a:pt x="1950535" y="68392"/>
                </a:cubicBezTo>
                <a:cubicBezTo>
                  <a:pt x="1941311" y="77623"/>
                  <a:pt x="1935733" y="90288"/>
                  <a:pt x="1935733" y="106171"/>
                </a:cubicBezTo>
                <a:cubicBezTo>
                  <a:pt x="1935733" y="132578"/>
                  <a:pt x="1949036" y="151888"/>
                  <a:pt x="1972206" y="151888"/>
                </a:cubicBezTo>
                <a:cubicBezTo>
                  <a:pt x="1980569" y="151888"/>
                  <a:pt x="1988507" y="147600"/>
                  <a:pt x="1999022" y="138951"/>
                </a:cubicBezTo>
                <a:close/>
                <a:moveTo>
                  <a:pt x="2103712" y="89895"/>
                </a:moveTo>
                <a:cubicBezTo>
                  <a:pt x="2103712" y="109886"/>
                  <a:pt x="2093627" y="113968"/>
                  <a:pt x="2085688" y="113968"/>
                </a:cubicBezTo>
                <a:cubicBezTo>
                  <a:pt x="2067668" y="113968"/>
                  <a:pt x="2065740" y="98711"/>
                  <a:pt x="2065740" y="84952"/>
                </a:cubicBezTo>
                <a:cubicBezTo>
                  <a:pt x="2065740" y="69908"/>
                  <a:pt x="2071102" y="62169"/>
                  <a:pt x="2082903" y="62169"/>
                </a:cubicBezTo>
                <a:cubicBezTo>
                  <a:pt x="2096415" y="62169"/>
                  <a:pt x="2103712" y="72058"/>
                  <a:pt x="2103712" y="89895"/>
                </a:cubicBezTo>
                <a:moveTo>
                  <a:pt x="2063593" y="151878"/>
                </a:moveTo>
                <a:cubicBezTo>
                  <a:pt x="2065953" y="152523"/>
                  <a:pt x="2069387" y="152955"/>
                  <a:pt x="2072176" y="152955"/>
                </a:cubicBezTo>
                <a:cubicBezTo>
                  <a:pt x="2078824" y="152955"/>
                  <a:pt x="2084831" y="152307"/>
                  <a:pt x="2087836" y="152307"/>
                </a:cubicBezTo>
                <a:cubicBezTo>
                  <a:pt x="2098563" y="152307"/>
                  <a:pt x="2107571" y="152523"/>
                  <a:pt x="2113794" y="155967"/>
                </a:cubicBezTo>
                <a:cubicBezTo>
                  <a:pt x="2122161" y="160700"/>
                  <a:pt x="2124734" y="163712"/>
                  <a:pt x="2124734" y="169306"/>
                </a:cubicBezTo>
                <a:cubicBezTo>
                  <a:pt x="2124734" y="184799"/>
                  <a:pt x="2101993" y="192976"/>
                  <a:pt x="2082687" y="192976"/>
                </a:cubicBezTo>
                <a:cubicBezTo>
                  <a:pt x="2074965" y="192976"/>
                  <a:pt x="2056944" y="186734"/>
                  <a:pt x="2056944" y="172105"/>
                </a:cubicBezTo>
                <a:cubicBezTo>
                  <a:pt x="2056944" y="164789"/>
                  <a:pt x="2057373" y="159410"/>
                  <a:pt x="2063593" y="151878"/>
                </a:cubicBezTo>
                <a:moveTo>
                  <a:pt x="2130528" y="66683"/>
                </a:moveTo>
                <a:cubicBezTo>
                  <a:pt x="2134604" y="66683"/>
                  <a:pt x="2138463" y="62814"/>
                  <a:pt x="2138463" y="58523"/>
                </a:cubicBezTo>
                <a:cubicBezTo>
                  <a:pt x="2138463" y="54018"/>
                  <a:pt x="2134387" y="50585"/>
                  <a:pt x="2128597" y="50585"/>
                </a:cubicBezTo>
                <a:cubicBezTo>
                  <a:pt x="2123019" y="50585"/>
                  <a:pt x="2112721" y="54231"/>
                  <a:pt x="2107143" y="61528"/>
                </a:cubicBezTo>
                <a:cubicBezTo>
                  <a:pt x="2104570" y="59809"/>
                  <a:pt x="2097489" y="55518"/>
                  <a:pt x="2084831" y="55518"/>
                </a:cubicBezTo>
                <a:cubicBezTo>
                  <a:pt x="2065740" y="55518"/>
                  <a:pt x="2048149" y="68402"/>
                  <a:pt x="2048149" y="88177"/>
                </a:cubicBezTo>
                <a:cubicBezTo>
                  <a:pt x="2048149" y="99784"/>
                  <a:pt x="2053298" y="106446"/>
                  <a:pt x="2059304" y="112250"/>
                </a:cubicBezTo>
                <a:cubicBezTo>
                  <a:pt x="2053298" y="117402"/>
                  <a:pt x="2049864" y="126607"/>
                  <a:pt x="2049864" y="133877"/>
                </a:cubicBezTo>
                <a:cubicBezTo>
                  <a:pt x="2049864" y="141583"/>
                  <a:pt x="2054155" y="147590"/>
                  <a:pt x="2059733" y="150379"/>
                </a:cubicBezTo>
                <a:cubicBezTo>
                  <a:pt x="2048149" y="157256"/>
                  <a:pt x="2042142" y="167155"/>
                  <a:pt x="2042142" y="176406"/>
                </a:cubicBezTo>
                <a:cubicBezTo>
                  <a:pt x="2042142" y="195120"/>
                  <a:pt x="2059733" y="200911"/>
                  <a:pt x="2076251" y="200911"/>
                </a:cubicBezTo>
                <a:cubicBezTo>
                  <a:pt x="2105211" y="200911"/>
                  <a:pt x="2136535" y="186950"/>
                  <a:pt x="2136535" y="163712"/>
                </a:cubicBezTo>
                <a:cubicBezTo>
                  <a:pt x="2136535" y="156828"/>
                  <a:pt x="2133317" y="151449"/>
                  <a:pt x="2127094" y="146300"/>
                </a:cubicBezTo>
                <a:cubicBezTo>
                  <a:pt x="2118727" y="139436"/>
                  <a:pt x="2103712" y="139223"/>
                  <a:pt x="2095774" y="139223"/>
                </a:cubicBezTo>
                <a:cubicBezTo>
                  <a:pt x="2091911" y="139223"/>
                  <a:pt x="2086549" y="139652"/>
                  <a:pt x="2081400" y="140293"/>
                </a:cubicBezTo>
                <a:cubicBezTo>
                  <a:pt x="2078182" y="140509"/>
                  <a:pt x="2076035" y="140725"/>
                  <a:pt x="2074965" y="140725"/>
                </a:cubicBezTo>
                <a:cubicBezTo>
                  <a:pt x="2068742" y="140725"/>
                  <a:pt x="2061232" y="137727"/>
                  <a:pt x="2061232" y="128532"/>
                </a:cubicBezTo>
                <a:cubicBezTo>
                  <a:pt x="2061232" y="124257"/>
                  <a:pt x="2062522" y="119762"/>
                  <a:pt x="2065095" y="116116"/>
                </a:cubicBezTo>
                <a:cubicBezTo>
                  <a:pt x="2070244" y="119117"/>
                  <a:pt x="2076251" y="120620"/>
                  <a:pt x="2084618" y="120620"/>
                </a:cubicBezTo>
                <a:cubicBezTo>
                  <a:pt x="2103496" y="120620"/>
                  <a:pt x="2120871" y="108813"/>
                  <a:pt x="2120871" y="87748"/>
                </a:cubicBezTo>
                <a:cubicBezTo>
                  <a:pt x="2120871" y="77646"/>
                  <a:pt x="2117870" y="71842"/>
                  <a:pt x="2111647" y="65394"/>
                </a:cubicBezTo>
                <a:cubicBezTo>
                  <a:pt x="2113149" y="63243"/>
                  <a:pt x="2117441" y="60238"/>
                  <a:pt x="2120230" y="60238"/>
                </a:cubicBezTo>
                <a:cubicBezTo>
                  <a:pt x="2121732" y="60238"/>
                  <a:pt x="2123232" y="60883"/>
                  <a:pt x="2124521" y="62814"/>
                </a:cubicBezTo>
                <a:cubicBezTo>
                  <a:pt x="2125379" y="64533"/>
                  <a:pt x="2128168" y="66683"/>
                  <a:pt x="2130528" y="66683"/>
                </a:cubicBezTo>
                <a:close/>
                <a:moveTo>
                  <a:pt x="2169785" y="89287"/>
                </a:moveTo>
                <a:cubicBezTo>
                  <a:pt x="2173861" y="65148"/>
                  <a:pt x="2188879" y="63227"/>
                  <a:pt x="2194028" y="63227"/>
                </a:cubicBezTo>
                <a:cubicBezTo>
                  <a:pt x="2202179" y="63227"/>
                  <a:pt x="2211833" y="67715"/>
                  <a:pt x="2211833" y="85656"/>
                </a:cubicBezTo>
                <a:cubicBezTo>
                  <a:pt x="2211833" y="87578"/>
                  <a:pt x="2210975" y="88602"/>
                  <a:pt x="2208615" y="88648"/>
                </a:cubicBezTo>
                <a:lnTo>
                  <a:pt x="2169785" y="89287"/>
                </a:lnTo>
                <a:moveTo>
                  <a:pt x="2225990" y="129802"/>
                </a:moveTo>
                <a:cubicBezTo>
                  <a:pt x="2218055" y="137950"/>
                  <a:pt x="2211833" y="141377"/>
                  <a:pt x="2199390" y="141377"/>
                </a:cubicBezTo>
                <a:cubicBezTo>
                  <a:pt x="2191668" y="141377"/>
                  <a:pt x="2182656" y="136876"/>
                  <a:pt x="2176008" y="125946"/>
                </a:cubicBezTo>
                <a:cubicBezTo>
                  <a:pt x="2171716" y="118872"/>
                  <a:pt x="2169140" y="109012"/>
                  <a:pt x="2169140" y="96580"/>
                </a:cubicBezTo>
                <a:lnTo>
                  <a:pt x="2226206" y="97009"/>
                </a:lnTo>
                <a:cubicBezTo>
                  <a:pt x="2228779" y="97009"/>
                  <a:pt x="2230282" y="95722"/>
                  <a:pt x="2230282" y="93362"/>
                </a:cubicBezTo>
                <a:cubicBezTo>
                  <a:pt x="2230282" y="75404"/>
                  <a:pt x="2223846" y="56146"/>
                  <a:pt x="2194028" y="56146"/>
                </a:cubicBezTo>
                <a:cubicBezTo>
                  <a:pt x="2175363" y="56146"/>
                  <a:pt x="2151120" y="73908"/>
                  <a:pt x="2151120" y="106439"/>
                </a:cubicBezTo>
                <a:cubicBezTo>
                  <a:pt x="2151120" y="118443"/>
                  <a:pt x="2154125" y="130018"/>
                  <a:pt x="2161205" y="138162"/>
                </a:cubicBezTo>
                <a:cubicBezTo>
                  <a:pt x="2168499" y="146742"/>
                  <a:pt x="2178581" y="151888"/>
                  <a:pt x="2194028" y="151888"/>
                </a:cubicBezTo>
                <a:cubicBezTo>
                  <a:pt x="2210330" y="151888"/>
                  <a:pt x="2221915" y="144382"/>
                  <a:pt x="2230498" y="133233"/>
                </a:cubicBezTo>
                <a:cubicBezTo>
                  <a:pt x="2229853" y="131088"/>
                  <a:pt x="2228566" y="130018"/>
                  <a:pt x="2225990" y="129802"/>
                </a:cubicBezTo>
                <a:close/>
                <a:moveTo>
                  <a:pt x="2369661" y="151888"/>
                </a:moveTo>
                <a:cubicBezTo>
                  <a:pt x="2390471" y="151888"/>
                  <a:pt x="2409565" y="142022"/>
                  <a:pt x="2424151" y="122928"/>
                </a:cubicBezTo>
                <a:cubicBezTo>
                  <a:pt x="2423077" y="121000"/>
                  <a:pt x="2421578" y="119713"/>
                  <a:pt x="2419218" y="119713"/>
                </a:cubicBezTo>
                <a:cubicBezTo>
                  <a:pt x="2403987" y="136444"/>
                  <a:pt x="2389397" y="143095"/>
                  <a:pt x="2369445" y="143095"/>
                </a:cubicBezTo>
                <a:cubicBezTo>
                  <a:pt x="2340570" y="143095"/>
                  <a:pt x="2320534" y="110489"/>
                  <a:pt x="2320534" y="79168"/>
                </a:cubicBezTo>
                <a:cubicBezTo>
                  <a:pt x="2320534" y="60654"/>
                  <a:pt x="2325447" y="45252"/>
                  <a:pt x="2333277" y="35622"/>
                </a:cubicBezTo>
                <a:cubicBezTo>
                  <a:pt x="2343919" y="22534"/>
                  <a:pt x="2356361" y="16528"/>
                  <a:pt x="2367517" y="16528"/>
                </a:cubicBezTo>
                <a:cubicBezTo>
                  <a:pt x="2397122" y="16528"/>
                  <a:pt x="2408920" y="34119"/>
                  <a:pt x="2414498" y="52568"/>
                </a:cubicBezTo>
                <a:cubicBezTo>
                  <a:pt x="2417071" y="53426"/>
                  <a:pt x="2419153" y="52781"/>
                  <a:pt x="2421578" y="51495"/>
                </a:cubicBezTo>
                <a:cubicBezTo>
                  <a:pt x="2420505" y="40342"/>
                  <a:pt x="2419002" y="30044"/>
                  <a:pt x="2416858" y="18246"/>
                </a:cubicBezTo>
                <a:cubicBezTo>
                  <a:pt x="2405918" y="17172"/>
                  <a:pt x="2396261" y="8590"/>
                  <a:pt x="2369874" y="8590"/>
                </a:cubicBezTo>
                <a:cubicBezTo>
                  <a:pt x="2351641" y="8590"/>
                  <a:pt x="2336410" y="15241"/>
                  <a:pt x="2323751" y="26826"/>
                </a:cubicBezTo>
                <a:cubicBezTo>
                  <a:pt x="2309509" y="39867"/>
                  <a:pt x="2301011" y="60870"/>
                  <a:pt x="2301011" y="83244"/>
                </a:cubicBezTo>
                <a:cubicBezTo>
                  <a:pt x="2301011" y="120528"/>
                  <a:pt x="2323539" y="151888"/>
                  <a:pt x="2369661" y="151888"/>
                </a:cubicBezTo>
                <a:close/>
                <a:moveTo>
                  <a:pt x="2442771" y="105742"/>
                </a:moveTo>
                <a:cubicBezTo>
                  <a:pt x="2442771" y="127638"/>
                  <a:pt x="2457361" y="151888"/>
                  <a:pt x="2487823" y="151888"/>
                </a:cubicBezTo>
                <a:cubicBezTo>
                  <a:pt x="2501640" y="151888"/>
                  <a:pt x="2512024" y="147020"/>
                  <a:pt x="2519337" y="139874"/>
                </a:cubicBezTo>
                <a:cubicBezTo>
                  <a:pt x="2528948" y="130473"/>
                  <a:pt x="2533304" y="116970"/>
                  <a:pt x="2533304" y="103811"/>
                </a:cubicBezTo>
                <a:cubicBezTo>
                  <a:pt x="2533304" y="81486"/>
                  <a:pt x="2521075" y="55518"/>
                  <a:pt x="2488252" y="55518"/>
                </a:cubicBezTo>
                <a:cubicBezTo>
                  <a:pt x="2474137" y="55518"/>
                  <a:pt x="2462487" y="61312"/>
                  <a:pt x="2454637" y="70539"/>
                </a:cubicBezTo>
                <a:cubicBezTo>
                  <a:pt x="2446850" y="79685"/>
                  <a:pt x="2442771" y="92177"/>
                  <a:pt x="2442771" y="105742"/>
                </a:cubicBezTo>
                <a:moveTo>
                  <a:pt x="2485034" y="63027"/>
                </a:moveTo>
                <a:cubicBezTo>
                  <a:pt x="2503483" y="63027"/>
                  <a:pt x="2514855" y="79771"/>
                  <a:pt x="2514855" y="110682"/>
                </a:cubicBezTo>
                <a:cubicBezTo>
                  <a:pt x="2514855" y="137727"/>
                  <a:pt x="2500910" y="144382"/>
                  <a:pt x="2490828" y="144382"/>
                </a:cubicBezTo>
                <a:cubicBezTo>
                  <a:pt x="2468516" y="144382"/>
                  <a:pt x="2461223" y="117333"/>
                  <a:pt x="2461223" y="100806"/>
                </a:cubicBezTo>
                <a:cubicBezTo>
                  <a:pt x="2461223" y="82131"/>
                  <a:pt x="2465727" y="63027"/>
                  <a:pt x="2485034" y="63027"/>
                </a:cubicBezTo>
                <a:close/>
                <a:moveTo>
                  <a:pt x="2588438" y="151888"/>
                </a:moveTo>
                <a:cubicBezTo>
                  <a:pt x="2596805" y="151888"/>
                  <a:pt x="2606887" y="147600"/>
                  <a:pt x="2617398" y="139023"/>
                </a:cubicBezTo>
                <a:cubicBezTo>
                  <a:pt x="2618472" y="138166"/>
                  <a:pt x="2620465" y="137737"/>
                  <a:pt x="2620616" y="139236"/>
                </a:cubicBezTo>
                <a:cubicBezTo>
                  <a:pt x="2621153" y="144703"/>
                  <a:pt x="2622976" y="151888"/>
                  <a:pt x="2622976" y="151888"/>
                </a:cubicBezTo>
                <a:cubicBezTo>
                  <a:pt x="2624691" y="152533"/>
                  <a:pt x="2625657" y="152425"/>
                  <a:pt x="2627051" y="151888"/>
                </a:cubicBezTo>
                <a:cubicBezTo>
                  <a:pt x="2631772" y="148029"/>
                  <a:pt x="2639281" y="144811"/>
                  <a:pt x="2652368" y="143308"/>
                </a:cubicBezTo>
                <a:cubicBezTo>
                  <a:pt x="2653655" y="142022"/>
                  <a:pt x="2653655" y="138807"/>
                  <a:pt x="2652368" y="137524"/>
                </a:cubicBezTo>
                <a:cubicBezTo>
                  <a:pt x="2638636" y="136450"/>
                  <a:pt x="2636705" y="132381"/>
                  <a:pt x="2636705" y="121887"/>
                </a:cubicBezTo>
                <a:lnTo>
                  <a:pt x="2636705" y="80762"/>
                </a:lnTo>
                <a:cubicBezTo>
                  <a:pt x="2636705" y="74337"/>
                  <a:pt x="2637566" y="58693"/>
                  <a:pt x="2637566" y="58693"/>
                </a:cubicBezTo>
                <a:cubicBezTo>
                  <a:pt x="2637566" y="58048"/>
                  <a:pt x="2636921" y="57403"/>
                  <a:pt x="2635847" y="57403"/>
                </a:cubicBezTo>
                <a:cubicBezTo>
                  <a:pt x="2634777" y="57619"/>
                  <a:pt x="2631559" y="57835"/>
                  <a:pt x="2628341" y="57835"/>
                </a:cubicBezTo>
                <a:cubicBezTo>
                  <a:pt x="2621473" y="57835"/>
                  <a:pt x="2613751" y="57619"/>
                  <a:pt x="2606458" y="57403"/>
                </a:cubicBezTo>
                <a:cubicBezTo>
                  <a:pt x="2605172" y="58693"/>
                  <a:pt x="2605172" y="63197"/>
                  <a:pt x="2606458" y="64484"/>
                </a:cubicBezTo>
                <a:cubicBezTo>
                  <a:pt x="2616969" y="65125"/>
                  <a:pt x="2619758" y="67698"/>
                  <a:pt x="2619758" y="81833"/>
                </a:cubicBezTo>
                <a:lnTo>
                  <a:pt x="2619758" y="123173"/>
                </a:lnTo>
                <a:cubicBezTo>
                  <a:pt x="2619758" y="127242"/>
                  <a:pt x="2619329" y="128954"/>
                  <a:pt x="2616328" y="131527"/>
                </a:cubicBezTo>
                <a:cubicBezTo>
                  <a:pt x="2608389" y="138378"/>
                  <a:pt x="2600235" y="141806"/>
                  <a:pt x="2594873" y="141806"/>
                </a:cubicBezTo>
                <a:cubicBezTo>
                  <a:pt x="2588438" y="141806"/>
                  <a:pt x="2577711" y="138807"/>
                  <a:pt x="2577711" y="119746"/>
                </a:cubicBezTo>
                <a:lnTo>
                  <a:pt x="2577711" y="80762"/>
                </a:lnTo>
                <a:cubicBezTo>
                  <a:pt x="2577711" y="74337"/>
                  <a:pt x="2578568" y="58693"/>
                  <a:pt x="2578568" y="58693"/>
                </a:cubicBezTo>
                <a:cubicBezTo>
                  <a:pt x="2578568" y="58048"/>
                  <a:pt x="2577927" y="57403"/>
                  <a:pt x="2576853" y="57403"/>
                </a:cubicBezTo>
                <a:cubicBezTo>
                  <a:pt x="2575779" y="57619"/>
                  <a:pt x="2572562" y="57835"/>
                  <a:pt x="2569344" y="57835"/>
                </a:cubicBezTo>
                <a:cubicBezTo>
                  <a:pt x="2562479" y="57835"/>
                  <a:pt x="2554757" y="57619"/>
                  <a:pt x="2547461" y="57403"/>
                </a:cubicBezTo>
                <a:cubicBezTo>
                  <a:pt x="2546174" y="58693"/>
                  <a:pt x="2546174" y="63197"/>
                  <a:pt x="2547461" y="64484"/>
                </a:cubicBezTo>
                <a:cubicBezTo>
                  <a:pt x="2557759" y="65341"/>
                  <a:pt x="2560764" y="67698"/>
                  <a:pt x="2560764" y="81620"/>
                </a:cubicBezTo>
                <a:lnTo>
                  <a:pt x="2560764" y="122744"/>
                </a:lnTo>
                <a:cubicBezTo>
                  <a:pt x="2560764" y="137524"/>
                  <a:pt x="2567200" y="151888"/>
                  <a:pt x="2588438" y="151888"/>
                </a:cubicBezTo>
                <a:close/>
                <a:moveTo>
                  <a:pt x="2695272" y="72903"/>
                </a:moveTo>
                <a:cubicBezTo>
                  <a:pt x="2693963" y="74405"/>
                  <a:pt x="2692761" y="74923"/>
                  <a:pt x="2692699" y="72903"/>
                </a:cubicBezTo>
                <a:cubicBezTo>
                  <a:pt x="2692483" y="67106"/>
                  <a:pt x="2691989" y="58801"/>
                  <a:pt x="2690981" y="56591"/>
                </a:cubicBezTo>
                <a:cubicBezTo>
                  <a:pt x="2690532" y="55606"/>
                  <a:pt x="2690123" y="54876"/>
                  <a:pt x="2688408" y="54876"/>
                </a:cubicBezTo>
                <a:cubicBezTo>
                  <a:pt x="2682401" y="57236"/>
                  <a:pt x="2676823" y="59168"/>
                  <a:pt x="2662020" y="61096"/>
                </a:cubicBezTo>
                <a:cubicBezTo>
                  <a:pt x="2661592" y="62385"/>
                  <a:pt x="2662020" y="65816"/>
                  <a:pt x="2662449" y="67106"/>
                </a:cubicBezTo>
                <a:cubicBezTo>
                  <a:pt x="2674034" y="68179"/>
                  <a:pt x="2676394" y="69253"/>
                  <a:pt x="2676394" y="81708"/>
                </a:cubicBezTo>
                <a:lnTo>
                  <a:pt x="2676394" y="123589"/>
                </a:lnTo>
                <a:cubicBezTo>
                  <a:pt x="2676394" y="141200"/>
                  <a:pt x="2674250" y="142061"/>
                  <a:pt x="2661376" y="143135"/>
                </a:cubicBezTo>
                <a:cubicBezTo>
                  <a:pt x="2660089" y="144421"/>
                  <a:pt x="2660089" y="148925"/>
                  <a:pt x="2661376" y="150212"/>
                </a:cubicBezTo>
                <a:cubicBezTo>
                  <a:pt x="2667814" y="149999"/>
                  <a:pt x="2676394" y="149783"/>
                  <a:pt x="2684974" y="149783"/>
                </a:cubicBezTo>
                <a:cubicBezTo>
                  <a:pt x="2693557" y="149783"/>
                  <a:pt x="2699992" y="149999"/>
                  <a:pt x="2706428" y="150212"/>
                </a:cubicBezTo>
                <a:cubicBezTo>
                  <a:pt x="2707714" y="148925"/>
                  <a:pt x="2707714" y="144421"/>
                  <a:pt x="2706428" y="143135"/>
                </a:cubicBezTo>
                <a:cubicBezTo>
                  <a:pt x="2695488" y="142061"/>
                  <a:pt x="2693341" y="141200"/>
                  <a:pt x="2693341" y="123589"/>
                </a:cubicBezTo>
                <a:lnTo>
                  <a:pt x="2693341" y="88367"/>
                </a:lnTo>
                <a:cubicBezTo>
                  <a:pt x="2693341" y="83856"/>
                  <a:pt x="2695272" y="81280"/>
                  <a:pt x="2696987" y="79348"/>
                </a:cubicBezTo>
                <a:cubicBezTo>
                  <a:pt x="2705142" y="71400"/>
                  <a:pt x="2714795" y="66674"/>
                  <a:pt x="2723162" y="66674"/>
                </a:cubicBezTo>
                <a:cubicBezTo>
                  <a:pt x="2727453" y="66674"/>
                  <a:pt x="2731958" y="69466"/>
                  <a:pt x="2734531" y="74405"/>
                </a:cubicBezTo>
                <a:cubicBezTo>
                  <a:pt x="2736678" y="78703"/>
                  <a:pt x="2737107" y="84501"/>
                  <a:pt x="2737107" y="90943"/>
                </a:cubicBezTo>
                <a:lnTo>
                  <a:pt x="2737107" y="123589"/>
                </a:lnTo>
                <a:cubicBezTo>
                  <a:pt x="2737107" y="141200"/>
                  <a:pt x="2734959" y="142061"/>
                  <a:pt x="2723803" y="143135"/>
                </a:cubicBezTo>
                <a:cubicBezTo>
                  <a:pt x="2722733" y="144421"/>
                  <a:pt x="2722733" y="148925"/>
                  <a:pt x="2723803" y="150212"/>
                </a:cubicBezTo>
                <a:cubicBezTo>
                  <a:pt x="2730242" y="149999"/>
                  <a:pt x="2737107" y="149783"/>
                  <a:pt x="2745686" y="149783"/>
                </a:cubicBezTo>
                <a:cubicBezTo>
                  <a:pt x="2754269" y="149783"/>
                  <a:pt x="2761991" y="149999"/>
                  <a:pt x="2768427" y="150212"/>
                </a:cubicBezTo>
                <a:cubicBezTo>
                  <a:pt x="2769501" y="148925"/>
                  <a:pt x="2769501" y="144421"/>
                  <a:pt x="2768427" y="143135"/>
                </a:cubicBezTo>
                <a:cubicBezTo>
                  <a:pt x="2756414" y="142061"/>
                  <a:pt x="2754053" y="141200"/>
                  <a:pt x="2754053" y="123589"/>
                </a:cubicBezTo>
                <a:lnTo>
                  <a:pt x="2754053" y="91588"/>
                </a:lnTo>
                <a:cubicBezTo>
                  <a:pt x="2754053" y="79777"/>
                  <a:pt x="2753196" y="69466"/>
                  <a:pt x="2748263" y="62814"/>
                </a:cubicBezTo>
                <a:cubicBezTo>
                  <a:pt x="2744613" y="58094"/>
                  <a:pt x="2737964" y="55518"/>
                  <a:pt x="2730455" y="55518"/>
                </a:cubicBezTo>
                <a:cubicBezTo>
                  <a:pt x="2719944" y="55518"/>
                  <a:pt x="2707993" y="58307"/>
                  <a:pt x="2695272" y="72903"/>
                </a:cubicBezTo>
                <a:close/>
                <a:moveTo>
                  <a:pt x="2781944" y="57822"/>
                </a:moveTo>
                <a:cubicBezTo>
                  <a:pt x="2778939" y="57822"/>
                  <a:pt x="2778081" y="60398"/>
                  <a:pt x="2778081" y="62114"/>
                </a:cubicBezTo>
                <a:lnTo>
                  <a:pt x="2778081" y="64903"/>
                </a:lnTo>
                <a:cubicBezTo>
                  <a:pt x="2778081" y="65976"/>
                  <a:pt x="2778294" y="66189"/>
                  <a:pt x="2779155" y="66189"/>
                </a:cubicBezTo>
                <a:lnTo>
                  <a:pt x="2791810" y="66189"/>
                </a:lnTo>
                <a:lnTo>
                  <a:pt x="2791810" y="130666"/>
                </a:lnTo>
                <a:cubicBezTo>
                  <a:pt x="2791810" y="145881"/>
                  <a:pt x="2798462" y="151888"/>
                  <a:pt x="2808328" y="151888"/>
                </a:cubicBezTo>
                <a:cubicBezTo>
                  <a:pt x="2818197" y="151888"/>
                  <a:pt x="2828925" y="147171"/>
                  <a:pt x="2837292" y="137734"/>
                </a:cubicBezTo>
                <a:cubicBezTo>
                  <a:pt x="2836863" y="135527"/>
                  <a:pt x="2835576" y="134306"/>
                  <a:pt x="2833429" y="134093"/>
                </a:cubicBezTo>
                <a:cubicBezTo>
                  <a:pt x="2827851" y="138378"/>
                  <a:pt x="2821415" y="140090"/>
                  <a:pt x="2815837" y="140090"/>
                </a:cubicBezTo>
                <a:cubicBezTo>
                  <a:pt x="2810047" y="140090"/>
                  <a:pt x="2808760" y="133665"/>
                  <a:pt x="2808760" y="120384"/>
                </a:cubicBezTo>
                <a:lnTo>
                  <a:pt x="2808760" y="66189"/>
                </a:lnTo>
                <a:lnTo>
                  <a:pt x="2831069" y="66189"/>
                </a:lnTo>
                <a:cubicBezTo>
                  <a:pt x="2833216" y="66189"/>
                  <a:pt x="2836218" y="65331"/>
                  <a:pt x="2836218" y="63400"/>
                </a:cubicBezTo>
                <a:lnTo>
                  <a:pt x="2836218" y="59112"/>
                </a:lnTo>
                <a:cubicBezTo>
                  <a:pt x="2836218" y="58254"/>
                  <a:pt x="2835576" y="57822"/>
                  <a:pt x="2834503" y="57822"/>
                </a:cubicBezTo>
                <a:lnTo>
                  <a:pt x="2808760" y="57822"/>
                </a:lnTo>
                <a:lnTo>
                  <a:pt x="2808760" y="49458"/>
                </a:lnTo>
                <a:cubicBezTo>
                  <a:pt x="2808760" y="35514"/>
                  <a:pt x="2809618" y="26931"/>
                  <a:pt x="2809618" y="26931"/>
                </a:cubicBezTo>
                <a:cubicBezTo>
                  <a:pt x="2809618" y="25559"/>
                  <a:pt x="2808973" y="25045"/>
                  <a:pt x="2807965" y="25045"/>
                </a:cubicBezTo>
                <a:cubicBezTo>
                  <a:pt x="2806999" y="25045"/>
                  <a:pt x="2805176" y="25880"/>
                  <a:pt x="2803182" y="26973"/>
                </a:cubicBezTo>
                <a:cubicBezTo>
                  <a:pt x="2800757" y="28325"/>
                  <a:pt x="2798570" y="29248"/>
                  <a:pt x="2795886" y="29998"/>
                </a:cubicBezTo>
                <a:cubicBezTo>
                  <a:pt x="2793313" y="30728"/>
                  <a:pt x="2791169" y="31458"/>
                  <a:pt x="2791169" y="32937"/>
                </a:cubicBezTo>
                <a:cubicBezTo>
                  <a:pt x="2791169" y="35429"/>
                  <a:pt x="2791810" y="34011"/>
                  <a:pt x="2791810" y="57803"/>
                </a:cubicBezTo>
                <a:lnTo>
                  <a:pt x="2781944" y="57822"/>
                </a:lnTo>
                <a:close/>
                <a:moveTo>
                  <a:pt x="2949254" y="77175"/>
                </a:moveTo>
                <a:cubicBezTo>
                  <a:pt x="2951611" y="81686"/>
                  <a:pt x="2968774" y="106590"/>
                  <a:pt x="2981004" y="122695"/>
                </a:cubicBezTo>
                <a:cubicBezTo>
                  <a:pt x="2970493" y="137079"/>
                  <a:pt x="2962767" y="144811"/>
                  <a:pt x="2947536" y="144811"/>
                </a:cubicBezTo>
                <a:cubicBezTo>
                  <a:pt x="2934020" y="144811"/>
                  <a:pt x="2922438" y="137295"/>
                  <a:pt x="2922438" y="116253"/>
                </a:cubicBezTo>
                <a:cubicBezTo>
                  <a:pt x="2922438" y="101009"/>
                  <a:pt x="2927155" y="89414"/>
                  <a:pt x="2949254" y="77175"/>
                </a:cubicBezTo>
                <a:moveTo>
                  <a:pt x="2985937" y="129566"/>
                </a:moveTo>
                <a:lnTo>
                  <a:pt x="2992160" y="137511"/>
                </a:lnTo>
                <a:cubicBezTo>
                  <a:pt x="3002242" y="151459"/>
                  <a:pt x="3010180" y="151888"/>
                  <a:pt x="3016828" y="151888"/>
                </a:cubicBezTo>
                <a:cubicBezTo>
                  <a:pt x="3024337" y="151888"/>
                  <a:pt x="3033991" y="145881"/>
                  <a:pt x="3038927" y="130856"/>
                </a:cubicBezTo>
                <a:cubicBezTo>
                  <a:pt x="3037811" y="129697"/>
                  <a:pt x="3036780" y="128709"/>
                  <a:pt x="3034420" y="128709"/>
                </a:cubicBezTo>
                <a:cubicBezTo>
                  <a:pt x="3030131" y="137085"/>
                  <a:pt x="3025195" y="140306"/>
                  <a:pt x="3018118" y="140306"/>
                </a:cubicBezTo>
                <a:cubicBezTo>
                  <a:pt x="3014684" y="140306"/>
                  <a:pt x="3008248" y="136012"/>
                  <a:pt x="3001597" y="126777"/>
                </a:cubicBezTo>
                <a:lnTo>
                  <a:pt x="2993875" y="116040"/>
                </a:lnTo>
                <a:cubicBezTo>
                  <a:pt x="3002369" y="103801"/>
                  <a:pt x="3007198" y="95211"/>
                  <a:pt x="3012969" y="84907"/>
                </a:cubicBezTo>
                <a:cubicBezTo>
                  <a:pt x="3022835" y="67299"/>
                  <a:pt x="3024295" y="66183"/>
                  <a:pt x="3037425" y="65364"/>
                </a:cubicBezTo>
                <a:cubicBezTo>
                  <a:pt x="3038711" y="64078"/>
                  <a:pt x="3038711" y="59573"/>
                  <a:pt x="3037425" y="58287"/>
                </a:cubicBezTo>
                <a:cubicBezTo>
                  <a:pt x="3033133" y="58500"/>
                  <a:pt x="3026698" y="58716"/>
                  <a:pt x="3019404" y="58716"/>
                </a:cubicBezTo>
                <a:cubicBezTo>
                  <a:pt x="3012111" y="58716"/>
                  <a:pt x="3003315" y="58500"/>
                  <a:pt x="2999024" y="58287"/>
                </a:cubicBezTo>
                <a:cubicBezTo>
                  <a:pt x="2997737" y="59573"/>
                  <a:pt x="2997737" y="64078"/>
                  <a:pt x="2999024" y="65364"/>
                </a:cubicBezTo>
                <a:cubicBezTo>
                  <a:pt x="3010628" y="65947"/>
                  <a:pt x="3013826" y="67083"/>
                  <a:pt x="3005761" y="82114"/>
                </a:cubicBezTo>
                <a:cubicBezTo>
                  <a:pt x="3002091" y="88966"/>
                  <a:pt x="2996899" y="98154"/>
                  <a:pt x="2989154" y="109598"/>
                </a:cubicBezTo>
                <a:cubicBezTo>
                  <a:pt x="2979288" y="96285"/>
                  <a:pt x="2966843" y="78465"/>
                  <a:pt x="2962983" y="71810"/>
                </a:cubicBezTo>
                <a:lnTo>
                  <a:pt x="2962126" y="70091"/>
                </a:lnTo>
                <a:cubicBezTo>
                  <a:pt x="2979930" y="59789"/>
                  <a:pt x="2994091" y="45851"/>
                  <a:pt x="2994091" y="34057"/>
                </a:cubicBezTo>
                <a:cubicBezTo>
                  <a:pt x="2994091" y="20547"/>
                  <a:pt x="2981645" y="10894"/>
                  <a:pt x="2966630" y="10894"/>
                </a:cubicBezTo>
                <a:cubicBezTo>
                  <a:pt x="2945176" y="10894"/>
                  <a:pt x="2933591" y="26122"/>
                  <a:pt x="2933591" y="38774"/>
                </a:cubicBezTo>
                <a:cubicBezTo>
                  <a:pt x="2933591" y="46922"/>
                  <a:pt x="2936596" y="55285"/>
                  <a:pt x="2944534" y="69017"/>
                </a:cubicBezTo>
                <a:cubicBezTo>
                  <a:pt x="2916216" y="84907"/>
                  <a:pt x="2904847" y="99293"/>
                  <a:pt x="2904847" y="116256"/>
                </a:cubicBezTo>
                <a:cubicBezTo>
                  <a:pt x="2904847" y="142447"/>
                  <a:pt x="2923080" y="151888"/>
                  <a:pt x="2946033" y="151888"/>
                </a:cubicBezTo>
                <a:cubicBezTo>
                  <a:pt x="2964270" y="151888"/>
                  <a:pt x="2976071" y="143092"/>
                  <a:pt x="2985937" y="129566"/>
                </a:cubicBezTo>
                <a:moveTo>
                  <a:pt x="2957618" y="61934"/>
                </a:moveTo>
                <a:cubicBezTo>
                  <a:pt x="2952043" y="51426"/>
                  <a:pt x="2949467" y="43278"/>
                  <a:pt x="2949467" y="38345"/>
                </a:cubicBezTo>
                <a:cubicBezTo>
                  <a:pt x="2949467" y="24194"/>
                  <a:pt x="2959978" y="17974"/>
                  <a:pt x="2965556" y="17974"/>
                </a:cubicBezTo>
                <a:cubicBezTo>
                  <a:pt x="2974352" y="17974"/>
                  <a:pt x="2979288" y="24407"/>
                  <a:pt x="2979288" y="34057"/>
                </a:cubicBezTo>
                <a:cubicBezTo>
                  <a:pt x="2979288" y="41776"/>
                  <a:pt x="2971350" y="52925"/>
                  <a:pt x="2957618" y="6193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AsymmetryChecks">
            <a:extLst xmlns:a="http://schemas.openxmlformats.org/drawingml/2006/main">
              <a:ext uri="{FF2B5EF4-FFF2-40B4-BE49-F238E27FC236}">
                <a16:creationId xmlns:a16="http://schemas.microsoft.com/office/drawing/2014/main" id="{5B1B7F67-3980-4BC8-8640-F6685A6B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819" y="1060395"/>
            <a:ext cx="1729637" cy="199654"/>
          </a:xfrm>
          <a:custGeom xmlns:a="http://schemas.openxmlformats.org/drawingml/2006/main">
            <a:pathLst>
              <a:path w="1729637" h="199654">
                <a:moveTo>
                  <a:pt x="56208" y="89038"/>
                </a:moveTo>
                <a:cubicBezTo>
                  <a:pt x="51488" y="89038"/>
                  <a:pt x="49986" y="88396"/>
                  <a:pt x="50801" y="86187"/>
                </a:cubicBezTo>
                <a:lnTo>
                  <a:pt x="72726" y="30689"/>
                </a:lnTo>
                <a:lnTo>
                  <a:pt x="74013" y="30689"/>
                </a:lnTo>
                <a:lnTo>
                  <a:pt x="94177" y="89038"/>
                </a:lnTo>
                <a:lnTo>
                  <a:pt x="56208" y="89038"/>
                </a:lnTo>
                <a:moveTo>
                  <a:pt x="33039" y="132830"/>
                </a:moveTo>
                <a:lnTo>
                  <a:pt x="44836" y="101699"/>
                </a:lnTo>
                <a:cubicBezTo>
                  <a:pt x="45910" y="98907"/>
                  <a:pt x="47197" y="98050"/>
                  <a:pt x="52346" y="98050"/>
                </a:cubicBezTo>
                <a:lnTo>
                  <a:pt x="97611" y="98050"/>
                </a:lnTo>
                <a:lnTo>
                  <a:pt x="110053" y="134332"/>
                </a:lnTo>
                <a:cubicBezTo>
                  <a:pt x="112584" y="141740"/>
                  <a:pt x="104390" y="142405"/>
                  <a:pt x="94177" y="143135"/>
                </a:cubicBezTo>
                <a:cubicBezTo>
                  <a:pt x="92891" y="144421"/>
                  <a:pt x="92891" y="148925"/>
                  <a:pt x="94177" y="150212"/>
                </a:cubicBezTo>
                <a:cubicBezTo>
                  <a:pt x="102115" y="149999"/>
                  <a:pt x="113916" y="149783"/>
                  <a:pt x="122283" y="149783"/>
                </a:cubicBezTo>
                <a:cubicBezTo>
                  <a:pt x="131079" y="149783"/>
                  <a:pt x="139229" y="149999"/>
                  <a:pt x="146739" y="150212"/>
                </a:cubicBezTo>
                <a:cubicBezTo>
                  <a:pt x="148025" y="148925"/>
                  <a:pt x="148025" y="144421"/>
                  <a:pt x="146739" y="143135"/>
                </a:cubicBezTo>
                <a:cubicBezTo>
                  <a:pt x="138414" y="142382"/>
                  <a:pt x="131164" y="141675"/>
                  <a:pt x="127429" y="131327"/>
                </a:cubicBezTo>
                <a:lnTo>
                  <a:pt x="83237" y="8590"/>
                </a:lnTo>
                <a:cubicBezTo>
                  <a:pt x="80019" y="10521"/>
                  <a:pt x="74229" y="12881"/>
                  <a:pt x="71440" y="12881"/>
                </a:cubicBezTo>
                <a:lnTo>
                  <a:pt x="22741" y="127890"/>
                </a:lnTo>
                <a:cubicBezTo>
                  <a:pt x="17163" y="141203"/>
                  <a:pt x="10619" y="142490"/>
                  <a:pt x="1286" y="143135"/>
                </a:cubicBezTo>
                <a:cubicBezTo>
                  <a:pt x="0" y="144421"/>
                  <a:pt x="0" y="148925"/>
                  <a:pt x="1286" y="150212"/>
                </a:cubicBezTo>
                <a:cubicBezTo>
                  <a:pt x="6864" y="149999"/>
                  <a:pt x="13879" y="149783"/>
                  <a:pt x="20380" y="149783"/>
                </a:cubicBezTo>
                <a:cubicBezTo>
                  <a:pt x="29176" y="149783"/>
                  <a:pt x="39903" y="149999"/>
                  <a:pt x="47841" y="150212"/>
                </a:cubicBezTo>
                <a:cubicBezTo>
                  <a:pt x="49128" y="148925"/>
                  <a:pt x="49128" y="144421"/>
                  <a:pt x="47841" y="143135"/>
                </a:cubicBezTo>
                <a:cubicBezTo>
                  <a:pt x="39772" y="142575"/>
                  <a:pt x="29690" y="141652"/>
                  <a:pt x="33039" y="132830"/>
                </a:cubicBezTo>
                <a:close/>
                <a:moveTo>
                  <a:pt x="159974" y="120126"/>
                </a:moveTo>
                <a:cubicBezTo>
                  <a:pt x="160831" y="130643"/>
                  <a:pt x="161476" y="140732"/>
                  <a:pt x="161476" y="149744"/>
                </a:cubicBezTo>
                <a:cubicBezTo>
                  <a:pt x="163620" y="149315"/>
                  <a:pt x="165768" y="149102"/>
                  <a:pt x="166838" y="149102"/>
                </a:cubicBezTo>
                <a:cubicBezTo>
                  <a:pt x="168340" y="149102"/>
                  <a:pt x="169627" y="149102"/>
                  <a:pt x="171129" y="149531"/>
                </a:cubicBezTo>
                <a:cubicBezTo>
                  <a:pt x="176923" y="151030"/>
                  <a:pt x="182714" y="151888"/>
                  <a:pt x="190652" y="151888"/>
                </a:cubicBezTo>
                <a:cubicBezTo>
                  <a:pt x="202666" y="151888"/>
                  <a:pt x="224762" y="146097"/>
                  <a:pt x="224762" y="124846"/>
                </a:cubicBezTo>
                <a:cubicBezTo>
                  <a:pt x="224762" y="110187"/>
                  <a:pt x="214251" y="101667"/>
                  <a:pt x="199661" y="96256"/>
                </a:cubicBezTo>
                <a:cubicBezTo>
                  <a:pt x="186747" y="91470"/>
                  <a:pt x="178210" y="88141"/>
                  <a:pt x="178210" y="76337"/>
                </a:cubicBezTo>
                <a:cubicBezTo>
                  <a:pt x="178210" y="67534"/>
                  <a:pt x="185932" y="62598"/>
                  <a:pt x="193225" y="62598"/>
                </a:cubicBezTo>
                <a:cubicBezTo>
                  <a:pt x="197945" y="62598"/>
                  <a:pt x="210388" y="64317"/>
                  <a:pt x="213177" y="82563"/>
                </a:cubicBezTo>
                <a:cubicBezTo>
                  <a:pt x="214463" y="83849"/>
                  <a:pt x="218755" y="83633"/>
                  <a:pt x="220041" y="82347"/>
                </a:cubicBezTo>
                <a:cubicBezTo>
                  <a:pt x="220686" y="74618"/>
                  <a:pt x="221115" y="66677"/>
                  <a:pt x="221331" y="59596"/>
                </a:cubicBezTo>
                <a:cubicBezTo>
                  <a:pt x="214679" y="58523"/>
                  <a:pt x="204381" y="55518"/>
                  <a:pt x="193225" y="55518"/>
                </a:cubicBezTo>
                <a:cubicBezTo>
                  <a:pt x="177352" y="55518"/>
                  <a:pt x="162979" y="65819"/>
                  <a:pt x="162979" y="79558"/>
                </a:cubicBezTo>
                <a:cubicBezTo>
                  <a:pt x="162979" y="95225"/>
                  <a:pt x="170056" y="101879"/>
                  <a:pt x="186577" y="108750"/>
                </a:cubicBezTo>
                <a:cubicBezTo>
                  <a:pt x="204381" y="116047"/>
                  <a:pt x="208457" y="120554"/>
                  <a:pt x="208457" y="129786"/>
                </a:cubicBezTo>
                <a:cubicBezTo>
                  <a:pt x="208457" y="140303"/>
                  <a:pt x="198162" y="144811"/>
                  <a:pt x="190223" y="144811"/>
                </a:cubicBezTo>
                <a:cubicBezTo>
                  <a:pt x="181857" y="144811"/>
                  <a:pt x="177202" y="141956"/>
                  <a:pt x="174992" y="139658"/>
                </a:cubicBezTo>
                <a:cubicBezTo>
                  <a:pt x="170272" y="134722"/>
                  <a:pt x="167912" y="125278"/>
                  <a:pt x="166625" y="119910"/>
                </a:cubicBezTo>
                <a:cubicBezTo>
                  <a:pt x="165339" y="118623"/>
                  <a:pt x="161260" y="118836"/>
                  <a:pt x="159974" y="120126"/>
                </a:cubicBezTo>
                <a:close/>
                <a:moveTo>
                  <a:pt x="277472" y="184210"/>
                </a:moveTo>
                <a:cubicBezTo>
                  <a:pt x="280817" y="178246"/>
                  <a:pt x="283629" y="172108"/>
                  <a:pt x="286268" y="165757"/>
                </a:cubicBezTo>
                <a:cubicBezTo>
                  <a:pt x="303430" y="124348"/>
                  <a:pt x="313041" y="102334"/>
                  <a:pt x="324240" y="78216"/>
                </a:cubicBezTo>
                <a:cubicBezTo>
                  <a:pt x="328466" y="69142"/>
                  <a:pt x="331533" y="65708"/>
                  <a:pt x="341615" y="64484"/>
                </a:cubicBezTo>
                <a:cubicBezTo>
                  <a:pt x="342902" y="63197"/>
                  <a:pt x="342902" y="58693"/>
                  <a:pt x="341615" y="57403"/>
                </a:cubicBezTo>
                <a:cubicBezTo>
                  <a:pt x="337324" y="57619"/>
                  <a:pt x="332391" y="57835"/>
                  <a:pt x="326384" y="57835"/>
                </a:cubicBezTo>
                <a:cubicBezTo>
                  <a:pt x="319948" y="57835"/>
                  <a:pt x="313297" y="57619"/>
                  <a:pt x="306861" y="57403"/>
                </a:cubicBezTo>
                <a:cubicBezTo>
                  <a:pt x="305575" y="58693"/>
                  <a:pt x="305575" y="63197"/>
                  <a:pt x="306861" y="64484"/>
                </a:cubicBezTo>
                <a:cubicBezTo>
                  <a:pt x="313640" y="65128"/>
                  <a:pt x="320593" y="66415"/>
                  <a:pt x="317159" y="74140"/>
                </a:cubicBezTo>
                <a:lnTo>
                  <a:pt x="295879" y="123275"/>
                </a:lnTo>
                <a:cubicBezTo>
                  <a:pt x="294376" y="126728"/>
                  <a:pt x="292576" y="127308"/>
                  <a:pt x="290752" y="123059"/>
                </a:cubicBezTo>
                <a:lnTo>
                  <a:pt x="271724" y="78432"/>
                </a:lnTo>
                <a:cubicBezTo>
                  <a:pt x="267861" y="69377"/>
                  <a:pt x="266745" y="65407"/>
                  <a:pt x="278758" y="64484"/>
                </a:cubicBezTo>
                <a:cubicBezTo>
                  <a:pt x="280045" y="63197"/>
                  <a:pt x="280045" y="58693"/>
                  <a:pt x="278758" y="57403"/>
                </a:cubicBezTo>
                <a:cubicBezTo>
                  <a:pt x="270820" y="57619"/>
                  <a:pt x="262241" y="57835"/>
                  <a:pt x="254519" y="57835"/>
                </a:cubicBezTo>
                <a:cubicBezTo>
                  <a:pt x="247222" y="57835"/>
                  <a:pt x="241431" y="57619"/>
                  <a:pt x="237140" y="57403"/>
                </a:cubicBezTo>
                <a:cubicBezTo>
                  <a:pt x="235853" y="58693"/>
                  <a:pt x="235853" y="63197"/>
                  <a:pt x="237140" y="64484"/>
                </a:cubicBezTo>
                <a:cubicBezTo>
                  <a:pt x="245657" y="65557"/>
                  <a:pt x="248446" y="67489"/>
                  <a:pt x="254067" y="80576"/>
                </a:cubicBezTo>
                <a:lnTo>
                  <a:pt x="278330" y="137007"/>
                </a:lnTo>
                <a:cubicBezTo>
                  <a:pt x="280196" y="141318"/>
                  <a:pt x="283479" y="151168"/>
                  <a:pt x="281335" y="157175"/>
                </a:cubicBezTo>
                <a:cubicBezTo>
                  <a:pt x="278781" y="164340"/>
                  <a:pt x="276186" y="170262"/>
                  <a:pt x="272968" y="176913"/>
                </a:cubicBezTo>
                <a:cubicBezTo>
                  <a:pt x="270608" y="181205"/>
                  <a:pt x="267603" y="183136"/>
                  <a:pt x="262241" y="183136"/>
                </a:cubicBezTo>
                <a:cubicBezTo>
                  <a:pt x="259236" y="183136"/>
                  <a:pt x="258378" y="182495"/>
                  <a:pt x="256018" y="182495"/>
                </a:cubicBezTo>
                <a:cubicBezTo>
                  <a:pt x="249798" y="182495"/>
                  <a:pt x="246581" y="188930"/>
                  <a:pt x="246581" y="191719"/>
                </a:cubicBezTo>
                <a:cubicBezTo>
                  <a:pt x="246581" y="196223"/>
                  <a:pt x="250869" y="199654"/>
                  <a:pt x="256663" y="199654"/>
                </a:cubicBezTo>
                <a:cubicBezTo>
                  <a:pt x="261167" y="199654"/>
                  <a:pt x="269750" y="197939"/>
                  <a:pt x="277472" y="184210"/>
                </a:cubicBezTo>
                <a:close/>
                <a:moveTo>
                  <a:pt x="381025" y="72903"/>
                </a:moveTo>
                <a:cubicBezTo>
                  <a:pt x="380744" y="66526"/>
                  <a:pt x="380315" y="58801"/>
                  <a:pt x="379307" y="56591"/>
                </a:cubicBezTo>
                <a:cubicBezTo>
                  <a:pt x="378858" y="55606"/>
                  <a:pt x="378449" y="54876"/>
                  <a:pt x="376734" y="54876"/>
                </a:cubicBezTo>
                <a:cubicBezTo>
                  <a:pt x="370727" y="57236"/>
                  <a:pt x="365149" y="59168"/>
                  <a:pt x="350347" y="61096"/>
                </a:cubicBezTo>
                <a:cubicBezTo>
                  <a:pt x="349918" y="62385"/>
                  <a:pt x="350347" y="65816"/>
                  <a:pt x="350776" y="67106"/>
                </a:cubicBezTo>
                <a:cubicBezTo>
                  <a:pt x="362360" y="68179"/>
                  <a:pt x="364720" y="69253"/>
                  <a:pt x="364720" y="81708"/>
                </a:cubicBezTo>
                <a:lnTo>
                  <a:pt x="364720" y="123589"/>
                </a:lnTo>
                <a:cubicBezTo>
                  <a:pt x="364720" y="141200"/>
                  <a:pt x="361931" y="142274"/>
                  <a:pt x="350131" y="143135"/>
                </a:cubicBezTo>
                <a:cubicBezTo>
                  <a:pt x="348844" y="144421"/>
                  <a:pt x="348844" y="148925"/>
                  <a:pt x="350131" y="150212"/>
                </a:cubicBezTo>
                <a:cubicBezTo>
                  <a:pt x="356570" y="149999"/>
                  <a:pt x="364720" y="149783"/>
                  <a:pt x="373300" y="149783"/>
                </a:cubicBezTo>
                <a:cubicBezTo>
                  <a:pt x="381883" y="149783"/>
                  <a:pt x="388489" y="149999"/>
                  <a:pt x="394925" y="150212"/>
                </a:cubicBezTo>
                <a:cubicBezTo>
                  <a:pt x="396214" y="148925"/>
                  <a:pt x="396214" y="144421"/>
                  <a:pt x="394925" y="143135"/>
                </a:cubicBezTo>
                <a:cubicBezTo>
                  <a:pt x="384027" y="142061"/>
                  <a:pt x="381667" y="141200"/>
                  <a:pt x="381667" y="123589"/>
                </a:cubicBezTo>
                <a:lnTo>
                  <a:pt x="381667" y="88367"/>
                </a:lnTo>
                <a:cubicBezTo>
                  <a:pt x="381667" y="83856"/>
                  <a:pt x="383598" y="81214"/>
                  <a:pt x="385314" y="79348"/>
                </a:cubicBezTo>
                <a:cubicBezTo>
                  <a:pt x="393812" y="71034"/>
                  <a:pt x="401854" y="66674"/>
                  <a:pt x="408483" y="66674"/>
                </a:cubicBezTo>
                <a:cubicBezTo>
                  <a:pt x="416637" y="66674"/>
                  <a:pt x="422644" y="71829"/>
                  <a:pt x="422644" y="86219"/>
                </a:cubicBezTo>
                <a:lnTo>
                  <a:pt x="422644" y="123589"/>
                </a:lnTo>
                <a:cubicBezTo>
                  <a:pt x="422644" y="141200"/>
                  <a:pt x="420926" y="142274"/>
                  <a:pt x="409341" y="143135"/>
                </a:cubicBezTo>
                <a:cubicBezTo>
                  <a:pt x="408270" y="144421"/>
                  <a:pt x="408270" y="148925"/>
                  <a:pt x="409341" y="150212"/>
                </a:cubicBezTo>
                <a:cubicBezTo>
                  <a:pt x="414706" y="149999"/>
                  <a:pt x="422644" y="149783"/>
                  <a:pt x="431224" y="149783"/>
                </a:cubicBezTo>
                <a:cubicBezTo>
                  <a:pt x="439807" y="149783"/>
                  <a:pt x="446884" y="149999"/>
                  <a:pt x="452249" y="150212"/>
                </a:cubicBezTo>
                <a:cubicBezTo>
                  <a:pt x="453320" y="148925"/>
                  <a:pt x="453320" y="144421"/>
                  <a:pt x="452249" y="143135"/>
                </a:cubicBezTo>
                <a:cubicBezTo>
                  <a:pt x="441522" y="142274"/>
                  <a:pt x="439591" y="141200"/>
                  <a:pt x="439591" y="123589"/>
                </a:cubicBezTo>
                <a:lnTo>
                  <a:pt x="439591" y="89440"/>
                </a:lnTo>
                <a:cubicBezTo>
                  <a:pt x="439591" y="86435"/>
                  <a:pt x="439591" y="83427"/>
                  <a:pt x="439375" y="80851"/>
                </a:cubicBezTo>
                <a:cubicBezTo>
                  <a:pt x="449673" y="69466"/>
                  <a:pt x="459326" y="66674"/>
                  <a:pt x="467693" y="66674"/>
                </a:cubicBezTo>
                <a:cubicBezTo>
                  <a:pt x="475847" y="66674"/>
                  <a:pt x="480564" y="71400"/>
                  <a:pt x="480564" y="85790"/>
                </a:cubicBezTo>
                <a:lnTo>
                  <a:pt x="480564" y="123589"/>
                </a:lnTo>
                <a:cubicBezTo>
                  <a:pt x="480564" y="141200"/>
                  <a:pt x="478420" y="142274"/>
                  <a:pt x="467264" y="143135"/>
                </a:cubicBezTo>
                <a:cubicBezTo>
                  <a:pt x="466191" y="144421"/>
                  <a:pt x="466191" y="148925"/>
                  <a:pt x="467264" y="150212"/>
                </a:cubicBezTo>
                <a:cubicBezTo>
                  <a:pt x="472630" y="149999"/>
                  <a:pt x="480564" y="149783"/>
                  <a:pt x="489147" y="149783"/>
                </a:cubicBezTo>
                <a:cubicBezTo>
                  <a:pt x="497727" y="149783"/>
                  <a:pt x="505236" y="149999"/>
                  <a:pt x="511243" y="150212"/>
                </a:cubicBezTo>
                <a:cubicBezTo>
                  <a:pt x="512317" y="148925"/>
                  <a:pt x="512317" y="144421"/>
                  <a:pt x="511243" y="143135"/>
                </a:cubicBezTo>
                <a:cubicBezTo>
                  <a:pt x="499446" y="142274"/>
                  <a:pt x="497514" y="141200"/>
                  <a:pt x="497514" y="123589"/>
                </a:cubicBezTo>
                <a:lnTo>
                  <a:pt x="497514" y="89656"/>
                </a:lnTo>
                <a:cubicBezTo>
                  <a:pt x="497514" y="70543"/>
                  <a:pt x="494297" y="55518"/>
                  <a:pt x="475419" y="55518"/>
                </a:cubicBezTo>
                <a:cubicBezTo>
                  <a:pt x="464433" y="55518"/>
                  <a:pt x="451198" y="59554"/>
                  <a:pt x="440020" y="71358"/>
                </a:cubicBezTo>
                <a:cubicBezTo>
                  <a:pt x="439375" y="72045"/>
                  <a:pt x="438088" y="73119"/>
                  <a:pt x="437659" y="71273"/>
                </a:cubicBezTo>
                <a:cubicBezTo>
                  <a:pt x="435623" y="62470"/>
                  <a:pt x="427361" y="55518"/>
                  <a:pt x="416208" y="55518"/>
                </a:cubicBezTo>
                <a:cubicBezTo>
                  <a:pt x="403763" y="55518"/>
                  <a:pt x="392545" y="62899"/>
                  <a:pt x="383598" y="72903"/>
                </a:cubicBezTo>
                <a:cubicBezTo>
                  <a:pt x="382613" y="74000"/>
                  <a:pt x="381130" y="75482"/>
                  <a:pt x="381025" y="72903"/>
                </a:cubicBezTo>
                <a:close/>
                <a:moveTo>
                  <a:pt x="551940" y="72903"/>
                </a:moveTo>
                <a:cubicBezTo>
                  <a:pt x="551658" y="66526"/>
                  <a:pt x="551230" y="58801"/>
                  <a:pt x="550221" y="56591"/>
                </a:cubicBezTo>
                <a:cubicBezTo>
                  <a:pt x="549773" y="55606"/>
                  <a:pt x="549364" y="54876"/>
                  <a:pt x="547649" y="54876"/>
                </a:cubicBezTo>
                <a:cubicBezTo>
                  <a:pt x="541642" y="57236"/>
                  <a:pt x="536064" y="59168"/>
                  <a:pt x="521261" y="61096"/>
                </a:cubicBezTo>
                <a:cubicBezTo>
                  <a:pt x="520832" y="62385"/>
                  <a:pt x="521261" y="65816"/>
                  <a:pt x="521690" y="67106"/>
                </a:cubicBezTo>
                <a:cubicBezTo>
                  <a:pt x="533275" y="68179"/>
                  <a:pt x="535635" y="69253"/>
                  <a:pt x="535635" y="81708"/>
                </a:cubicBezTo>
                <a:lnTo>
                  <a:pt x="535635" y="123589"/>
                </a:lnTo>
                <a:cubicBezTo>
                  <a:pt x="535635" y="141200"/>
                  <a:pt x="532846" y="142274"/>
                  <a:pt x="521045" y="143135"/>
                </a:cubicBezTo>
                <a:cubicBezTo>
                  <a:pt x="519759" y="144421"/>
                  <a:pt x="519759" y="148925"/>
                  <a:pt x="521045" y="150212"/>
                </a:cubicBezTo>
                <a:cubicBezTo>
                  <a:pt x="527484" y="149999"/>
                  <a:pt x="535635" y="149783"/>
                  <a:pt x="544215" y="149783"/>
                </a:cubicBezTo>
                <a:cubicBezTo>
                  <a:pt x="552798" y="149783"/>
                  <a:pt x="559403" y="149999"/>
                  <a:pt x="565839" y="150212"/>
                </a:cubicBezTo>
                <a:cubicBezTo>
                  <a:pt x="567129" y="148925"/>
                  <a:pt x="567129" y="144421"/>
                  <a:pt x="565839" y="143135"/>
                </a:cubicBezTo>
                <a:cubicBezTo>
                  <a:pt x="554942" y="142061"/>
                  <a:pt x="552582" y="141200"/>
                  <a:pt x="552582" y="123589"/>
                </a:cubicBezTo>
                <a:lnTo>
                  <a:pt x="552582" y="88367"/>
                </a:lnTo>
                <a:cubicBezTo>
                  <a:pt x="552582" y="83856"/>
                  <a:pt x="554513" y="81214"/>
                  <a:pt x="556228" y="79348"/>
                </a:cubicBezTo>
                <a:cubicBezTo>
                  <a:pt x="564726" y="71034"/>
                  <a:pt x="572769" y="66674"/>
                  <a:pt x="579398" y="66674"/>
                </a:cubicBezTo>
                <a:cubicBezTo>
                  <a:pt x="587552" y="66674"/>
                  <a:pt x="593559" y="71829"/>
                  <a:pt x="593559" y="86219"/>
                </a:cubicBezTo>
                <a:lnTo>
                  <a:pt x="593559" y="123589"/>
                </a:lnTo>
                <a:cubicBezTo>
                  <a:pt x="593559" y="141200"/>
                  <a:pt x="591840" y="142274"/>
                  <a:pt x="580255" y="143135"/>
                </a:cubicBezTo>
                <a:cubicBezTo>
                  <a:pt x="579185" y="144421"/>
                  <a:pt x="579185" y="148925"/>
                  <a:pt x="580255" y="150212"/>
                </a:cubicBezTo>
                <a:cubicBezTo>
                  <a:pt x="585620" y="149999"/>
                  <a:pt x="593559" y="149783"/>
                  <a:pt x="602138" y="149783"/>
                </a:cubicBezTo>
                <a:cubicBezTo>
                  <a:pt x="610721" y="149783"/>
                  <a:pt x="617798" y="149999"/>
                  <a:pt x="623164" y="150212"/>
                </a:cubicBezTo>
                <a:cubicBezTo>
                  <a:pt x="624234" y="148925"/>
                  <a:pt x="624234" y="144421"/>
                  <a:pt x="623164" y="143135"/>
                </a:cubicBezTo>
                <a:cubicBezTo>
                  <a:pt x="612437" y="142274"/>
                  <a:pt x="610505" y="141200"/>
                  <a:pt x="610505" y="123589"/>
                </a:cubicBezTo>
                <a:lnTo>
                  <a:pt x="610505" y="89440"/>
                </a:lnTo>
                <a:cubicBezTo>
                  <a:pt x="610505" y="86435"/>
                  <a:pt x="610505" y="83427"/>
                  <a:pt x="610289" y="80851"/>
                </a:cubicBezTo>
                <a:cubicBezTo>
                  <a:pt x="620587" y="69466"/>
                  <a:pt x="630241" y="66674"/>
                  <a:pt x="638608" y="66674"/>
                </a:cubicBezTo>
                <a:cubicBezTo>
                  <a:pt x="646762" y="66674"/>
                  <a:pt x="651479" y="71400"/>
                  <a:pt x="651479" y="85790"/>
                </a:cubicBezTo>
                <a:lnTo>
                  <a:pt x="651479" y="123589"/>
                </a:lnTo>
                <a:cubicBezTo>
                  <a:pt x="651479" y="141200"/>
                  <a:pt x="649335" y="142274"/>
                  <a:pt x="638179" y="143135"/>
                </a:cubicBezTo>
                <a:cubicBezTo>
                  <a:pt x="637105" y="144421"/>
                  <a:pt x="637105" y="148925"/>
                  <a:pt x="638179" y="150212"/>
                </a:cubicBezTo>
                <a:cubicBezTo>
                  <a:pt x="643544" y="149999"/>
                  <a:pt x="651479" y="149783"/>
                  <a:pt x="660062" y="149783"/>
                </a:cubicBezTo>
                <a:cubicBezTo>
                  <a:pt x="668642" y="149783"/>
                  <a:pt x="676151" y="149999"/>
                  <a:pt x="682158" y="150212"/>
                </a:cubicBezTo>
                <a:cubicBezTo>
                  <a:pt x="683231" y="148925"/>
                  <a:pt x="683231" y="144421"/>
                  <a:pt x="682158" y="143135"/>
                </a:cubicBezTo>
                <a:cubicBezTo>
                  <a:pt x="670360" y="142274"/>
                  <a:pt x="668429" y="141200"/>
                  <a:pt x="668429" y="123589"/>
                </a:cubicBezTo>
                <a:lnTo>
                  <a:pt x="668429" y="89656"/>
                </a:lnTo>
                <a:cubicBezTo>
                  <a:pt x="668429" y="70543"/>
                  <a:pt x="665211" y="55518"/>
                  <a:pt x="646333" y="55518"/>
                </a:cubicBezTo>
                <a:cubicBezTo>
                  <a:pt x="635347" y="55518"/>
                  <a:pt x="622113" y="59554"/>
                  <a:pt x="610934" y="71358"/>
                </a:cubicBezTo>
                <a:cubicBezTo>
                  <a:pt x="610289" y="72045"/>
                  <a:pt x="609003" y="73119"/>
                  <a:pt x="608574" y="71273"/>
                </a:cubicBezTo>
                <a:cubicBezTo>
                  <a:pt x="606538" y="62470"/>
                  <a:pt x="598276" y="55518"/>
                  <a:pt x="587123" y="55518"/>
                </a:cubicBezTo>
                <a:cubicBezTo>
                  <a:pt x="574677" y="55518"/>
                  <a:pt x="563459" y="62899"/>
                  <a:pt x="554513" y="72903"/>
                </a:cubicBezTo>
                <a:cubicBezTo>
                  <a:pt x="553528" y="74000"/>
                  <a:pt x="552045" y="75482"/>
                  <a:pt x="551940" y="72903"/>
                </a:cubicBezTo>
                <a:close/>
                <a:moveTo>
                  <a:pt x="712986" y="89287"/>
                </a:moveTo>
                <a:cubicBezTo>
                  <a:pt x="717061" y="65148"/>
                  <a:pt x="732080" y="63227"/>
                  <a:pt x="737229" y="63227"/>
                </a:cubicBezTo>
                <a:cubicBezTo>
                  <a:pt x="745380" y="63227"/>
                  <a:pt x="755033" y="67715"/>
                  <a:pt x="755033" y="85656"/>
                </a:cubicBezTo>
                <a:cubicBezTo>
                  <a:pt x="755033" y="87578"/>
                  <a:pt x="754176" y="88602"/>
                  <a:pt x="751816" y="88648"/>
                </a:cubicBezTo>
                <a:lnTo>
                  <a:pt x="712986" y="89287"/>
                </a:lnTo>
                <a:moveTo>
                  <a:pt x="769191" y="129802"/>
                </a:moveTo>
                <a:cubicBezTo>
                  <a:pt x="761256" y="137950"/>
                  <a:pt x="755033" y="141377"/>
                  <a:pt x="742591" y="141377"/>
                </a:cubicBezTo>
                <a:cubicBezTo>
                  <a:pt x="734869" y="141377"/>
                  <a:pt x="725857" y="136876"/>
                  <a:pt x="719209" y="125946"/>
                </a:cubicBezTo>
                <a:cubicBezTo>
                  <a:pt x="714917" y="118872"/>
                  <a:pt x="712341" y="109012"/>
                  <a:pt x="712341" y="96580"/>
                </a:cubicBezTo>
                <a:lnTo>
                  <a:pt x="769407" y="97009"/>
                </a:lnTo>
                <a:cubicBezTo>
                  <a:pt x="771980" y="97009"/>
                  <a:pt x="773482" y="95722"/>
                  <a:pt x="773482" y="93362"/>
                </a:cubicBezTo>
                <a:cubicBezTo>
                  <a:pt x="773482" y="75404"/>
                  <a:pt x="767047" y="56146"/>
                  <a:pt x="737229" y="56146"/>
                </a:cubicBezTo>
                <a:cubicBezTo>
                  <a:pt x="718564" y="56146"/>
                  <a:pt x="694321" y="73908"/>
                  <a:pt x="694321" y="106439"/>
                </a:cubicBezTo>
                <a:cubicBezTo>
                  <a:pt x="694321" y="118443"/>
                  <a:pt x="697326" y="130018"/>
                  <a:pt x="704406" y="138162"/>
                </a:cubicBezTo>
                <a:cubicBezTo>
                  <a:pt x="711699" y="146742"/>
                  <a:pt x="721782" y="151888"/>
                  <a:pt x="737229" y="151888"/>
                </a:cubicBezTo>
                <a:cubicBezTo>
                  <a:pt x="753531" y="151888"/>
                  <a:pt x="765116" y="144382"/>
                  <a:pt x="773699" y="133233"/>
                </a:cubicBezTo>
                <a:cubicBezTo>
                  <a:pt x="773054" y="131088"/>
                  <a:pt x="771767" y="130018"/>
                  <a:pt x="769191" y="129802"/>
                </a:cubicBezTo>
                <a:close/>
                <a:moveTo>
                  <a:pt x="791441" y="57822"/>
                </a:moveTo>
                <a:cubicBezTo>
                  <a:pt x="788436" y="57822"/>
                  <a:pt x="787578" y="60398"/>
                  <a:pt x="787578" y="62114"/>
                </a:cubicBezTo>
                <a:lnTo>
                  <a:pt x="787578" y="64903"/>
                </a:lnTo>
                <a:cubicBezTo>
                  <a:pt x="787578" y="65976"/>
                  <a:pt x="787791" y="66189"/>
                  <a:pt x="788652" y="66189"/>
                </a:cubicBezTo>
                <a:lnTo>
                  <a:pt x="801307" y="66189"/>
                </a:lnTo>
                <a:lnTo>
                  <a:pt x="801307" y="130666"/>
                </a:lnTo>
                <a:cubicBezTo>
                  <a:pt x="801307" y="145881"/>
                  <a:pt x="807959" y="151888"/>
                  <a:pt x="817825" y="151888"/>
                </a:cubicBezTo>
                <a:cubicBezTo>
                  <a:pt x="827694" y="151888"/>
                  <a:pt x="838421" y="147171"/>
                  <a:pt x="846788" y="137734"/>
                </a:cubicBezTo>
                <a:cubicBezTo>
                  <a:pt x="846359" y="135527"/>
                  <a:pt x="845073" y="134306"/>
                  <a:pt x="842925" y="134093"/>
                </a:cubicBezTo>
                <a:cubicBezTo>
                  <a:pt x="837348" y="138378"/>
                  <a:pt x="830912" y="140090"/>
                  <a:pt x="825334" y="140090"/>
                </a:cubicBezTo>
                <a:cubicBezTo>
                  <a:pt x="819543" y="140090"/>
                  <a:pt x="818257" y="133665"/>
                  <a:pt x="818257" y="120384"/>
                </a:cubicBezTo>
                <a:lnTo>
                  <a:pt x="818257" y="66189"/>
                </a:lnTo>
                <a:lnTo>
                  <a:pt x="840565" y="66189"/>
                </a:lnTo>
                <a:cubicBezTo>
                  <a:pt x="842713" y="66189"/>
                  <a:pt x="845714" y="65331"/>
                  <a:pt x="845714" y="63400"/>
                </a:cubicBezTo>
                <a:lnTo>
                  <a:pt x="845714" y="59112"/>
                </a:lnTo>
                <a:cubicBezTo>
                  <a:pt x="845714" y="58254"/>
                  <a:pt x="845073" y="57822"/>
                  <a:pt x="843999" y="57822"/>
                </a:cubicBezTo>
                <a:lnTo>
                  <a:pt x="818257" y="57822"/>
                </a:lnTo>
                <a:lnTo>
                  <a:pt x="818257" y="49458"/>
                </a:lnTo>
                <a:cubicBezTo>
                  <a:pt x="818257" y="35514"/>
                  <a:pt x="819114" y="26931"/>
                  <a:pt x="819114" y="26931"/>
                </a:cubicBezTo>
                <a:cubicBezTo>
                  <a:pt x="819114" y="25559"/>
                  <a:pt x="818470" y="25045"/>
                  <a:pt x="817461" y="25045"/>
                </a:cubicBezTo>
                <a:cubicBezTo>
                  <a:pt x="816496" y="25045"/>
                  <a:pt x="814672" y="25880"/>
                  <a:pt x="812679" y="26973"/>
                </a:cubicBezTo>
                <a:cubicBezTo>
                  <a:pt x="810253" y="28325"/>
                  <a:pt x="808067" y="29248"/>
                  <a:pt x="805382" y="29998"/>
                </a:cubicBezTo>
                <a:cubicBezTo>
                  <a:pt x="802809" y="30728"/>
                  <a:pt x="800665" y="31458"/>
                  <a:pt x="800665" y="32937"/>
                </a:cubicBezTo>
                <a:cubicBezTo>
                  <a:pt x="800665" y="35429"/>
                  <a:pt x="801307" y="34011"/>
                  <a:pt x="801307" y="57803"/>
                </a:cubicBezTo>
                <a:lnTo>
                  <a:pt x="791441" y="57822"/>
                </a:lnTo>
                <a:close/>
                <a:moveTo>
                  <a:pt x="888985" y="72900"/>
                </a:moveTo>
                <a:cubicBezTo>
                  <a:pt x="888619" y="64313"/>
                  <a:pt x="888278" y="58801"/>
                  <a:pt x="887270" y="56591"/>
                </a:cubicBezTo>
                <a:cubicBezTo>
                  <a:pt x="886818" y="55606"/>
                  <a:pt x="886409" y="54876"/>
                  <a:pt x="884694" y="54876"/>
                </a:cubicBezTo>
                <a:cubicBezTo>
                  <a:pt x="878687" y="57236"/>
                  <a:pt x="873109" y="59168"/>
                  <a:pt x="858307" y="61096"/>
                </a:cubicBezTo>
                <a:cubicBezTo>
                  <a:pt x="857878" y="62385"/>
                  <a:pt x="858307" y="65816"/>
                  <a:pt x="858735" y="67102"/>
                </a:cubicBezTo>
                <a:cubicBezTo>
                  <a:pt x="870320" y="68176"/>
                  <a:pt x="872680" y="69250"/>
                  <a:pt x="872680" y="81705"/>
                </a:cubicBezTo>
                <a:lnTo>
                  <a:pt x="872680" y="123589"/>
                </a:lnTo>
                <a:cubicBezTo>
                  <a:pt x="872680" y="141416"/>
                  <a:pt x="870107" y="142274"/>
                  <a:pt x="856804" y="143135"/>
                </a:cubicBezTo>
                <a:cubicBezTo>
                  <a:pt x="855518" y="144421"/>
                  <a:pt x="855518" y="148925"/>
                  <a:pt x="856804" y="150212"/>
                </a:cubicBezTo>
                <a:cubicBezTo>
                  <a:pt x="864313" y="149999"/>
                  <a:pt x="872680" y="149783"/>
                  <a:pt x="881263" y="149783"/>
                </a:cubicBezTo>
                <a:cubicBezTo>
                  <a:pt x="889843" y="149783"/>
                  <a:pt x="899712" y="149999"/>
                  <a:pt x="907218" y="150212"/>
                </a:cubicBezTo>
                <a:cubicBezTo>
                  <a:pt x="908508" y="148925"/>
                  <a:pt x="908508" y="144421"/>
                  <a:pt x="907218" y="143135"/>
                </a:cubicBezTo>
                <a:cubicBezTo>
                  <a:pt x="892203" y="142061"/>
                  <a:pt x="889627" y="141416"/>
                  <a:pt x="889627" y="123589"/>
                </a:cubicBezTo>
                <a:lnTo>
                  <a:pt x="889627" y="93735"/>
                </a:lnTo>
                <a:cubicBezTo>
                  <a:pt x="889627" y="88151"/>
                  <a:pt x="892203" y="83211"/>
                  <a:pt x="894776" y="79345"/>
                </a:cubicBezTo>
                <a:cubicBezTo>
                  <a:pt x="897136" y="75908"/>
                  <a:pt x="902073" y="68821"/>
                  <a:pt x="904645" y="68821"/>
                </a:cubicBezTo>
                <a:cubicBezTo>
                  <a:pt x="906577" y="68821"/>
                  <a:pt x="908508" y="69335"/>
                  <a:pt x="910181" y="71548"/>
                </a:cubicBezTo>
                <a:cubicBezTo>
                  <a:pt x="911811" y="73695"/>
                  <a:pt x="914214" y="76553"/>
                  <a:pt x="917945" y="76553"/>
                </a:cubicBezTo>
                <a:cubicBezTo>
                  <a:pt x="923095" y="76553"/>
                  <a:pt x="928028" y="71181"/>
                  <a:pt x="928028" y="65816"/>
                </a:cubicBezTo>
                <a:cubicBezTo>
                  <a:pt x="928028" y="61718"/>
                  <a:pt x="924168" y="55518"/>
                  <a:pt x="915156" y="55518"/>
                </a:cubicBezTo>
                <a:cubicBezTo>
                  <a:pt x="905074" y="55518"/>
                  <a:pt x="896279" y="64958"/>
                  <a:pt x="891345" y="73328"/>
                </a:cubicBezTo>
                <a:cubicBezTo>
                  <a:pt x="890059" y="75692"/>
                  <a:pt x="889028" y="73973"/>
                  <a:pt x="888985" y="72900"/>
                </a:cubicBezTo>
                <a:close/>
                <a:moveTo>
                  <a:pt x="976019" y="184210"/>
                </a:moveTo>
                <a:cubicBezTo>
                  <a:pt x="979365" y="178246"/>
                  <a:pt x="982177" y="172108"/>
                  <a:pt x="984815" y="165757"/>
                </a:cubicBezTo>
                <a:cubicBezTo>
                  <a:pt x="1001978" y="124348"/>
                  <a:pt x="1011589" y="102334"/>
                  <a:pt x="1022787" y="78216"/>
                </a:cubicBezTo>
                <a:cubicBezTo>
                  <a:pt x="1027013" y="69142"/>
                  <a:pt x="1030080" y="65708"/>
                  <a:pt x="1040162" y="64484"/>
                </a:cubicBezTo>
                <a:cubicBezTo>
                  <a:pt x="1041449" y="63197"/>
                  <a:pt x="1041449" y="58693"/>
                  <a:pt x="1040162" y="57403"/>
                </a:cubicBezTo>
                <a:cubicBezTo>
                  <a:pt x="1035871" y="57619"/>
                  <a:pt x="1030938" y="57835"/>
                  <a:pt x="1024931" y="57835"/>
                </a:cubicBezTo>
                <a:cubicBezTo>
                  <a:pt x="1018496" y="57835"/>
                  <a:pt x="1011844" y="57619"/>
                  <a:pt x="1005408" y="57403"/>
                </a:cubicBezTo>
                <a:cubicBezTo>
                  <a:pt x="1004122" y="58693"/>
                  <a:pt x="1004122" y="63197"/>
                  <a:pt x="1005408" y="64484"/>
                </a:cubicBezTo>
                <a:cubicBezTo>
                  <a:pt x="1012188" y="65128"/>
                  <a:pt x="1019140" y="66415"/>
                  <a:pt x="1015707" y="74140"/>
                </a:cubicBezTo>
                <a:lnTo>
                  <a:pt x="994426" y="123275"/>
                </a:lnTo>
                <a:cubicBezTo>
                  <a:pt x="992923" y="126728"/>
                  <a:pt x="991123" y="127308"/>
                  <a:pt x="989300" y="123059"/>
                </a:cubicBezTo>
                <a:lnTo>
                  <a:pt x="970271" y="78432"/>
                </a:lnTo>
                <a:cubicBezTo>
                  <a:pt x="966408" y="69377"/>
                  <a:pt x="965292" y="65407"/>
                  <a:pt x="977306" y="64484"/>
                </a:cubicBezTo>
                <a:cubicBezTo>
                  <a:pt x="978592" y="63197"/>
                  <a:pt x="978592" y="58693"/>
                  <a:pt x="977306" y="57403"/>
                </a:cubicBezTo>
                <a:cubicBezTo>
                  <a:pt x="969368" y="57619"/>
                  <a:pt x="960788" y="57835"/>
                  <a:pt x="953066" y="57835"/>
                </a:cubicBezTo>
                <a:cubicBezTo>
                  <a:pt x="945769" y="57835"/>
                  <a:pt x="939979" y="57619"/>
                  <a:pt x="935687" y="57403"/>
                </a:cubicBezTo>
                <a:cubicBezTo>
                  <a:pt x="934401" y="58693"/>
                  <a:pt x="934401" y="63197"/>
                  <a:pt x="935687" y="64484"/>
                </a:cubicBezTo>
                <a:cubicBezTo>
                  <a:pt x="944205" y="65557"/>
                  <a:pt x="946994" y="67489"/>
                  <a:pt x="952614" y="80576"/>
                </a:cubicBezTo>
                <a:lnTo>
                  <a:pt x="976877" y="137007"/>
                </a:lnTo>
                <a:cubicBezTo>
                  <a:pt x="978743" y="141318"/>
                  <a:pt x="982026" y="151168"/>
                  <a:pt x="979882" y="157175"/>
                </a:cubicBezTo>
                <a:cubicBezTo>
                  <a:pt x="977329" y="164340"/>
                  <a:pt x="974733" y="170262"/>
                  <a:pt x="971515" y="176913"/>
                </a:cubicBezTo>
                <a:cubicBezTo>
                  <a:pt x="969155" y="181205"/>
                  <a:pt x="966150" y="183136"/>
                  <a:pt x="960788" y="183136"/>
                </a:cubicBezTo>
                <a:cubicBezTo>
                  <a:pt x="957783" y="183136"/>
                  <a:pt x="956925" y="182495"/>
                  <a:pt x="954565" y="182495"/>
                </a:cubicBezTo>
                <a:cubicBezTo>
                  <a:pt x="948346" y="182495"/>
                  <a:pt x="945128" y="188930"/>
                  <a:pt x="945128" y="191719"/>
                </a:cubicBezTo>
                <a:cubicBezTo>
                  <a:pt x="945128" y="196223"/>
                  <a:pt x="949416" y="199654"/>
                  <a:pt x="955210" y="199654"/>
                </a:cubicBezTo>
                <a:cubicBezTo>
                  <a:pt x="959714" y="199654"/>
                  <a:pt x="968297" y="197939"/>
                  <a:pt x="976019" y="184210"/>
                </a:cubicBezTo>
                <a:close/>
                <a:moveTo>
                  <a:pt x="1173686" y="151888"/>
                </a:moveTo>
                <a:cubicBezTo>
                  <a:pt x="1194496" y="151888"/>
                  <a:pt x="1213590" y="142022"/>
                  <a:pt x="1228176" y="122928"/>
                </a:cubicBezTo>
                <a:cubicBezTo>
                  <a:pt x="1227103" y="121000"/>
                  <a:pt x="1225603" y="119713"/>
                  <a:pt x="1223243" y="119713"/>
                </a:cubicBezTo>
                <a:cubicBezTo>
                  <a:pt x="1208012" y="136444"/>
                  <a:pt x="1193422" y="143095"/>
                  <a:pt x="1173470" y="143095"/>
                </a:cubicBezTo>
                <a:cubicBezTo>
                  <a:pt x="1144595" y="143095"/>
                  <a:pt x="1124559" y="110489"/>
                  <a:pt x="1124559" y="79168"/>
                </a:cubicBezTo>
                <a:cubicBezTo>
                  <a:pt x="1124559" y="60654"/>
                  <a:pt x="1129472" y="45252"/>
                  <a:pt x="1137302" y="35622"/>
                </a:cubicBezTo>
                <a:cubicBezTo>
                  <a:pt x="1147944" y="22534"/>
                  <a:pt x="1160386" y="16528"/>
                  <a:pt x="1171542" y="16528"/>
                </a:cubicBezTo>
                <a:cubicBezTo>
                  <a:pt x="1201147" y="16528"/>
                  <a:pt x="1212945" y="34119"/>
                  <a:pt x="1218523" y="52568"/>
                </a:cubicBezTo>
                <a:cubicBezTo>
                  <a:pt x="1221096" y="53426"/>
                  <a:pt x="1223178" y="52781"/>
                  <a:pt x="1225603" y="51495"/>
                </a:cubicBezTo>
                <a:cubicBezTo>
                  <a:pt x="1224530" y="40342"/>
                  <a:pt x="1223027" y="30044"/>
                  <a:pt x="1220883" y="18246"/>
                </a:cubicBezTo>
                <a:cubicBezTo>
                  <a:pt x="1209943" y="17172"/>
                  <a:pt x="1200287" y="8590"/>
                  <a:pt x="1173899" y="8590"/>
                </a:cubicBezTo>
                <a:cubicBezTo>
                  <a:pt x="1155666" y="8590"/>
                  <a:pt x="1140435" y="15241"/>
                  <a:pt x="1127776" y="26826"/>
                </a:cubicBezTo>
                <a:cubicBezTo>
                  <a:pt x="1113534" y="39867"/>
                  <a:pt x="1105036" y="60870"/>
                  <a:pt x="1105036" y="83244"/>
                </a:cubicBezTo>
                <a:cubicBezTo>
                  <a:pt x="1105036" y="120528"/>
                  <a:pt x="1127564" y="151888"/>
                  <a:pt x="1173686" y="151888"/>
                </a:cubicBezTo>
                <a:close/>
                <a:moveTo>
                  <a:pt x="1273806" y="88390"/>
                </a:moveTo>
                <a:cubicBezTo>
                  <a:pt x="1273806" y="83856"/>
                  <a:pt x="1275738" y="81214"/>
                  <a:pt x="1277453" y="79348"/>
                </a:cubicBezTo>
                <a:cubicBezTo>
                  <a:pt x="1285607" y="71335"/>
                  <a:pt x="1296462" y="66674"/>
                  <a:pt x="1304914" y="66674"/>
                </a:cubicBezTo>
                <a:cubicBezTo>
                  <a:pt x="1309290" y="66674"/>
                  <a:pt x="1313795" y="69489"/>
                  <a:pt x="1316283" y="74405"/>
                </a:cubicBezTo>
                <a:cubicBezTo>
                  <a:pt x="1318430" y="78661"/>
                  <a:pt x="1318859" y="84501"/>
                  <a:pt x="1318859" y="90943"/>
                </a:cubicBezTo>
                <a:lnTo>
                  <a:pt x="1318859" y="123589"/>
                </a:lnTo>
                <a:cubicBezTo>
                  <a:pt x="1318859" y="141200"/>
                  <a:pt x="1316711" y="142061"/>
                  <a:pt x="1305555" y="143135"/>
                </a:cubicBezTo>
                <a:cubicBezTo>
                  <a:pt x="1304485" y="144421"/>
                  <a:pt x="1304485" y="148925"/>
                  <a:pt x="1305555" y="150212"/>
                </a:cubicBezTo>
                <a:cubicBezTo>
                  <a:pt x="1311562" y="149999"/>
                  <a:pt x="1318859" y="149783"/>
                  <a:pt x="1327438" y="149783"/>
                </a:cubicBezTo>
                <a:cubicBezTo>
                  <a:pt x="1336021" y="149783"/>
                  <a:pt x="1343099" y="149999"/>
                  <a:pt x="1350179" y="150212"/>
                </a:cubicBezTo>
                <a:cubicBezTo>
                  <a:pt x="1351253" y="148925"/>
                  <a:pt x="1351253" y="144421"/>
                  <a:pt x="1350179" y="143135"/>
                </a:cubicBezTo>
                <a:cubicBezTo>
                  <a:pt x="1338166" y="142061"/>
                  <a:pt x="1335805" y="141200"/>
                  <a:pt x="1335805" y="123589"/>
                </a:cubicBezTo>
                <a:lnTo>
                  <a:pt x="1335805" y="91588"/>
                </a:lnTo>
                <a:cubicBezTo>
                  <a:pt x="1335805" y="79777"/>
                  <a:pt x="1335010" y="69361"/>
                  <a:pt x="1330015" y="62814"/>
                </a:cubicBezTo>
                <a:cubicBezTo>
                  <a:pt x="1326407" y="58094"/>
                  <a:pt x="1319716" y="55518"/>
                  <a:pt x="1312207" y="55518"/>
                </a:cubicBezTo>
                <a:cubicBezTo>
                  <a:pt x="1301673" y="55518"/>
                  <a:pt x="1288825" y="58307"/>
                  <a:pt x="1275738" y="72903"/>
                </a:cubicBezTo>
                <a:cubicBezTo>
                  <a:pt x="1275008" y="73721"/>
                  <a:pt x="1273636" y="75911"/>
                  <a:pt x="1273636" y="72903"/>
                </a:cubicBezTo>
                <a:lnTo>
                  <a:pt x="1273806" y="24603"/>
                </a:lnTo>
                <a:cubicBezTo>
                  <a:pt x="1273806" y="10652"/>
                  <a:pt x="1274664" y="2118"/>
                  <a:pt x="1274664" y="2118"/>
                </a:cubicBezTo>
                <a:cubicBezTo>
                  <a:pt x="1274664" y="638"/>
                  <a:pt x="1273806" y="0"/>
                  <a:pt x="1271875" y="0"/>
                </a:cubicBezTo>
                <a:cubicBezTo>
                  <a:pt x="1266513" y="2118"/>
                  <a:pt x="1250424" y="5080"/>
                  <a:pt x="1241841" y="5715"/>
                </a:cubicBezTo>
                <a:cubicBezTo>
                  <a:pt x="1241412" y="7434"/>
                  <a:pt x="1241841" y="10865"/>
                  <a:pt x="1243128" y="12151"/>
                </a:cubicBezTo>
                <a:cubicBezTo>
                  <a:pt x="1254283" y="12796"/>
                  <a:pt x="1256860" y="11722"/>
                  <a:pt x="1256860" y="29756"/>
                </a:cubicBezTo>
                <a:lnTo>
                  <a:pt x="1256860" y="123589"/>
                </a:lnTo>
                <a:cubicBezTo>
                  <a:pt x="1256860" y="141416"/>
                  <a:pt x="1254326" y="142274"/>
                  <a:pt x="1241884" y="143135"/>
                </a:cubicBezTo>
                <a:cubicBezTo>
                  <a:pt x="1240597" y="144421"/>
                  <a:pt x="1240597" y="148925"/>
                  <a:pt x="1241884" y="150212"/>
                </a:cubicBezTo>
                <a:cubicBezTo>
                  <a:pt x="1248964" y="149999"/>
                  <a:pt x="1256860" y="149783"/>
                  <a:pt x="1265439" y="149783"/>
                </a:cubicBezTo>
                <a:cubicBezTo>
                  <a:pt x="1273590" y="149783"/>
                  <a:pt x="1280628" y="149999"/>
                  <a:pt x="1286635" y="150212"/>
                </a:cubicBezTo>
                <a:cubicBezTo>
                  <a:pt x="1287921" y="148925"/>
                  <a:pt x="1287921" y="144421"/>
                  <a:pt x="1286635" y="143135"/>
                </a:cubicBezTo>
                <a:cubicBezTo>
                  <a:pt x="1275738" y="142274"/>
                  <a:pt x="1273806" y="141416"/>
                  <a:pt x="1273806" y="123589"/>
                </a:cubicBezTo>
                <a:lnTo>
                  <a:pt x="1273806" y="88390"/>
                </a:lnTo>
                <a:close/>
                <a:moveTo>
                  <a:pt x="1381435" y="89287"/>
                </a:moveTo>
                <a:cubicBezTo>
                  <a:pt x="1385511" y="65148"/>
                  <a:pt x="1400529" y="63227"/>
                  <a:pt x="1405678" y="63227"/>
                </a:cubicBezTo>
                <a:cubicBezTo>
                  <a:pt x="1413829" y="63227"/>
                  <a:pt x="1423483" y="67715"/>
                  <a:pt x="1423483" y="85656"/>
                </a:cubicBezTo>
                <a:cubicBezTo>
                  <a:pt x="1423483" y="87578"/>
                  <a:pt x="1422625" y="88602"/>
                  <a:pt x="1420265" y="88648"/>
                </a:cubicBezTo>
                <a:lnTo>
                  <a:pt x="1381435" y="89287"/>
                </a:lnTo>
                <a:moveTo>
                  <a:pt x="1437640" y="129802"/>
                </a:moveTo>
                <a:cubicBezTo>
                  <a:pt x="1429705" y="137950"/>
                  <a:pt x="1423483" y="141377"/>
                  <a:pt x="1411040" y="141377"/>
                </a:cubicBezTo>
                <a:cubicBezTo>
                  <a:pt x="1403318" y="141377"/>
                  <a:pt x="1394306" y="136876"/>
                  <a:pt x="1387658" y="125946"/>
                </a:cubicBezTo>
                <a:cubicBezTo>
                  <a:pt x="1383367" y="118872"/>
                  <a:pt x="1380790" y="109012"/>
                  <a:pt x="1380790" y="96580"/>
                </a:cubicBezTo>
                <a:lnTo>
                  <a:pt x="1437856" y="97009"/>
                </a:lnTo>
                <a:cubicBezTo>
                  <a:pt x="1440429" y="97009"/>
                  <a:pt x="1441932" y="95722"/>
                  <a:pt x="1441932" y="93362"/>
                </a:cubicBezTo>
                <a:cubicBezTo>
                  <a:pt x="1441932" y="75404"/>
                  <a:pt x="1435496" y="56146"/>
                  <a:pt x="1405678" y="56146"/>
                </a:cubicBezTo>
                <a:cubicBezTo>
                  <a:pt x="1387013" y="56146"/>
                  <a:pt x="1362770" y="73908"/>
                  <a:pt x="1362770" y="106439"/>
                </a:cubicBezTo>
                <a:cubicBezTo>
                  <a:pt x="1362770" y="118443"/>
                  <a:pt x="1365775" y="130018"/>
                  <a:pt x="1372855" y="138162"/>
                </a:cubicBezTo>
                <a:cubicBezTo>
                  <a:pt x="1380149" y="146742"/>
                  <a:pt x="1390231" y="151888"/>
                  <a:pt x="1405678" y="151888"/>
                </a:cubicBezTo>
                <a:cubicBezTo>
                  <a:pt x="1421980" y="151888"/>
                  <a:pt x="1433565" y="144382"/>
                  <a:pt x="1442148" y="133233"/>
                </a:cubicBezTo>
                <a:cubicBezTo>
                  <a:pt x="1441503" y="131088"/>
                  <a:pt x="1440216" y="130018"/>
                  <a:pt x="1437640" y="129802"/>
                </a:cubicBezTo>
                <a:close/>
                <a:moveTo>
                  <a:pt x="1536046" y="130214"/>
                </a:moveTo>
                <a:cubicBezTo>
                  <a:pt x="1535189" y="128283"/>
                  <a:pt x="1533470" y="127425"/>
                  <a:pt x="1531542" y="127209"/>
                </a:cubicBezTo>
                <a:cubicBezTo>
                  <a:pt x="1524246" y="136657"/>
                  <a:pt x="1515021" y="141377"/>
                  <a:pt x="1505797" y="141377"/>
                </a:cubicBezTo>
                <a:cubicBezTo>
                  <a:pt x="1490136" y="141377"/>
                  <a:pt x="1477049" y="125494"/>
                  <a:pt x="1477049" y="100377"/>
                </a:cubicBezTo>
                <a:cubicBezTo>
                  <a:pt x="1477049" y="76766"/>
                  <a:pt x="1487347" y="62598"/>
                  <a:pt x="1501508" y="62598"/>
                </a:cubicBezTo>
                <a:cubicBezTo>
                  <a:pt x="1514163" y="62598"/>
                  <a:pt x="1515879" y="70111"/>
                  <a:pt x="1516740" y="77623"/>
                </a:cubicBezTo>
                <a:cubicBezTo>
                  <a:pt x="1517381" y="83421"/>
                  <a:pt x="1520386" y="85352"/>
                  <a:pt x="1524891" y="85352"/>
                </a:cubicBezTo>
                <a:cubicBezTo>
                  <a:pt x="1529395" y="85352"/>
                  <a:pt x="1535402" y="82563"/>
                  <a:pt x="1535402" y="75908"/>
                </a:cubicBezTo>
                <a:cubicBezTo>
                  <a:pt x="1535402" y="64101"/>
                  <a:pt x="1523175" y="55518"/>
                  <a:pt x="1502579" y="55518"/>
                </a:cubicBezTo>
                <a:cubicBezTo>
                  <a:pt x="1481341" y="55518"/>
                  <a:pt x="1458600" y="74618"/>
                  <a:pt x="1458600" y="105101"/>
                </a:cubicBezTo>
                <a:cubicBezTo>
                  <a:pt x="1458600" y="132791"/>
                  <a:pt x="1474047" y="151888"/>
                  <a:pt x="1501076" y="151888"/>
                </a:cubicBezTo>
                <a:cubicBezTo>
                  <a:pt x="1513951" y="151888"/>
                  <a:pt x="1525319" y="147812"/>
                  <a:pt x="1536046" y="130214"/>
                </a:cubicBezTo>
                <a:close/>
                <a:moveTo>
                  <a:pt x="1562155" y="123618"/>
                </a:moveTo>
                <a:cubicBezTo>
                  <a:pt x="1562155" y="141419"/>
                  <a:pt x="1559795" y="142277"/>
                  <a:pt x="1547781" y="143135"/>
                </a:cubicBezTo>
                <a:cubicBezTo>
                  <a:pt x="1546492" y="144421"/>
                  <a:pt x="1546492" y="148925"/>
                  <a:pt x="1547781" y="150212"/>
                </a:cubicBezTo>
                <a:cubicBezTo>
                  <a:pt x="1554859" y="149999"/>
                  <a:pt x="1562155" y="149783"/>
                  <a:pt x="1570735" y="149783"/>
                </a:cubicBezTo>
                <a:cubicBezTo>
                  <a:pt x="1578244" y="149783"/>
                  <a:pt x="1585324" y="149999"/>
                  <a:pt x="1590258" y="150212"/>
                </a:cubicBezTo>
                <a:cubicBezTo>
                  <a:pt x="1591544" y="148925"/>
                  <a:pt x="1591544" y="144421"/>
                  <a:pt x="1590258" y="143135"/>
                </a:cubicBezTo>
                <a:cubicBezTo>
                  <a:pt x="1581462" y="142277"/>
                  <a:pt x="1579102" y="141419"/>
                  <a:pt x="1579102" y="123618"/>
                </a:cubicBezTo>
                <a:lnTo>
                  <a:pt x="1579102" y="104983"/>
                </a:lnTo>
                <a:cubicBezTo>
                  <a:pt x="1583220" y="105091"/>
                  <a:pt x="1586244" y="105412"/>
                  <a:pt x="1588326" y="106141"/>
                </a:cubicBezTo>
                <a:cubicBezTo>
                  <a:pt x="1590686" y="107749"/>
                  <a:pt x="1592637" y="109680"/>
                  <a:pt x="1595191" y="113111"/>
                </a:cubicBezTo>
                <a:lnTo>
                  <a:pt x="1610851" y="134126"/>
                </a:lnTo>
                <a:cubicBezTo>
                  <a:pt x="1617159" y="142598"/>
                  <a:pt x="1619584" y="146631"/>
                  <a:pt x="1619863" y="149141"/>
                </a:cubicBezTo>
                <a:cubicBezTo>
                  <a:pt x="1619925" y="149783"/>
                  <a:pt x="1620075" y="150212"/>
                  <a:pt x="1620720" y="150212"/>
                </a:cubicBezTo>
                <a:cubicBezTo>
                  <a:pt x="1625012" y="149999"/>
                  <a:pt x="1629729" y="149783"/>
                  <a:pt x="1634020" y="149783"/>
                </a:cubicBezTo>
                <a:cubicBezTo>
                  <a:pt x="1640672" y="149783"/>
                  <a:pt x="1647320" y="149999"/>
                  <a:pt x="1651612" y="150212"/>
                </a:cubicBezTo>
                <a:cubicBezTo>
                  <a:pt x="1652898" y="148925"/>
                  <a:pt x="1652898" y="144421"/>
                  <a:pt x="1651612" y="143135"/>
                </a:cubicBezTo>
                <a:cubicBezTo>
                  <a:pt x="1644319" y="142277"/>
                  <a:pt x="1638891" y="141334"/>
                  <a:pt x="1633163" y="134126"/>
                </a:cubicBezTo>
                <a:lnTo>
                  <a:pt x="1604844" y="98527"/>
                </a:lnTo>
                <a:cubicBezTo>
                  <a:pt x="1604072" y="97565"/>
                  <a:pt x="1603345" y="96599"/>
                  <a:pt x="1603345" y="95529"/>
                </a:cubicBezTo>
                <a:cubicBezTo>
                  <a:pt x="1603345" y="94675"/>
                  <a:pt x="1603345" y="94246"/>
                  <a:pt x="1604202" y="93388"/>
                </a:cubicBezTo>
                <a:lnTo>
                  <a:pt x="1623080" y="73905"/>
                </a:lnTo>
                <a:cubicBezTo>
                  <a:pt x="1629516" y="67053"/>
                  <a:pt x="1637025" y="65341"/>
                  <a:pt x="1645605" y="64484"/>
                </a:cubicBezTo>
                <a:cubicBezTo>
                  <a:pt x="1646891" y="63197"/>
                  <a:pt x="1646891" y="58693"/>
                  <a:pt x="1645605" y="57403"/>
                </a:cubicBezTo>
                <a:cubicBezTo>
                  <a:pt x="1640672" y="57619"/>
                  <a:pt x="1634665" y="57835"/>
                  <a:pt x="1626943" y="57835"/>
                </a:cubicBezTo>
                <a:cubicBezTo>
                  <a:pt x="1618789" y="57835"/>
                  <a:pt x="1610851" y="57619"/>
                  <a:pt x="1605918" y="57403"/>
                </a:cubicBezTo>
                <a:cubicBezTo>
                  <a:pt x="1604631" y="58693"/>
                  <a:pt x="1604631" y="63197"/>
                  <a:pt x="1605918" y="64484"/>
                </a:cubicBezTo>
                <a:cubicBezTo>
                  <a:pt x="1617931" y="65341"/>
                  <a:pt x="1612848" y="72900"/>
                  <a:pt x="1610851" y="75404"/>
                </a:cubicBezTo>
                <a:cubicBezTo>
                  <a:pt x="1605918" y="81614"/>
                  <a:pt x="1599204" y="88894"/>
                  <a:pt x="1593688" y="92959"/>
                </a:cubicBezTo>
                <a:cubicBezTo>
                  <a:pt x="1588929" y="96472"/>
                  <a:pt x="1583157" y="98999"/>
                  <a:pt x="1579102" y="99555"/>
                </a:cubicBezTo>
                <a:lnTo>
                  <a:pt x="1579102" y="24760"/>
                </a:lnTo>
                <a:cubicBezTo>
                  <a:pt x="1579102" y="10802"/>
                  <a:pt x="1579959" y="2174"/>
                  <a:pt x="1579959" y="2174"/>
                </a:cubicBezTo>
                <a:cubicBezTo>
                  <a:pt x="1579959" y="655"/>
                  <a:pt x="1579102" y="3"/>
                  <a:pt x="1577170" y="3"/>
                </a:cubicBezTo>
                <a:cubicBezTo>
                  <a:pt x="1571808" y="2174"/>
                  <a:pt x="1555719" y="5215"/>
                  <a:pt x="1547136" y="5869"/>
                </a:cubicBezTo>
                <a:cubicBezTo>
                  <a:pt x="1546708" y="7585"/>
                  <a:pt x="1547136" y="11015"/>
                  <a:pt x="1548423" y="12305"/>
                </a:cubicBezTo>
                <a:cubicBezTo>
                  <a:pt x="1559579" y="12946"/>
                  <a:pt x="1562155" y="11876"/>
                  <a:pt x="1562155" y="29916"/>
                </a:cubicBezTo>
                <a:lnTo>
                  <a:pt x="1562155" y="123618"/>
                </a:lnTo>
                <a:close/>
                <a:moveTo>
                  <a:pt x="1664848" y="120126"/>
                </a:moveTo>
                <a:cubicBezTo>
                  <a:pt x="1665706" y="130643"/>
                  <a:pt x="1666351" y="140732"/>
                  <a:pt x="1666351" y="149744"/>
                </a:cubicBezTo>
                <a:cubicBezTo>
                  <a:pt x="1668495" y="149315"/>
                  <a:pt x="1670642" y="149102"/>
                  <a:pt x="1671713" y="149102"/>
                </a:cubicBezTo>
                <a:cubicBezTo>
                  <a:pt x="1673215" y="149102"/>
                  <a:pt x="1674502" y="149102"/>
                  <a:pt x="1676004" y="149531"/>
                </a:cubicBezTo>
                <a:cubicBezTo>
                  <a:pt x="1681798" y="151030"/>
                  <a:pt x="1687589" y="151888"/>
                  <a:pt x="1695527" y="151888"/>
                </a:cubicBezTo>
                <a:cubicBezTo>
                  <a:pt x="1707541" y="151888"/>
                  <a:pt x="1729637" y="146097"/>
                  <a:pt x="1729637" y="124846"/>
                </a:cubicBezTo>
                <a:cubicBezTo>
                  <a:pt x="1729637" y="110187"/>
                  <a:pt x="1719125" y="101667"/>
                  <a:pt x="1704536" y="96256"/>
                </a:cubicBezTo>
                <a:cubicBezTo>
                  <a:pt x="1691622" y="91470"/>
                  <a:pt x="1683085" y="88141"/>
                  <a:pt x="1683085" y="76337"/>
                </a:cubicBezTo>
                <a:cubicBezTo>
                  <a:pt x="1683085" y="67534"/>
                  <a:pt x="1690807" y="62598"/>
                  <a:pt x="1698100" y="62598"/>
                </a:cubicBezTo>
                <a:cubicBezTo>
                  <a:pt x="1702820" y="62598"/>
                  <a:pt x="1715263" y="64317"/>
                  <a:pt x="1718052" y="82563"/>
                </a:cubicBezTo>
                <a:cubicBezTo>
                  <a:pt x="1719338" y="83849"/>
                  <a:pt x="1723630" y="83633"/>
                  <a:pt x="1724916" y="82347"/>
                </a:cubicBezTo>
                <a:cubicBezTo>
                  <a:pt x="1725561" y="74618"/>
                  <a:pt x="1725990" y="66677"/>
                  <a:pt x="1726206" y="59596"/>
                </a:cubicBezTo>
                <a:cubicBezTo>
                  <a:pt x="1719554" y="58523"/>
                  <a:pt x="1709256" y="55518"/>
                  <a:pt x="1698100" y="55518"/>
                </a:cubicBezTo>
                <a:cubicBezTo>
                  <a:pt x="1682227" y="55518"/>
                  <a:pt x="1667853" y="65819"/>
                  <a:pt x="1667853" y="79558"/>
                </a:cubicBezTo>
                <a:cubicBezTo>
                  <a:pt x="1667853" y="95225"/>
                  <a:pt x="1674931" y="101879"/>
                  <a:pt x="1691452" y="108750"/>
                </a:cubicBezTo>
                <a:cubicBezTo>
                  <a:pt x="1709256" y="116047"/>
                  <a:pt x="1713331" y="120554"/>
                  <a:pt x="1713331" y="129786"/>
                </a:cubicBezTo>
                <a:cubicBezTo>
                  <a:pt x="1713331" y="140303"/>
                  <a:pt x="1703036" y="144811"/>
                  <a:pt x="1695098" y="144811"/>
                </a:cubicBezTo>
                <a:cubicBezTo>
                  <a:pt x="1686731" y="144811"/>
                  <a:pt x="1682077" y="141956"/>
                  <a:pt x="1679867" y="139658"/>
                </a:cubicBezTo>
                <a:cubicBezTo>
                  <a:pt x="1675147" y="134722"/>
                  <a:pt x="1672787" y="125278"/>
                  <a:pt x="1671500" y="119910"/>
                </a:cubicBezTo>
                <a:cubicBezTo>
                  <a:pt x="1670214" y="118623"/>
                  <a:pt x="1666135" y="118836"/>
                  <a:pt x="1664848" y="1201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39169-6145-4650-9C76-2265B8C9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394" y="530846"/>
            <a:ext cx="1166828" cy="779629"/>
          </a:xfrm>
          <a:custGeom xmlns:a="http://schemas.openxmlformats.org/drawingml/2006/main">
            <a:pathLst>
              <a:path w="1166828" h="779629">
                <a:moveTo>
                  <a:pt x="0" y="0"/>
                </a:moveTo>
                <a:lnTo>
                  <a:pt x="1166828" y="0"/>
                </a:lnTo>
                <a:lnTo>
                  <a:pt x="1166828" y="779629"/>
                </a:lnTo>
                <a:lnTo>
                  <a:pt x="0" y="7796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856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UpdateBit">
            <a:extLst xmlns:a="http://schemas.openxmlformats.org/drawingml/2006/main">
              <a:ext uri="{FF2B5EF4-FFF2-40B4-BE49-F238E27FC236}">
                <a16:creationId xmlns:a16="http://schemas.microsoft.com/office/drawing/2014/main" id="{10D99DB2-B946-4F63-9C79-3DB7E68A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5513" y="605176"/>
            <a:ext cx="929831" cy="200073"/>
          </a:xfrm>
          <a:custGeom xmlns:a="http://schemas.openxmlformats.org/drawingml/2006/main">
            <a:pathLst>
              <a:path w="929831" h="200073">
                <a:moveTo>
                  <a:pt x="36041" y="37504"/>
                </a:moveTo>
                <a:cubicBezTo>
                  <a:pt x="36041" y="19693"/>
                  <a:pt x="39258" y="18619"/>
                  <a:pt x="55776" y="17974"/>
                </a:cubicBezTo>
                <a:cubicBezTo>
                  <a:pt x="57063" y="16688"/>
                  <a:pt x="57063" y="12184"/>
                  <a:pt x="55776" y="10894"/>
                </a:cubicBezTo>
                <a:cubicBezTo>
                  <a:pt x="45694" y="11110"/>
                  <a:pt x="35268" y="11326"/>
                  <a:pt x="26816" y="11326"/>
                </a:cubicBezTo>
                <a:cubicBezTo>
                  <a:pt x="18449" y="11326"/>
                  <a:pt x="9653" y="11110"/>
                  <a:pt x="1286" y="10894"/>
                </a:cubicBezTo>
                <a:cubicBezTo>
                  <a:pt x="0" y="12184"/>
                  <a:pt x="0" y="16688"/>
                  <a:pt x="1286" y="17974"/>
                </a:cubicBezTo>
                <a:cubicBezTo>
                  <a:pt x="14158" y="18619"/>
                  <a:pt x="17804" y="19693"/>
                  <a:pt x="17804" y="37504"/>
                </a:cubicBezTo>
                <a:lnTo>
                  <a:pt x="17804" y="99742"/>
                </a:lnTo>
                <a:cubicBezTo>
                  <a:pt x="17804" y="143524"/>
                  <a:pt x="46015" y="151888"/>
                  <a:pt x="68006" y="151888"/>
                </a:cubicBezTo>
                <a:cubicBezTo>
                  <a:pt x="111985" y="151888"/>
                  <a:pt x="122496" y="124636"/>
                  <a:pt x="122496" y="86435"/>
                </a:cubicBezTo>
                <a:lnTo>
                  <a:pt x="122496" y="37504"/>
                </a:lnTo>
                <a:cubicBezTo>
                  <a:pt x="122496" y="20272"/>
                  <a:pt x="126142" y="19477"/>
                  <a:pt x="139013" y="17974"/>
                </a:cubicBezTo>
                <a:cubicBezTo>
                  <a:pt x="140300" y="16688"/>
                  <a:pt x="140300" y="12184"/>
                  <a:pt x="139013" y="10894"/>
                </a:cubicBezTo>
                <a:cubicBezTo>
                  <a:pt x="130863" y="11110"/>
                  <a:pt x="122109" y="11326"/>
                  <a:pt x="117130" y="11326"/>
                </a:cubicBezTo>
                <a:cubicBezTo>
                  <a:pt x="112518" y="11326"/>
                  <a:pt x="102115" y="11110"/>
                  <a:pt x="92246" y="10894"/>
                </a:cubicBezTo>
                <a:cubicBezTo>
                  <a:pt x="90959" y="12184"/>
                  <a:pt x="90959" y="16688"/>
                  <a:pt x="92246" y="17974"/>
                </a:cubicBezTo>
                <a:cubicBezTo>
                  <a:pt x="108335" y="19477"/>
                  <a:pt x="111985" y="20122"/>
                  <a:pt x="111985" y="37504"/>
                </a:cubicBezTo>
                <a:lnTo>
                  <a:pt x="111985" y="90298"/>
                </a:lnTo>
                <a:cubicBezTo>
                  <a:pt x="111985" y="114335"/>
                  <a:pt x="108764" y="143095"/>
                  <a:pt x="72510" y="143095"/>
                </a:cubicBezTo>
                <a:cubicBezTo>
                  <a:pt x="62212" y="143095"/>
                  <a:pt x="53439" y="139210"/>
                  <a:pt x="46980" y="133007"/>
                </a:cubicBezTo>
                <a:cubicBezTo>
                  <a:pt x="36469" y="122921"/>
                  <a:pt x="36041" y="106610"/>
                  <a:pt x="36041" y="92661"/>
                </a:cubicBezTo>
                <a:lnTo>
                  <a:pt x="36041" y="37504"/>
                </a:lnTo>
                <a:close/>
                <a:moveTo>
                  <a:pt x="180566" y="78697"/>
                </a:moveTo>
                <a:cubicBezTo>
                  <a:pt x="186144" y="71826"/>
                  <a:pt x="195971" y="65387"/>
                  <a:pt x="202233" y="65387"/>
                </a:cubicBezTo>
                <a:cubicBezTo>
                  <a:pt x="215965" y="65387"/>
                  <a:pt x="227762" y="80841"/>
                  <a:pt x="227762" y="105097"/>
                </a:cubicBezTo>
                <a:cubicBezTo>
                  <a:pt x="227762" y="122702"/>
                  <a:pt x="221543" y="144595"/>
                  <a:pt x="197516" y="144595"/>
                </a:cubicBezTo>
                <a:cubicBezTo>
                  <a:pt x="193653" y="144595"/>
                  <a:pt x="186144" y="143521"/>
                  <a:pt x="182284" y="140067"/>
                </a:cubicBezTo>
                <a:cubicBezTo>
                  <a:pt x="177970" y="136202"/>
                  <a:pt x="177135" y="134958"/>
                  <a:pt x="177135" y="127209"/>
                </a:cubicBezTo>
                <a:lnTo>
                  <a:pt x="177135" y="88141"/>
                </a:lnTo>
                <a:cubicBezTo>
                  <a:pt x="177135" y="83633"/>
                  <a:pt x="178078" y="81764"/>
                  <a:pt x="180566" y="78697"/>
                </a:cubicBezTo>
                <a:moveTo>
                  <a:pt x="176490" y="70752"/>
                </a:moveTo>
                <a:cubicBezTo>
                  <a:pt x="176170" y="64313"/>
                  <a:pt x="175783" y="58801"/>
                  <a:pt x="174775" y="56591"/>
                </a:cubicBezTo>
                <a:cubicBezTo>
                  <a:pt x="174323" y="55606"/>
                  <a:pt x="173918" y="54876"/>
                  <a:pt x="172199" y="54876"/>
                </a:cubicBezTo>
                <a:cubicBezTo>
                  <a:pt x="166192" y="57236"/>
                  <a:pt x="160614" y="59168"/>
                  <a:pt x="145812" y="61096"/>
                </a:cubicBezTo>
                <a:cubicBezTo>
                  <a:pt x="145383" y="62385"/>
                  <a:pt x="145812" y="65816"/>
                  <a:pt x="146244" y="67106"/>
                </a:cubicBezTo>
                <a:cubicBezTo>
                  <a:pt x="157825" y="68179"/>
                  <a:pt x="160185" y="69250"/>
                  <a:pt x="160185" y="81702"/>
                </a:cubicBezTo>
                <a:lnTo>
                  <a:pt x="160185" y="173411"/>
                </a:lnTo>
                <a:cubicBezTo>
                  <a:pt x="160185" y="191274"/>
                  <a:pt x="157825" y="192351"/>
                  <a:pt x="144741" y="192996"/>
                </a:cubicBezTo>
                <a:cubicBezTo>
                  <a:pt x="143455" y="194282"/>
                  <a:pt x="143455" y="198787"/>
                  <a:pt x="144741" y="200073"/>
                </a:cubicBezTo>
                <a:cubicBezTo>
                  <a:pt x="152251" y="199860"/>
                  <a:pt x="160185" y="199644"/>
                  <a:pt x="168768" y="199644"/>
                </a:cubicBezTo>
                <a:cubicBezTo>
                  <a:pt x="177348" y="199644"/>
                  <a:pt x="187646" y="199860"/>
                  <a:pt x="194727" y="200073"/>
                </a:cubicBezTo>
                <a:cubicBezTo>
                  <a:pt x="196013" y="198787"/>
                  <a:pt x="196013" y="194282"/>
                  <a:pt x="194727" y="192996"/>
                </a:cubicBezTo>
                <a:cubicBezTo>
                  <a:pt x="179496" y="192135"/>
                  <a:pt x="177135" y="191274"/>
                  <a:pt x="177135" y="173411"/>
                </a:cubicBezTo>
                <a:lnTo>
                  <a:pt x="177135" y="150173"/>
                </a:lnTo>
                <a:cubicBezTo>
                  <a:pt x="177135" y="147384"/>
                  <a:pt x="177950" y="147662"/>
                  <a:pt x="180137" y="148565"/>
                </a:cubicBezTo>
                <a:cubicBezTo>
                  <a:pt x="185394" y="150687"/>
                  <a:pt x="192023" y="151888"/>
                  <a:pt x="198802" y="151888"/>
                </a:cubicBezTo>
                <a:cubicBezTo>
                  <a:pt x="210816" y="151888"/>
                  <a:pt x="221543" y="148241"/>
                  <a:pt x="230339" y="139874"/>
                </a:cubicBezTo>
                <a:cubicBezTo>
                  <a:pt x="240421" y="129998"/>
                  <a:pt x="246212" y="116689"/>
                  <a:pt x="246212" y="99303"/>
                </a:cubicBezTo>
                <a:cubicBezTo>
                  <a:pt x="246212" y="76550"/>
                  <a:pt x="230123" y="55518"/>
                  <a:pt x="208240" y="55518"/>
                </a:cubicBezTo>
                <a:cubicBezTo>
                  <a:pt x="198265" y="55518"/>
                  <a:pt x="187326" y="62061"/>
                  <a:pt x="178851" y="71613"/>
                </a:cubicBezTo>
                <a:cubicBezTo>
                  <a:pt x="177649" y="72965"/>
                  <a:pt x="176599" y="72815"/>
                  <a:pt x="176490" y="70752"/>
                </a:cubicBezTo>
                <a:close/>
                <a:moveTo>
                  <a:pt x="327884" y="123131"/>
                </a:moveTo>
                <a:cubicBezTo>
                  <a:pt x="327884" y="127209"/>
                  <a:pt x="327478" y="128885"/>
                  <a:pt x="324453" y="131504"/>
                </a:cubicBezTo>
                <a:cubicBezTo>
                  <a:pt x="316515" y="138372"/>
                  <a:pt x="309650" y="141806"/>
                  <a:pt x="304285" y="141806"/>
                </a:cubicBezTo>
                <a:cubicBezTo>
                  <a:pt x="292704" y="141806"/>
                  <a:pt x="280690" y="129141"/>
                  <a:pt x="280690" y="102308"/>
                </a:cubicBezTo>
                <a:cubicBezTo>
                  <a:pt x="280690" y="86854"/>
                  <a:pt x="283692" y="78268"/>
                  <a:pt x="286910" y="73761"/>
                </a:cubicBezTo>
                <a:cubicBezTo>
                  <a:pt x="293561" y="63672"/>
                  <a:pt x="302570" y="63027"/>
                  <a:pt x="306861" y="63027"/>
                </a:cubicBezTo>
                <a:cubicBezTo>
                  <a:pt x="314584" y="63027"/>
                  <a:pt x="319949" y="65819"/>
                  <a:pt x="324237" y="70756"/>
                </a:cubicBezTo>
                <a:cubicBezTo>
                  <a:pt x="327242" y="74189"/>
                  <a:pt x="327884" y="75692"/>
                  <a:pt x="327884" y="82347"/>
                </a:cubicBezTo>
                <a:lnTo>
                  <a:pt x="327884" y="123131"/>
                </a:lnTo>
                <a:moveTo>
                  <a:pt x="325527" y="138951"/>
                </a:moveTo>
                <a:cubicBezTo>
                  <a:pt x="326555" y="138113"/>
                  <a:pt x="328594" y="137727"/>
                  <a:pt x="328744" y="139229"/>
                </a:cubicBezTo>
                <a:cubicBezTo>
                  <a:pt x="329278" y="144490"/>
                  <a:pt x="331105" y="151888"/>
                  <a:pt x="331105" y="151888"/>
                </a:cubicBezTo>
                <a:cubicBezTo>
                  <a:pt x="332820" y="152533"/>
                  <a:pt x="333890" y="152425"/>
                  <a:pt x="335180" y="151888"/>
                </a:cubicBezTo>
                <a:cubicBezTo>
                  <a:pt x="339897" y="148019"/>
                  <a:pt x="347406" y="144801"/>
                  <a:pt x="360494" y="143298"/>
                </a:cubicBezTo>
                <a:cubicBezTo>
                  <a:pt x="361780" y="142012"/>
                  <a:pt x="361780" y="138794"/>
                  <a:pt x="360494" y="137508"/>
                </a:cubicBezTo>
                <a:cubicBezTo>
                  <a:pt x="346765" y="136434"/>
                  <a:pt x="344833" y="132355"/>
                  <a:pt x="344833" y="121838"/>
                </a:cubicBezTo>
                <a:lnTo>
                  <a:pt x="344833" y="24603"/>
                </a:lnTo>
                <a:cubicBezTo>
                  <a:pt x="344833" y="10652"/>
                  <a:pt x="345691" y="2118"/>
                  <a:pt x="345691" y="2118"/>
                </a:cubicBezTo>
                <a:cubicBezTo>
                  <a:pt x="345691" y="638"/>
                  <a:pt x="344833" y="0"/>
                  <a:pt x="342902" y="0"/>
                </a:cubicBezTo>
                <a:cubicBezTo>
                  <a:pt x="337540" y="2118"/>
                  <a:pt x="321448" y="5080"/>
                  <a:pt x="312868" y="5715"/>
                </a:cubicBezTo>
                <a:cubicBezTo>
                  <a:pt x="312439" y="7434"/>
                  <a:pt x="312868" y="10865"/>
                  <a:pt x="314155" y="12151"/>
                </a:cubicBezTo>
                <a:cubicBezTo>
                  <a:pt x="325311" y="12796"/>
                  <a:pt x="327884" y="11722"/>
                  <a:pt x="327884" y="29756"/>
                </a:cubicBezTo>
                <a:lnTo>
                  <a:pt x="327884" y="57236"/>
                </a:lnTo>
                <a:cubicBezTo>
                  <a:pt x="327884" y="58739"/>
                  <a:pt x="327455" y="59168"/>
                  <a:pt x="325955" y="59168"/>
                </a:cubicBezTo>
                <a:cubicBezTo>
                  <a:pt x="325095" y="59168"/>
                  <a:pt x="316302" y="55518"/>
                  <a:pt x="309222" y="55518"/>
                </a:cubicBezTo>
                <a:cubicBezTo>
                  <a:pt x="295061" y="55518"/>
                  <a:pt x="285623" y="60238"/>
                  <a:pt x="277040" y="68392"/>
                </a:cubicBezTo>
                <a:cubicBezTo>
                  <a:pt x="267816" y="77623"/>
                  <a:pt x="262238" y="90288"/>
                  <a:pt x="262238" y="106171"/>
                </a:cubicBezTo>
                <a:cubicBezTo>
                  <a:pt x="262238" y="132578"/>
                  <a:pt x="275541" y="151888"/>
                  <a:pt x="298711" y="151888"/>
                </a:cubicBezTo>
                <a:cubicBezTo>
                  <a:pt x="307074" y="151888"/>
                  <a:pt x="315012" y="147600"/>
                  <a:pt x="325527" y="138951"/>
                </a:cubicBezTo>
                <a:close/>
                <a:moveTo>
                  <a:pt x="424574" y="99735"/>
                </a:moveTo>
                <a:lnTo>
                  <a:pt x="424574" y="128067"/>
                </a:lnTo>
                <a:cubicBezTo>
                  <a:pt x="424574" y="130859"/>
                  <a:pt x="423284" y="132362"/>
                  <a:pt x="421569" y="133648"/>
                </a:cubicBezTo>
                <a:cubicBezTo>
                  <a:pt x="415991" y="138156"/>
                  <a:pt x="408698" y="143095"/>
                  <a:pt x="402691" y="143095"/>
                </a:cubicBezTo>
                <a:cubicBezTo>
                  <a:pt x="391964" y="143095"/>
                  <a:pt x="387244" y="134509"/>
                  <a:pt x="387244" y="127854"/>
                </a:cubicBezTo>
                <a:cubicBezTo>
                  <a:pt x="387244" y="118194"/>
                  <a:pt x="391751" y="108318"/>
                  <a:pt x="407624" y="104243"/>
                </a:cubicBezTo>
                <a:lnTo>
                  <a:pt x="424574" y="99735"/>
                </a:lnTo>
                <a:moveTo>
                  <a:pt x="424574" y="139446"/>
                </a:moveTo>
                <a:cubicBezTo>
                  <a:pt x="425861" y="146097"/>
                  <a:pt x="428132" y="151888"/>
                  <a:pt x="438948" y="151888"/>
                </a:cubicBezTo>
                <a:cubicBezTo>
                  <a:pt x="447164" y="151888"/>
                  <a:pt x="454886" y="148241"/>
                  <a:pt x="459325" y="143953"/>
                </a:cubicBezTo>
                <a:cubicBezTo>
                  <a:pt x="458962" y="141315"/>
                  <a:pt x="458104" y="139511"/>
                  <a:pt x="455678" y="138159"/>
                </a:cubicBezTo>
                <a:cubicBezTo>
                  <a:pt x="454071" y="139488"/>
                  <a:pt x="450467" y="141593"/>
                  <a:pt x="447740" y="141593"/>
                </a:cubicBezTo>
                <a:cubicBezTo>
                  <a:pt x="441521" y="141593"/>
                  <a:pt x="441305" y="133219"/>
                  <a:pt x="441305" y="123347"/>
                </a:cubicBezTo>
                <a:lnTo>
                  <a:pt x="441305" y="91791"/>
                </a:lnTo>
                <a:cubicBezTo>
                  <a:pt x="441305" y="61312"/>
                  <a:pt x="424574" y="55518"/>
                  <a:pt x="408911" y="55518"/>
                </a:cubicBezTo>
                <a:cubicBezTo>
                  <a:pt x="391319" y="55518"/>
                  <a:pt x="373515" y="67106"/>
                  <a:pt x="373515" y="79342"/>
                </a:cubicBezTo>
                <a:cubicBezTo>
                  <a:pt x="373515" y="84494"/>
                  <a:pt x="376088" y="87070"/>
                  <a:pt x="381024" y="87070"/>
                </a:cubicBezTo>
                <a:cubicBezTo>
                  <a:pt x="387244" y="87070"/>
                  <a:pt x="391106" y="82563"/>
                  <a:pt x="391106" y="79771"/>
                </a:cubicBezTo>
                <a:cubicBezTo>
                  <a:pt x="391106" y="78268"/>
                  <a:pt x="390890" y="76766"/>
                  <a:pt x="390462" y="75908"/>
                </a:cubicBezTo>
                <a:cubicBezTo>
                  <a:pt x="390249" y="75263"/>
                  <a:pt x="390033" y="73977"/>
                  <a:pt x="390033" y="71613"/>
                </a:cubicBezTo>
                <a:cubicBezTo>
                  <a:pt x="390033" y="64958"/>
                  <a:pt x="399044" y="62598"/>
                  <a:pt x="407195" y="62598"/>
                </a:cubicBezTo>
                <a:cubicBezTo>
                  <a:pt x="414489" y="62598"/>
                  <a:pt x="424574" y="66248"/>
                  <a:pt x="424574" y="90504"/>
                </a:cubicBezTo>
                <a:cubicBezTo>
                  <a:pt x="424574" y="92007"/>
                  <a:pt x="423929" y="92864"/>
                  <a:pt x="423284" y="93080"/>
                </a:cubicBezTo>
                <a:lnTo>
                  <a:pt x="404835" y="97588"/>
                </a:lnTo>
                <a:cubicBezTo>
                  <a:pt x="384242" y="102740"/>
                  <a:pt x="369439" y="114116"/>
                  <a:pt x="369439" y="128712"/>
                </a:cubicBezTo>
                <a:cubicBezTo>
                  <a:pt x="369439" y="146313"/>
                  <a:pt x="381453" y="151888"/>
                  <a:pt x="396468" y="151888"/>
                </a:cubicBezTo>
                <a:cubicBezTo>
                  <a:pt x="403935" y="151888"/>
                  <a:pt x="410413" y="150173"/>
                  <a:pt x="419854" y="142879"/>
                </a:cubicBezTo>
                <a:lnTo>
                  <a:pt x="424145" y="139446"/>
                </a:lnTo>
                <a:lnTo>
                  <a:pt x="424574" y="139446"/>
                </a:lnTo>
                <a:close/>
                <a:moveTo>
                  <a:pt x="469775" y="57822"/>
                </a:moveTo>
                <a:cubicBezTo>
                  <a:pt x="466770" y="57822"/>
                  <a:pt x="465913" y="60398"/>
                  <a:pt x="465913" y="62114"/>
                </a:cubicBezTo>
                <a:lnTo>
                  <a:pt x="465913" y="64903"/>
                </a:lnTo>
                <a:cubicBezTo>
                  <a:pt x="465913" y="65976"/>
                  <a:pt x="466126" y="66189"/>
                  <a:pt x="466986" y="66189"/>
                </a:cubicBezTo>
                <a:lnTo>
                  <a:pt x="479642" y="66189"/>
                </a:lnTo>
                <a:lnTo>
                  <a:pt x="479642" y="130666"/>
                </a:lnTo>
                <a:cubicBezTo>
                  <a:pt x="479642" y="145881"/>
                  <a:pt x="486293" y="151888"/>
                  <a:pt x="496159" y="151888"/>
                </a:cubicBezTo>
                <a:cubicBezTo>
                  <a:pt x="506029" y="151888"/>
                  <a:pt x="516756" y="147171"/>
                  <a:pt x="525123" y="137734"/>
                </a:cubicBezTo>
                <a:cubicBezTo>
                  <a:pt x="524694" y="135527"/>
                  <a:pt x="523408" y="134306"/>
                  <a:pt x="521260" y="134093"/>
                </a:cubicBezTo>
                <a:cubicBezTo>
                  <a:pt x="515682" y="138378"/>
                  <a:pt x="509247" y="140090"/>
                  <a:pt x="503669" y="140090"/>
                </a:cubicBezTo>
                <a:cubicBezTo>
                  <a:pt x="497878" y="140090"/>
                  <a:pt x="496592" y="133665"/>
                  <a:pt x="496592" y="120384"/>
                </a:cubicBezTo>
                <a:lnTo>
                  <a:pt x="496592" y="66189"/>
                </a:lnTo>
                <a:lnTo>
                  <a:pt x="518900" y="66189"/>
                </a:lnTo>
                <a:cubicBezTo>
                  <a:pt x="521047" y="66189"/>
                  <a:pt x="524049" y="65331"/>
                  <a:pt x="524049" y="63400"/>
                </a:cubicBezTo>
                <a:lnTo>
                  <a:pt x="524049" y="59112"/>
                </a:lnTo>
                <a:cubicBezTo>
                  <a:pt x="524049" y="58254"/>
                  <a:pt x="523408" y="57822"/>
                  <a:pt x="522334" y="57822"/>
                </a:cubicBezTo>
                <a:lnTo>
                  <a:pt x="496592" y="57822"/>
                </a:lnTo>
                <a:lnTo>
                  <a:pt x="496592" y="49458"/>
                </a:lnTo>
                <a:cubicBezTo>
                  <a:pt x="496592" y="35514"/>
                  <a:pt x="497449" y="26931"/>
                  <a:pt x="497449" y="26931"/>
                </a:cubicBezTo>
                <a:cubicBezTo>
                  <a:pt x="497449" y="25559"/>
                  <a:pt x="496804" y="25045"/>
                  <a:pt x="495796" y="25045"/>
                </a:cubicBezTo>
                <a:cubicBezTo>
                  <a:pt x="494830" y="25045"/>
                  <a:pt x="493007" y="25880"/>
                  <a:pt x="491014" y="26973"/>
                </a:cubicBezTo>
                <a:cubicBezTo>
                  <a:pt x="488588" y="28325"/>
                  <a:pt x="486401" y="29248"/>
                  <a:pt x="483717" y="29998"/>
                </a:cubicBezTo>
                <a:cubicBezTo>
                  <a:pt x="481144" y="30728"/>
                  <a:pt x="479000" y="31458"/>
                  <a:pt x="479000" y="32937"/>
                </a:cubicBezTo>
                <a:cubicBezTo>
                  <a:pt x="479000" y="35429"/>
                  <a:pt x="479642" y="34011"/>
                  <a:pt x="479642" y="57803"/>
                </a:cubicBezTo>
                <a:lnTo>
                  <a:pt x="469775" y="57822"/>
                </a:lnTo>
                <a:close/>
                <a:moveTo>
                  <a:pt x="556164" y="89287"/>
                </a:moveTo>
                <a:cubicBezTo>
                  <a:pt x="560240" y="65148"/>
                  <a:pt x="575258" y="63227"/>
                  <a:pt x="580407" y="63227"/>
                </a:cubicBezTo>
                <a:cubicBezTo>
                  <a:pt x="588558" y="63227"/>
                  <a:pt x="598212" y="67715"/>
                  <a:pt x="598212" y="85656"/>
                </a:cubicBezTo>
                <a:cubicBezTo>
                  <a:pt x="598212" y="87578"/>
                  <a:pt x="597354" y="88602"/>
                  <a:pt x="594994" y="88648"/>
                </a:cubicBezTo>
                <a:lnTo>
                  <a:pt x="556164" y="89287"/>
                </a:lnTo>
                <a:moveTo>
                  <a:pt x="612369" y="129802"/>
                </a:moveTo>
                <a:cubicBezTo>
                  <a:pt x="604434" y="137950"/>
                  <a:pt x="598212" y="141377"/>
                  <a:pt x="585769" y="141377"/>
                </a:cubicBezTo>
                <a:cubicBezTo>
                  <a:pt x="578047" y="141377"/>
                  <a:pt x="569035" y="136876"/>
                  <a:pt x="562387" y="125946"/>
                </a:cubicBezTo>
                <a:cubicBezTo>
                  <a:pt x="558095" y="118872"/>
                  <a:pt x="555519" y="109012"/>
                  <a:pt x="555519" y="96580"/>
                </a:cubicBezTo>
                <a:lnTo>
                  <a:pt x="612585" y="97009"/>
                </a:lnTo>
                <a:cubicBezTo>
                  <a:pt x="615158" y="97009"/>
                  <a:pt x="616661" y="95722"/>
                  <a:pt x="616661" y="93362"/>
                </a:cubicBezTo>
                <a:cubicBezTo>
                  <a:pt x="616661" y="75404"/>
                  <a:pt x="610225" y="56146"/>
                  <a:pt x="580407" y="56146"/>
                </a:cubicBezTo>
                <a:cubicBezTo>
                  <a:pt x="561742" y="56146"/>
                  <a:pt x="537499" y="73908"/>
                  <a:pt x="537499" y="106439"/>
                </a:cubicBezTo>
                <a:cubicBezTo>
                  <a:pt x="537499" y="118443"/>
                  <a:pt x="540504" y="130018"/>
                  <a:pt x="547584" y="138162"/>
                </a:cubicBezTo>
                <a:cubicBezTo>
                  <a:pt x="554878" y="146742"/>
                  <a:pt x="564960" y="151888"/>
                  <a:pt x="580407" y="151888"/>
                </a:cubicBezTo>
                <a:cubicBezTo>
                  <a:pt x="596709" y="151888"/>
                  <a:pt x="608294" y="144382"/>
                  <a:pt x="616877" y="133233"/>
                </a:cubicBezTo>
                <a:cubicBezTo>
                  <a:pt x="616232" y="131088"/>
                  <a:pt x="614945" y="130018"/>
                  <a:pt x="612369" y="129802"/>
                </a:cubicBezTo>
                <a:close/>
                <a:moveTo>
                  <a:pt x="720365" y="31720"/>
                </a:moveTo>
                <a:cubicBezTo>
                  <a:pt x="720365" y="20338"/>
                  <a:pt x="720365" y="18191"/>
                  <a:pt x="739030" y="18191"/>
                </a:cubicBezTo>
                <a:cubicBezTo>
                  <a:pt x="751044" y="18191"/>
                  <a:pt x="766704" y="24633"/>
                  <a:pt x="766704" y="46535"/>
                </a:cubicBezTo>
                <a:cubicBezTo>
                  <a:pt x="766704" y="64788"/>
                  <a:pt x="754045" y="71230"/>
                  <a:pt x="736241" y="71230"/>
                </a:cubicBezTo>
                <a:lnTo>
                  <a:pt x="720365" y="71230"/>
                </a:lnTo>
                <a:lnTo>
                  <a:pt x="720365" y="31720"/>
                </a:lnTo>
                <a:moveTo>
                  <a:pt x="720365" y="78527"/>
                </a:moveTo>
                <a:lnTo>
                  <a:pt x="735167" y="78527"/>
                </a:lnTo>
                <a:cubicBezTo>
                  <a:pt x="764556" y="78527"/>
                  <a:pt x="776786" y="95054"/>
                  <a:pt x="776786" y="114371"/>
                </a:cubicBezTo>
                <a:cubicBezTo>
                  <a:pt x="776786" y="130041"/>
                  <a:pt x="770779" y="143135"/>
                  <a:pt x="738169" y="143135"/>
                </a:cubicBezTo>
                <a:cubicBezTo>
                  <a:pt x="723154" y="143135"/>
                  <a:pt x="720365" y="137553"/>
                  <a:pt x="720365" y="124460"/>
                </a:cubicBezTo>
                <a:lnTo>
                  <a:pt x="720365" y="78527"/>
                </a:lnTo>
                <a:moveTo>
                  <a:pt x="711140" y="11326"/>
                </a:moveTo>
                <a:cubicBezTo>
                  <a:pt x="703480" y="11326"/>
                  <a:pt x="691833" y="11110"/>
                  <a:pt x="683467" y="10894"/>
                </a:cubicBezTo>
                <a:cubicBezTo>
                  <a:pt x="682177" y="12184"/>
                  <a:pt x="682177" y="16688"/>
                  <a:pt x="683467" y="17974"/>
                </a:cubicBezTo>
                <a:cubicBezTo>
                  <a:pt x="698482" y="18619"/>
                  <a:pt x="702128" y="19693"/>
                  <a:pt x="702128" y="37517"/>
                </a:cubicBezTo>
                <a:lnTo>
                  <a:pt x="702128" y="123602"/>
                </a:lnTo>
                <a:cubicBezTo>
                  <a:pt x="702128" y="141416"/>
                  <a:pt x="698482" y="142490"/>
                  <a:pt x="683467" y="143135"/>
                </a:cubicBezTo>
                <a:cubicBezTo>
                  <a:pt x="682177" y="144421"/>
                  <a:pt x="682177" y="148925"/>
                  <a:pt x="683467" y="150212"/>
                </a:cubicBezTo>
                <a:cubicBezTo>
                  <a:pt x="691833" y="149999"/>
                  <a:pt x="703395" y="149783"/>
                  <a:pt x="711353" y="149783"/>
                </a:cubicBezTo>
                <a:cubicBezTo>
                  <a:pt x="719013" y="149783"/>
                  <a:pt x="724656" y="150212"/>
                  <a:pt x="742677" y="150212"/>
                </a:cubicBezTo>
                <a:cubicBezTo>
                  <a:pt x="785366" y="150212"/>
                  <a:pt x="796738" y="128754"/>
                  <a:pt x="796738" y="110292"/>
                </a:cubicBezTo>
                <a:cubicBezTo>
                  <a:pt x="796738" y="89689"/>
                  <a:pt x="782364" y="77882"/>
                  <a:pt x="763699" y="72520"/>
                </a:cubicBezTo>
                <a:lnTo>
                  <a:pt x="763699" y="72091"/>
                </a:lnTo>
                <a:cubicBezTo>
                  <a:pt x="774449" y="66638"/>
                  <a:pt x="784079" y="55619"/>
                  <a:pt x="784079" y="43959"/>
                </a:cubicBezTo>
                <a:cubicBezTo>
                  <a:pt x="784079" y="29572"/>
                  <a:pt x="777860" y="10894"/>
                  <a:pt x="737956" y="10894"/>
                </a:cubicBezTo>
                <a:cubicBezTo>
                  <a:pt x="730447" y="10894"/>
                  <a:pt x="718862" y="11326"/>
                  <a:pt x="711140" y="11326"/>
                </a:cubicBezTo>
                <a:close/>
                <a:moveTo>
                  <a:pt x="824561" y="21192"/>
                </a:moveTo>
                <a:cubicBezTo>
                  <a:pt x="824561" y="26770"/>
                  <a:pt x="829710" y="32348"/>
                  <a:pt x="834856" y="32348"/>
                </a:cubicBezTo>
                <a:cubicBezTo>
                  <a:pt x="840863" y="32348"/>
                  <a:pt x="846012" y="26577"/>
                  <a:pt x="846012" y="22050"/>
                </a:cubicBezTo>
                <a:cubicBezTo>
                  <a:pt x="846012" y="16904"/>
                  <a:pt x="841508" y="10894"/>
                  <a:pt x="835717" y="10894"/>
                </a:cubicBezTo>
                <a:cubicBezTo>
                  <a:pt x="830568" y="10894"/>
                  <a:pt x="824561" y="16043"/>
                  <a:pt x="824561" y="21192"/>
                </a:cubicBezTo>
                <a:moveTo>
                  <a:pt x="844084" y="123609"/>
                </a:moveTo>
                <a:lnTo>
                  <a:pt x="844084" y="80851"/>
                </a:lnTo>
                <a:cubicBezTo>
                  <a:pt x="844084" y="70186"/>
                  <a:pt x="844942" y="56408"/>
                  <a:pt x="844942" y="56408"/>
                </a:cubicBezTo>
                <a:cubicBezTo>
                  <a:pt x="844942" y="55541"/>
                  <a:pt x="843868" y="54889"/>
                  <a:pt x="842153" y="54889"/>
                </a:cubicBezTo>
                <a:cubicBezTo>
                  <a:pt x="836038" y="57275"/>
                  <a:pt x="827563" y="59226"/>
                  <a:pt x="812761" y="61174"/>
                </a:cubicBezTo>
                <a:cubicBezTo>
                  <a:pt x="812332" y="62464"/>
                  <a:pt x="812761" y="65894"/>
                  <a:pt x="813189" y="67184"/>
                </a:cubicBezTo>
                <a:cubicBezTo>
                  <a:pt x="824882" y="68278"/>
                  <a:pt x="827134" y="69544"/>
                  <a:pt x="827134" y="81774"/>
                </a:cubicBezTo>
                <a:lnTo>
                  <a:pt x="827134" y="123609"/>
                </a:lnTo>
                <a:cubicBezTo>
                  <a:pt x="827134" y="141416"/>
                  <a:pt x="824774" y="142061"/>
                  <a:pt x="811690" y="143135"/>
                </a:cubicBezTo>
                <a:cubicBezTo>
                  <a:pt x="810400" y="144421"/>
                  <a:pt x="810400" y="148925"/>
                  <a:pt x="811690" y="150212"/>
                </a:cubicBezTo>
                <a:cubicBezTo>
                  <a:pt x="818767" y="149999"/>
                  <a:pt x="827134" y="149783"/>
                  <a:pt x="835717" y="149783"/>
                </a:cubicBezTo>
                <a:cubicBezTo>
                  <a:pt x="844297" y="149783"/>
                  <a:pt x="852448" y="149999"/>
                  <a:pt x="859528" y="150212"/>
                </a:cubicBezTo>
                <a:cubicBezTo>
                  <a:pt x="860815" y="148925"/>
                  <a:pt x="860815" y="144421"/>
                  <a:pt x="859528" y="143135"/>
                </a:cubicBezTo>
                <a:cubicBezTo>
                  <a:pt x="846441" y="142277"/>
                  <a:pt x="844084" y="141416"/>
                  <a:pt x="844084" y="123609"/>
                </a:cubicBezTo>
                <a:close/>
                <a:moveTo>
                  <a:pt x="874483" y="57822"/>
                </a:moveTo>
                <a:cubicBezTo>
                  <a:pt x="871478" y="57822"/>
                  <a:pt x="870621" y="60398"/>
                  <a:pt x="870621" y="62114"/>
                </a:cubicBezTo>
                <a:lnTo>
                  <a:pt x="870621" y="64903"/>
                </a:lnTo>
                <a:cubicBezTo>
                  <a:pt x="870621" y="65976"/>
                  <a:pt x="870833" y="66189"/>
                  <a:pt x="871694" y="66189"/>
                </a:cubicBezTo>
                <a:lnTo>
                  <a:pt x="884349" y="66189"/>
                </a:lnTo>
                <a:lnTo>
                  <a:pt x="884349" y="130666"/>
                </a:lnTo>
                <a:cubicBezTo>
                  <a:pt x="884349" y="145881"/>
                  <a:pt x="891001" y="151888"/>
                  <a:pt x="900867" y="151888"/>
                </a:cubicBezTo>
                <a:cubicBezTo>
                  <a:pt x="910737" y="151888"/>
                  <a:pt x="921464" y="147171"/>
                  <a:pt x="929831" y="137734"/>
                </a:cubicBezTo>
                <a:cubicBezTo>
                  <a:pt x="929402" y="135527"/>
                  <a:pt x="928115" y="134306"/>
                  <a:pt x="925968" y="134093"/>
                </a:cubicBezTo>
                <a:cubicBezTo>
                  <a:pt x="920390" y="138378"/>
                  <a:pt x="913954" y="140090"/>
                  <a:pt x="908376" y="140090"/>
                </a:cubicBezTo>
                <a:cubicBezTo>
                  <a:pt x="902586" y="140090"/>
                  <a:pt x="901299" y="133665"/>
                  <a:pt x="901299" y="120384"/>
                </a:cubicBezTo>
                <a:lnTo>
                  <a:pt x="901299" y="66189"/>
                </a:lnTo>
                <a:lnTo>
                  <a:pt x="923608" y="66189"/>
                </a:lnTo>
                <a:cubicBezTo>
                  <a:pt x="925755" y="66189"/>
                  <a:pt x="928757" y="65331"/>
                  <a:pt x="928757" y="63400"/>
                </a:cubicBezTo>
                <a:lnTo>
                  <a:pt x="928757" y="59112"/>
                </a:lnTo>
                <a:cubicBezTo>
                  <a:pt x="928757" y="58254"/>
                  <a:pt x="928115" y="57822"/>
                  <a:pt x="927042" y="57822"/>
                </a:cubicBezTo>
                <a:lnTo>
                  <a:pt x="901299" y="57822"/>
                </a:lnTo>
                <a:lnTo>
                  <a:pt x="901299" y="49458"/>
                </a:lnTo>
                <a:cubicBezTo>
                  <a:pt x="901299" y="35514"/>
                  <a:pt x="902157" y="26931"/>
                  <a:pt x="902157" y="26931"/>
                </a:cubicBezTo>
                <a:cubicBezTo>
                  <a:pt x="902157" y="25559"/>
                  <a:pt x="901512" y="25045"/>
                  <a:pt x="900504" y="25045"/>
                </a:cubicBezTo>
                <a:cubicBezTo>
                  <a:pt x="899538" y="25045"/>
                  <a:pt x="897715" y="25880"/>
                  <a:pt x="895721" y="26973"/>
                </a:cubicBezTo>
                <a:cubicBezTo>
                  <a:pt x="893296" y="28325"/>
                  <a:pt x="891109" y="29248"/>
                  <a:pt x="888425" y="29998"/>
                </a:cubicBezTo>
                <a:cubicBezTo>
                  <a:pt x="885852" y="30728"/>
                  <a:pt x="883708" y="31458"/>
                  <a:pt x="883708" y="32937"/>
                </a:cubicBezTo>
                <a:cubicBezTo>
                  <a:pt x="883708" y="35429"/>
                  <a:pt x="884349" y="34011"/>
                  <a:pt x="884349" y="57803"/>
                </a:cubicBezTo>
                <a:lnTo>
                  <a:pt x="874483" y="578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Timing">
            <a:extLst xmlns:a="http://schemas.openxmlformats.org/drawingml/2006/main">
              <a:ext uri="{FF2B5EF4-FFF2-40B4-BE49-F238E27FC236}">
                <a16:creationId xmlns:a16="http://schemas.microsoft.com/office/drawing/2014/main" id="{F2468769-84D7-4C0C-9872-4AD78611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626" y="829512"/>
            <a:ext cx="639402" cy="191104"/>
          </a:xfrm>
          <a:custGeom xmlns:a="http://schemas.openxmlformats.org/drawingml/2006/main">
            <a:pathLst>
              <a:path w="639402" h="191104">
                <a:moveTo>
                  <a:pt x="74441" y="113821"/>
                </a:moveTo>
                <a:lnTo>
                  <a:pt x="74441" y="31946"/>
                </a:lnTo>
                <a:cubicBezTo>
                  <a:pt x="74441" y="18227"/>
                  <a:pt x="76589" y="10082"/>
                  <a:pt x="84311" y="10082"/>
                </a:cubicBezTo>
                <a:lnTo>
                  <a:pt x="89031" y="10082"/>
                </a:lnTo>
                <a:cubicBezTo>
                  <a:pt x="105120" y="10082"/>
                  <a:pt x="115202" y="15657"/>
                  <a:pt x="118849" y="32158"/>
                </a:cubicBezTo>
                <a:cubicBezTo>
                  <a:pt x="121209" y="32158"/>
                  <a:pt x="124214" y="31946"/>
                  <a:pt x="126142" y="31088"/>
                </a:cubicBezTo>
                <a:cubicBezTo>
                  <a:pt x="124643" y="21228"/>
                  <a:pt x="123569" y="10298"/>
                  <a:pt x="123353" y="645"/>
                </a:cubicBezTo>
                <a:cubicBezTo>
                  <a:pt x="123353" y="429"/>
                  <a:pt x="122924" y="0"/>
                  <a:pt x="122712" y="0"/>
                </a:cubicBezTo>
                <a:cubicBezTo>
                  <a:pt x="115418" y="645"/>
                  <a:pt x="91604" y="1715"/>
                  <a:pt x="74657" y="1715"/>
                </a:cubicBezTo>
                <a:lnTo>
                  <a:pt x="56208" y="1715"/>
                </a:lnTo>
                <a:cubicBezTo>
                  <a:pt x="39687" y="1715"/>
                  <a:pt x="14374" y="645"/>
                  <a:pt x="6223" y="0"/>
                </a:cubicBezTo>
                <a:cubicBezTo>
                  <a:pt x="5794" y="0"/>
                  <a:pt x="5365" y="429"/>
                  <a:pt x="5365" y="645"/>
                </a:cubicBezTo>
                <a:cubicBezTo>
                  <a:pt x="4504" y="10298"/>
                  <a:pt x="2360" y="21444"/>
                  <a:pt x="0" y="31730"/>
                </a:cubicBezTo>
                <a:cubicBezTo>
                  <a:pt x="2144" y="32587"/>
                  <a:pt x="4720" y="32803"/>
                  <a:pt x="7293" y="32803"/>
                </a:cubicBezTo>
                <a:cubicBezTo>
                  <a:pt x="11585" y="15657"/>
                  <a:pt x="21454" y="10082"/>
                  <a:pt x="35612" y="10082"/>
                </a:cubicBezTo>
                <a:lnTo>
                  <a:pt x="46123" y="10082"/>
                </a:lnTo>
                <a:cubicBezTo>
                  <a:pt x="54061" y="10082"/>
                  <a:pt x="56208" y="18227"/>
                  <a:pt x="56208" y="31301"/>
                </a:cubicBezTo>
                <a:lnTo>
                  <a:pt x="56208" y="113821"/>
                </a:lnTo>
                <a:cubicBezTo>
                  <a:pt x="56208" y="131612"/>
                  <a:pt x="52558" y="132683"/>
                  <a:pt x="35399" y="133327"/>
                </a:cubicBezTo>
                <a:cubicBezTo>
                  <a:pt x="34109" y="134614"/>
                  <a:pt x="34109" y="139118"/>
                  <a:pt x="35399" y="140405"/>
                </a:cubicBezTo>
                <a:cubicBezTo>
                  <a:pt x="45910" y="140192"/>
                  <a:pt x="56830" y="139976"/>
                  <a:pt x="65433" y="139976"/>
                </a:cubicBezTo>
                <a:cubicBezTo>
                  <a:pt x="73669" y="139976"/>
                  <a:pt x="84524" y="140192"/>
                  <a:pt x="95251" y="140405"/>
                </a:cubicBezTo>
                <a:cubicBezTo>
                  <a:pt x="96537" y="139118"/>
                  <a:pt x="96537" y="134614"/>
                  <a:pt x="95251" y="133327"/>
                </a:cubicBezTo>
                <a:cubicBezTo>
                  <a:pt x="78088" y="132683"/>
                  <a:pt x="74441" y="131612"/>
                  <a:pt x="74441" y="113821"/>
                </a:cubicBezTo>
                <a:close/>
                <a:moveTo>
                  <a:pt x="147576" y="11385"/>
                </a:moveTo>
                <a:cubicBezTo>
                  <a:pt x="147576" y="16963"/>
                  <a:pt x="152725" y="22541"/>
                  <a:pt x="157871" y="22541"/>
                </a:cubicBezTo>
                <a:cubicBezTo>
                  <a:pt x="163877" y="22541"/>
                  <a:pt x="169026" y="16770"/>
                  <a:pt x="169026" y="12243"/>
                </a:cubicBezTo>
                <a:cubicBezTo>
                  <a:pt x="169026" y="7097"/>
                  <a:pt x="164522" y="1087"/>
                  <a:pt x="158731" y="1087"/>
                </a:cubicBezTo>
                <a:cubicBezTo>
                  <a:pt x="153582" y="1087"/>
                  <a:pt x="147576" y="6236"/>
                  <a:pt x="147576" y="11385"/>
                </a:cubicBezTo>
                <a:moveTo>
                  <a:pt x="167098" y="113801"/>
                </a:moveTo>
                <a:lnTo>
                  <a:pt x="167098" y="71044"/>
                </a:lnTo>
                <a:cubicBezTo>
                  <a:pt x="167098" y="60379"/>
                  <a:pt x="167956" y="46601"/>
                  <a:pt x="167956" y="46601"/>
                </a:cubicBezTo>
                <a:cubicBezTo>
                  <a:pt x="167956" y="45733"/>
                  <a:pt x="166882" y="45082"/>
                  <a:pt x="165167" y="45082"/>
                </a:cubicBezTo>
                <a:cubicBezTo>
                  <a:pt x="159052" y="47468"/>
                  <a:pt x="150577" y="49419"/>
                  <a:pt x="135775" y="51367"/>
                </a:cubicBezTo>
                <a:cubicBezTo>
                  <a:pt x="135346" y="52657"/>
                  <a:pt x="135775" y="56087"/>
                  <a:pt x="136204" y="57377"/>
                </a:cubicBezTo>
                <a:cubicBezTo>
                  <a:pt x="147896" y="58470"/>
                  <a:pt x="150149" y="59737"/>
                  <a:pt x="150149" y="71967"/>
                </a:cubicBezTo>
                <a:lnTo>
                  <a:pt x="150149" y="113801"/>
                </a:lnTo>
                <a:cubicBezTo>
                  <a:pt x="150149" y="131609"/>
                  <a:pt x="147788" y="132254"/>
                  <a:pt x="134704" y="133327"/>
                </a:cubicBezTo>
                <a:cubicBezTo>
                  <a:pt x="133415" y="134614"/>
                  <a:pt x="133415" y="139118"/>
                  <a:pt x="134704" y="140405"/>
                </a:cubicBezTo>
                <a:cubicBezTo>
                  <a:pt x="141782" y="140192"/>
                  <a:pt x="150149" y="139976"/>
                  <a:pt x="158731" y="139976"/>
                </a:cubicBezTo>
                <a:cubicBezTo>
                  <a:pt x="167311" y="139976"/>
                  <a:pt x="175462" y="140192"/>
                  <a:pt x="182543" y="140405"/>
                </a:cubicBezTo>
                <a:cubicBezTo>
                  <a:pt x="183829" y="139118"/>
                  <a:pt x="183829" y="134614"/>
                  <a:pt x="182543" y="133327"/>
                </a:cubicBezTo>
                <a:cubicBezTo>
                  <a:pt x="169455" y="132470"/>
                  <a:pt x="167098" y="131609"/>
                  <a:pt x="167098" y="113801"/>
                </a:cubicBezTo>
                <a:close/>
                <a:moveTo>
                  <a:pt x="224785" y="63096"/>
                </a:moveTo>
                <a:cubicBezTo>
                  <a:pt x="224504" y="56719"/>
                  <a:pt x="224075" y="48994"/>
                  <a:pt x="223067" y="46784"/>
                </a:cubicBezTo>
                <a:cubicBezTo>
                  <a:pt x="222618" y="45799"/>
                  <a:pt x="222209" y="45069"/>
                  <a:pt x="220494" y="45069"/>
                </a:cubicBezTo>
                <a:cubicBezTo>
                  <a:pt x="214487" y="47429"/>
                  <a:pt x="208909" y="49360"/>
                  <a:pt x="194106" y="51288"/>
                </a:cubicBezTo>
                <a:cubicBezTo>
                  <a:pt x="193678" y="52578"/>
                  <a:pt x="194106" y="56009"/>
                  <a:pt x="194535" y="57298"/>
                </a:cubicBezTo>
                <a:cubicBezTo>
                  <a:pt x="206120" y="58372"/>
                  <a:pt x="208480" y="59446"/>
                  <a:pt x="208480" y="71901"/>
                </a:cubicBezTo>
                <a:lnTo>
                  <a:pt x="208480" y="113782"/>
                </a:lnTo>
                <a:cubicBezTo>
                  <a:pt x="208480" y="131393"/>
                  <a:pt x="205691" y="132467"/>
                  <a:pt x="193890" y="133327"/>
                </a:cubicBezTo>
                <a:cubicBezTo>
                  <a:pt x="192604" y="134614"/>
                  <a:pt x="192604" y="139118"/>
                  <a:pt x="193890" y="140405"/>
                </a:cubicBezTo>
                <a:cubicBezTo>
                  <a:pt x="200329" y="140192"/>
                  <a:pt x="208480" y="139976"/>
                  <a:pt x="217060" y="139976"/>
                </a:cubicBezTo>
                <a:cubicBezTo>
                  <a:pt x="225643" y="139976"/>
                  <a:pt x="232249" y="140192"/>
                  <a:pt x="238684" y="140405"/>
                </a:cubicBezTo>
                <a:cubicBezTo>
                  <a:pt x="239974" y="139118"/>
                  <a:pt x="239974" y="134614"/>
                  <a:pt x="238684" y="133327"/>
                </a:cubicBezTo>
                <a:cubicBezTo>
                  <a:pt x="227787" y="132254"/>
                  <a:pt x="225427" y="131393"/>
                  <a:pt x="225427" y="113782"/>
                </a:cubicBezTo>
                <a:lnTo>
                  <a:pt x="225427" y="78559"/>
                </a:lnTo>
                <a:cubicBezTo>
                  <a:pt x="225427" y="74049"/>
                  <a:pt x="227358" y="71407"/>
                  <a:pt x="229073" y="69541"/>
                </a:cubicBezTo>
                <a:cubicBezTo>
                  <a:pt x="237571" y="61227"/>
                  <a:pt x="245614" y="56866"/>
                  <a:pt x="252243" y="56866"/>
                </a:cubicBezTo>
                <a:cubicBezTo>
                  <a:pt x="260397" y="56866"/>
                  <a:pt x="266404" y="62022"/>
                  <a:pt x="266404" y="76412"/>
                </a:cubicBezTo>
                <a:lnTo>
                  <a:pt x="266404" y="113782"/>
                </a:lnTo>
                <a:cubicBezTo>
                  <a:pt x="266404" y="131393"/>
                  <a:pt x="264685" y="132467"/>
                  <a:pt x="253101" y="133327"/>
                </a:cubicBezTo>
                <a:cubicBezTo>
                  <a:pt x="252030" y="134614"/>
                  <a:pt x="252030" y="139118"/>
                  <a:pt x="253101" y="140405"/>
                </a:cubicBezTo>
                <a:cubicBezTo>
                  <a:pt x="258466" y="140192"/>
                  <a:pt x="266404" y="139976"/>
                  <a:pt x="274983" y="139976"/>
                </a:cubicBezTo>
                <a:cubicBezTo>
                  <a:pt x="283566" y="139976"/>
                  <a:pt x="290644" y="140192"/>
                  <a:pt x="296009" y="140405"/>
                </a:cubicBezTo>
                <a:cubicBezTo>
                  <a:pt x="297079" y="139118"/>
                  <a:pt x="297079" y="134614"/>
                  <a:pt x="296009" y="133327"/>
                </a:cubicBezTo>
                <a:cubicBezTo>
                  <a:pt x="285282" y="132467"/>
                  <a:pt x="283350" y="131393"/>
                  <a:pt x="283350" y="113782"/>
                </a:cubicBezTo>
                <a:lnTo>
                  <a:pt x="283350" y="79633"/>
                </a:lnTo>
                <a:cubicBezTo>
                  <a:pt x="283350" y="76628"/>
                  <a:pt x="283350" y="73620"/>
                  <a:pt x="283134" y="71044"/>
                </a:cubicBezTo>
                <a:cubicBezTo>
                  <a:pt x="293433" y="59659"/>
                  <a:pt x="303086" y="56866"/>
                  <a:pt x="311453" y="56866"/>
                </a:cubicBezTo>
                <a:cubicBezTo>
                  <a:pt x="319607" y="56866"/>
                  <a:pt x="324324" y="61593"/>
                  <a:pt x="324324" y="75983"/>
                </a:cubicBezTo>
                <a:lnTo>
                  <a:pt x="324324" y="113782"/>
                </a:lnTo>
                <a:cubicBezTo>
                  <a:pt x="324324" y="131393"/>
                  <a:pt x="322180" y="132467"/>
                  <a:pt x="311024" y="133327"/>
                </a:cubicBezTo>
                <a:cubicBezTo>
                  <a:pt x="309950" y="134614"/>
                  <a:pt x="309950" y="139118"/>
                  <a:pt x="311024" y="140405"/>
                </a:cubicBezTo>
                <a:cubicBezTo>
                  <a:pt x="316389" y="140192"/>
                  <a:pt x="324324" y="139976"/>
                  <a:pt x="332907" y="139976"/>
                </a:cubicBezTo>
                <a:cubicBezTo>
                  <a:pt x="341487" y="139976"/>
                  <a:pt x="348996" y="140192"/>
                  <a:pt x="355003" y="140405"/>
                </a:cubicBezTo>
                <a:cubicBezTo>
                  <a:pt x="356077" y="139118"/>
                  <a:pt x="356077" y="134614"/>
                  <a:pt x="355003" y="133327"/>
                </a:cubicBezTo>
                <a:cubicBezTo>
                  <a:pt x="343205" y="132467"/>
                  <a:pt x="341274" y="131393"/>
                  <a:pt x="341274" y="113782"/>
                </a:cubicBezTo>
                <a:lnTo>
                  <a:pt x="341274" y="79849"/>
                </a:lnTo>
                <a:cubicBezTo>
                  <a:pt x="341274" y="60736"/>
                  <a:pt x="338056" y="45710"/>
                  <a:pt x="319178" y="45710"/>
                </a:cubicBezTo>
                <a:cubicBezTo>
                  <a:pt x="308193" y="45710"/>
                  <a:pt x="294958" y="49747"/>
                  <a:pt x="283779" y="61551"/>
                </a:cubicBezTo>
                <a:cubicBezTo>
                  <a:pt x="283134" y="62238"/>
                  <a:pt x="281848" y="63312"/>
                  <a:pt x="281419" y="61465"/>
                </a:cubicBezTo>
                <a:cubicBezTo>
                  <a:pt x="279383" y="52663"/>
                  <a:pt x="271121" y="45710"/>
                  <a:pt x="259968" y="45710"/>
                </a:cubicBezTo>
                <a:cubicBezTo>
                  <a:pt x="247523" y="45710"/>
                  <a:pt x="236304" y="53092"/>
                  <a:pt x="227358" y="63096"/>
                </a:cubicBezTo>
                <a:cubicBezTo>
                  <a:pt x="226373" y="64192"/>
                  <a:pt x="224890" y="65675"/>
                  <a:pt x="224785" y="63096"/>
                </a:cubicBezTo>
                <a:close/>
                <a:moveTo>
                  <a:pt x="378580" y="11385"/>
                </a:moveTo>
                <a:cubicBezTo>
                  <a:pt x="378580" y="16963"/>
                  <a:pt x="383729" y="22541"/>
                  <a:pt x="388875" y="22541"/>
                </a:cubicBezTo>
                <a:cubicBezTo>
                  <a:pt x="394882" y="22541"/>
                  <a:pt x="400031" y="16770"/>
                  <a:pt x="400031" y="12243"/>
                </a:cubicBezTo>
                <a:cubicBezTo>
                  <a:pt x="400031" y="7097"/>
                  <a:pt x="395527" y="1087"/>
                  <a:pt x="389736" y="1087"/>
                </a:cubicBezTo>
                <a:cubicBezTo>
                  <a:pt x="384587" y="1087"/>
                  <a:pt x="378580" y="6236"/>
                  <a:pt x="378580" y="11385"/>
                </a:cubicBezTo>
                <a:moveTo>
                  <a:pt x="398103" y="113801"/>
                </a:moveTo>
                <a:lnTo>
                  <a:pt x="398103" y="71044"/>
                </a:lnTo>
                <a:cubicBezTo>
                  <a:pt x="398103" y="60379"/>
                  <a:pt x="398960" y="46601"/>
                  <a:pt x="398960" y="46601"/>
                </a:cubicBezTo>
                <a:cubicBezTo>
                  <a:pt x="398960" y="45733"/>
                  <a:pt x="397887" y="45082"/>
                  <a:pt x="396171" y="45082"/>
                </a:cubicBezTo>
                <a:cubicBezTo>
                  <a:pt x="390057" y="47468"/>
                  <a:pt x="381582" y="49419"/>
                  <a:pt x="366779" y="51367"/>
                </a:cubicBezTo>
                <a:cubicBezTo>
                  <a:pt x="366350" y="52657"/>
                  <a:pt x="366779" y="56087"/>
                  <a:pt x="367208" y="57377"/>
                </a:cubicBezTo>
                <a:cubicBezTo>
                  <a:pt x="378901" y="58470"/>
                  <a:pt x="381153" y="59737"/>
                  <a:pt x="381153" y="71967"/>
                </a:cubicBezTo>
                <a:lnTo>
                  <a:pt x="381153" y="113801"/>
                </a:lnTo>
                <a:cubicBezTo>
                  <a:pt x="381153" y="131609"/>
                  <a:pt x="378793" y="132254"/>
                  <a:pt x="365709" y="133327"/>
                </a:cubicBezTo>
                <a:cubicBezTo>
                  <a:pt x="364419" y="134614"/>
                  <a:pt x="364419" y="139118"/>
                  <a:pt x="365709" y="140405"/>
                </a:cubicBezTo>
                <a:cubicBezTo>
                  <a:pt x="372786" y="140192"/>
                  <a:pt x="381153" y="139976"/>
                  <a:pt x="389736" y="139976"/>
                </a:cubicBezTo>
                <a:cubicBezTo>
                  <a:pt x="398315" y="139976"/>
                  <a:pt x="406466" y="140192"/>
                  <a:pt x="413547" y="140405"/>
                </a:cubicBezTo>
                <a:cubicBezTo>
                  <a:pt x="414833" y="139118"/>
                  <a:pt x="414833" y="134614"/>
                  <a:pt x="413547" y="133327"/>
                </a:cubicBezTo>
                <a:cubicBezTo>
                  <a:pt x="400460" y="132470"/>
                  <a:pt x="398103" y="131609"/>
                  <a:pt x="398103" y="113801"/>
                </a:cubicBezTo>
                <a:close/>
                <a:moveTo>
                  <a:pt x="458791" y="63096"/>
                </a:moveTo>
                <a:cubicBezTo>
                  <a:pt x="457481" y="64598"/>
                  <a:pt x="456280" y="65115"/>
                  <a:pt x="456218" y="63096"/>
                </a:cubicBezTo>
                <a:cubicBezTo>
                  <a:pt x="456002" y="57298"/>
                  <a:pt x="455507" y="48994"/>
                  <a:pt x="454499" y="46784"/>
                </a:cubicBezTo>
                <a:cubicBezTo>
                  <a:pt x="454051" y="45799"/>
                  <a:pt x="453642" y="45069"/>
                  <a:pt x="451926" y="45069"/>
                </a:cubicBezTo>
                <a:cubicBezTo>
                  <a:pt x="445919" y="47429"/>
                  <a:pt x="440342" y="49360"/>
                  <a:pt x="425539" y="51288"/>
                </a:cubicBezTo>
                <a:cubicBezTo>
                  <a:pt x="425110" y="52578"/>
                  <a:pt x="425539" y="56009"/>
                  <a:pt x="425968" y="57298"/>
                </a:cubicBezTo>
                <a:cubicBezTo>
                  <a:pt x="437553" y="58372"/>
                  <a:pt x="439913" y="59446"/>
                  <a:pt x="439913" y="71901"/>
                </a:cubicBezTo>
                <a:lnTo>
                  <a:pt x="439913" y="113782"/>
                </a:lnTo>
                <a:cubicBezTo>
                  <a:pt x="439913" y="131393"/>
                  <a:pt x="437769" y="132254"/>
                  <a:pt x="424894" y="133327"/>
                </a:cubicBezTo>
                <a:cubicBezTo>
                  <a:pt x="423608" y="134614"/>
                  <a:pt x="423608" y="139118"/>
                  <a:pt x="424894" y="140405"/>
                </a:cubicBezTo>
                <a:cubicBezTo>
                  <a:pt x="431333" y="140192"/>
                  <a:pt x="439913" y="139976"/>
                  <a:pt x="448492" y="139976"/>
                </a:cubicBezTo>
                <a:cubicBezTo>
                  <a:pt x="457075" y="139976"/>
                  <a:pt x="463511" y="140192"/>
                  <a:pt x="469947" y="140405"/>
                </a:cubicBezTo>
                <a:cubicBezTo>
                  <a:pt x="471233" y="139118"/>
                  <a:pt x="471233" y="134614"/>
                  <a:pt x="469947" y="133327"/>
                </a:cubicBezTo>
                <a:cubicBezTo>
                  <a:pt x="459007" y="132254"/>
                  <a:pt x="456859" y="131393"/>
                  <a:pt x="456859" y="113782"/>
                </a:cubicBezTo>
                <a:lnTo>
                  <a:pt x="456859" y="78559"/>
                </a:lnTo>
                <a:cubicBezTo>
                  <a:pt x="456859" y="74049"/>
                  <a:pt x="458791" y="71472"/>
                  <a:pt x="460506" y="69541"/>
                </a:cubicBezTo>
                <a:cubicBezTo>
                  <a:pt x="468660" y="61593"/>
                  <a:pt x="478314" y="56866"/>
                  <a:pt x="486680" y="56866"/>
                </a:cubicBezTo>
                <a:cubicBezTo>
                  <a:pt x="490972" y="56866"/>
                  <a:pt x="495476" y="59659"/>
                  <a:pt x="498049" y="64598"/>
                </a:cubicBezTo>
                <a:cubicBezTo>
                  <a:pt x="500196" y="68896"/>
                  <a:pt x="500625" y="74693"/>
                  <a:pt x="500625" y="81136"/>
                </a:cubicBezTo>
                <a:lnTo>
                  <a:pt x="500625" y="113782"/>
                </a:lnTo>
                <a:cubicBezTo>
                  <a:pt x="500625" y="131393"/>
                  <a:pt x="498478" y="132254"/>
                  <a:pt x="487322" y="133327"/>
                </a:cubicBezTo>
                <a:cubicBezTo>
                  <a:pt x="486252" y="134614"/>
                  <a:pt x="486252" y="139118"/>
                  <a:pt x="487322" y="140405"/>
                </a:cubicBezTo>
                <a:cubicBezTo>
                  <a:pt x="493761" y="140192"/>
                  <a:pt x="500625" y="139976"/>
                  <a:pt x="509205" y="139976"/>
                </a:cubicBezTo>
                <a:cubicBezTo>
                  <a:pt x="517788" y="139976"/>
                  <a:pt x="525510" y="140192"/>
                  <a:pt x="531946" y="140405"/>
                </a:cubicBezTo>
                <a:cubicBezTo>
                  <a:pt x="533019" y="139118"/>
                  <a:pt x="533019" y="134614"/>
                  <a:pt x="531946" y="133327"/>
                </a:cubicBezTo>
                <a:cubicBezTo>
                  <a:pt x="519932" y="132254"/>
                  <a:pt x="517572" y="131393"/>
                  <a:pt x="517572" y="113782"/>
                </a:cubicBezTo>
                <a:lnTo>
                  <a:pt x="517572" y="81781"/>
                </a:lnTo>
                <a:cubicBezTo>
                  <a:pt x="517572" y="69970"/>
                  <a:pt x="516714" y="59659"/>
                  <a:pt x="511781" y="53007"/>
                </a:cubicBezTo>
                <a:cubicBezTo>
                  <a:pt x="508131" y="48287"/>
                  <a:pt x="501483" y="45710"/>
                  <a:pt x="493974" y="45710"/>
                </a:cubicBezTo>
                <a:cubicBezTo>
                  <a:pt x="483463" y="45710"/>
                  <a:pt x="471511" y="48499"/>
                  <a:pt x="458791" y="63096"/>
                </a:cubicBezTo>
                <a:close/>
                <a:moveTo>
                  <a:pt x="604652" y="80088"/>
                </a:moveTo>
                <a:cubicBezTo>
                  <a:pt x="604652" y="100079"/>
                  <a:pt x="594566" y="104161"/>
                  <a:pt x="586628" y="104161"/>
                </a:cubicBezTo>
                <a:cubicBezTo>
                  <a:pt x="568608" y="104161"/>
                  <a:pt x="566680" y="88904"/>
                  <a:pt x="566680" y="75145"/>
                </a:cubicBezTo>
                <a:cubicBezTo>
                  <a:pt x="566680" y="60100"/>
                  <a:pt x="572042" y="52362"/>
                  <a:pt x="583842" y="52362"/>
                </a:cubicBezTo>
                <a:cubicBezTo>
                  <a:pt x="597355" y="52362"/>
                  <a:pt x="604652" y="62251"/>
                  <a:pt x="604652" y="80088"/>
                </a:cubicBezTo>
                <a:moveTo>
                  <a:pt x="564532" y="142071"/>
                </a:moveTo>
                <a:cubicBezTo>
                  <a:pt x="566892" y="142716"/>
                  <a:pt x="570326" y="143148"/>
                  <a:pt x="573115" y="143148"/>
                </a:cubicBezTo>
                <a:cubicBezTo>
                  <a:pt x="579764" y="143148"/>
                  <a:pt x="585770" y="142500"/>
                  <a:pt x="588775" y="142500"/>
                </a:cubicBezTo>
                <a:cubicBezTo>
                  <a:pt x="599502" y="142500"/>
                  <a:pt x="608511" y="142716"/>
                  <a:pt x="614734" y="146159"/>
                </a:cubicBezTo>
                <a:cubicBezTo>
                  <a:pt x="623101" y="150893"/>
                  <a:pt x="625674" y="153904"/>
                  <a:pt x="625674" y="159499"/>
                </a:cubicBezTo>
                <a:cubicBezTo>
                  <a:pt x="625674" y="174992"/>
                  <a:pt x="602933" y="183169"/>
                  <a:pt x="583626" y="183169"/>
                </a:cubicBezTo>
                <a:cubicBezTo>
                  <a:pt x="575904" y="183169"/>
                  <a:pt x="557884" y="176926"/>
                  <a:pt x="557884" y="162297"/>
                </a:cubicBezTo>
                <a:cubicBezTo>
                  <a:pt x="557884" y="154981"/>
                  <a:pt x="558313" y="149603"/>
                  <a:pt x="564532" y="142071"/>
                </a:cubicBezTo>
                <a:moveTo>
                  <a:pt x="631468" y="56876"/>
                </a:moveTo>
                <a:cubicBezTo>
                  <a:pt x="635543" y="56876"/>
                  <a:pt x="639402" y="53007"/>
                  <a:pt x="639402" y="48715"/>
                </a:cubicBezTo>
                <a:cubicBezTo>
                  <a:pt x="639402" y="44211"/>
                  <a:pt x="635327" y="40777"/>
                  <a:pt x="629536" y="40777"/>
                </a:cubicBezTo>
                <a:cubicBezTo>
                  <a:pt x="623958" y="40777"/>
                  <a:pt x="613660" y="44424"/>
                  <a:pt x="608082" y="51720"/>
                </a:cubicBezTo>
                <a:cubicBezTo>
                  <a:pt x="605509" y="50002"/>
                  <a:pt x="598429" y="45710"/>
                  <a:pt x="585770" y="45710"/>
                </a:cubicBezTo>
                <a:cubicBezTo>
                  <a:pt x="566680" y="45710"/>
                  <a:pt x="549088" y="58595"/>
                  <a:pt x="549088" y="78370"/>
                </a:cubicBezTo>
                <a:cubicBezTo>
                  <a:pt x="549088" y="89977"/>
                  <a:pt x="554237" y="96639"/>
                  <a:pt x="560244" y="102442"/>
                </a:cubicBezTo>
                <a:cubicBezTo>
                  <a:pt x="554237" y="107595"/>
                  <a:pt x="550803" y="116800"/>
                  <a:pt x="550803" y="124070"/>
                </a:cubicBezTo>
                <a:cubicBezTo>
                  <a:pt x="550803" y="131776"/>
                  <a:pt x="555095" y="137783"/>
                  <a:pt x="560673" y="140572"/>
                </a:cubicBezTo>
                <a:cubicBezTo>
                  <a:pt x="549088" y="147449"/>
                  <a:pt x="543081" y="157348"/>
                  <a:pt x="543081" y="166599"/>
                </a:cubicBezTo>
                <a:cubicBezTo>
                  <a:pt x="543081" y="185313"/>
                  <a:pt x="560673" y="191104"/>
                  <a:pt x="577191" y="191104"/>
                </a:cubicBezTo>
                <a:cubicBezTo>
                  <a:pt x="606151" y="191104"/>
                  <a:pt x="637474" y="177143"/>
                  <a:pt x="637474" y="153904"/>
                </a:cubicBezTo>
                <a:cubicBezTo>
                  <a:pt x="637474" y="147020"/>
                  <a:pt x="634257" y="141642"/>
                  <a:pt x="628034" y="136493"/>
                </a:cubicBezTo>
                <a:cubicBezTo>
                  <a:pt x="619667" y="129628"/>
                  <a:pt x="604652" y="129416"/>
                  <a:pt x="596713" y="129416"/>
                </a:cubicBezTo>
                <a:cubicBezTo>
                  <a:pt x="592851" y="129416"/>
                  <a:pt x="587489" y="129845"/>
                  <a:pt x="582340" y="130486"/>
                </a:cubicBezTo>
                <a:cubicBezTo>
                  <a:pt x="579122" y="130702"/>
                  <a:pt x="576975" y="130918"/>
                  <a:pt x="575904" y="130918"/>
                </a:cubicBezTo>
                <a:cubicBezTo>
                  <a:pt x="569681" y="130918"/>
                  <a:pt x="562172" y="127920"/>
                  <a:pt x="562172" y="118725"/>
                </a:cubicBezTo>
                <a:cubicBezTo>
                  <a:pt x="562172" y="114449"/>
                  <a:pt x="563462" y="109955"/>
                  <a:pt x="566035" y="106308"/>
                </a:cubicBezTo>
                <a:cubicBezTo>
                  <a:pt x="571184" y="109310"/>
                  <a:pt x="577191" y="110813"/>
                  <a:pt x="585558" y="110813"/>
                </a:cubicBezTo>
                <a:cubicBezTo>
                  <a:pt x="604436" y="110813"/>
                  <a:pt x="621811" y="99005"/>
                  <a:pt x="621811" y="77941"/>
                </a:cubicBezTo>
                <a:cubicBezTo>
                  <a:pt x="621811" y="67839"/>
                  <a:pt x="618809" y="62035"/>
                  <a:pt x="612586" y="55586"/>
                </a:cubicBezTo>
                <a:cubicBezTo>
                  <a:pt x="614089" y="53436"/>
                  <a:pt x="618380" y="50431"/>
                  <a:pt x="621169" y="50431"/>
                </a:cubicBezTo>
                <a:cubicBezTo>
                  <a:pt x="622672" y="50431"/>
                  <a:pt x="624171" y="51076"/>
                  <a:pt x="625461" y="53007"/>
                </a:cubicBezTo>
                <a:cubicBezTo>
                  <a:pt x="626319" y="54725"/>
                  <a:pt x="629108" y="56876"/>
                  <a:pt x="631468" y="5687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Model">
            <a:extLst xmlns:a="http://schemas.openxmlformats.org/drawingml/2006/main">
              <a:ext uri="{FF2B5EF4-FFF2-40B4-BE49-F238E27FC236}">
                <a16:creationId xmlns:a16="http://schemas.microsoft.com/office/drawing/2014/main" id="{9F2E6586-07D1-4C1A-84D7-5007DD8C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0951" y="1034233"/>
            <a:ext cx="542887" cy="152533"/>
          </a:xfrm>
          <a:custGeom xmlns:a="http://schemas.openxmlformats.org/drawingml/2006/main">
            <a:pathLst>
              <a:path w="542887" h="152533">
                <a:moveTo>
                  <a:pt x="139164" y="124885"/>
                </a:moveTo>
                <a:cubicBezTo>
                  <a:pt x="140238" y="142274"/>
                  <a:pt x="139442" y="142490"/>
                  <a:pt x="125501" y="143135"/>
                </a:cubicBezTo>
                <a:cubicBezTo>
                  <a:pt x="124211" y="144421"/>
                  <a:pt x="124211" y="148925"/>
                  <a:pt x="125501" y="150212"/>
                </a:cubicBezTo>
                <a:cubicBezTo>
                  <a:pt x="133435" y="149999"/>
                  <a:pt x="142018" y="149783"/>
                  <a:pt x="148454" y="149783"/>
                </a:cubicBezTo>
                <a:cubicBezTo>
                  <a:pt x="154890" y="149783"/>
                  <a:pt x="164717" y="149999"/>
                  <a:pt x="171836" y="150212"/>
                </a:cubicBezTo>
                <a:cubicBezTo>
                  <a:pt x="173126" y="148925"/>
                  <a:pt x="173126" y="144421"/>
                  <a:pt x="171836" y="143135"/>
                </a:cubicBezTo>
                <a:cubicBezTo>
                  <a:pt x="157250" y="142490"/>
                  <a:pt x="156585" y="141590"/>
                  <a:pt x="155341" y="123812"/>
                </a:cubicBezTo>
                <a:lnTo>
                  <a:pt x="148948" y="33432"/>
                </a:lnTo>
                <a:cubicBezTo>
                  <a:pt x="148025" y="21837"/>
                  <a:pt x="149099" y="18832"/>
                  <a:pt x="163685" y="17974"/>
                </a:cubicBezTo>
                <a:cubicBezTo>
                  <a:pt x="164972" y="16688"/>
                  <a:pt x="164972" y="12184"/>
                  <a:pt x="163685" y="10894"/>
                </a:cubicBezTo>
                <a:lnTo>
                  <a:pt x="135583" y="11326"/>
                </a:lnTo>
                <a:lnTo>
                  <a:pt x="90102" y="120162"/>
                </a:lnTo>
                <a:cubicBezTo>
                  <a:pt x="89244" y="122309"/>
                  <a:pt x="88599" y="123170"/>
                  <a:pt x="88170" y="123170"/>
                </a:cubicBezTo>
                <a:cubicBezTo>
                  <a:pt x="87741" y="123170"/>
                  <a:pt x="87119" y="122008"/>
                  <a:pt x="86455" y="120378"/>
                </a:cubicBezTo>
                <a:lnTo>
                  <a:pt x="42476" y="11326"/>
                </a:lnTo>
                <a:lnTo>
                  <a:pt x="11369" y="10894"/>
                </a:lnTo>
                <a:cubicBezTo>
                  <a:pt x="10082" y="12184"/>
                  <a:pt x="10082" y="16688"/>
                  <a:pt x="11369" y="17974"/>
                </a:cubicBezTo>
                <a:cubicBezTo>
                  <a:pt x="26171" y="18832"/>
                  <a:pt x="27461" y="19261"/>
                  <a:pt x="25958" y="35363"/>
                </a:cubicBezTo>
                <a:lnTo>
                  <a:pt x="17356" y="123812"/>
                </a:lnTo>
                <a:cubicBezTo>
                  <a:pt x="16089" y="136673"/>
                  <a:pt x="13516" y="142061"/>
                  <a:pt x="1286" y="143135"/>
                </a:cubicBezTo>
                <a:cubicBezTo>
                  <a:pt x="0" y="144421"/>
                  <a:pt x="0" y="148925"/>
                  <a:pt x="1286" y="150212"/>
                </a:cubicBezTo>
                <a:cubicBezTo>
                  <a:pt x="7722" y="149999"/>
                  <a:pt x="14586" y="149783"/>
                  <a:pt x="19736" y="149783"/>
                </a:cubicBezTo>
                <a:cubicBezTo>
                  <a:pt x="24885" y="149783"/>
                  <a:pt x="33468" y="149999"/>
                  <a:pt x="39903" y="150212"/>
                </a:cubicBezTo>
                <a:cubicBezTo>
                  <a:pt x="41190" y="148925"/>
                  <a:pt x="41190" y="144421"/>
                  <a:pt x="39903" y="143135"/>
                </a:cubicBezTo>
                <a:cubicBezTo>
                  <a:pt x="25742" y="142061"/>
                  <a:pt x="24584" y="135468"/>
                  <a:pt x="25742" y="123383"/>
                </a:cubicBezTo>
                <a:lnTo>
                  <a:pt x="33897" y="37294"/>
                </a:lnTo>
                <a:lnTo>
                  <a:pt x="34325" y="37294"/>
                </a:lnTo>
                <a:lnTo>
                  <a:pt x="78733" y="148713"/>
                </a:lnTo>
                <a:cubicBezTo>
                  <a:pt x="79332" y="150196"/>
                  <a:pt x="80664" y="151888"/>
                  <a:pt x="81951" y="151888"/>
                </a:cubicBezTo>
                <a:cubicBezTo>
                  <a:pt x="83237" y="151888"/>
                  <a:pt x="84095" y="150389"/>
                  <a:pt x="84952" y="148670"/>
                </a:cubicBezTo>
                <a:lnTo>
                  <a:pt x="133223" y="35144"/>
                </a:lnTo>
                <a:lnTo>
                  <a:pt x="133652" y="35144"/>
                </a:lnTo>
                <a:lnTo>
                  <a:pt x="139164" y="124885"/>
                </a:lnTo>
                <a:close/>
                <a:moveTo>
                  <a:pt x="185651" y="105742"/>
                </a:moveTo>
                <a:cubicBezTo>
                  <a:pt x="185651" y="127638"/>
                  <a:pt x="200241" y="151888"/>
                  <a:pt x="230704" y="151888"/>
                </a:cubicBezTo>
                <a:cubicBezTo>
                  <a:pt x="244521" y="151888"/>
                  <a:pt x="254905" y="147020"/>
                  <a:pt x="262217" y="139874"/>
                </a:cubicBezTo>
                <a:cubicBezTo>
                  <a:pt x="271828" y="130473"/>
                  <a:pt x="276185" y="116970"/>
                  <a:pt x="276185" y="103811"/>
                </a:cubicBezTo>
                <a:cubicBezTo>
                  <a:pt x="276185" y="81486"/>
                  <a:pt x="263956" y="55518"/>
                  <a:pt x="231133" y="55518"/>
                </a:cubicBezTo>
                <a:cubicBezTo>
                  <a:pt x="217018" y="55518"/>
                  <a:pt x="205367" y="61312"/>
                  <a:pt x="197518" y="70539"/>
                </a:cubicBezTo>
                <a:cubicBezTo>
                  <a:pt x="189730" y="79685"/>
                  <a:pt x="185651" y="92177"/>
                  <a:pt x="185651" y="105742"/>
                </a:cubicBezTo>
                <a:moveTo>
                  <a:pt x="227915" y="63027"/>
                </a:moveTo>
                <a:cubicBezTo>
                  <a:pt x="246364" y="63027"/>
                  <a:pt x="257736" y="79771"/>
                  <a:pt x="257736" y="110682"/>
                </a:cubicBezTo>
                <a:cubicBezTo>
                  <a:pt x="257736" y="137727"/>
                  <a:pt x="243791" y="144382"/>
                  <a:pt x="233709" y="144382"/>
                </a:cubicBezTo>
                <a:cubicBezTo>
                  <a:pt x="211397" y="144382"/>
                  <a:pt x="204104" y="117333"/>
                  <a:pt x="204104" y="100806"/>
                </a:cubicBezTo>
                <a:cubicBezTo>
                  <a:pt x="204104" y="82131"/>
                  <a:pt x="208608" y="63027"/>
                  <a:pt x="227915" y="63027"/>
                </a:cubicBezTo>
                <a:close/>
                <a:moveTo>
                  <a:pt x="358862" y="123131"/>
                </a:moveTo>
                <a:cubicBezTo>
                  <a:pt x="358862" y="127209"/>
                  <a:pt x="358456" y="128885"/>
                  <a:pt x="355431" y="131504"/>
                </a:cubicBezTo>
                <a:cubicBezTo>
                  <a:pt x="347493" y="138372"/>
                  <a:pt x="340629" y="141806"/>
                  <a:pt x="335264" y="141806"/>
                </a:cubicBezTo>
                <a:cubicBezTo>
                  <a:pt x="323682" y="141806"/>
                  <a:pt x="311669" y="129141"/>
                  <a:pt x="311669" y="102308"/>
                </a:cubicBezTo>
                <a:cubicBezTo>
                  <a:pt x="311669" y="86854"/>
                  <a:pt x="314670" y="78268"/>
                  <a:pt x="317888" y="73761"/>
                </a:cubicBezTo>
                <a:cubicBezTo>
                  <a:pt x="324540" y="63672"/>
                  <a:pt x="333548" y="63027"/>
                  <a:pt x="337840" y="63027"/>
                </a:cubicBezTo>
                <a:cubicBezTo>
                  <a:pt x="345562" y="63027"/>
                  <a:pt x="350927" y="65819"/>
                  <a:pt x="355215" y="70756"/>
                </a:cubicBezTo>
                <a:cubicBezTo>
                  <a:pt x="358220" y="74189"/>
                  <a:pt x="358862" y="75692"/>
                  <a:pt x="358862" y="82347"/>
                </a:cubicBezTo>
                <a:lnTo>
                  <a:pt x="358862" y="123131"/>
                </a:lnTo>
                <a:moveTo>
                  <a:pt x="356505" y="138951"/>
                </a:moveTo>
                <a:cubicBezTo>
                  <a:pt x="357533" y="138113"/>
                  <a:pt x="359572" y="137727"/>
                  <a:pt x="359723" y="139229"/>
                </a:cubicBezTo>
                <a:cubicBezTo>
                  <a:pt x="360256" y="144490"/>
                  <a:pt x="362083" y="151888"/>
                  <a:pt x="362083" y="151888"/>
                </a:cubicBezTo>
                <a:cubicBezTo>
                  <a:pt x="363798" y="152533"/>
                  <a:pt x="364869" y="152425"/>
                  <a:pt x="366158" y="151888"/>
                </a:cubicBezTo>
                <a:cubicBezTo>
                  <a:pt x="370875" y="148019"/>
                  <a:pt x="378385" y="144801"/>
                  <a:pt x="391472" y="143298"/>
                </a:cubicBezTo>
                <a:cubicBezTo>
                  <a:pt x="392758" y="142012"/>
                  <a:pt x="392758" y="138794"/>
                  <a:pt x="391472" y="137508"/>
                </a:cubicBezTo>
                <a:cubicBezTo>
                  <a:pt x="377743" y="136434"/>
                  <a:pt x="375812" y="132355"/>
                  <a:pt x="375812" y="121838"/>
                </a:cubicBezTo>
                <a:lnTo>
                  <a:pt x="375812" y="24603"/>
                </a:lnTo>
                <a:cubicBezTo>
                  <a:pt x="375812" y="10652"/>
                  <a:pt x="376669" y="2118"/>
                  <a:pt x="376669" y="2118"/>
                </a:cubicBezTo>
                <a:cubicBezTo>
                  <a:pt x="376669" y="638"/>
                  <a:pt x="375812" y="0"/>
                  <a:pt x="373880" y="0"/>
                </a:cubicBezTo>
                <a:cubicBezTo>
                  <a:pt x="368519" y="2118"/>
                  <a:pt x="352426" y="5080"/>
                  <a:pt x="343847" y="5715"/>
                </a:cubicBezTo>
                <a:cubicBezTo>
                  <a:pt x="343418" y="7434"/>
                  <a:pt x="343847" y="10865"/>
                  <a:pt x="345133" y="12151"/>
                </a:cubicBezTo>
                <a:cubicBezTo>
                  <a:pt x="356289" y="12796"/>
                  <a:pt x="358862" y="11722"/>
                  <a:pt x="358862" y="29756"/>
                </a:cubicBezTo>
                <a:lnTo>
                  <a:pt x="358862" y="57236"/>
                </a:lnTo>
                <a:cubicBezTo>
                  <a:pt x="358862" y="58739"/>
                  <a:pt x="358433" y="59168"/>
                  <a:pt x="356934" y="59168"/>
                </a:cubicBezTo>
                <a:cubicBezTo>
                  <a:pt x="356073" y="59168"/>
                  <a:pt x="347280" y="55518"/>
                  <a:pt x="340200" y="55518"/>
                </a:cubicBezTo>
                <a:cubicBezTo>
                  <a:pt x="326039" y="55518"/>
                  <a:pt x="316602" y="60238"/>
                  <a:pt x="308019" y="68392"/>
                </a:cubicBezTo>
                <a:cubicBezTo>
                  <a:pt x="298794" y="77623"/>
                  <a:pt x="293216" y="90288"/>
                  <a:pt x="293216" y="106171"/>
                </a:cubicBezTo>
                <a:cubicBezTo>
                  <a:pt x="293216" y="132578"/>
                  <a:pt x="306519" y="151888"/>
                  <a:pt x="329689" y="151888"/>
                </a:cubicBezTo>
                <a:cubicBezTo>
                  <a:pt x="338053" y="151888"/>
                  <a:pt x="345991" y="147600"/>
                  <a:pt x="356505" y="138951"/>
                </a:cubicBezTo>
                <a:close/>
                <a:moveTo>
                  <a:pt x="419447" y="89287"/>
                </a:moveTo>
                <a:cubicBezTo>
                  <a:pt x="423522" y="65148"/>
                  <a:pt x="438541" y="63227"/>
                  <a:pt x="443690" y="63227"/>
                </a:cubicBezTo>
                <a:cubicBezTo>
                  <a:pt x="451841" y="63227"/>
                  <a:pt x="461494" y="67715"/>
                  <a:pt x="461494" y="85656"/>
                </a:cubicBezTo>
                <a:cubicBezTo>
                  <a:pt x="461494" y="87578"/>
                  <a:pt x="460636" y="88602"/>
                  <a:pt x="458276" y="88648"/>
                </a:cubicBezTo>
                <a:lnTo>
                  <a:pt x="419447" y="89287"/>
                </a:lnTo>
                <a:moveTo>
                  <a:pt x="475652" y="129802"/>
                </a:moveTo>
                <a:cubicBezTo>
                  <a:pt x="467717" y="137950"/>
                  <a:pt x="461494" y="141377"/>
                  <a:pt x="449052" y="141377"/>
                </a:cubicBezTo>
                <a:cubicBezTo>
                  <a:pt x="441330" y="141377"/>
                  <a:pt x="432318" y="136876"/>
                  <a:pt x="425669" y="125946"/>
                </a:cubicBezTo>
                <a:cubicBezTo>
                  <a:pt x="421378" y="118872"/>
                  <a:pt x="418802" y="109012"/>
                  <a:pt x="418802" y="96580"/>
                </a:cubicBezTo>
                <a:lnTo>
                  <a:pt x="475868" y="97009"/>
                </a:lnTo>
                <a:cubicBezTo>
                  <a:pt x="478441" y="97009"/>
                  <a:pt x="479943" y="95722"/>
                  <a:pt x="479943" y="93362"/>
                </a:cubicBezTo>
                <a:cubicBezTo>
                  <a:pt x="479943" y="75404"/>
                  <a:pt x="473508" y="56146"/>
                  <a:pt x="443690" y="56146"/>
                </a:cubicBezTo>
                <a:cubicBezTo>
                  <a:pt x="425025" y="56146"/>
                  <a:pt x="400781" y="73908"/>
                  <a:pt x="400781" y="106439"/>
                </a:cubicBezTo>
                <a:cubicBezTo>
                  <a:pt x="400781" y="118443"/>
                  <a:pt x="403786" y="130018"/>
                  <a:pt x="410867" y="138162"/>
                </a:cubicBezTo>
                <a:cubicBezTo>
                  <a:pt x="418160" y="146742"/>
                  <a:pt x="428242" y="151888"/>
                  <a:pt x="443690" y="151888"/>
                </a:cubicBezTo>
                <a:cubicBezTo>
                  <a:pt x="459992" y="151888"/>
                  <a:pt x="471576" y="144382"/>
                  <a:pt x="480159" y="133233"/>
                </a:cubicBezTo>
                <a:cubicBezTo>
                  <a:pt x="479514" y="131088"/>
                  <a:pt x="478228" y="130018"/>
                  <a:pt x="475652" y="129802"/>
                </a:cubicBezTo>
                <a:close/>
                <a:moveTo>
                  <a:pt x="509203" y="123615"/>
                </a:moveTo>
                <a:cubicBezTo>
                  <a:pt x="509203" y="141419"/>
                  <a:pt x="506846" y="142490"/>
                  <a:pt x="493759" y="143135"/>
                </a:cubicBezTo>
                <a:cubicBezTo>
                  <a:pt x="492473" y="144421"/>
                  <a:pt x="492473" y="148925"/>
                  <a:pt x="493759" y="150212"/>
                </a:cubicBezTo>
                <a:cubicBezTo>
                  <a:pt x="501268" y="149999"/>
                  <a:pt x="509203" y="149783"/>
                  <a:pt x="517786" y="149783"/>
                </a:cubicBezTo>
                <a:cubicBezTo>
                  <a:pt x="526366" y="149783"/>
                  <a:pt x="534520" y="149999"/>
                  <a:pt x="541597" y="150212"/>
                </a:cubicBezTo>
                <a:cubicBezTo>
                  <a:pt x="542887" y="148925"/>
                  <a:pt x="542887" y="144421"/>
                  <a:pt x="541597" y="143135"/>
                </a:cubicBezTo>
                <a:cubicBezTo>
                  <a:pt x="528513" y="142490"/>
                  <a:pt x="526153" y="141419"/>
                  <a:pt x="526153" y="123615"/>
                </a:cubicBezTo>
                <a:lnTo>
                  <a:pt x="526153" y="24741"/>
                </a:lnTo>
                <a:cubicBezTo>
                  <a:pt x="526153" y="10802"/>
                  <a:pt x="527011" y="2174"/>
                  <a:pt x="527011" y="2174"/>
                </a:cubicBezTo>
                <a:cubicBezTo>
                  <a:pt x="527011" y="655"/>
                  <a:pt x="526153" y="0"/>
                  <a:pt x="524222" y="0"/>
                </a:cubicBezTo>
                <a:cubicBezTo>
                  <a:pt x="518860" y="2174"/>
                  <a:pt x="502768" y="5215"/>
                  <a:pt x="494188" y="5866"/>
                </a:cubicBezTo>
                <a:cubicBezTo>
                  <a:pt x="493759" y="7585"/>
                  <a:pt x="494188" y="11015"/>
                  <a:pt x="495474" y="12305"/>
                </a:cubicBezTo>
                <a:cubicBezTo>
                  <a:pt x="507917" y="13159"/>
                  <a:pt x="509203" y="13804"/>
                  <a:pt x="509203" y="29890"/>
                </a:cubicBezTo>
                <a:lnTo>
                  <a:pt x="509203" y="1236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BBCF4-3817-4878-BD31-9FCBF418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352" y="368642"/>
            <a:ext cx="277317" cy="277317"/>
          </a:xfrm>
          <a:custGeom xmlns:a="http://schemas.openxmlformats.org/drawingml/2006/main">
            <a:pathLst>
              <a:path w="277317" h="277317">
                <a:moveTo>
                  <a:pt x="0" y="138659"/>
                </a:moveTo>
                <a:cubicBezTo>
                  <a:pt x="0" y="62080"/>
                  <a:pt x="62079" y="0"/>
                  <a:pt x="138658" y="0"/>
                </a:cubicBezTo>
                <a:cubicBezTo>
                  <a:pt x="215237" y="0"/>
                  <a:pt x="277317" y="62080"/>
                  <a:pt x="277317" y="138659"/>
                </a:cubicBezTo>
                <a:cubicBezTo>
                  <a:pt x="277317" y="215238"/>
                  <a:pt x="215237" y="277317"/>
                  <a:pt x="138658" y="277317"/>
                </a:cubicBezTo>
                <a:cubicBezTo>
                  <a:pt x="62079" y="277317"/>
                  <a:pt x="0" y="215238"/>
                  <a:pt x="0" y="138659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4">
            <a:extLst xmlns:a="http://schemas.openxmlformats.org/drawingml/2006/main">
              <a:ext uri="{FF2B5EF4-FFF2-40B4-BE49-F238E27FC236}">
                <a16:creationId xmlns:a16="http://schemas.microsoft.com/office/drawing/2014/main" id="{E11C4426-104A-454D-8228-73E62036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192" y="451362"/>
            <a:ext cx="87954" cy="131985"/>
          </a:xfrm>
          <a:custGeom xmlns:a="http://schemas.openxmlformats.org/drawingml/2006/main">
            <a:pathLst>
              <a:path w="87954" h="131985">
                <a:moveTo>
                  <a:pt x="52431" y="86105"/>
                </a:moveTo>
                <a:lnTo>
                  <a:pt x="7506" y="86105"/>
                </a:lnTo>
                <a:cubicBezTo>
                  <a:pt x="18511" y="68458"/>
                  <a:pt x="37327" y="40843"/>
                  <a:pt x="52130" y="20616"/>
                </a:cubicBezTo>
                <a:cubicBezTo>
                  <a:pt x="52408" y="27530"/>
                  <a:pt x="52516" y="60555"/>
                  <a:pt x="52431" y="86105"/>
                </a:cubicBezTo>
                <a:moveTo>
                  <a:pt x="84736" y="86105"/>
                </a:moveTo>
                <a:lnTo>
                  <a:pt x="66631" y="86105"/>
                </a:lnTo>
                <a:cubicBezTo>
                  <a:pt x="66546" y="60768"/>
                  <a:pt x="66654" y="28152"/>
                  <a:pt x="66932" y="21261"/>
                </a:cubicBezTo>
                <a:cubicBezTo>
                  <a:pt x="67361" y="10524"/>
                  <a:pt x="66994" y="2105"/>
                  <a:pt x="67361" y="432"/>
                </a:cubicBezTo>
                <a:lnTo>
                  <a:pt x="66932" y="0"/>
                </a:lnTo>
                <a:lnTo>
                  <a:pt x="61567" y="0"/>
                </a:lnTo>
                <a:cubicBezTo>
                  <a:pt x="60068" y="0"/>
                  <a:pt x="58929" y="1398"/>
                  <a:pt x="58136" y="2363"/>
                </a:cubicBezTo>
                <a:cubicBezTo>
                  <a:pt x="44620" y="19006"/>
                  <a:pt x="19628" y="54326"/>
                  <a:pt x="0" y="85034"/>
                </a:cubicBezTo>
                <a:cubicBezTo>
                  <a:pt x="642" y="88252"/>
                  <a:pt x="1928" y="94043"/>
                  <a:pt x="8364" y="94043"/>
                </a:cubicBezTo>
                <a:lnTo>
                  <a:pt x="52385" y="94043"/>
                </a:lnTo>
                <a:cubicBezTo>
                  <a:pt x="52342" y="104547"/>
                  <a:pt x="52257" y="112819"/>
                  <a:pt x="52130" y="115906"/>
                </a:cubicBezTo>
                <a:cubicBezTo>
                  <a:pt x="51743" y="125766"/>
                  <a:pt x="43975" y="126411"/>
                  <a:pt x="34751" y="127052"/>
                </a:cubicBezTo>
                <a:cubicBezTo>
                  <a:pt x="33464" y="128339"/>
                  <a:pt x="33464" y="130699"/>
                  <a:pt x="34751" y="131985"/>
                </a:cubicBezTo>
                <a:cubicBezTo>
                  <a:pt x="41619" y="131773"/>
                  <a:pt x="50198" y="130915"/>
                  <a:pt x="60068" y="130915"/>
                </a:cubicBezTo>
                <a:cubicBezTo>
                  <a:pt x="68520" y="130915"/>
                  <a:pt x="75083" y="131773"/>
                  <a:pt x="81947" y="131985"/>
                </a:cubicBezTo>
                <a:cubicBezTo>
                  <a:pt x="83237" y="130699"/>
                  <a:pt x="83237" y="128339"/>
                  <a:pt x="81947" y="127052"/>
                </a:cubicBezTo>
                <a:cubicBezTo>
                  <a:pt x="71436" y="126195"/>
                  <a:pt x="67338" y="125982"/>
                  <a:pt x="66932" y="115906"/>
                </a:cubicBezTo>
                <a:cubicBezTo>
                  <a:pt x="66801" y="112819"/>
                  <a:pt x="66716" y="104524"/>
                  <a:pt x="66674" y="94043"/>
                </a:cubicBezTo>
                <a:lnTo>
                  <a:pt x="81735" y="94043"/>
                </a:lnTo>
                <a:cubicBezTo>
                  <a:pt x="84736" y="94043"/>
                  <a:pt x="87954" y="92115"/>
                  <a:pt x="87954" y="89539"/>
                </a:cubicBezTo>
                <a:cubicBezTo>
                  <a:pt x="87954" y="87394"/>
                  <a:pt x="87097" y="86105"/>
                  <a:pt x="84736" y="8610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105D1-60CD-4B2B-A310-DD45881B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259" y="373875"/>
            <a:ext cx="277319" cy="277317"/>
          </a:xfrm>
          <a:custGeom xmlns:a="http://schemas.openxmlformats.org/drawingml/2006/main">
            <a:pathLst>
              <a:path w="277319" h="277317">
                <a:moveTo>
                  <a:pt x="0" y="138659"/>
                </a:moveTo>
                <a:cubicBezTo>
                  <a:pt x="0" y="62080"/>
                  <a:pt x="62079" y="0"/>
                  <a:pt x="138661" y="0"/>
                </a:cubicBezTo>
                <a:cubicBezTo>
                  <a:pt x="215240" y="0"/>
                  <a:pt x="277319" y="62080"/>
                  <a:pt x="277319" y="138659"/>
                </a:cubicBezTo>
                <a:cubicBezTo>
                  <a:pt x="277319" y="215238"/>
                  <a:pt x="215240" y="277317"/>
                  <a:pt x="138661" y="277317"/>
                </a:cubicBezTo>
                <a:cubicBezTo>
                  <a:pt x="62079" y="277317"/>
                  <a:pt x="0" y="215238"/>
                  <a:pt x="0" y="138659"/>
                </a:cubicBez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5">
            <a:extLst xmlns:a="http://schemas.openxmlformats.org/drawingml/2006/main">
              <a:ext uri="{FF2B5EF4-FFF2-40B4-BE49-F238E27FC236}">
                <a16:creationId xmlns:a16="http://schemas.microsoft.com/office/drawing/2014/main" id="{EC68F14C-39A3-4B60-BC89-5F3F48DB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6984" y="456542"/>
            <a:ext cx="75944" cy="133295"/>
          </a:xfrm>
          <a:custGeom xmlns:a="http://schemas.openxmlformats.org/drawingml/2006/main">
            <a:pathLst>
              <a:path w="75944" h="133295">
                <a:moveTo>
                  <a:pt x="58140" y="90462"/>
                </a:moveTo>
                <a:cubicBezTo>
                  <a:pt x="58140" y="110803"/>
                  <a:pt x="46126" y="127933"/>
                  <a:pt x="33255" y="127933"/>
                </a:cubicBezTo>
                <a:cubicBezTo>
                  <a:pt x="25101" y="127933"/>
                  <a:pt x="22312" y="121723"/>
                  <a:pt x="19094" y="117441"/>
                </a:cubicBezTo>
                <a:cubicBezTo>
                  <a:pt x="16305" y="113801"/>
                  <a:pt x="12658" y="110590"/>
                  <a:pt x="8154" y="110590"/>
                </a:cubicBezTo>
                <a:cubicBezTo>
                  <a:pt x="4079" y="110590"/>
                  <a:pt x="0" y="112944"/>
                  <a:pt x="0" y="117225"/>
                </a:cubicBezTo>
                <a:cubicBezTo>
                  <a:pt x="0" y="126005"/>
                  <a:pt x="18236" y="133295"/>
                  <a:pt x="30466" y="133295"/>
                </a:cubicBezTo>
                <a:cubicBezTo>
                  <a:pt x="57066" y="133295"/>
                  <a:pt x="75944" y="113585"/>
                  <a:pt x="75944" y="86606"/>
                </a:cubicBezTo>
                <a:cubicBezTo>
                  <a:pt x="75944" y="65836"/>
                  <a:pt x="61570" y="47190"/>
                  <a:pt x="37543" y="47190"/>
                </a:cubicBezTo>
                <a:cubicBezTo>
                  <a:pt x="28319" y="47190"/>
                  <a:pt x="18236" y="49121"/>
                  <a:pt x="14374" y="50624"/>
                </a:cubicBezTo>
                <a:lnTo>
                  <a:pt x="18665" y="12655"/>
                </a:lnTo>
                <a:cubicBezTo>
                  <a:pt x="26603" y="13513"/>
                  <a:pt x="35612" y="14586"/>
                  <a:pt x="45910" y="14586"/>
                </a:cubicBezTo>
                <a:cubicBezTo>
                  <a:pt x="52346" y="14586"/>
                  <a:pt x="59639" y="14158"/>
                  <a:pt x="68435" y="13300"/>
                </a:cubicBezTo>
                <a:lnTo>
                  <a:pt x="71869" y="858"/>
                </a:lnTo>
                <a:lnTo>
                  <a:pt x="70366" y="0"/>
                </a:lnTo>
                <a:cubicBezTo>
                  <a:pt x="58140" y="1286"/>
                  <a:pt x="46555" y="2357"/>
                  <a:pt x="35183" y="2357"/>
                </a:cubicBezTo>
                <a:cubicBezTo>
                  <a:pt x="27248" y="2357"/>
                  <a:pt x="19523" y="1928"/>
                  <a:pt x="12014" y="1286"/>
                </a:cubicBezTo>
                <a:lnTo>
                  <a:pt x="4720" y="60912"/>
                </a:lnTo>
                <a:cubicBezTo>
                  <a:pt x="16092" y="56631"/>
                  <a:pt x="24243" y="55773"/>
                  <a:pt x="31965" y="55773"/>
                </a:cubicBezTo>
                <a:cubicBezTo>
                  <a:pt x="45910" y="55773"/>
                  <a:pt x="58140" y="67122"/>
                  <a:pt x="58140" y="9046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626533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2026-09-05T16:17:35.5150000Z</dcterms:created>
  <dcterms:modified xsi:type="dcterms:W3CDTF">2026-09-05T16:17:35.5150000Z</dcterms:modified>
</coreProperties>
</file>