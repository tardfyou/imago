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d9eedce602405b" /><Relationship Type="http://schemas.openxmlformats.org/officeDocument/2006/relationships/extended-properties" Target="/docProps/app.xml" Id="R4cd8f7fb5bbf455c" /><Relationship Type="http://schemas.openxmlformats.org/officeDocument/2006/relationships/officeDocument" Target="/ppt/presentation.xml" Id="Rf47bc74aae4445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ff2549a70d4b69"/>
  </p:sldMasterIdLst>
  <p:notesMasterIdLst>
    <p:notesMasterId xmlns:r="http://schemas.openxmlformats.org/officeDocument/2006/relationships" r:id="Ra8f076d032b84da7"/>
  </p:notesMasterIdLst>
  <p:sldIdLst>
    <p:sldId xmlns:r="http://schemas.openxmlformats.org/officeDocument/2006/relationships" id="256" r:id="R1330943f460f4b38"/>
  </p:sldIdLst>
  <p:sldSz cx="7000875" cy="40290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54d5950a04406a" /><Relationship Type="http://schemas.openxmlformats.org/officeDocument/2006/relationships/slideMaster" Target="/ppt/slideMasters/slideMaster1.xml" Id="Rceff2549a70d4b69" /><Relationship Type="http://schemas.openxmlformats.org/officeDocument/2006/relationships/notesMaster" Target="/ppt/notesMasters/notesMaster1.xml" Id="Ra8f076d032b84da7" /><Relationship Type="http://schemas.openxmlformats.org/officeDocument/2006/relationships/presProps" Target="/ppt/presProps.xml" Id="R8e36f7f05e404b57" /><Relationship Type="http://schemas.openxmlformats.org/officeDocument/2006/relationships/tableStyles" Target="/ppt/tableStyles.xml" Id="R127e6cb0782a4d8b" /><Relationship Type="http://schemas.openxmlformats.org/officeDocument/2006/relationships/slide" Target="/ppt/slides/slide1.xml" Id="R1330943f460f4b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eecc35e05f41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8f922294124913" /><Relationship Type="http://schemas.openxmlformats.org/officeDocument/2006/relationships/notesMaster" Target="/ppt/notesMasters/notesMaster1.xml" Id="Ra11c292a71aa4043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素材ID：SEC-043</ns1:t>
            </ns1:r>
          </ns1:p>
          <ns1:p>
            <ns1:r>
              <ns1:t>论文：Rethinking Tamper-Evident Logging: A High-Performance, Co-Designed Auditing System</ns1:t>
            </ns1:r>
          </ns1:p>
          <ns1:p>
            <ns1:r>
              <ns1:t>会议：CCS 2025</ns1:t>
            </ns1:r>
          </ns1:p>
          <ns1:p>
            <ns1:r>
              <ns1:t>奖项：Distinguished Paper Award</ns1:t>
            </ns1:r>
          </ns1:p>
          <ns1:p>
            <ns1:r>
              <ns1:t>图号：Figure 1，PDF第3页</ns1:t>
            </ns1:r>
          </ns1:p>
          <ns1:p>
            <ns1:r>
              <ns1:t>类型：系统架构</ns1:t>
            </ns1:r>
          </ns1:p>
          <ns1:p>
            <ns1:r>
              <ns1:t>借鉴点：上下空间分区与缓存细节并置，三色流区分日志、MAC及加密MAC，适合系统设计中的性能与安全协同解释。</ns1:t>
            </ns1:r>
          </ns1:p>
          <ns1:p>
            <ns1:r>
              <ns1:t>论文URL：https://dartlab.org/assets/pdf/nitro.pdf</ns1:t>
            </ns1:r>
          </ns1:p>
          <ns1:p>
            <ns1:r>
              <ns1:t>官方获奖URL：https://www.sigsac.org/ccs/CCS2025/awards/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45e14829974ed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966ed55bc5470b" /><Relationship Type="http://schemas.openxmlformats.org/officeDocument/2006/relationships/slideLayout" Target="/ppt/slideLayouts/slideLayout1.xml" Id="R93774009f4e840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774009f4e840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e8d9eaedb34cc6" /><Relationship Type="http://schemas.openxmlformats.org/officeDocument/2006/relationships/image" Target="/ppt/media/image.png" Id="R980a493f992a42bf" /><Relationship Type="http://schemas.openxmlformats.org/officeDocument/2006/relationships/image" Target="/ppt/media/image2.png" Id="R6859bdb2984a4231" /><Relationship Type="http://schemas.openxmlformats.org/officeDocument/2006/relationships/image" Target="/ppt/media/image3.png" Id="R0ca92f6de4b64471" /><Relationship Type="http://schemas.openxmlformats.org/officeDocument/2006/relationships/image" Target="/ppt/media/image4.png" Id="R3f5f9a130bf64c9a" /><Relationship Type="http://schemas.openxmlformats.org/officeDocument/2006/relationships/image" Target="/ppt/media/image5.png" Id="Rf8ab7d7bcbf04311" /><Relationship Type="http://schemas.openxmlformats.org/officeDocument/2006/relationships/image" Target="/ppt/media/image6.png" Id="R0ef4dbdf9a4d46f8" /><Relationship Type="http://schemas.openxmlformats.org/officeDocument/2006/relationships/image" Target="/ppt/media/image7.png" Id="R0be85934e347458f" /><Relationship Type="http://schemas.openxmlformats.org/officeDocument/2006/relationships/image" Target="/ppt/media/image8.png" Id="Rb6ecc7c8292946ea" /><Relationship Type="http://schemas.openxmlformats.org/officeDocument/2006/relationships/image" Target="/ppt/media/image9.png" Id="R2233354036e54334" /><Relationship Type="http://schemas.openxmlformats.org/officeDocument/2006/relationships/image" Target="/ppt/media/image10.png" Id="Rdf466fbd1bed4bb6" /><Relationship Type="http://schemas.openxmlformats.org/officeDocument/2006/relationships/image" Target="/ppt/media/image11.png" Id="R8dd9f6a1620c4f29" /><Relationship Type="http://schemas.openxmlformats.org/officeDocument/2006/relationships/image" Target="/ppt/media/image12.png" Id="R7885c184506847d1" /><Relationship Type="http://schemas.openxmlformats.org/officeDocument/2006/relationships/image" Target="/ppt/media/image13.png" Id="R1f49ae5e023e4031" /><Relationship Type="http://schemas.openxmlformats.org/officeDocument/2006/relationships/image" Target="/ppt/media/image14.png" Id="R66c292a20d634739" /><Relationship Type="http://schemas.openxmlformats.org/officeDocument/2006/relationships/notesSlide" Target="/ppt/notesSlides/notesSlide1.xml" Id="R08dff8de580b451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CF8BC7-4F07-41F8-A38D-D36D0AB4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8" y="48213"/>
            <a:ext cx="6918213" cy="3951973"/>
          </a:xfrm>
          <a:custGeom xmlns:a="http://schemas.openxmlformats.org/drawingml/2006/main">
            <a:pathLst>
              <a:path w="6918213" h="3951973">
                <a:moveTo>
                  <a:pt x="0" y="3951973"/>
                </a:moveTo>
                <a:lnTo>
                  <a:pt x="6918213" y="3951973"/>
                </a:lnTo>
                <a:lnTo>
                  <a:pt x="6918213" y="0"/>
                </a:lnTo>
                <a:lnTo>
                  <a:pt x="0" y="0"/>
                </a:lnTo>
                <a:lnTo>
                  <a:pt x="0" y="395197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3C856A-1B54-44E6-821D-995C22B4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8" y="48213"/>
            <a:ext cx="6918213" cy="3951973"/>
          </a:xfrm>
          <a:custGeom xmlns:a="http://schemas.openxmlformats.org/drawingml/2006/main">
            <a:pathLst>
              <a:path w="6918213" h="3951973">
                <a:moveTo>
                  <a:pt x="0" y="3951973"/>
                </a:moveTo>
                <a:lnTo>
                  <a:pt x="6918213" y="3951973"/>
                </a:lnTo>
                <a:lnTo>
                  <a:pt x="6918213" y="0"/>
                </a:lnTo>
                <a:lnTo>
                  <a:pt x="0" y="0"/>
                </a:lnTo>
                <a:lnTo>
                  <a:pt x="0" y="395197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D9552B-0D1B-4EEE-B323-AF7BDFF5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4" y="1088206"/>
            <a:ext cx="6897167" cy="2909643"/>
          </a:xfrm>
          <a:custGeom xmlns:a="http://schemas.openxmlformats.org/drawingml/2006/main">
            <a:pathLst>
              <a:path w="6897167" h="2909643">
                <a:moveTo>
                  <a:pt x="72347" y="0"/>
                </a:moveTo>
                <a:lnTo>
                  <a:pt x="6824820" y="0"/>
                </a:lnTo>
                <a:cubicBezTo>
                  <a:pt x="6864777" y="0"/>
                  <a:pt x="6897167" y="32391"/>
                  <a:pt x="6897167" y="72347"/>
                </a:cubicBezTo>
                <a:lnTo>
                  <a:pt x="6897167" y="2837296"/>
                </a:lnTo>
                <a:cubicBezTo>
                  <a:pt x="6897167" y="2877252"/>
                  <a:pt x="6864777" y="2909643"/>
                  <a:pt x="6824820" y="2909643"/>
                </a:cubicBezTo>
                <a:lnTo>
                  <a:pt x="72347" y="2909643"/>
                </a:lnTo>
                <a:cubicBezTo>
                  <a:pt x="32391" y="2909643"/>
                  <a:pt x="0" y="2877252"/>
                  <a:pt x="0" y="2837296"/>
                </a:cubicBezTo>
                <a:lnTo>
                  <a:pt x="0" y="72347"/>
                </a:lnTo>
                <a:cubicBezTo>
                  <a:pt x="0" y="32391"/>
                  <a:pt x="32391" y="0"/>
                  <a:pt x="72347" y="0"/>
                </a:cubicBezTo>
                <a:close/>
              </a:path>
            </a:pathLst>
          </a:custGeom>
          <a:solidFill xmlns:a="http://schemas.openxmlformats.org/drawingml/2006/main">
            <a:srgbClr val="EDE7F3">
              <a:alpha val="699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18A031-0D85-4397-A739-1636A60E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43" y="1187683"/>
            <a:ext cx="3973072" cy="1808891"/>
          </a:xfrm>
          <a:custGeom xmlns:a="http://schemas.openxmlformats.org/drawingml/2006/main">
            <a:pathLst>
              <a:path w="3973072" h="1808891" fill="none">
                <a:moveTo>
                  <a:pt x="0" y="0"/>
                </a:moveTo>
                <a:lnTo>
                  <a:pt x="3973072" y="0"/>
                </a:lnTo>
                <a:lnTo>
                  <a:pt x="3973072" y="1808891"/>
                </a:lnTo>
                <a:lnTo>
                  <a:pt x="0" y="18088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043" cap="rnd">
            <a:solidFill>
              <a:srgbClr val="000000"/>
            </a:solidFill>
            <a:custDash>
              <a:ds d="400000" sp="400000"/>
            </a:custDash>
            <a:round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0AE367-B5FD-4655-AB41-671A7BD2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71" y="68843"/>
            <a:ext cx="4970602" cy="872873"/>
          </a:xfrm>
          <a:custGeom xmlns:a="http://schemas.openxmlformats.org/drawingml/2006/main">
            <a:pathLst>
              <a:path w="4970602" h="872873">
                <a:moveTo>
                  <a:pt x="54260" y="0"/>
                </a:moveTo>
                <a:lnTo>
                  <a:pt x="4916342" y="0"/>
                </a:lnTo>
                <a:cubicBezTo>
                  <a:pt x="4946309" y="0"/>
                  <a:pt x="4970602" y="24293"/>
                  <a:pt x="4970602" y="54260"/>
                </a:cubicBezTo>
                <a:lnTo>
                  <a:pt x="4970602" y="818613"/>
                </a:lnTo>
                <a:cubicBezTo>
                  <a:pt x="4970602" y="848580"/>
                  <a:pt x="4946309" y="872873"/>
                  <a:pt x="4916342" y="872873"/>
                </a:cubicBezTo>
                <a:lnTo>
                  <a:pt x="54260" y="872873"/>
                </a:lnTo>
                <a:cubicBezTo>
                  <a:pt x="24293" y="872873"/>
                  <a:pt x="0" y="848580"/>
                  <a:pt x="0" y="818613"/>
                </a:cubicBezTo>
                <a:lnTo>
                  <a:pt x="0" y="54260"/>
                </a:lnTo>
                <a:cubicBezTo>
                  <a:pt x="0" y="24293"/>
                  <a:pt x="24293" y="0"/>
                  <a:pt x="54260" y="0"/>
                </a:cubicBezTo>
                <a:close/>
              </a:path>
            </a:pathLst>
          </a:custGeom>
          <a:solidFill xmlns:a="http://schemas.openxmlformats.org/drawingml/2006/main">
            <a:srgbClr val="CCCCCC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0a493f992a42bf"/>
          <a:stretch xmlns:a="http://schemas.openxmlformats.org/drawingml/2006/main"/>
        </p:blipFill>
        <p:spPr>
          <a:xfrm xmlns:a="http://schemas.openxmlformats.org/drawingml/2006/main">
            <a:off x="259376" y="312646"/>
            <a:ext cx="1483120" cy="420693"/>
          </a:xfrm>
          <a:prstGeom xmlns:a="http://schemas.openxmlformats.org/drawingml/2006/main" prst="rect">
            <a:avLst/>
          </a:prstGeom>
        </p:spPr>
      </p:pic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2ECF3B-AFA2-4495-BDBC-BF4BBE78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627" y="324826"/>
            <a:ext cx="1423638" cy="364434"/>
          </a:xfrm>
          <a:custGeom xmlns:a="http://schemas.openxmlformats.org/drawingml/2006/main">
            <a:pathLst>
              <a:path w="1423638" h="364434">
                <a:moveTo>
                  <a:pt x="0" y="364434"/>
                </a:moveTo>
                <a:lnTo>
                  <a:pt x="1423638" y="364434"/>
                </a:lnTo>
                <a:lnTo>
                  <a:pt x="1423638" y="0"/>
                </a:lnTo>
                <a:lnTo>
                  <a:pt x="0" y="0"/>
                </a:lnTo>
                <a:lnTo>
                  <a:pt x="0" y="36443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A555ABF6-0ACE-4ED4-B256-C4BE116D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627" y="324826"/>
            <a:ext cx="1423638" cy="364434"/>
          </a:xfrm>
          <a:custGeom xmlns:a="http://schemas.openxmlformats.org/drawingml/2006/main">
            <a:pathLst>
              <a:path w="1423638" h="364434">
                <a:moveTo>
                  <a:pt x="0" y="364434"/>
                </a:moveTo>
                <a:lnTo>
                  <a:pt x="0" y="0"/>
                </a:lnTo>
                <a:lnTo>
                  <a:pt x="1423638" y="0"/>
                </a:lnTo>
                <a:lnTo>
                  <a:pt x="1423638" y="364434"/>
                </a:lnTo>
                <a:lnTo>
                  <a:pt x="0" y="364434"/>
                </a:lnTo>
                <a:close/>
                <a:moveTo>
                  <a:pt x="1410074" y="13565"/>
                </a:moveTo>
                <a:lnTo>
                  <a:pt x="13565" y="13565"/>
                </a:lnTo>
                <a:lnTo>
                  <a:pt x="13565" y="350869"/>
                </a:lnTo>
                <a:lnTo>
                  <a:pt x="1410074" y="350869"/>
                </a:lnTo>
                <a:lnTo>
                  <a:pt x="1410074" y="135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Text LogHandler">
            <a:extLst xmlns:a="http://schemas.openxmlformats.org/drawingml/2006/main">
              <a:ext uri="{FF2B5EF4-FFF2-40B4-BE49-F238E27FC236}">
                <a16:creationId xmlns:a16="http://schemas.microsoft.com/office/drawing/2014/main" id="{92A72ACB-6FEC-4939-B857-C60230D7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959" y="447342"/>
            <a:ext cx="879670" cy="150223"/>
          </a:xfrm>
          <a:custGeom xmlns:a="http://schemas.openxmlformats.org/drawingml/2006/main">
            <a:pathLst>
              <a:path w="879670" h="150223">
                <a:moveTo>
                  <a:pt x="0" y="0"/>
                </a:moveTo>
                <a:lnTo>
                  <a:pt x="0" y="116204"/>
                </a:lnTo>
                <a:lnTo>
                  <a:pt x="76994" y="116204"/>
                </a:lnTo>
                <a:lnTo>
                  <a:pt x="76994" y="103169"/>
                </a:lnTo>
                <a:lnTo>
                  <a:pt x="15464" y="103169"/>
                </a:lnTo>
                <a:lnTo>
                  <a:pt x="15464" y="0"/>
                </a:lnTo>
                <a:lnTo>
                  <a:pt x="0" y="0"/>
                </a:lnTo>
                <a:close/>
                <a:moveTo>
                  <a:pt x="98321" y="74160"/>
                </a:moveTo>
                <a:cubicBezTo>
                  <a:pt x="98321" y="69063"/>
                  <a:pt x="98999" y="64537"/>
                  <a:pt x="100355" y="60581"/>
                </a:cubicBezTo>
                <a:cubicBezTo>
                  <a:pt x="101711" y="56623"/>
                  <a:pt x="103583" y="53289"/>
                  <a:pt x="105971" y="50579"/>
                </a:cubicBezTo>
                <a:cubicBezTo>
                  <a:pt x="108359" y="47868"/>
                  <a:pt x="111153" y="45808"/>
                  <a:pt x="114354" y="44399"/>
                </a:cubicBezTo>
                <a:cubicBezTo>
                  <a:pt x="117555" y="42990"/>
                  <a:pt x="120946" y="42285"/>
                  <a:pt x="124528" y="42285"/>
                </a:cubicBezTo>
                <a:cubicBezTo>
                  <a:pt x="128109" y="42285"/>
                  <a:pt x="131501" y="42990"/>
                  <a:pt x="134702" y="44399"/>
                </a:cubicBezTo>
                <a:cubicBezTo>
                  <a:pt x="137902" y="45808"/>
                  <a:pt x="140697" y="47868"/>
                  <a:pt x="143085" y="50579"/>
                </a:cubicBezTo>
                <a:cubicBezTo>
                  <a:pt x="145472" y="53289"/>
                  <a:pt x="147344" y="56623"/>
                  <a:pt x="148701" y="60581"/>
                </a:cubicBezTo>
                <a:cubicBezTo>
                  <a:pt x="150057" y="64537"/>
                  <a:pt x="150735" y="69063"/>
                  <a:pt x="150735" y="74160"/>
                </a:cubicBezTo>
                <a:cubicBezTo>
                  <a:pt x="150735" y="79255"/>
                  <a:pt x="150057" y="83782"/>
                  <a:pt x="148701" y="87739"/>
                </a:cubicBezTo>
                <a:cubicBezTo>
                  <a:pt x="147344" y="91697"/>
                  <a:pt x="145472" y="95004"/>
                  <a:pt x="143085" y="97660"/>
                </a:cubicBezTo>
                <a:cubicBezTo>
                  <a:pt x="140697" y="100316"/>
                  <a:pt x="137902" y="102349"/>
                  <a:pt x="134702" y="103758"/>
                </a:cubicBezTo>
                <a:cubicBezTo>
                  <a:pt x="131501" y="105167"/>
                  <a:pt x="128109" y="105872"/>
                  <a:pt x="124528" y="105872"/>
                </a:cubicBezTo>
                <a:cubicBezTo>
                  <a:pt x="120946" y="105872"/>
                  <a:pt x="117555" y="105167"/>
                  <a:pt x="114354" y="103758"/>
                </a:cubicBezTo>
                <a:cubicBezTo>
                  <a:pt x="111153" y="102349"/>
                  <a:pt x="108359" y="100316"/>
                  <a:pt x="105971" y="97660"/>
                </a:cubicBezTo>
                <a:cubicBezTo>
                  <a:pt x="103583" y="95004"/>
                  <a:pt x="101711" y="91697"/>
                  <a:pt x="100355" y="87739"/>
                </a:cubicBezTo>
                <a:cubicBezTo>
                  <a:pt x="98999" y="83782"/>
                  <a:pt x="98321" y="79255"/>
                  <a:pt x="98321" y="74160"/>
                </a:cubicBezTo>
                <a:moveTo>
                  <a:pt x="83668" y="74163"/>
                </a:moveTo>
                <a:cubicBezTo>
                  <a:pt x="83668" y="80348"/>
                  <a:pt x="84536" y="86099"/>
                  <a:pt x="86272" y="91418"/>
                </a:cubicBezTo>
                <a:cubicBezTo>
                  <a:pt x="88009" y="96735"/>
                  <a:pt x="90613" y="101375"/>
                  <a:pt x="94086" y="105338"/>
                </a:cubicBezTo>
                <a:cubicBezTo>
                  <a:pt x="97558" y="109298"/>
                  <a:pt x="101844" y="112392"/>
                  <a:pt x="106945" y="114617"/>
                </a:cubicBezTo>
                <a:cubicBezTo>
                  <a:pt x="112046" y="116841"/>
                  <a:pt x="117908" y="117953"/>
                  <a:pt x="124528" y="117953"/>
                </a:cubicBezTo>
                <a:cubicBezTo>
                  <a:pt x="131256" y="117953"/>
                  <a:pt x="137142" y="116841"/>
                  <a:pt x="142188" y="114617"/>
                </a:cubicBezTo>
                <a:cubicBezTo>
                  <a:pt x="147235" y="112392"/>
                  <a:pt x="151495" y="109298"/>
                  <a:pt x="154967" y="105338"/>
                </a:cubicBezTo>
                <a:cubicBezTo>
                  <a:pt x="158440" y="101375"/>
                  <a:pt x="161044" y="96735"/>
                  <a:pt x="162779" y="91418"/>
                </a:cubicBezTo>
                <a:cubicBezTo>
                  <a:pt x="164516" y="86099"/>
                  <a:pt x="165385" y="80348"/>
                  <a:pt x="165385" y="74163"/>
                </a:cubicBezTo>
                <a:cubicBezTo>
                  <a:pt x="165385" y="67976"/>
                  <a:pt x="164516" y="62197"/>
                  <a:pt x="162779" y="56825"/>
                </a:cubicBezTo>
                <a:cubicBezTo>
                  <a:pt x="161044" y="51452"/>
                  <a:pt x="158440" y="46785"/>
                  <a:pt x="154967" y="42824"/>
                </a:cubicBezTo>
                <a:cubicBezTo>
                  <a:pt x="151495" y="38863"/>
                  <a:pt x="147235" y="35743"/>
                  <a:pt x="142188" y="33465"/>
                </a:cubicBezTo>
                <a:cubicBezTo>
                  <a:pt x="137142" y="31185"/>
                  <a:pt x="131256" y="30045"/>
                  <a:pt x="124528" y="30045"/>
                </a:cubicBezTo>
                <a:cubicBezTo>
                  <a:pt x="117908" y="30045"/>
                  <a:pt x="112046" y="31185"/>
                  <a:pt x="106945" y="33465"/>
                </a:cubicBezTo>
                <a:cubicBezTo>
                  <a:pt x="101844" y="35743"/>
                  <a:pt x="97558" y="38863"/>
                  <a:pt x="94086" y="42824"/>
                </a:cubicBezTo>
                <a:cubicBezTo>
                  <a:pt x="90613" y="46785"/>
                  <a:pt x="88009" y="51452"/>
                  <a:pt x="86272" y="56825"/>
                </a:cubicBezTo>
                <a:cubicBezTo>
                  <a:pt x="84536" y="62197"/>
                  <a:pt x="83668" y="67976"/>
                  <a:pt x="83668" y="74163"/>
                </a:cubicBezTo>
                <a:close/>
                <a:moveTo>
                  <a:pt x="254263" y="109024"/>
                </a:moveTo>
                <a:lnTo>
                  <a:pt x="254263" y="31999"/>
                </a:lnTo>
                <a:lnTo>
                  <a:pt x="241241" y="31999"/>
                </a:lnTo>
                <a:lnTo>
                  <a:pt x="241241" y="44049"/>
                </a:lnTo>
                <a:lnTo>
                  <a:pt x="241079" y="44049"/>
                </a:lnTo>
                <a:cubicBezTo>
                  <a:pt x="238584" y="39381"/>
                  <a:pt x="235111" y="35880"/>
                  <a:pt x="230662" y="33547"/>
                </a:cubicBezTo>
                <a:cubicBezTo>
                  <a:pt x="226212" y="31212"/>
                  <a:pt x="221328" y="30045"/>
                  <a:pt x="216010" y="30045"/>
                </a:cubicBezTo>
                <a:cubicBezTo>
                  <a:pt x="208739" y="30045"/>
                  <a:pt x="202607" y="31429"/>
                  <a:pt x="197614" y="34198"/>
                </a:cubicBezTo>
                <a:cubicBezTo>
                  <a:pt x="192623" y="36965"/>
                  <a:pt x="188609" y="40493"/>
                  <a:pt x="185570" y="44781"/>
                </a:cubicBezTo>
                <a:cubicBezTo>
                  <a:pt x="182531" y="49070"/>
                  <a:pt x="180361" y="53847"/>
                  <a:pt x="179057" y="59113"/>
                </a:cubicBezTo>
                <a:cubicBezTo>
                  <a:pt x="177756" y="64377"/>
                  <a:pt x="177105" y="69506"/>
                  <a:pt x="177105" y="74498"/>
                </a:cubicBezTo>
                <a:cubicBezTo>
                  <a:pt x="177105" y="80252"/>
                  <a:pt x="177892" y="85708"/>
                  <a:pt x="179465" y="90864"/>
                </a:cubicBezTo>
                <a:cubicBezTo>
                  <a:pt x="181040" y="96021"/>
                  <a:pt x="183400" y="100526"/>
                  <a:pt x="186546" y="104381"/>
                </a:cubicBezTo>
                <a:cubicBezTo>
                  <a:pt x="189694" y="108235"/>
                  <a:pt x="193601" y="111301"/>
                  <a:pt x="198267" y="113581"/>
                </a:cubicBezTo>
                <a:cubicBezTo>
                  <a:pt x="202934" y="115860"/>
                  <a:pt x="208414" y="116999"/>
                  <a:pt x="214708" y="116999"/>
                </a:cubicBezTo>
                <a:cubicBezTo>
                  <a:pt x="220133" y="116999"/>
                  <a:pt x="225259" y="115779"/>
                  <a:pt x="230088" y="113338"/>
                </a:cubicBezTo>
                <a:cubicBezTo>
                  <a:pt x="234918" y="110896"/>
                  <a:pt x="238527" y="107070"/>
                  <a:pt x="240915" y="101860"/>
                </a:cubicBezTo>
                <a:lnTo>
                  <a:pt x="241241" y="101860"/>
                </a:lnTo>
                <a:lnTo>
                  <a:pt x="241241" y="107394"/>
                </a:lnTo>
                <a:cubicBezTo>
                  <a:pt x="241241" y="112060"/>
                  <a:pt x="240779" y="116344"/>
                  <a:pt x="239857" y="120246"/>
                </a:cubicBezTo>
                <a:cubicBezTo>
                  <a:pt x="238935" y="124147"/>
                  <a:pt x="237443" y="127479"/>
                  <a:pt x="235381" y="130241"/>
                </a:cubicBezTo>
                <a:cubicBezTo>
                  <a:pt x="233320" y="133003"/>
                  <a:pt x="230715" y="135169"/>
                  <a:pt x="227567" y="136738"/>
                </a:cubicBezTo>
                <a:cubicBezTo>
                  <a:pt x="224421" y="138310"/>
                  <a:pt x="220568" y="139096"/>
                  <a:pt x="216010" y="139096"/>
                </a:cubicBezTo>
                <a:cubicBezTo>
                  <a:pt x="213731" y="139096"/>
                  <a:pt x="211344" y="138851"/>
                  <a:pt x="208849" y="138363"/>
                </a:cubicBezTo>
                <a:cubicBezTo>
                  <a:pt x="206353" y="137874"/>
                  <a:pt x="204047" y="137087"/>
                  <a:pt x="201931" y="136001"/>
                </a:cubicBezTo>
                <a:cubicBezTo>
                  <a:pt x="199815" y="134916"/>
                  <a:pt x="198024" y="133505"/>
                  <a:pt x="196559" y="131768"/>
                </a:cubicBezTo>
                <a:cubicBezTo>
                  <a:pt x="195095" y="130033"/>
                  <a:pt x="194308" y="127917"/>
                  <a:pt x="194199" y="125422"/>
                </a:cubicBezTo>
                <a:lnTo>
                  <a:pt x="180361" y="125422"/>
                </a:lnTo>
                <a:cubicBezTo>
                  <a:pt x="180578" y="129979"/>
                  <a:pt x="181771" y="133833"/>
                  <a:pt x="183941" y="136984"/>
                </a:cubicBezTo>
                <a:cubicBezTo>
                  <a:pt x="186112" y="140137"/>
                  <a:pt x="188852" y="142695"/>
                  <a:pt x="192162" y="144659"/>
                </a:cubicBezTo>
                <a:cubicBezTo>
                  <a:pt x="195472" y="146623"/>
                  <a:pt x="199162" y="148042"/>
                  <a:pt x="203230" y="148914"/>
                </a:cubicBezTo>
                <a:cubicBezTo>
                  <a:pt x="207300" y="149787"/>
                  <a:pt x="211289" y="150223"/>
                  <a:pt x="215197" y="150223"/>
                </a:cubicBezTo>
                <a:cubicBezTo>
                  <a:pt x="228653" y="150223"/>
                  <a:pt x="238528" y="146803"/>
                  <a:pt x="244822" y="139962"/>
                </a:cubicBezTo>
                <a:cubicBezTo>
                  <a:pt x="251116" y="133124"/>
                  <a:pt x="254263" y="122811"/>
                  <a:pt x="254263" y="109024"/>
                </a:cubicBezTo>
                <a:moveTo>
                  <a:pt x="215523" y="104918"/>
                </a:moveTo>
                <a:cubicBezTo>
                  <a:pt x="210964" y="104918"/>
                  <a:pt x="207165" y="103969"/>
                  <a:pt x="204127" y="102071"/>
                </a:cubicBezTo>
                <a:cubicBezTo>
                  <a:pt x="201090" y="100174"/>
                  <a:pt x="198648" y="97679"/>
                  <a:pt x="196802" y="94587"/>
                </a:cubicBezTo>
                <a:cubicBezTo>
                  <a:pt x="194957" y="91496"/>
                  <a:pt x="193655" y="88052"/>
                  <a:pt x="192895" y="84257"/>
                </a:cubicBezTo>
                <a:cubicBezTo>
                  <a:pt x="192137" y="80462"/>
                  <a:pt x="191757" y="76666"/>
                  <a:pt x="191757" y="72869"/>
                </a:cubicBezTo>
                <a:cubicBezTo>
                  <a:pt x="191757" y="68856"/>
                  <a:pt x="192218" y="65006"/>
                  <a:pt x="193141" y="61319"/>
                </a:cubicBezTo>
                <a:cubicBezTo>
                  <a:pt x="194063" y="57631"/>
                  <a:pt x="195528" y="54377"/>
                  <a:pt x="197535" y="51557"/>
                </a:cubicBezTo>
                <a:cubicBezTo>
                  <a:pt x="199543" y="48737"/>
                  <a:pt x="202121" y="46487"/>
                  <a:pt x="205267" y="44806"/>
                </a:cubicBezTo>
                <a:cubicBezTo>
                  <a:pt x="208415" y="43125"/>
                  <a:pt x="212213" y="42285"/>
                  <a:pt x="216663" y="42285"/>
                </a:cubicBezTo>
                <a:cubicBezTo>
                  <a:pt x="221003" y="42285"/>
                  <a:pt x="224692" y="43153"/>
                  <a:pt x="227731" y="44888"/>
                </a:cubicBezTo>
                <a:cubicBezTo>
                  <a:pt x="230769" y="46623"/>
                  <a:pt x="233238" y="48929"/>
                  <a:pt x="235135" y="51803"/>
                </a:cubicBezTo>
                <a:cubicBezTo>
                  <a:pt x="237035" y="54676"/>
                  <a:pt x="238418" y="57903"/>
                  <a:pt x="239286" y="61483"/>
                </a:cubicBezTo>
                <a:cubicBezTo>
                  <a:pt x="240155" y="65061"/>
                  <a:pt x="240590" y="68694"/>
                  <a:pt x="240590" y="72382"/>
                </a:cubicBezTo>
                <a:cubicBezTo>
                  <a:pt x="240590" y="76286"/>
                  <a:pt x="240129" y="80191"/>
                  <a:pt x="239206" y="84096"/>
                </a:cubicBezTo>
                <a:cubicBezTo>
                  <a:pt x="238284" y="87999"/>
                  <a:pt x="236846" y="91496"/>
                  <a:pt x="234892" y="94587"/>
                </a:cubicBezTo>
                <a:cubicBezTo>
                  <a:pt x="232940" y="97679"/>
                  <a:pt x="230362" y="100174"/>
                  <a:pt x="227160" y="102071"/>
                </a:cubicBezTo>
                <a:cubicBezTo>
                  <a:pt x="223959" y="103969"/>
                  <a:pt x="220080" y="104918"/>
                  <a:pt x="215523" y="104918"/>
                </a:cubicBezTo>
                <a:close/>
                <a:moveTo>
                  <a:pt x="322633" y="0"/>
                </a:moveTo>
                <a:lnTo>
                  <a:pt x="322633" y="116204"/>
                </a:lnTo>
                <a:lnTo>
                  <a:pt x="338097" y="116204"/>
                </a:lnTo>
                <a:lnTo>
                  <a:pt x="338097" y="62951"/>
                </a:lnTo>
                <a:lnTo>
                  <a:pt x="399302" y="62951"/>
                </a:lnTo>
                <a:lnTo>
                  <a:pt x="399302" y="116204"/>
                </a:lnTo>
                <a:lnTo>
                  <a:pt x="414766" y="116204"/>
                </a:lnTo>
                <a:lnTo>
                  <a:pt x="414766" y="0"/>
                </a:lnTo>
                <a:lnTo>
                  <a:pt x="399302" y="0"/>
                </a:lnTo>
                <a:lnTo>
                  <a:pt x="399302" y="49915"/>
                </a:lnTo>
                <a:lnTo>
                  <a:pt x="338097" y="49915"/>
                </a:lnTo>
                <a:lnTo>
                  <a:pt x="338097" y="0"/>
                </a:lnTo>
                <a:lnTo>
                  <a:pt x="322633" y="0"/>
                </a:lnTo>
                <a:close/>
                <a:moveTo>
                  <a:pt x="512436" y="115837"/>
                </a:moveTo>
                <a:cubicBezTo>
                  <a:pt x="510048" y="117248"/>
                  <a:pt x="506738" y="117953"/>
                  <a:pt x="502506" y="117953"/>
                </a:cubicBezTo>
                <a:cubicBezTo>
                  <a:pt x="498926" y="117953"/>
                  <a:pt x="496078" y="116950"/>
                  <a:pt x="493961" y="114943"/>
                </a:cubicBezTo>
                <a:cubicBezTo>
                  <a:pt x="491845" y="112934"/>
                  <a:pt x="490787" y="109650"/>
                  <a:pt x="490787" y="105092"/>
                </a:cubicBezTo>
                <a:cubicBezTo>
                  <a:pt x="486988" y="109650"/>
                  <a:pt x="482566" y="112934"/>
                  <a:pt x="477518" y="114943"/>
                </a:cubicBezTo>
                <a:cubicBezTo>
                  <a:pt x="472473" y="116950"/>
                  <a:pt x="467020" y="117953"/>
                  <a:pt x="461160" y="117953"/>
                </a:cubicBezTo>
                <a:cubicBezTo>
                  <a:pt x="457361" y="117953"/>
                  <a:pt x="453752" y="117519"/>
                  <a:pt x="450333" y="116651"/>
                </a:cubicBezTo>
                <a:cubicBezTo>
                  <a:pt x="446915" y="115784"/>
                  <a:pt x="443958" y="114428"/>
                  <a:pt x="441463" y="112583"/>
                </a:cubicBezTo>
                <a:cubicBezTo>
                  <a:pt x="438967" y="110738"/>
                  <a:pt x="436987" y="108325"/>
                  <a:pt x="435521" y="105342"/>
                </a:cubicBezTo>
                <a:cubicBezTo>
                  <a:pt x="434056" y="102359"/>
                  <a:pt x="433323" y="98751"/>
                  <a:pt x="433323" y="94520"/>
                </a:cubicBezTo>
                <a:cubicBezTo>
                  <a:pt x="433323" y="89746"/>
                  <a:pt x="434137" y="85841"/>
                  <a:pt x="435765" y="82804"/>
                </a:cubicBezTo>
                <a:cubicBezTo>
                  <a:pt x="437393" y="79767"/>
                  <a:pt x="439535" y="77300"/>
                  <a:pt x="442193" y="75402"/>
                </a:cubicBezTo>
                <a:cubicBezTo>
                  <a:pt x="444852" y="73503"/>
                  <a:pt x="447891" y="72065"/>
                  <a:pt x="451309" y="71088"/>
                </a:cubicBezTo>
                <a:cubicBezTo>
                  <a:pt x="454728" y="70111"/>
                  <a:pt x="458229" y="69297"/>
                  <a:pt x="461810" y="68646"/>
                </a:cubicBezTo>
                <a:cubicBezTo>
                  <a:pt x="465609" y="67888"/>
                  <a:pt x="469217" y="67319"/>
                  <a:pt x="472635" y="66940"/>
                </a:cubicBezTo>
                <a:cubicBezTo>
                  <a:pt x="476053" y="66559"/>
                  <a:pt x="479064" y="66016"/>
                  <a:pt x="481669" y="65310"/>
                </a:cubicBezTo>
                <a:cubicBezTo>
                  <a:pt x="484274" y="64605"/>
                  <a:pt x="486335" y="63575"/>
                  <a:pt x="487854" y="62220"/>
                </a:cubicBezTo>
                <a:cubicBezTo>
                  <a:pt x="489374" y="60864"/>
                  <a:pt x="490134" y="58884"/>
                  <a:pt x="490134" y="56279"/>
                </a:cubicBezTo>
                <a:cubicBezTo>
                  <a:pt x="490134" y="53242"/>
                  <a:pt x="489564" y="50801"/>
                  <a:pt x="488425" y="48957"/>
                </a:cubicBezTo>
                <a:cubicBezTo>
                  <a:pt x="487286" y="47112"/>
                  <a:pt x="485820" y="45702"/>
                  <a:pt x="484028" y="44727"/>
                </a:cubicBezTo>
                <a:cubicBezTo>
                  <a:pt x="482238" y="43750"/>
                  <a:pt x="480231" y="43099"/>
                  <a:pt x="478005" y="42774"/>
                </a:cubicBezTo>
                <a:cubicBezTo>
                  <a:pt x="475781" y="42448"/>
                  <a:pt x="473585" y="42285"/>
                  <a:pt x="471416" y="42285"/>
                </a:cubicBezTo>
                <a:cubicBezTo>
                  <a:pt x="465555" y="42285"/>
                  <a:pt x="460672" y="43394"/>
                  <a:pt x="456766" y="45611"/>
                </a:cubicBezTo>
                <a:cubicBezTo>
                  <a:pt x="452860" y="47828"/>
                  <a:pt x="450743" y="52018"/>
                  <a:pt x="450417" y="58182"/>
                </a:cubicBezTo>
                <a:lnTo>
                  <a:pt x="436580" y="58182"/>
                </a:lnTo>
                <a:cubicBezTo>
                  <a:pt x="436796" y="52977"/>
                  <a:pt x="437881" y="48586"/>
                  <a:pt x="439833" y="45007"/>
                </a:cubicBezTo>
                <a:cubicBezTo>
                  <a:pt x="441787" y="41429"/>
                  <a:pt x="444392" y="38529"/>
                  <a:pt x="447648" y="36306"/>
                </a:cubicBezTo>
                <a:cubicBezTo>
                  <a:pt x="450903" y="34084"/>
                  <a:pt x="454620" y="32485"/>
                  <a:pt x="458798" y="31510"/>
                </a:cubicBezTo>
                <a:cubicBezTo>
                  <a:pt x="462977" y="30533"/>
                  <a:pt x="467454" y="30045"/>
                  <a:pt x="472228" y="30045"/>
                </a:cubicBezTo>
                <a:cubicBezTo>
                  <a:pt x="476026" y="30045"/>
                  <a:pt x="479798" y="30316"/>
                  <a:pt x="483542" y="30859"/>
                </a:cubicBezTo>
                <a:cubicBezTo>
                  <a:pt x="487286" y="31401"/>
                  <a:pt x="490677" y="32513"/>
                  <a:pt x="493715" y="34195"/>
                </a:cubicBezTo>
                <a:cubicBezTo>
                  <a:pt x="496754" y="35876"/>
                  <a:pt x="499196" y="38236"/>
                  <a:pt x="501040" y="41274"/>
                </a:cubicBezTo>
                <a:cubicBezTo>
                  <a:pt x="502885" y="44311"/>
                  <a:pt x="503807" y="48270"/>
                  <a:pt x="503807" y="53152"/>
                </a:cubicBezTo>
                <a:lnTo>
                  <a:pt x="503807" y="96433"/>
                </a:lnTo>
                <a:cubicBezTo>
                  <a:pt x="503807" y="99688"/>
                  <a:pt x="503997" y="102075"/>
                  <a:pt x="504376" y="103594"/>
                </a:cubicBezTo>
                <a:cubicBezTo>
                  <a:pt x="504757" y="105112"/>
                  <a:pt x="506033" y="105872"/>
                  <a:pt x="508204" y="105872"/>
                </a:cubicBezTo>
                <a:cubicBezTo>
                  <a:pt x="509398" y="105872"/>
                  <a:pt x="510809" y="105612"/>
                  <a:pt x="512436" y="105092"/>
                </a:cubicBezTo>
                <a:lnTo>
                  <a:pt x="512436" y="115837"/>
                </a:lnTo>
                <a:moveTo>
                  <a:pt x="489972" y="72697"/>
                </a:moveTo>
                <a:cubicBezTo>
                  <a:pt x="488235" y="73999"/>
                  <a:pt x="485956" y="74948"/>
                  <a:pt x="483134" y="75544"/>
                </a:cubicBezTo>
                <a:cubicBezTo>
                  <a:pt x="480314" y="76140"/>
                  <a:pt x="477358" y="76628"/>
                  <a:pt x="474264" y="77007"/>
                </a:cubicBezTo>
                <a:cubicBezTo>
                  <a:pt x="471171" y="77386"/>
                  <a:pt x="468051" y="77820"/>
                  <a:pt x="464903" y="78308"/>
                </a:cubicBezTo>
                <a:cubicBezTo>
                  <a:pt x="461757" y="78795"/>
                  <a:pt x="458936" y="79581"/>
                  <a:pt x="456440" y="80665"/>
                </a:cubicBezTo>
                <a:cubicBezTo>
                  <a:pt x="453945" y="81750"/>
                  <a:pt x="451910" y="83295"/>
                  <a:pt x="450335" y="85300"/>
                </a:cubicBezTo>
                <a:cubicBezTo>
                  <a:pt x="448762" y="87306"/>
                  <a:pt x="447975" y="90043"/>
                  <a:pt x="447975" y="93512"/>
                </a:cubicBezTo>
                <a:cubicBezTo>
                  <a:pt x="447975" y="95789"/>
                  <a:pt x="448437" y="97714"/>
                  <a:pt x="449359" y="99287"/>
                </a:cubicBezTo>
                <a:cubicBezTo>
                  <a:pt x="450281" y="100858"/>
                  <a:pt x="451475" y="102132"/>
                  <a:pt x="452941" y="103107"/>
                </a:cubicBezTo>
                <a:cubicBezTo>
                  <a:pt x="454406" y="104082"/>
                  <a:pt x="456115" y="104787"/>
                  <a:pt x="458067" y="105221"/>
                </a:cubicBezTo>
                <a:cubicBezTo>
                  <a:pt x="460021" y="105655"/>
                  <a:pt x="462083" y="105872"/>
                  <a:pt x="464252" y="105872"/>
                </a:cubicBezTo>
                <a:cubicBezTo>
                  <a:pt x="468811" y="105872"/>
                  <a:pt x="472718" y="105248"/>
                  <a:pt x="475973" y="104001"/>
                </a:cubicBezTo>
                <a:cubicBezTo>
                  <a:pt x="479229" y="102754"/>
                  <a:pt x="481887" y="101183"/>
                  <a:pt x="483949" y="99287"/>
                </a:cubicBezTo>
                <a:cubicBezTo>
                  <a:pt x="486011" y="97389"/>
                  <a:pt x="487530" y="95329"/>
                  <a:pt x="488507" y="93107"/>
                </a:cubicBezTo>
                <a:cubicBezTo>
                  <a:pt x="489484" y="90883"/>
                  <a:pt x="489972" y="88796"/>
                  <a:pt x="489972" y="86845"/>
                </a:cubicBezTo>
                <a:lnTo>
                  <a:pt x="489972" y="72697"/>
                </a:lnTo>
                <a:close/>
                <a:moveTo>
                  <a:pt x="525295" y="31999"/>
                </a:moveTo>
                <a:lnTo>
                  <a:pt x="525295" y="116204"/>
                </a:lnTo>
                <a:lnTo>
                  <a:pt x="539132" y="116204"/>
                </a:lnTo>
                <a:lnTo>
                  <a:pt x="539132" y="68661"/>
                </a:lnTo>
                <a:cubicBezTo>
                  <a:pt x="539132" y="64862"/>
                  <a:pt x="539647" y="61362"/>
                  <a:pt x="540677" y="58159"/>
                </a:cubicBezTo>
                <a:cubicBezTo>
                  <a:pt x="541709" y="54957"/>
                  <a:pt x="543255" y="52162"/>
                  <a:pt x="545317" y="49774"/>
                </a:cubicBezTo>
                <a:cubicBezTo>
                  <a:pt x="547379" y="47386"/>
                  <a:pt x="549956" y="45541"/>
                  <a:pt x="553049" y="44240"/>
                </a:cubicBezTo>
                <a:cubicBezTo>
                  <a:pt x="556142" y="42937"/>
                  <a:pt x="559805" y="42285"/>
                  <a:pt x="564038" y="42285"/>
                </a:cubicBezTo>
                <a:cubicBezTo>
                  <a:pt x="569355" y="42285"/>
                  <a:pt x="573533" y="43805"/>
                  <a:pt x="576571" y="46845"/>
                </a:cubicBezTo>
                <a:cubicBezTo>
                  <a:pt x="579610" y="49884"/>
                  <a:pt x="581129" y="54008"/>
                  <a:pt x="581129" y="59217"/>
                </a:cubicBezTo>
                <a:lnTo>
                  <a:pt x="581129" y="116204"/>
                </a:lnTo>
                <a:lnTo>
                  <a:pt x="594967" y="116204"/>
                </a:lnTo>
                <a:lnTo>
                  <a:pt x="594967" y="60827"/>
                </a:lnTo>
                <a:cubicBezTo>
                  <a:pt x="594967" y="56267"/>
                  <a:pt x="594505" y="52114"/>
                  <a:pt x="593583" y="48368"/>
                </a:cubicBezTo>
                <a:cubicBezTo>
                  <a:pt x="592661" y="44622"/>
                  <a:pt x="591060" y="41393"/>
                  <a:pt x="588779" y="38678"/>
                </a:cubicBezTo>
                <a:cubicBezTo>
                  <a:pt x="586501" y="35963"/>
                  <a:pt x="583517" y="33845"/>
                  <a:pt x="579828" y="32325"/>
                </a:cubicBezTo>
                <a:cubicBezTo>
                  <a:pt x="576138" y="30805"/>
                  <a:pt x="571526" y="30045"/>
                  <a:pt x="565990" y="30045"/>
                </a:cubicBezTo>
                <a:cubicBezTo>
                  <a:pt x="553510" y="30045"/>
                  <a:pt x="544394" y="35148"/>
                  <a:pt x="538643" y="45355"/>
                </a:cubicBezTo>
                <a:lnTo>
                  <a:pt x="538317" y="45355"/>
                </a:lnTo>
                <a:lnTo>
                  <a:pt x="538317" y="31999"/>
                </a:lnTo>
                <a:lnTo>
                  <a:pt x="525295" y="31999"/>
                </a:lnTo>
                <a:close/>
                <a:moveTo>
                  <a:pt x="625896" y="74811"/>
                </a:moveTo>
                <a:cubicBezTo>
                  <a:pt x="625896" y="70691"/>
                  <a:pt x="626329" y="66680"/>
                  <a:pt x="627197" y="62777"/>
                </a:cubicBezTo>
                <a:cubicBezTo>
                  <a:pt x="628067" y="58874"/>
                  <a:pt x="629477" y="55405"/>
                  <a:pt x="631430" y="52369"/>
                </a:cubicBezTo>
                <a:cubicBezTo>
                  <a:pt x="633384" y="49333"/>
                  <a:pt x="635988" y="46893"/>
                  <a:pt x="639244" y="45050"/>
                </a:cubicBezTo>
                <a:cubicBezTo>
                  <a:pt x="642499" y="43207"/>
                  <a:pt x="646460" y="42285"/>
                  <a:pt x="651127" y="42285"/>
                </a:cubicBezTo>
                <a:cubicBezTo>
                  <a:pt x="655901" y="42285"/>
                  <a:pt x="659970" y="43180"/>
                  <a:pt x="663335" y="44970"/>
                </a:cubicBezTo>
                <a:cubicBezTo>
                  <a:pt x="666699" y="46758"/>
                  <a:pt x="669439" y="49116"/>
                  <a:pt x="671554" y="52044"/>
                </a:cubicBezTo>
                <a:cubicBezTo>
                  <a:pt x="673670" y="54970"/>
                  <a:pt x="675217" y="58358"/>
                  <a:pt x="676194" y="62208"/>
                </a:cubicBezTo>
                <a:cubicBezTo>
                  <a:pt x="677171" y="66056"/>
                  <a:pt x="677659" y="70040"/>
                  <a:pt x="677659" y="74160"/>
                </a:cubicBezTo>
                <a:cubicBezTo>
                  <a:pt x="677659" y="78063"/>
                  <a:pt x="677198" y="81912"/>
                  <a:pt x="676276" y="85708"/>
                </a:cubicBezTo>
                <a:cubicBezTo>
                  <a:pt x="675353" y="89501"/>
                  <a:pt x="673861" y="92889"/>
                  <a:pt x="671800" y="95872"/>
                </a:cubicBezTo>
                <a:cubicBezTo>
                  <a:pt x="669738" y="98852"/>
                  <a:pt x="667080" y="101264"/>
                  <a:pt x="663824" y="103107"/>
                </a:cubicBezTo>
                <a:cubicBezTo>
                  <a:pt x="660569" y="104950"/>
                  <a:pt x="656608" y="105872"/>
                  <a:pt x="651941" y="105872"/>
                </a:cubicBezTo>
                <a:cubicBezTo>
                  <a:pt x="647492" y="105872"/>
                  <a:pt x="643612" y="105005"/>
                  <a:pt x="640302" y="103271"/>
                </a:cubicBezTo>
                <a:cubicBezTo>
                  <a:pt x="636992" y="101536"/>
                  <a:pt x="634279" y="99204"/>
                  <a:pt x="632162" y="96276"/>
                </a:cubicBezTo>
                <a:cubicBezTo>
                  <a:pt x="630046" y="93349"/>
                  <a:pt x="628472" y="90015"/>
                  <a:pt x="627441" y="86276"/>
                </a:cubicBezTo>
                <a:cubicBezTo>
                  <a:pt x="626411" y="82536"/>
                  <a:pt x="625896" y="78714"/>
                  <a:pt x="625896" y="74811"/>
                </a:cubicBezTo>
                <a:moveTo>
                  <a:pt x="691007" y="116162"/>
                </a:moveTo>
                <a:lnTo>
                  <a:pt x="691007" y="0"/>
                </a:lnTo>
                <a:lnTo>
                  <a:pt x="677170" y="0"/>
                </a:lnTo>
                <a:lnTo>
                  <a:pt x="677170" y="43231"/>
                </a:lnTo>
                <a:lnTo>
                  <a:pt x="676844" y="43231"/>
                </a:lnTo>
                <a:cubicBezTo>
                  <a:pt x="675324" y="40736"/>
                  <a:pt x="673452" y="38647"/>
                  <a:pt x="671228" y="36965"/>
                </a:cubicBezTo>
                <a:cubicBezTo>
                  <a:pt x="669004" y="35282"/>
                  <a:pt x="666644" y="33926"/>
                  <a:pt x="664147" y="32896"/>
                </a:cubicBezTo>
                <a:cubicBezTo>
                  <a:pt x="661651" y="31864"/>
                  <a:pt x="659155" y="31132"/>
                  <a:pt x="656658" y="30698"/>
                </a:cubicBezTo>
                <a:cubicBezTo>
                  <a:pt x="654163" y="30262"/>
                  <a:pt x="651829" y="30045"/>
                  <a:pt x="649659" y="30045"/>
                </a:cubicBezTo>
                <a:cubicBezTo>
                  <a:pt x="643257" y="30045"/>
                  <a:pt x="637641" y="31211"/>
                  <a:pt x="632811" y="33544"/>
                </a:cubicBezTo>
                <a:cubicBezTo>
                  <a:pt x="627982" y="35878"/>
                  <a:pt x="623967" y="39025"/>
                  <a:pt x="620766" y="42988"/>
                </a:cubicBezTo>
                <a:cubicBezTo>
                  <a:pt x="617566" y="46949"/>
                  <a:pt x="615178" y="51589"/>
                  <a:pt x="613603" y="56907"/>
                </a:cubicBezTo>
                <a:cubicBezTo>
                  <a:pt x="612030" y="62225"/>
                  <a:pt x="611243" y="67867"/>
                  <a:pt x="611243" y="73835"/>
                </a:cubicBezTo>
                <a:cubicBezTo>
                  <a:pt x="611243" y="79804"/>
                  <a:pt x="612057" y="85449"/>
                  <a:pt x="613685" y="90767"/>
                </a:cubicBezTo>
                <a:cubicBezTo>
                  <a:pt x="615313" y="96084"/>
                  <a:pt x="617727" y="100751"/>
                  <a:pt x="620928" y="104766"/>
                </a:cubicBezTo>
                <a:cubicBezTo>
                  <a:pt x="624130" y="108782"/>
                  <a:pt x="628146" y="111983"/>
                  <a:pt x="632975" y="114371"/>
                </a:cubicBezTo>
                <a:cubicBezTo>
                  <a:pt x="637803" y="116759"/>
                  <a:pt x="643474" y="117953"/>
                  <a:pt x="649986" y="117953"/>
                </a:cubicBezTo>
                <a:cubicBezTo>
                  <a:pt x="655847" y="117953"/>
                  <a:pt x="661218" y="116923"/>
                  <a:pt x="666102" y="114863"/>
                </a:cubicBezTo>
                <a:cubicBezTo>
                  <a:pt x="670985" y="112801"/>
                  <a:pt x="674566" y="109438"/>
                  <a:pt x="676844" y="104774"/>
                </a:cubicBezTo>
                <a:lnTo>
                  <a:pt x="677170" y="104774"/>
                </a:lnTo>
                <a:lnTo>
                  <a:pt x="677170" y="116162"/>
                </a:lnTo>
                <a:lnTo>
                  <a:pt x="691007" y="116162"/>
                </a:lnTo>
                <a:close/>
                <a:moveTo>
                  <a:pt x="713145" y="0"/>
                </a:moveTo>
                <a:lnTo>
                  <a:pt x="713145" y="116204"/>
                </a:lnTo>
                <a:lnTo>
                  <a:pt x="726983" y="116204"/>
                </a:lnTo>
                <a:lnTo>
                  <a:pt x="726983" y="0"/>
                </a:lnTo>
                <a:lnTo>
                  <a:pt x="713145" y="0"/>
                </a:lnTo>
                <a:close/>
                <a:moveTo>
                  <a:pt x="806908" y="66130"/>
                </a:moveTo>
                <a:lnTo>
                  <a:pt x="758563" y="66130"/>
                </a:lnTo>
                <a:cubicBezTo>
                  <a:pt x="758779" y="62863"/>
                  <a:pt x="759485" y="59787"/>
                  <a:pt x="760679" y="56902"/>
                </a:cubicBezTo>
                <a:cubicBezTo>
                  <a:pt x="761873" y="54016"/>
                  <a:pt x="763500" y="51484"/>
                  <a:pt x="765562" y="49307"/>
                </a:cubicBezTo>
                <a:cubicBezTo>
                  <a:pt x="767624" y="47129"/>
                  <a:pt x="770093" y="45415"/>
                  <a:pt x="772969" y="44163"/>
                </a:cubicBezTo>
                <a:cubicBezTo>
                  <a:pt x="775845" y="42911"/>
                  <a:pt x="779073" y="42285"/>
                  <a:pt x="782653" y="42285"/>
                </a:cubicBezTo>
                <a:cubicBezTo>
                  <a:pt x="786126" y="42285"/>
                  <a:pt x="789300" y="42911"/>
                  <a:pt x="792176" y="44163"/>
                </a:cubicBezTo>
                <a:cubicBezTo>
                  <a:pt x="795053" y="45415"/>
                  <a:pt x="797549" y="47103"/>
                  <a:pt x="799665" y="49227"/>
                </a:cubicBezTo>
                <a:cubicBezTo>
                  <a:pt x="801781" y="51350"/>
                  <a:pt x="803463" y="53881"/>
                  <a:pt x="804710" y="56821"/>
                </a:cubicBezTo>
                <a:cubicBezTo>
                  <a:pt x="805958" y="59760"/>
                  <a:pt x="806691" y="62863"/>
                  <a:pt x="806908" y="66130"/>
                </a:cubicBezTo>
                <a:moveTo>
                  <a:pt x="820256" y="89498"/>
                </a:moveTo>
                <a:lnTo>
                  <a:pt x="806583" y="89498"/>
                </a:lnTo>
                <a:cubicBezTo>
                  <a:pt x="805389" y="95011"/>
                  <a:pt x="802920" y="99118"/>
                  <a:pt x="799176" y="101820"/>
                </a:cubicBezTo>
                <a:cubicBezTo>
                  <a:pt x="795432" y="104521"/>
                  <a:pt x="790630" y="105872"/>
                  <a:pt x="784770" y="105872"/>
                </a:cubicBezTo>
                <a:cubicBezTo>
                  <a:pt x="780213" y="105872"/>
                  <a:pt x="776252" y="105116"/>
                  <a:pt x="772887" y="103606"/>
                </a:cubicBezTo>
                <a:cubicBezTo>
                  <a:pt x="769524" y="102096"/>
                  <a:pt x="766757" y="100074"/>
                  <a:pt x="764586" y="97541"/>
                </a:cubicBezTo>
                <a:cubicBezTo>
                  <a:pt x="762415" y="95006"/>
                  <a:pt x="760841" y="92094"/>
                  <a:pt x="759864" y="88805"/>
                </a:cubicBezTo>
                <a:cubicBezTo>
                  <a:pt x="758887" y="85515"/>
                  <a:pt x="758453" y="82037"/>
                  <a:pt x="758563" y="78370"/>
                </a:cubicBezTo>
                <a:lnTo>
                  <a:pt x="821558" y="78370"/>
                </a:lnTo>
                <a:cubicBezTo>
                  <a:pt x="821775" y="73255"/>
                  <a:pt x="821314" y="67868"/>
                  <a:pt x="820174" y="62208"/>
                </a:cubicBezTo>
                <a:cubicBezTo>
                  <a:pt x="819035" y="56548"/>
                  <a:pt x="816973" y="51324"/>
                  <a:pt x="813987" y="46535"/>
                </a:cubicBezTo>
                <a:cubicBezTo>
                  <a:pt x="811003" y="41746"/>
                  <a:pt x="807042" y="37801"/>
                  <a:pt x="802104" y="34699"/>
                </a:cubicBezTo>
                <a:cubicBezTo>
                  <a:pt x="797167" y="31596"/>
                  <a:pt x="790954" y="30045"/>
                  <a:pt x="783466" y="30045"/>
                </a:cubicBezTo>
                <a:cubicBezTo>
                  <a:pt x="777715" y="30045"/>
                  <a:pt x="772424" y="31130"/>
                  <a:pt x="767594" y="33301"/>
                </a:cubicBezTo>
                <a:cubicBezTo>
                  <a:pt x="762765" y="35472"/>
                  <a:pt x="758587" y="38511"/>
                  <a:pt x="755060" y="42419"/>
                </a:cubicBezTo>
                <a:cubicBezTo>
                  <a:pt x="751533" y="46325"/>
                  <a:pt x="748793" y="50938"/>
                  <a:pt x="746839" y="56257"/>
                </a:cubicBezTo>
                <a:cubicBezTo>
                  <a:pt x="744886" y="61574"/>
                  <a:pt x="743910" y="67433"/>
                  <a:pt x="743910" y="73835"/>
                </a:cubicBezTo>
                <a:cubicBezTo>
                  <a:pt x="744127" y="80238"/>
                  <a:pt x="745077" y="86153"/>
                  <a:pt x="746759" y="91579"/>
                </a:cubicBezTo>
                <a:cubicBezTo>
                  <a:pt x="748442" y="97006"/>
                  <a:pt x="750964" y="101673"/>
                  <a:pt x="754328" y="105581"/>
                </a:cubicBezTo>
                <a:cubicBezTo>
                  <a:pt x="757692" y="109487"/>
                  <a:pt x="761844" y="112526"/>
                  <a:pt x="766782" y="114697"/>
                </a:cubicBezTo>
                <a:cubicBezTo>
                  <a:pt x="771719" y="116868"/>
                  <a:pt x="777552" y="117953"/>
                  <a:pt x="784280" y="117953"/>
                </a:cubicBezTo>
                <a:cubicBezTo>
                  <a:pt x="793832" y="117953"/>
                  <a:pt x="801754" y="115568"/>
                  <a:pt x="808048" y="110800"/>
                </a:cubicBezTo>
                <a:cubicBezTo>
                  <a:pt x="814342" y="106029"/>
                  <a:pt x="818412" y="98928"/>
                  <a:pt x="820256" y="89498"/>
                </a:cubicBezTo>
                <a:close/>
                <a:moveTo>
                  <a:pt x="835395" y="31999"/>
                </a:moveTo>
                <a:lnTo>
                  <a:pt x="835395" y="116204"/>
                </a:lnTo>
                <a:lnTo>
                  <a:pt x="849230" y="116204"/>
                </a:lnTo>
                <a:lnTo>
                  <a:pt x="849230" y="78726"/>
                </a:lnTo>
                <a:cubicBezTo>
                  <a:pt x="849230" y="73294"/>
                  <a:pt x="849772" y="68488"/>
                  <a:pt x="850857" y="64307"/>
                </a:cubicBezTo>
                <a:cubicBezTo>
                  <a:pt x="851943" y="60124"/>
                  <a:pt x="853680" y="56566"/>
                  <a:pt x="856068" y="53634"/>
                </a:cubicBezTo>
                <a:cubicBezTo>
                  <a:pt x="858456" y="50699"/>
                  <a:pt x="861603" y="48472"/>
                  <a:pt x="865509" y="46952"/>
                </a:cubicBezTo>
                <a:cubicBezTo>
                  <a:pt x="869415" y="45430"/>
                  <a:pt x="874136" y="44670"/>
                  <a:pt x="879670" y="44670"/>
                </a:cubicBezTo>
                <a:lnTo>
                  <a:pt x="879670" y="30045"/>
                </a:lnTo>
                <a:cubicBezTo>
                  <a:pt x="872183" y="29828"/>
                  <a:pt x="865998" y="31348"/>
                  <a:pt x="861113" y="34605"/>
                </a:cubicBezTo>
                <a:cubicBezTo>
                  <a:pt x="856229" y="37862"/>
                  <a:pt x="852106" y="42911"/>
                  <a:pt x="848743" y="49751"/>
                </a:cubicBezTo>
                <a:lnTo>
                  <a:pt x="848418" y="49751"/>
                </a:lnTo>
                <a:lnTo>
                  <a:pt x="848418" y="31999"/>
                </a:lnTo>
                <a:lnTo>
                  <a:pt x="835395" y="319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59bdb2984a4231"/>
          <a:stretch xmlns:a="http://schemas.openxmlformats.org/drawingml/2006/main"/>
        </p:blipFill>
        <p:spPr>
          <a:xfrm xmlns:a="http://schemas.openxmlformats.org/drawingml/2006/main">
            <a:off x="2601621" y="139361"/>
            <a:ext cx="1220861" cy="378396"/>
          </a:xfrm>
          <a:prstGeom xmlns:a="http://schemas.openxmlformats.org/drawingml/2006/main" prst="rect">
            <a:avLst/>
          </a:prstGeom>
        </p:spPr>
      </p:pic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DAABBF-78A4-418D-A5C4-C18E1552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1196" y="145586"/>
            <a:ext cx="1156156" cy="315576"/>
          </a:xfrm>
          <a:custGeom xmlns:a="http://schemas.openxmlformats.org/drawingml/2006/main">
            <a:pathLst>
              <a:path w="1156156" h="315576">
                <a:moveTo>
                  <a:pt x="0" y="284019"/>
                </a:moveTo>
                <a:lnTo>
                  <a:pt x="0" y="31557"/>
                </a:lnTo>
                <a:cubicBezTo>
                  <a:pt x="0" y="14138"/>
                  <a:pt x="258979" y="0"/>
                  <a:pt x="578078" y="0"/>
                </a:cubicBezTo>
                <a:cubicBezTo>
                  <a:pt x="897177" y="0"/>
                  <a:pt x="1156156" y="14138"/>
                  <a:pt x="1156156" y="31557"/>
                </a:cubicBezTo>
                <a:lnTo>
                  <a:pt x="1156156" y="284019"/>
                </a:lnTo>
                <a:cubicBezTo>
                  <a:pt x="1156156" y="301439"/>
                  <a:pt x="897177" y="315576"/>
                  <a:pt x="578078" y="315576"/>
                </a:cubicBezTo>
                <a:cubicBezTo>
                  <a:pt x="258979" y="315576"/>
                  <a:pt x="0" y="301439"/>
                  <a:pt x="0" y="284019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9F98CB-8E4D-46A3-848D-96B1AC2E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1196" y="145585"/>
            <a:ext cx="1156156" cy="315576"/>
          </a:xfrm>
          <a:custGeom xmlns:a="http://schemas.openxmlformats.org/drawingml/2006/main">
            <a:pathLst>
              <a:path w="1156156" h="315576" fill="none">
                <a:moveTo>
                  <a:pt x="0" y="284019"/>
                </a:moveTo>
                <a:lnTo>
                  <a:pt x="0" y="31557"/>
                </a:lnTo>
                <a:cubicBezTo>
                  <a:pt x="0" y="14138"/>
                  <a:pt x="258979" y="0"/>
                  <a:pt x="578078" y="0"/>
                </a:cubicBezTo>
                <a:cubicBezTo>
                  <a:pt x="897177" y="0"/>
                  <a:pt x="1156156" y="14138"/>
                  <a:pt x="1156156" y="31557"/>
                </a:cubicBezTo>
                <a:lnTo>
                  <a:pt x="1156156" y="284019"/>
                </a:lnTo>
                <a:cubicBezTo>
                  <a:pt x="1156156" y="301439"/>
                  <a:pt x="897177" y="315576"/>
                  <a:pt x="578078" y="315576"/>
                </a:cubicBezTo>
                <a:cubicBezTo>
                  <a:pt x="258979" y="315576"/>
                  <a:pt x="0" y="301439"/>
                  <a:pt x="0" y="284019"/>
                </a:cubicBezTo>
                <a:moveTo>
                  <a:pt x="0" y="31557"/>
                </a:moveTo>
                <a:cubicBezTo>
                  <a:pt x="0" y="48977"/>
                  <a:pt x="258979" y="63115"/>
                  <a:pt x="578078" y="63115"/>
                </a:cubicBezTo>
                <a:cubicBezTo>
                  <a:pt x="897177" y="63115"/>
                  <a:pt x="1156156" y="48977"/>
                  <a:pt x="1156156" y="31557"/>
                </a:cubicBezTo>
              </a:path>
            </a:pathLst>
          </a:custGeom>
          <a:noFill xmlns:a="http://schemas.openxmlformats.org/drawingml/2006/main"/>
          <a:ln xmlns:a="http://schemas.openxmlformats.org/drawingml/2006/main" w="9043" cap="rnd">
            <a:solidFill>
              <a:srgbClr val="000000"/>
            </a:solidFill>
            <a:round/>
          </a:ln>
        </p:spPr>
      </p:sp>
      <p:sp>
        <p:nvSpPr>
          <p:cNvPr id="13" name="Text LogStorage">
            <a:extLst xmlns:a="http://schemas.openxmlformats.org/drawingml/2006/main">
              <a:ext uri="{FF2B5EF4-FFF2-40B4-BE49-F238E27FC236}">
                <a16:creationId xmlns:a16="http://schemas.microsoft.com/office/drawing/2014/main" id="{6D242165-EAAB-4F6D-8BEC-636A0925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4323" y="256590"/>
            <a:ext cx="878911" cy="153085"/>
          </a:xfrm>
          <a:custGeom xmlns:a="http://schemas.openxmlformats.org/drawingml/2006/main">
            <a:pathLst>
              <a:path w="878911" h="153085">
                <a:moveTo>
                  <a:pt x="0" y="2861"/>
                </a:moveTo>
                <a:lnTo>
                  <a:pt x="0" y="119066"/>
                </a:lnTo>
                <a:lnTo>
                  <a:pt x="76994" y="119066"/>
                </a:lnTo>
                <a:lnTo>
                  <a:pt x="76994" y="106031"/>
                </a:lnTo>
                <a:lnTo>
                  <a:pt x="15464" y="106031"/>
                </a:lnTo>
                <a:lnTo>
                  <a:pt x="15464" y="2861"/>
                </a:lnTo>
                <a:lnTo>
                  <a:pt x="0" y="2861"/>
                </a:lnTo>
                <a:close/>
                <a:moveTo>
                  <a:pt x="98321" y="77022"/>
                </a:moveTo>
                <a:cubicBezTo>
                  <a:pt x="98321" y="71925"/>
                  <a:pt x="98999" y="67398"/>
                  <a:pt x="100355" y="63442"/>
                </a:cubicBezTo>
                <a:cubicBezTo>
                  <a:pt x="101711" y="59485"/>
                  <a:pt x="103583" y="56151"/>
                  <a:pt x="105971" y="53440"/>
                </a:cubicBezTo>
                <a:cubicBezTo>
                  <a:pt x="108359" y="50729"/>
                  <a:pt x="111153" y="48669"/>
                  <a:pt x="114354" y="47260"/>
                </a:cubicBezTo>
                <a:cubicBezTo>
                  <a:pt x="117555" y="45851"/>
                  <a:pt x="120946" y="45146"/>
                  <a:pt x="124528" y="45146"/>
                </a:cubicBezTo>
                <a:cubicBezTo>
                  <a:pt x="128109" y="45146"/>
                  <a:pt x="131501" y="45851"/>
                  <a:pt x="134701" y="47260"/>
                </a:cubicBezTo>
                <a:cubicBezTo>
                  <a:pt x="137902" y="48669"/>
                  <a:pt x="140697" y="50729"/>
                  <a:pt x="143084" y="53440"/>
                </a:cubicBezTo>
                <a:cubicBezTo>
                  <a:pt x="145472" y="56151"/>
                  <a:pt x="147344" y="59485"/>
                  <a:pt x="148700" y="63442"/>
                </a:cubicBezTo>
                <a:cubicBezTo>
                  <a:pt x="150057" y="67398"/>
                  <a:pt x="150735" y="71925"/>
                  <a:pt x="150735" y="77022"/>
                </a:cubicBezTo>
                <a:cubicBezTo>
                  <a:pt x="150735" y="82117"/>
                  <a:pt x="150057" y="86643"/>
                  <a:pt x="148700" y="90601"/>
                </a:cubicBezTo>
                <a:cubicBezTo>
                  <a:pt x="147344" y="94558"/>
                  <a:pt x="145472" y="97865"/>
                  <a:pt x="143084" y="100521"/>
                </a:cubicBezTo>
                <a:cubicBezTo>
                  <a:pt x="140697" y="103177"/>
                  <a:pt x="137902" y="105210"/>
                  <a:pt x="134701" y="106619"/>
                </a:cubicBezTo>
                <a:cubicBezTo>
                  <a:pt x="131501" y="108028"/>
                  <a:pt x="128109" y="108733"/>
                  <a:pt x="124528" y="108733"/>
                </a:cubicBezTo>
                <a:cubicBezTo>
                  <a:pt x="120946" y="108733"/>
                  <a:pt x="117555" y="108028"/>
                  <a:pt x="114354" y="106619"/>
                </a:cubicBezTo>
                <a:cubicBezTo>
                  <a:pt x="111153" y="105210"/>
                  <a:pt x="108359" y="103177"/>
                  <a:pt x="105971" y="100521"/>
                </a:cubicBezTo>
                <a:cubicBezTo>
                  <a:pt x="103583" y="97865"/>
                  <a:pt x="101711" y="94558"/>
                  <a:pt x="100355" y="90601"/>
                </a:cubicBezTo>
                <a:cubicBezTo>
                  <a:pt x="98999" y="86643"/>
                  <a:pt x="98321" y="82117"/>
                  <a:pt x="98321" y="77022"/>
                </a:cubicBezTo>
                <a:moveTo>
                  <a:pt x="83668" y="77024"/>
                </a:moveTo>
                <a:cubicBezTo>
                  <a:pt x="83668" y="83209"/>
                  <a:pt x="84536" y="88961"/>
                  <a:pt x="86271" y="94279"/>
                </a:cubicBezTo>
                <a:cubicBezTo>
                  <a:pt x="88008" y="99597"/>
                  <a:pt x="90613" y="104236"/>
                  <a:pt x="94086" y="108199"/>
                </a:cubicBezTo>
                <a:cubicBezTo>
                  <a:pt x="97558" y="112160"/>
                  <a:pt x="101844" y="115253"/>
                  <a:pt x="106944" y="117479"/>
                </a:cubicBezTo>
                <a:cubicBezTo>
                  <a:pt x="112046" y="119702"/>
                  <a:pt x="117907" y="120814"/>
                  <a:pt x="124528" y="120814"/>
                </a:cubicBezTo>
                <a:cubicBezTo>
                  <a:pt x="131256" y="120814"/>
                  <a:pt x="137142" y="119702"/>
                  <a:pt x="142188" y="117479"/>
                </a:cubicBezTo>
                <a:cubicBezTo>
                  <a:pt x="147235" y="115253"/>
                  <a:pt x="151495" y="112160"/>
                  <a:pt x="154967" y="108199"/>
                </a:cubicBezTo>
                <a:cubicBezTo>
                  <a:pt x="158440" y="104236"/>
                  <a:pt x="161044" y="99597"/>
                  <a:pt x="162779" y="94279"/>
                </a:cubicBezTo>
                <a:cubicBezTo>
                  <a:pt x="164516" y="88961"/>
                  <a:pt x="165384" y="83209"/>
                  <a:pt x="165384" y="77024"/>
                </a:cubicBezTo>
                <a:cubicBezTo>
                  <a:pt x="165384" y="70838"/>
                  <a:pt x="164516" y="65059"/>
                  <a:pt x="162779" y="59687"/>
                </a:cubicBezTo>
                <a:cubicBezTo>
                  <a:pt x="161044" y="54313"/>
                  <a:pt x="158440" y="49646"/>
                  <a:pt x="154967" y="45685"/>
                </a:cubicBezTo>
                <a:cubicBezTo>
                  <a:pt x="151495" y="41725"/>
                  <a:pt x="147235" y="38605"/>
                  <a:pt x="142188" y="36326"/>
                </a:cubicBezTo>
                <a:cubicBezTo>
                  <a:pt x="137142" y="34046"/>
                  <a:pt x="131256" y="32906"/>
                  <a:pt x="124528" y="32906"/>
                </a:cubicBezTo>
                <a:cubicBezTo>
                  <a:pt x="117907" y="32906"/>
                  <a:pt x="112046" y="34046"/>
                  <a:pt x="106944" y="36326"/>
                </a:cubicBezTo>
                <a:cubicBezTo>
                  <a:pt x="101844" y="38605"/>
                  <a:pt x="97558" y="41725"/>
                  <a:pt x="94086" y="45685"/>
                </a:cubicBezTo>
                <a:cubicBezTo>
                  <a:pt x="90613" y="49646"/>
                  <a:pt x="88008" y="54313"/>
                  <a:pt x="86271" y="59687"/>
                </a:cubicBezTo>
                <a:cubicBezTo>
                  <a:pt x="84536" y="65059"/>
                  <a:pt x="83668" y="70838"/>
                  <a:pt x="83668" y="77024"/>
                </a:cubicBezTo>
                <a:close/>
                <a:moveTo>
                  <a:pt x="254263" y="111885"/>
                </a:moveTo>
                <a:lnTo>
                  <a:pt x="254263" y="34861"/>
                </a:lnTo>
                <a:lnTo>
                  <a:pt x="241240" y="34861"/>
                </a:lnTo>
                <a:lnTo>
                  <a:pt x="241240" y="46910"/>
                </a:lnTo>
                <a:lnTo>
                  <a:pt x="241079" y="46910"/>
                </a:lnTo>
                <a:cubicBezTo>
                  <a:pt x="238583" y="42242"/>
                  <a:pt x="235111" y="38741"/>
                  <a:pt x="230661" y="36408"/>
                </a:cubicBezTo>
                <a:cubicBezTo>
                  <a:pt x="226212" y="34073"/>
                  <a:pt x="221328" y="32906"/>
                  <a:pt x="216009" y="32906"/>
                </a:cubicBezTo>
                <a:cubicBezTo>
                  <a:pt x="208738" y="32906"/>
                  <a:pt x="202606" y="34290"/>
                  <a:pt x="197614" y="37059"/>
                </a:cubicBezTo>
                <a:cubicBezTo>
                  <a:pt x="192623" y="39826"/>
                  <a:pt x="188608" y="43354"/>
                  <a:pt x="185570" y="47643"/>
                </a:cubicBezTo>
                <a:cubicBezTo>
                  <a:pt x="182531" y="51931"/>
                  <a:pt x="180360" y="56709"/>
                  <a:pt x="179057" y="61974"/>
                </a:cubicBezTo>
                <a:cubicBezTo>
                  <a:pt x="177755" y="67239"/>
                  <a:pt x="177105" y="72367"/>
                  <a:pt x="177105" y="77359"/>
                </a:cubicBezTo>
                <a:cubicBezTo>
                  <a:pt x="177105" y="83114"/>
                  <a:pt x="177891" y="88569"/>
                  <a:pt x="179464" y="93726"/>
                </a:cubicBezTo>
                <a:cubicBezTo>
                  <a:pt x="181039" y="98882"/>
                  <a:pt x="183400" y="103388"/>
                  <a:pt x="186546" y="107243"/>
                </a:cubicBezTo>
                <a:cubicBezTo>
                  <a:pt x="189694" y="111096"/>
                  <a:pt x="193601" y="114163"/>
                  <a:pt x="198267" y="116443"/>
                </a:cubicBezTo>
                <a:cubicBezTo>
                  <a:pt x="202933" y="118721"/>
                  <a:pt x="208414" y="119861"/>
                  <a:pt x="214708" y="119861"/>
                </a:cubicBezTo>
                <a:cubicBezTo>
                  <a:pt x="220132" y="119861"/>
                  <a:pt x="225259" y="118640"/>
                  <a:pt x="230088" y="116199"/>
                </a:cubicBezTo>
                <a:cubicBezTo>
                  <a:pt x="234918" y="113757"/>
                  <a:pt x="238527" y="109931"/>
                  <a:pt x="240915" y="104722"/>
                </a:cubicBezTo>
                <a:lnTo>
                  <a:pt x="241240" y="104722"/>
                </a:lnTo>
                <a:lnTo>
                  <a:pt x="241240" y="110256"/>
                </a:lnTo>
                <a:cubicBezTo>
                  <a:pt x="241240" y="114922"/>
                  <a:pt x="240779" y="119206"/>
                  <a:pt x="239857" y="123107"/>
                </a:cubicBezTo>
                <a:cubicBezTo>
                  <a:pt x="238934" y="127008"/>
                  <a:pt x="237442" y="130340"/>
                  <a:pt x="235381" y="133102"/>
                </a:cubicBezTo>
                <a:cubicBezTo>
                  <a:pt x="233319" y="135864"/>
                  <a:pt x="230714" y="138030"/>
                  <a:pt x="227567" y="139600"/>
                </a:cubicBezTo>
                <a:cubicBezTo>
                  <a:pt x="224420" y="141171"/>
                  <a:pt x="220568" y="141957"/>
                  <a:pt x="216009" y="141957"/>
                </a:cubicBezTo>
                <a:cubicBezTo>
                  <a:pt x="213731" y="141957"/>
                  <a:pt x="211344" y="141713"/>
                  <a:pt x="208848" y="141224"/>
                </a:cubicBezTo>
                <a:cubicBezTo>
                  <a:pt x="206353" y="140736"/>
                  <a:pt x="204047" y="139948"/>
                  <a:pt x="201931" y="138862"/>
                </a:cubicBezTo>
                <a:cubicBezTo>
                  <a:pt x="199814" y="137777"/>
                  <a:pt x="198024" y="136367"/>
                  <a:pt x="196558" y="134630"/>
                </a:cubicBezTo>
                <a:cubicBezTo>
                  <a:pt x="195094" y="132894"/>
                  <a:pt x="194308" y="130779"/>
                  <a:pt x="194199" y="128283"/>
                </a:cubicBezTo>
                <a:lnTo>
                  <a:pt x="180361" y="128283"/>
                </a:lnTo>
                <a:cubicBezTo>
                  <a:pt x="180578" y="132840"/>
                  <a:pt x="181771" y="136694"/>
                  <a:pt x="183940" y="139846"/>
                </a:cubicBezTo>
                <a:cubicBezTo>
                  <a:pt x="186111" y="142998"/>
                  <a:pt x="188852" y="145557"/>
                  <a:pt x="192162" y="147521"/>
                </a:cubicBezTo>
                <a:cubicBezTo>
                  <a:pt x="195472" y="149485"/>
                  <a:pt x="199161" y="150903"/>
                  <a:pt x="203230" y="151776"/>
                </a:cubicBezTo>
                <a:cubicBezTo>
                  <a:pt x="207300" y="152648"/>
                  <a:pt x="211289" y="153085"/>
                  <a:pt x="215197" y="153085"/>
                </a:cubicBezTo>
                <a:cubicBezTo>
                  <a:pt x="228653" y="153085"/>
                  <a:pt x="238528" y="149664"/>
                  <a:pt x="244822" y="142824"/>
                </a:cubicBezTo>
                <a:cubicBezTo>
                  <a:pt x="251116" y="135985"/>
                  <a:pt x="254263" y="125672"/>
                  <a:pt x="254263" y="111885"/>
                </a:cubicBezTo>
                <a:moveTo>
                  <a:pt x="215522" y="107779"/>
                </a:moveTo>
                <a:cubicBezTo>
                  <a:pt x="210964" y="107779"/>
                  <a:pt x="207165" y="106830"/>
                  <a:pt x="204126" y="104933"/>
                </a:cubicBezTo>
                <a:cubicBezTo>
                  <a:pt x="201090" y="103035"/>
                  <a:pt x="198648" y="100540"/>
                  <a:pt x="196802" y="97449"/>
                </a:cubicBezTo>
                <a:cubicBezTo>
                  <a:pt x="194957" y="94357"/>
                  <a:pt x="193655" y="90914"/>
                  <a:pt x="192894" y="87118"/>
                </a:cubicBezTo>
                <a:cubicBezTo>
                  <a:pt x="192136" y="83323"/>
                  <a:pt x="191757" y="79527"/>
                  <a:pt x="191757" y="75730"/>
                </a:cubicBezTo>
                <a:cubicBezTo>
                  <a:pt x="191757" y="71718"/>
                  <a:pt x="192218" y="67868"/>
                  <a:pt x="193140" y="64180"/>
                </a:cubicBezTo>
                <a:cubicBezTo>
                  <a:pt x="194063" y="60492"/>
                  <a:pt x="195527" y="57239"/>
                  <a:pt x="197534" y="54419"/>
                </a:cubicBezTo>
                <a:cubicBezTo>
                  <a:pt x="199543" y="51599"/>
                  <a:pt x="202120" y="49348"/>
                  <a:pt x="205267" y="47668"/>
                </a:cubicBezTo>
                <a:cubicBezTo>
                  <a:pt x="208414" y="45987"/>
                  <a:pt x="212213" y="45146"/>
                  <a:pt x="216662" y="45146"/>
                </a:cubicBezTo>
                <a:cubicBezTo>
                  <a:pt x="221003" y="45146"/>
                  <a:pt x="224692" y="46014"/>
                  <a:pt x="227730" y="47749"/>
                </a:cubicBezTo>
                <a:cubicBezTo>
                  <a:pt x="230769" y="49485"/>
                  <a:pt x="233237" y="51790"/>
                  <a:pt x="235135" y="54665"/>
                </a:cubicBezTo>
                <a:cubicBezTo>
                  <a:pt x="237034" y="57538"/>
                  <a:pt x="238418" y="60764"/>
                  <a:pt x="239285" y="64344"/>
                </a:cubicBezTo>
                <a:cubicBezTo>
                  <a:pt x="240155" y="67922"/>
                  <a:pt x="240589" y="71556"/>
                  <a:pt x="240589" y="75243"/>
                </a:cubicBezTo>
                <a:cubicBezTo>
                  <a:pt x="240589" y="79148"/>
                  <a:pt x="240128" y="83052"/>
                  <a:pt x="239206" y="86957"/>
                </a:cubicBezTo>
                <a:cubicBezTo>
                  <a:pt x="238284" y="90860"/>
                  <a:pt x="236845" y="94357"/>
                  <a:pt x="234891" y="97449"/>
                </a:cubicBezTo>
                <a:cubicBezTo>
                  <a:pt x="232939" y="100540"/>
                  <a:pt x="230362" y="103035"/>
                  <a:pt x="227159" y="104933"/>
                </a:cubicBezTo>
                <a:cubicBezTo>
                  <a:pt x="223958" y="106830"/>
                  <a:pt x="220079" y="107779"/>
                  <a:pt x="215522" y="107779"/>
                </a:cubicBezTo>
                <a:close/>
                <a:moveTo>
                  <a:pt x="389860" y="36801"/>
                </a:moveTo>
                <a:lnTo>
                  <a:pt x="404510" y="36801"/>
                </a:lnTo>
                <a:cubicBezTo>
                  <a:pt x="404293" y="30399"/>
                  <a:pt x="403072" y="24892"/>
                  <a:pt x="400846" y="20281"/>
                </a:cubicBezTo>
                <a:cubicBezTo>
                  <a:pt x="398622" y="15667"/>
                  <a:pt x="395584" y="11840"/>
                  <a:pt x="391731" y="8800"/>
                </a:cubicBezTo>
                <a:cubicBezTo>
                  <a:pt x="387879" y="5758"/>
                  <a:pt x="383403" y="3531"/>
                  <a:pt x="378303" y="2119"/>
                </a:cubicBezTo>
                <a:cubicBezTo>
                  <a:pt x="373203" y="706"/>
                  <a:pt x="367668" y="0"/>
                  <a:pt x="361698" y="0"/>
                </a:cubicBezTo>
                <a:cubicBezTo>
                  <a:pt x="356381" y="0"/>
                  <a:pt x="351199" y="678"/>
                  <a:pt x="346152" y="2034"/>
                </a:cubicBezTo>
                <a:cubicBezTo>
                  <a:pt x="341106" y="3390"/>
                  <a:pt x="336603" y="5453"/>
                  <a:pt x="332642" y="8222"/>
                </a:cubicBezTo>
                <a:cubicBezTo>
                  <a:pt x="328683" y="10989"/>
                  <a:pt x="325509" y="14516"/>
                  <a:pt x="323122" y="18803"/>
                </a:cubicBezTo>
                <a:cubicBezTo>
                  <a:pt x="320734" y="23088"/>
                  <a:pt x="319540" y="28160"/>
                  <a:pt x="319540" y="34019"/>
                </a:cubicBezTo>
                <a:cubicBezTo>
                  <a:pt x="319540" y="39336"/>
                  <a:pt x="320598" y="43758"/>
                  <a:pt x="322714" y="47285"/>
                </a:cubicBezTo>
                <a:cubicBezTo>
                  <a:pt x="324831" y="50812"/>
                  <a:pt x="327652" y="53688"/>
                  <a:pt x="331179" y="55914"/>
                </a:cubicBezTo>
                <a:cubicBezTo>
                  <a:pt x="334706" y="58138"/>
                  <a:pt x="338695" y="59928"/>
                  <a:pt x="343144" y="61284"/>
                </a:cubicBezTo>
                <a:cubicBezTo>
                  <a:pt x="347593" y="62640"/>
                  <a:pt x="352124" y="63834"/>
                  <a:pt x="356736" y="64866"/>
                </a:cubicBezTo>
                <a:cubicBezTo>
                  <a:pt x="361347" y="65896"/>
                  <a:pt x="365878" y="66899"/>
                  <a:pt x="370327" y="67876"/>
                </a:cubicBezTo>
                <a:cubicBezTo>
                  <a:pt x="374777" y="68853"/>
                  <a:pt x="378765" y="70128"/>
                  <a:pt x="382292" y="71701"/>
                </a:cubicBezTo>
                <a:cubicBezTo>
                  <a:pt x="385819" y="73274"/>
                  <a:pt x="388641" y="75309"/>
                  <a:pt x="390757" y="77807"/>
                </a:cubicBezTo>
                <a:cubicBezTo>
                  <a:pt x="392873" y="80302"/>
                  <a:pt x="393931" y="83557"/>
                  <a:pt x="393931" y="87573"/>
                </a:cubicBezTo>
                <a:cubicBezTo>
                  <a:pt x="393931" y="91806"/>
                  <a:pt x="393063" y="95278"/>
                  <a:pt x="391326" y="97990"/>
                </a:cubicBezTo>
                <a:cubicBezTo>
                  <a:pt x="389590" y="100703"/>
                  <a:pt x="387312" y="102846"/>
                  <a:pt x="384490" y="104421"/>
                </a:cubicBezTo>
                <a:cubicBezTo>
                  <a:pt x="381668" y="105994"/>
                  <a:pt x="378494" y="107106"/>
                  <a:pt x="374967" y="107757"/>
                </a:cubicBezTo>
                <a:cubicBezTo>
                  <a:pt x="371440" y="108408"/>
                  <a:pt x="367940" y="108733"/>
                  <a:pt x="364468" y="108733"/>
                </a:cubicBezTo>
                <a:cubicBezTo>
                  <a:pt x="360126" y="108733"/>
                  <a:pt x="355893" y="108191"/>
                  <a:pt x="351768" y="107106"/>
                </a:cubicBezTo>
                <a:cubicBezTo>
                  <a:pt x="347645" y="106021"/>
                  <a:pt x="344036" y="104340"/>
                  <a:pt x="340943" y="102061"/>
                </a:cubicBezTo>
                <a:cubicBezTo>
                  <a:pt x="337852" y="99781"/>
                  <a:pt x="335356" y="96878"/>
                  <a:pt x="333457" y="93350"/>
                </a:cubicBezTo>
                <a:cubicBezTo>
                  <a:pt x="331558" y="89823"/>
                  <a:pt x="330608" y="85618"/>
                  <a:pt x="330608" y="80735"/>
                </a:cubicBezTo>
                <a:lnTo>
                  <a:pt x="315958" y="80735"/>
                </a:lnTo>
                <a:cubicBezTo>
                  <a:pt x="315958" y="87789"/>
                  <a:pt x="317233" y="93894"/>
                  <a:pt x="319783" y="99048"/>
                </a:cubicBezTo>
                <a:cubicBezTo>
                  <a:pt x="322333" y="104203"/>
                  <a:pt x="325806" y="108437"/>
                  <a:pt x="330201" y="111751"/>
                </a:cubicBezTo>
                <a:cubicBezTo>
                  <a:pt x="334595" y="115063"/>
                  <a:pt x="339696" y="117533"/>
                  <a:pt x="345501" y="119163"/>
                </a:cubicBezTo>
                <a:cubicBezTo>
                  <a:pt x="351308" y="120794"/>
                  <a:pt x="357467" y="121609"/>
                  <a:pt x="363978" y="121609"/>
                </a:cubicBezTo>
                <a:cubicBezTo>
                  <a:pt x="369296" y="121609"/>
                  <a:pt x="374640" y="120985"/>
                  <a:pt x="380012" y="119736"/>
                </a:cubicBezTo>
                <a:cubicBezTo>
                  <a:pt x="385383" y="118490"/>
                  <a:pt x="390239" y="116483"/>
                  <a:pt x="394579" y="113716"/>
                </a:cubicBezTo>
                <a:cubicBezTo>
                  <a:pt x="398921" y="110947"/>
                  <a:pt x="402476" y="107365"/>
                  <a:pt x="405243" y="102970"/>
                </a:cubicBezTo>
                <a:cubicBezTo>
                  <a:pt x="408010" y="98576"/>
                  <a:pt x="409393" y="93286"/>
                  <a:pt x="409393" y="87101"/>
                </a:cubicBezTo>
                <a:cubicBezTo>
                  <a:pt x="409393" y="81349"/>
                  <a:pt x="408335" y="76574"/>
                  <a:pt x="406219" y="72777"/>
                </a:cubicBezTo>
                <a:cubicBezTo>
                  <a:pt x="404103" y="68978"/>
                  <a:pt x="401281" y="65831"/>
                  <a:pt x="397754" y="63336"/>
                </a:cubicBezTo>
                <a:cubicBezTo>
                  <a:pt x="394227" y="60839"/>
                  <a:pt x="390239" y="58858"/>
                  <a:pt x="385789" y="57394"/>
                </a:cubicBezTo>
                <a:cubicBezTo>
                  <a:pt x="381341" y="55929"/>
                  <a:pt x="376811" y="54654"/>
                  <a:pt x="372198" y="53569"/>
                </a:cubicBezTo>
                <a:cubicBezTo>
                  <a:pt x="367586" y="52483"/>
                  <a:pt x="363055" y="51479"/>
                  <a:pt x="358606" y="50556"/>
                </a:cubicBezTo>
                <a:cubicBezTo>
                  <a:pt x="354158" y="49634"/>
                  <a:pt x="350171" y="48467"/>
                  <a:pt x="346644" y="47057"/>
                </a:cubicBezTo>
                <a:cubicBezTo>
                  <a:pt x="343117" y="45646"/>
                  <a:pt x="340295" y="43828"/>
                  <a:pt x="338179" y="41604"/>
                </a:cubicBezTo>
                <a:cubicBezTo>
                  <a:pt x="336062" y="39379"/>
                  <a:pt x="335004" y="36475"/>
                  <a:pt x="335004" y="32894"/>
                </a:cubicBezTo>
                <a:cubicBezTo>
                  <a:pt x="335004" y="29097"/>
                  <a:pt x="335736" y="25923"/>
                  <a:pt x="337200" y="23373"/>
                </a:cubicBezTo>
                <a:cubicBezTo>
                  <a:pt x="338666" y="20821"/>
                  <a:pt x="340619" y="18786"/>
                  <a:pt x="343059" y="17268"/>
                </a:cubicBezTo>
                <a:cubicBezTo>
                  <a:pt x="345502" y="15748"/>
                  <a:pt x="348296" y="14662"/>
                  <a:pt x="351442" y="14011"/>
                </a:cubicBezTo>
                <a:cubicBezTo>
                  <a:pt x="354590" y="13361"/>
                  <a:pt x="357792" y="13035"/>
                  <a:pt x="361048" y="13035"/>
                </a:cubicBezTo>
                <a:cubicBezTo>
                  <a:pt x="369079" y="13035"/>
                  <a:pt x="375672" y="14907"/>
                  <a:pt x="380826" y="18651"/>
                </a:cubicBezTo>
                <a:cubicBezTo>
                  <a:pt x="385981" y="22395"/>
                  <a:pt x="388992" y="28445"/>
                  <a:pt x="389860" y="36801"/>
                </a:cubicBezTo>
                <a:close/>
                <a:moveTo>
                  <a:pt x="445045" y="34814"/>
                </a:moveTo>
                <a:lnTo>
                  <a:pt x="445045" y="9697"/>
                </a:lnTo>
                <a:lnTo>
                  <a:pt x="431208" y="9697"/>
                </a:lnTo>
                <a:lnTo>
                  <a:pt x="431208" y="34814"/>
                </a:lnTo>
                <a:lnTo>
                  <a:pt x="416883" y="34814"/>
                </a:lnTo>
                <a:lnTo>
                  <a:pt x="416883" y="47054"/>
                </a:lnTo>
                <a:lnTo>
                  <a:pt x="431208" y="47054"/>
                </a:lnTo>
                <a:lnTo>
                  <a:pt x="431208" y="100655"/>
                </a:lnTo>
                <a:cubicBezTo>
                  <a:pt x="431208" y="104565"/>
                  <a:pt x="431588" y="107715"/>
                  <a:pt x="432348" y="110104"/>
                </a:cubicBezTo>
                <a:cubicBezTo>
                  <a:pt x="433108" y="112493"/>
                  <a:pt x="434274" y="114341"/>
                  <a:pt x="435847" y="115645"/>
                </a:cubicBezTo>
                <a:cubicBezTo>
                  <a:pt x="437421" y="116949"/>
                  <a:pt x="439482" y="117845"/>
                  <a:pt x="442032" y="118333"/>
                </a:cubicBezTo>
                <a:cubicBezTo>
                  <a:pt x="444582" y="118822"/>
                  <a:pt x="447648" y="119066"/>
                  <a:pt x="451230" y="119066"/>
                </a:cubicBezTo>
                <a:lnTo>
                  <a:pt x="461811" y="119066"/>
                </a:lnTo>
                <a:lnTo>
                  <a:pt x="461811" y="106825"/>
                </a:lnTo>
                <a:lnTo>
                  <a:pt x="455462" y="106825"/>
                </a:lnTo>
                <a:cubicBezTo>
                  <a:pt x="453292" y="106825"/>
                  <a:pt x="451528" y="106744"/>
                  <a:pt x="450172" y="106582"/>
                </a:cubicBezTo>
                <a:cubicBezTo>
                  <a:pt x="448816" y="106418"/>
                  <a:pt x="447757" y="106065"/>
                  <a:pt x="446997" y="105524"/>
                </a:cubicBezTo>
                <a:cubicBezTo>
                  <a:pt x="446239" y="104981"/>
                  <a:pt x="445724" y="104221"/>
                  <a:pt x="445452" y="103244"/>
                </a:cubicBezTo>
                <a:cubicBezTo>
                  <a:pt x="445181" y="102265"/>
                  <a:pt x="445045" y="100962"/>
                  <a:pt x="445045" y="99334"/>
                </a:cubicBezTo>
                <a:lnTo>
                  <a:pt x="445045" y="47054"/>
                </a:lnTo>
                <a:lnTo>
                  <a:pt x="461811" y="47054"/>
                </a:lnTo>
                <a:lnTo>
                  <a:pt x="461811" y="34814"/>
                </a:lnTo>
                <a:lnTo>
                  <a:pt x="445045" y="34814"/>
                </a:lnTo>
                <a:close/>
                <a:moveTo>
                  <a:pt x="487205" y="77022"/>
                </a:moveTo>
                <a:cubicBezTo>
                  <a:pt x="487205" y="71925"/>
                  <a:pt x="487883" y="67398"/>
                  <a:pt x="489240" y="63442"/>
                </a:cubicBezTo>
                <a:cubicBezTo>
                  <a:pt x="490596" y="59485"/>
                  <a:pt x="492468" y="56151"/>
                  <a:pt x="494855" y="53440"/>
                </a:cubicBezTo>
                <a:cubicBezTo>
                  <a:pt x="497243" y="50729"/>
                  <a:pt x="500038" y="48669"/>
                  <a:pt x="503238" y="47260"/>
                </a:cubicBezTo>
                <a:cubicBezTo>
                  <a:pt x="506439" y="45851"/>
                  <a:pt x="509831" y="45146"/>
                  <a:pt x="513412" y="45146"/>
                </a:cubicBezTo>
                <a:cubicBezTo>
                  <a:pt x="516994" y="45146"/>
                  <a:pt x="520385" y="45851"/>
                  <a:pt x="523586" y="47260"/>
                </a:cubicBezTo>
                <a:cubicBezTo>
                  <a:pt x="526787" y="48669"/>
                  <a:pt x="529581" y="50729"/>
                  <a:pt x="531969" y="53440"/>
                </a:cubicBezTo>
                <a:cubicBezTo>
                  <a:pt x="534357" y="56151"/>
                  <a:pt x="536229" y="59485"/>
                  <a:pt x="537585" y="63442"/>
                </a:cubicBezTo>
                <a:cubicBezTo>
                  <a:pt x="538941" y="67398"/>
                  <a:pt x="539619" y="71925"/>
                  <a:pt x="539619" y="77022"/>
                </a:cubicBezTo>
                <a:cubicBezTo>
                  <a:pt x="539619" y="82117"/>
                  <a:pt x="538941" y="86643"/>
                  <a:pt x="537585" y="90601"/>
                </a:cubicBezTo>
                <a:cubicBezTo>
                  <a:pt x="536229" y="94558"/>
                  <a:pt x="534357" y="97865"/>
                  <a:pt x="531969" y="100521"/>
                </a:cubicBezTo>
                <a:cubicBezTo>
                  <a:pt x="529581" y="103177"/>
                  <a:pt x="526787" y="105210"/>
                  <a:pt x="523586" y="106619"/>
                </a:cubicBezTo>
                <a:cubicBezTo>
                  <a:pt x="520385" y="108028"/>
                  <a:pt x="516994" y="108733"/>
                  <a:pt x="513412" y="108733"/>
                </a:cubicBezTo>
                <a:cubicBezTo>
                  <a:pt x="509831" y="108733"/>
                  <a:pt x="506439" y="108028"/>
                  <a:pt x="503238" y="106619"/>
                </a:cubicBezTo>
                <a:cubicBezTo>
                  <a:pt x="500038" y="105210"/>
                  <a:pt x="497243" y="103177"/>
                  <a:pt x="494855" y="100521"/>
                </a:cubicBezTo>
                <a:cubicBezTo>
                  <a:pt x="492468" y="97865"/>
                  <a:pt x="490596" y="94558"/>
                  <a:pt x="489240" y="90601"/>
                </a:cubicBezTo>
                <a:cubicBezTo>
                  <a:pt x="487883" y="86643"/>
                  <a:pt x="487205" y="82117"/>
                  <a:pt x="487205" y="77022"/>
                </a:cubicBezTo>
                <a:moveTo>
                  <a:pt x="472553" y="77024"/>
                </a:moveTo>
                <a:cubicBezTo>
                  <a:pt x="472553" y="83209"/>
                  <a:pt x="473421" y="88961"/>
                  <a:pt x="475156" y="94279"/>
                </a:cubicBezTo>
                <a:cubicBezTo>
                  <a:pt x="476893" y="99597"/>
                  <a:pt x="479498" y="104236"/>
                  <a:pt x="482970" y="108199"/>
                </a:cubicBezTo>
                <a:cubicBezTo>
                  <a:pt x="486443" y="112160"/>
                  <a:pt x="490729" y="115253"/>
                  <a:pt x="495829" y="117479"/>
                </a:cubicBezTo>
                <a:cubicBezTo>
                  <a:pt x="500931" y="119702"/>
                  <a:pt x="506792" y="120814"/>
                  <a:pt x="513412" y="120814"/>
                </a:cubicBezTo>
                <a:cubicBezTo>
                  <a:pt x="520140" y="120814"/>
                  <a:pt x="526027" y="119702"/>
                  <a:pt x="531072" y="117479"/>
                </a:cubicBezTo>
                <a:cubicBezTo>
                  <a:pt x="536120" y="115253"/>
                  <a:pt x="540379" y="112160"/>
                  <a:pt x="543852" y="108199"/>
                </a:cubicBezTo>
                <a:cubicBezTo>
                  <a:pt x="547324" y="104236"/>
                  <a:pt x="549928" y="99597"/>
                  <a:pt x="551664" y="94279"/>
                </a:cubicBezTo>
                <a:cubicBezTo>
                  <a:pt x="553401" y="88961"/>
                  <a:pt x="554269" y="83209"/>
                  <a:pt x="554269" y="77024"/>
                </a:cubicBezTo>
                <a:cubicBezTo>
                  <a:pt x="554269" y="70838"/>
                  <a:pt x="553401" y="65059"/>
                  <a:pt x="551664" y="59687"/>
                </a:cubicBezTo>
                <a:cubicBezTo>
                  <a:pt x="549928" y="54313"/>
                  <a:pt x="547324" y="49646"/>
                  <a:pt x="543852" y="45685"/>
                </a:cubicBezTo>
                <a:cubicBezTo>
                  <a:pt x="540379" y="41725"/>
                  <a:pt x="536120" y="38605"/>
                  <a:pt x="531072" y="36326"/>
                </a:cubicBezTo>
                <a:cubicBezTo>
                  <a:pt x="526027" y="34046"/>
                  <a:pt x="520140" y="32906"/>
                  <a:pt x="513412" y="32906"/>
                </a:cubicBezTo>
                <a:cubicBezTo>
                  <a:pt x="506792" y="32906"/>
                  <a:pt x="500931" y="34046"/>
                  <a:pt x="495829" y="36326"/>
                </a:cubicBezTo>
                <a:cubicBezTo>
                  <a:pt x="490729" y="38605"/>
                  <a:pt x="486443" y="41725"/>
                  <a:pt x="482970" y="45685"/>
                </a:cubicBezTo>
                <a:cubicBezTo>
                  <a:pt x="479498" y="49646"/>
                  <a:pt x="476893" y="54313"/>
                  <a:pt x="475156" y="59687"/>
                </a:cubicBezTo>
                <a:cubicBezTo>
                  <a:pt x="473421" y="65059"/>
                  <a:pt x="472553" y="70838"/>
                  <a:pt x="472553" y="77024"/>
                </a:cubicBezTo>
                <a:close/>
                <a:moveTo>
                  <a:pt x="570061" y="34861"/>
                </a:moveTo>
                <a:lnTo>
                  <a:pt x="570061" y="119066"/>
                </a:lnTo>
                <a:lnTo>
                  <a:pt x="583896" y="119066"/>
                </a:lnTo>
                <a:lnTo>
                  <a:pt x="583896" y="81587"/>
                </a:lnTo>
                <a:cubicBezTo>
                  <a:pt x="583896" y="76156"/>
                  <a:pt x="584438" y="71349"/>
                  <a:pt x="585523" y="67168"/>
                </a:cubicBezTo>
                <a:cubicBezTo>
                  <a:pt x="586609" y="62985"/>
                  <a:pt x="588346" y="59428"/>
                  <a:pt x="590734" y="56495"/>
                </a:cubicBezTo>
                <a:cubicBezTo>
                  <a:pt x="593122" y="53561"/>
                  <a:pt x="596269" y="51334"/>
                  <a:pt x="600175" y="49814"/>
                </a:cubicBezTo>
                <a:cubicBezTo>
                  <a:pt x="604082" y="48292"/>
                  <a:pt x="608802" y="47531"/>
                  <a:pt x="614336" y="47531"/>
                </a:cubicBezTo>
                <a:lnTo>
                  <a:pt x="614336" y="32906"/>
                </a:lnTo>
                <a:cubicBezTo>
                  <a:pt x="606849" y="32689"/>
                  <a:pt x="600664" y="34209"/>
                  <a:pt x="595779" y="37466"/>
                </a:cubicBezTo>
                <a:cubicBezTo>
                  <a:pt x="590896" y="40724"/>
                  <a:pt x="586772" y="45772"/>
                  <a:pt x="583409" y="52613"/>
                </a:cubicBezTo>
                <a:lnTo>
                  <a:pt x="583084" y="52613"/>
                </a:lnTo>
                <a:lnTo>
                  <a:pt x="583084" y="34861"/>
                </a:lnTo>
                <a:lnTo>
                  <a:pt x="570061" y="34861"/>
                </a:lnTo>
                <a:close/>
                <a:moveTo>
                  <a:pt x="699309" y="118698"/>
                </a:moveTo>
                <a:cubicBezTo>
                  <a:pt x="696921" y="120109"/>
                  <a:pt x="693611" y="120814"/>
                  <a:pt x="689379" y="120814"/>
                </a:cubicBezTo>
                <a:cubicBezTo>
                  <a:pt x="685799" y="120814"/>
                  <a:pt x="682950" y="119811"/>
                  <a:pt x="680834" y="117804"/>
                </a:cubicBezTo>
                <a:cubicBezTo>
                  <a:pt x="678718" y="115795"/>
                  <a:pt x="677660" y="112512"/>
                  <a:pt x="677660" y="107953"/>
                </a:cubicBezTo>
                <a:cubicBezTo>
                  <a:pt x="673861" y="112512"/>
                  <a:pt x="669438" y="115795"/>
                  <a:pt x="664391" y="117804"/>
                </a:cubicBezTo>
                <a:cubicBezTo>
                  <a:pt x="659346" y="119811"/>
                  <a:pt x="653893" y="120814"/>
                  <a:pt x="648033" y="120814"/>
                </a:cubicBezTo>
                <a:cubicBezTo>
                  <a:pt x="644234" y="120814"/>
                  <a:pt x="640625" y="120381"/>
                  <a:pt x="637205" y="119513"/>
                </a:cubicBezTo>
                <a:cubicBezTo>
                  <a:pt x="633788" y="118645"/>
                  <a:pt x="630831" y="117289"/>
                  <a:pt x="628336" y="115444"/>
                </a:cubicBezTo>
                <a:cubicBezTo>
                  <a:pt x="625840" y="113600"/>
                  <a:pt x="623860" y="111186"/>
                  <a:pt x="622394" y="108204"/>
                </a:cubicBezTo>
                <a:cubicBezTo>
                  <a:pt x="620929" y="105220"/>
                  <a:pt x="620196" y="101613"/>
                  <a:pt x="620196" y="97382"/>
                </a:cubicBezTo>
                <a:cubicBezTo>
                  <a:pt x="620196" y="92608"/>
                  <a:pt x="621010" y="88702"/>
                  <a:pt x="622638" y="85665"/>
                </a:cubicBezTo>
                <a:cubicBezTo>
                  <a:pt x="624265" y="82629"/>
                  <a:pt x="626408" y="80161"/>
                  <a:pt x="629066" y="78264"/>
                </a:cubicBezTo>
                <a:cubicBezTo>
                  <a:pt x="631725" y="76364"/>
                  <a:pt x="634764" y="74926"/>
                  <a:pt x="638182" y="73949"/>
                </a:cubicBezTo>
                <a:cubicBezTo>
                  <a:pt x="641601" y="72972"/>
                  <a:pt x="645102" y="72158"/>
                  <a:pt x="648683" y="71508"/>
                </a:cubicBezTo>
                <a:cubicBezTo>
                  <a:pt x="652482" y="70749"/>
                  <a:pt x="656090" y="70180"/>
                  <a:pt x="659508" y="69801"/>
                </a:cubicBezTo>
                <a:cubicBezTo>
                  <a:pt x="662926" y="69420"/>
                  <a:pt x="665937" y="68877"/>
                  <a:pt x="668542" y="68172"/>
                </a:cubicBezTo>
                <a:cubicBezTo>
                  <a:pt x="671146" y="67466"/>
                  <a:pt x="673208" y="66436"/>
                  <a:pt x="674726" y="65082"/>
                </a:cubicBezTo>
                <a:cubicBezTo>
                  <a:pt x="676247" y="63726"/>
                  <a:pt x="677007" y="61745"/>
                  <a:pt x="677007" y="59140"/>
                </a:cubicBezTo>
                <a:cubicBezTo>
                  <a:pt x="677007" y="56104"/>
                  <a:pt x="676437" y="53663"/>
                  <a:pt x="675298" y="51818"/>
                </a:cubicBezTo>
                <a:cubicBezTo>
                  <a:pt x="674158" y="49973"/>
                  <a:pt x="672693" y="48563"/>
                  <a:pt x="670901" y="47588"/>
                </a:cubicBezTo>
                <a:cubicBezTo>
                  <a:pt x="669111" y="46611"/>
                  <a:pt x="667104" y="45960"/>
                  <a:pt x="664878" y="45636"/>
                </a:cubicBezTo>
                <a:cubicBezTo>
                  <a:pt x="662654" y="45310"/>
                  <a:pt x="660458" y="45146"/>
                  <a:pt x="658288" y="45146"/>
                </a:cubicBezTo>
                <a:cubicBezTo>
                  <a:pt x="652428" y="45146"/>
                  <a:pt x="647545" y="46255"/>
                  <a:pt x="643639" y="48472"/>
                </a:cubicBezTo>
                <a:cubicBezTo>
                  <a:pt x="639732" y="50690"/>
                  <a:pt x="637616" y="54880"/>
                  <a:pt x="637290" y="61043"/>
                </a:cubicBezTo>
                <a:lnTo>
                  <a:pt x="623452" y="61043"/>
                </a:lnTo>
                <a:cubicBezTo>
                  <a:pt x="623669" y="55839"/>
                  <a:pt x="624754" y="51447"/>
                  <a:pt x="626706" y="47869"/>
                </a:cubicBezTo>
                <a:cubicBezTo>
                  <a:pt x="628660" y="44290"/>
                  <a:pt x="631265" y="41390"/>
                  <a:pt x="634520" y="39168"/>
                </a:cubicBezTo>
                <a:cubicBezTo>
                  <a:pt x="637776" y="36946"/>
                  <a:pt x="641493" y="35347"/>
                  <a:pt x="645670" y="34371"/>
                </a:cubicBezTo>
                <a:cubicBezTo>
                  <a:pt x="649850" y="33395"/>
                  <a:pt x="654327" y="32906"/>
                  <a:pt x="659101" y="32906"/>
                </a:cubicBezTo>
                <a:cubicBezTo>
                  <a:pt x="662899" y="32906"/>
                  <a:pt x="666671" y="33178"/>
                  <a:pt x="670414" y="33721"/>
                </a:cubicBezTo>
                <a:cubicBezTo>
                  <a:pt x="674158" y="34262"/>
                  <a:pt x="677550" y="35374"/>
                  <a:pt x="680588" y="37057"/>
                </a:cubicBezTo>
                <a:cubicBezTo>
                  <a:pt x="683627" y="38737"/>
                  <a:pt x="686069" y="41097"/>
                  <a:pt x="687913" y="44135"/>
                </a:cubicBezTo>
                <a:cubicBezTo>
                  <a:pt x="689758" y="47172"/>
                  <a:pt x="690680" y="51132"/>
                  <a:pt x="690680" y="56013"/>
                </a:cubicBezTo>
                <a:lnTo>
                  <a:pt x="690680" y="99294"/>
                </a:lnTo>
                <a:cubicBezTo>
                  <a:pt x="690680" y="102550"/>
                  <a:pt x="690870" y="104937"/>
                  <a:pt x="691249" y="106455"/>
                </a:cubicBezTo>
                <a:cubicBezTo>
                  <a:pt x="691630" y="107974"/>
                  <a:pt x="692906" y="108733"/>
                  <a:pt x="695077" y="108733"/>
                </a:cubicBezTo>
                <a:cubicBezTo>
                  <a:pt x="696271" y="108733"/>
                  <a:pt x="697681" y="108473"/>
                  <a:pt x="699309" y="107953"/>
                </a:cubicBezTo>
                <a:lnTo>
                  <a:pt x="699309" y="118698"/>
                </a:lnTo>
                <a:moveTo>
                  <a:pt x="676845" y="75559"/>
                </a:moveTo>
                <a:cubicBezTo>
                  <a:pt x="675108" y="76860"/>
                  <a:pt x="672829" y="77809"/>
                  <a:pt x="670007" y="78405"/>
                </a:cubicBezTo>
                <a:cubicBezTo>
                  <a:pt x="667187" y="79001"/>
                  <a:pt x="664231" y="79489"/>
                  <a:pt x="661137" y="79868"/>
                </a:cubicBezTo>
                <a:cubicBezTo>
                  <a:pt x="658044" y="80247"/>
                  <a:pt x="654924" y="80681"/>
                  <a:pt x="651776" y="81170"/>
                </a:cubicBezTo>
                <a:cubicBezTo>
                  <a:pt x="648629" y="81657"/>
                  <a:pt x="645809" y="82442"/>
                  <a:pt x="643313" y="83527"/>
                </a:cubicBezTo>
                <a:cubicBezTo>
                  <a:pt x="640818" y="84611"/>
                  <a:pt x="638783" y="86156"/>
                  <a:pt x="637208" y="88162"/>
                </a:cubicBezTo>
                <a:cubicBezTo>
                  <a:pt x="635635" y="90167"/>
                  <a:pt x="634848" y="92904"/>
                  <a:pt x="634848" y="96373"/>
                </a:cubicBezTo>
                <a:cubicBezTo>
                  <a:pt x="634848" y="98650"/>
                  <a:pt x="635309" y="100575"/>
                  <a:pt x="636232" y="102148"/>
                </a:cubicBezTo>
                <a:cubicBezTo>
                  <a:pt x="637154" y="103720"/>
                  <a:pt x="638348" y="104993"/>
                  <a:pt x="639813" y="105968"/>
                </a:cubicBezTo>
                <a:cubicBezTo>
                  <a:pt x="641279" y="106944"/>
                  <a:pt x="642988" y="107648"/>
                  <a:pt x="644940" y="108082"/>
                </a:cubicBezTo>
                <a:cubicBezTo>
                  <a:pt x="646894" y="108516"/>
                  <a:pt x="648956" y="108733"/>
                  <a:pt x="651125" y="108733"/>
                </a:cubicBezTo>
                <a:cubicBezTo>
                  <a:pt x="655684" y="108733"/>
                  <a:pt x="659591" y="108109"/>
                  <a:pt x="662846" y="106863"/>
                </a:cubicBezTo>
                <a:cubicBezTo>
                  <a:pt x="666102" y="105616"/>
                  <a:pt x="668760" y="104044"/>
                  <a:pt x="670822" y="102148"/>
                </a:cubicBezTo>
                <a:cubicBezTo>
                  <a:pt x="672883" y="100251"/>
                  <a:pt x="674403" y="98191"/>
                  <a:pt x="675380" y="95968"/>
                </a:cubicBezTo>
                <a:cubicBezTo>
                  <a:pt x="676357" y="93745"/>
                  <a:pt x="676845" y="91657"/>
                  <a:pt x="676845" y="89707"/>
                </a:cubicBezTo>
                <a:lnTo>
                  <a:pt x="676845" y="75559"/>
                </a:lnTo>
                <a:close/>
                <a:moveTo>
                  <a:pt x="784768" y="111885"/>
                </a:moveTo>
                <a:lnTo>
                  <a:pt x="784768" y="34861"/>
                </a:lnTo>
                <a:lnTo>
                  <a:pt x="771745" y="34861"/>
                </a:lnTo>
                <a:lnTo>
                  <a:pt x="771745" y="46910"/>
                </a:lnTo>
                <a:lnTo>
                  <a:pt x="771584" y="46910"/>
                </a:lnTo>
                <a:cubicBezTo>
                  <a:pt x="769088" y="42242"/>
                  <a:pt x="765616" y="38741"/>
                  <a:pt x="761167" y="36408"/>
                </a:cubicBezTo>
                <a:cubicBezTo>
                  <a:pt x="756717" y="34073"/>
                  <a:pt x="751833" y="32906"/>
                  <a:pt x="746514" y="32906"/>
                </a:cubicBezTo>
                <a:cubicBezTo>
                  <a:pt x="739243" y="32906"/>
                  <a:pt x="733111" y="34290"/>
                  <a:pt x="728119" y="37059"/>
                </a:cubicBezTo>
                <a:cubicBezTo>
                  <a:pt x="723128" y="39826"/>
                  <a:pt x="719113" y="43354"/>
                  <a:pt x="716075" y="47643"/>
                </a:cubicBezTo>
                <a:cubicBezTo>
                  <a:pt x="713036" y="51931"/>
                  <a:pt x="710865" y="56709"/>
                  <a:pt x="709562" y="61974"/>
                </a:cubicBezTo>
                <a:cubicBezTo>
                  <a:pt x="708261" y="67239"/>
                  <a:pt x="707610" y="72367"/>
                  <a:pt x="707610" y="77359"/>
                </a:cubicBezTo>
                <a:cubicBezTo>
                  <a:pt x="707610" y="83114"/>
                  <a:pt x="708396" y="88569"/>
                  <a:pt x="709969" y="93726"/>
                </a:cubicBezTo>
                <a:cubicBezTo>
                  <a:pt x="711544" y="98882"/>
                  <a:pt x="713905" y="103388"/>
                  <a:pt x="717051" y="107243"/>
                </a:cubicBezTo>
                <a:cubicBezTo>
                  <a:pt x="720199" y="111096"/>
                  <a:pt x="724106" y="114163"/>
                  <a:pt x="728772" y="116443"/>
                </a:cubicBezTo>
                <a:cubicBezTo>
                  <a:pt x="733438" y="118721"/>
                  <a:pt x="738919" y="119861"/>
                  <a:pt x="745213" y="119861"/>
                </a:cubicBezTo>
                <a:cubicBezTo>
                  <a:pt x="750637" y="119861"/>
                  <a:pt x="755764" y="118640"/>
                  <a:pt x="760593" y="116199"/>
                </a:cubicBezTo>
                <a:cubicBezTo>
                  <a:pt x="765423" y="113757"/>
                  <a:pt x="769032" y="109931"/>
                  <a:pt x="771420" y="104722"/>
                </a:cubicBezTo>
                <a:lnTo>
                  <a:pt x="771745" y="104722"/>
                </a:lnTo>
                <a:lnTo>
                  <a:pt x="771745" y="110256"/>
                </a:lnTo>
                <a:cubicBezTo>
                  <a:pt x="771745" y="114922"/>
                  <a:pt x="771284" y="119206"/>
                  <a:pt x="770362" y="123107"/>
                </a:cubicBezTo>
                <a:cubicBezTo>
                  <a:pt x="769439" y="127008"/>
                  <a:pt x="767947" y="130340"/>
                  <a:pt x="765886" y="133102"/>
                </a:cubicBezTo>
                <a:cubicBezTo>
                  <a:pt x="763824" y="135864"/>
                  <a:pt x="761220" y="138030"/>
                  <a:pt x="758072" y="139600"/>
                </a:cubicBezTo>
                <a:cubicBezTo>
                  <a:pt x="754925" y="141171"/>
                  <a:pt x="751073" y="141957"/>
                  <a:pt x="746514" y="141957"/>
                </a:cubicBezTo>
                <a:cubicBezTo>
                  <a:pt x="744236" y="141957"/>
                  <a:pt x="741849" y="141713"/>
                  <a:pt x="739353" y="141224"/>
                </a:cubicBezTo>
                <a:cubicBezTo>
                  <a:pt x="736858" y="140736"/>
                  <a:pt x="734552" y="139948"/>
                  <a:pt x="732436" y="138862"/>
                </a:cubicBezTo>
                <a:cubicBezTo>
                  <a:pt x="730320" y="137777"/>
                  <a:pt x="728529" y="136367"/>
                  <a:pt x="727063" y="134630"/>
                </a:cubicBezTo>
                <a:cubicBezTo>
                  <a:pt x="725599" y="132894"/>
                  <a:pt x="724813" y="130779"/>
                  <a:pt x="724704" y="128283"/>
                </a:cubicBezTo>
                <a:lnTo>
                  <a:pt x="710866" y="128283"/>
                </a:lnTo>
                <a:cubicBezTo>
                  <a:pt x="711083" y="132840"/>
                  <a:pt x="712276" y="136694"/>
                  <a:pt x="714445" y="139846"/>
                </a:cubicBezTo>
                <a:cubicBezTo>
                  <a:pt x="716616" y="142998"/>
                  <a:pt x="719357" y="145557"/>
                  <a:pt x="722667" y="147521"/>
                </a:cubicBezTo>
                <a:cubicBezTo>
                  <a:pt x="725977" y="149485"/>
                  <a:pt x="729666" y="150903"/>
                  <a:pt x="733735" y="151776"/>
                </a:cubicBezTo>
                <a:cubicBezTo>
                  <a:pt x="737805" y="152648"/>
                  <a:pt x="741794" y="153085"/>
                  <a:pt x="745702" y="153085"/>
                </a:cubicBezTo>
                <a:cubicBezTo>
                  <a:pt x="759158" y="153085"/>
                  <a:pt x="769033" y="149664"/>
                  <a:pt x="775327" y="142824"/>
                </a:cubicBezTo>
                <a:cubicBezTo>
                  <a:pt x="781621" y="135985"/>
                  <a:pt x="784768" y="125672"/>
                  <a:pt x="784768" y="111885"/>
                </a:cubicBezTo>
                <a:moveTo>
                  <a:pt x="746027" y="107779"/>
                </a:moveTo>
                <a:cubicBezTo>
                  <a:pt x="741469" y="107779"/>
                  <a:pt x="737670" y="106830"/>
                  <a:pt x="734632" y="104933"/>
                </a:cubicBezTo>
                <a:cubicBezTo>
                  <a:pt x="731595" y="103035"/>
                  <a:pt x="729153" y="100540"/>
                  <a:pt x="727307" y="97449"/>
                </a:cubicBezTo>
                <a:cubicBezTo>
                  <a:pt x="725462" y="94357"/>
                  <a:pt x="724160" y="90914"/>
                  <a:pt x="723400" y="87118"/>
                </a:cubicBezTo>
                <a:cubicBezTo>
                  <a:pt x="722641" y="83323"/>
                  <a:pt x="722262" y="79527"/>
                  <a:pt x="722262" y="75730"/>
                </a:cubicBezTo>
                <a:cubicBezTo>
                  <a:pt x="722262" y="71718"/>
                  <a:pt x="722723" y="67868"/>
                  <a:pt x="723646" y="64180"/>
                </a:cubicBezTo>
                <a:cubicBezTo>
                  <a:pt x="724568" y="60492"/>
                  <a:pt x="726032" y="57239"/>
                  <a:pt x="728039" y="54419"/>
                </a:cubicBezTo>
                <a:cubicBezTo>
                  <a:pt x="730048" y="51599"/>
                  <a:pt x="732625" y="49348"/>
                  <a:pt x="735772" y="47668"/>
                </a:cubicBezTo>
                <a:cubicBezTo>
                  <a:pt x="738920" y="45987"/>
                  <a:pt x="742718" y="45146"/>
                  <a:pt x="747168" y="45146"/>
                </a:cubicBezTo>
                <a:cubicBezTo>
                  <a:pt x="751508" y="45146"/>
                  <a:pt x="755197" y="46014"/>
                  <a:pt x="758236" y="47749"/>
                </a:cubicBezTo>
                <a:cubicBezTo>
                  <a:pt x="761274" y="49485"/>
                  <a:pt x="763742" y="51790"/>
                  <a:pt x="765640" y="54665"/>
                </a:cubicBezTo>
                <a:cubicBezTo>
                  <a:pt x="767539" y="57538"/>
                  <a:pt x="768923" y="60764"/>
                  <a:pt x="769790" y="64344"/>
                </a:cubicBezTo>
                <a:cubicBezTo>
                  <a:pt x="770660" y="67922"/>
                  <a:pt x="771094" y="71556"/>
                  <a:pt x="771094" y="75243"/>
                </a:cubicBezTo>
                <a:cubicBezTo>
                  <a:pt x="771094" y="79148"/>
                  <a:pt x="770633" y="83052"/>
                  <a:pt x="769711" y="86957"/>
                </a:cubicBezTo>
                <a:cubicBezTo>
                  <a:pt x="768789" y="90860"/>
                  <a:pt x="767350" y="94357"/>
                  <a:pt x="765397" y="97449"/>
                </a:cubicBezTo>
                <a:cubicBezTo>
                  <a:pt x="763444" y="100540"/>
                  <a:pt x="760867" y="103035"/>
                  <a:pt x="757664" y="104933"/>
                </a:cubicBezTo>
                <a:cubicBezTo>
                  <a:pt x="754463" y="106830"/>
                  <a:pt x="750584" y="107779"/>
                  <a:pt x="746027" y="107779"/>
                </a:cubicBezTo>
                <a:close/>
                <a:moveTo>
                  <a:pt x="864044" y="68991"/>
                </a:moveTo>
                <a:lnTo>
                  <a:pt x="815698" y="68991"/>
                </a:lnTo>
                <a:cubicBezTo>
                  <a:pt x="815915" y="65724"/>
                  <a:pt x="816621" y="62648"/>
                  <a:pt x="817815" y="59764"/>
                </a:cubicBezTo>
                <a:cubicBezTo>
                  <a:pt x="819008" y="56878"/>
                  <a:pt x="820636" y="54346"/>
                  <a:pt x="822698" y="52168"/>
                </a:cubicBezTo>
                <a:cubicBezTo>
                  <a:pt x="824759" y="49991"/>
                  <a:pt x="827228" y="48276"/>
                  <a:pt x="830105" y="47024"/>
                </a:cubicBezTo>
                <a:cubicBezTo>
                  <a:pt x="832981" y="45772"/>
                  <a:pt x="836209" y="45146"/>
                  <a:pt x="839789" y="45146"/>
                </a:cubicBezTo>
                <a:cubicBezTo>
                  <a:pt x="843262" y="45146"/>
                  <a:pt x="846436" y="45772"/>
                  <a:pt x="849312" y="47024"/>
                </a:cubicBezTo>
                <a:cubicBezTo>
                  <a:pt x="852189" y="48276"/>
                  <a:pt x="854685" y="49964"/>
                  <a:pt x="856801" y="52089"/>
                </a:cubicBezTo>
                <a:cubicBezTo>
                  <a:pt x="858917" y="54212"/>
                  <a:pt x="860599" y="56743"/>
                  <a:pt x="861846" y="59682"/>
                </a:cubicBezTo>
                <a:cubicBezTo>
                  <a:pt x="863094" y="62621"/>
                  <a:pt x="863827" y="65724"/>
                  <a:pt x="864044" y="68991"/>
                </a:cubicBezTo>
                <a:moveTo>
                  <a:pt x="877392" y="92359"/>
                </a:moveTo>
                <a:lnTo>
                  <a:pt x="863719" y="92359"/>
                </a:lnTo>
                <a:cubicBezTo>
                  <a:pt x="862525" y="97872"/>
                  <a:pt x="860056" y="101979"/>
                  <a:pt x="856312" y="104682"/>
                </a:cubicBezTo>
                <a:cubicBezTo>
                  <a:pt x="852568" y="107383"/>
                  <a:pt x="847766" y="108733"/>
                  <a:pt x="841905" y="108733"/>
                </a:cubicBezTo>
                <a:cubicBezTo>
                  <a:pt x="837348" y="108733"/>
                  <a:pt x="833387" y="107978"/>
                  <a:pt x="830023" y="106468"/>
                </a:cubicBezTo>
                <a:cubicBezTo>
                  <a:pt x="826660" y="104957"/>
                  <a:pt x="823893" y="102936"/>
                  <a:pt x="821722" y="100402"/>
                </a:cubicBezTo>
                <a:cubicBezTo>
                  <a:pt x="819551" y="97867"/>
                  <a:pt x="817977" y="94955"/>
                  <a:pt x="817000" y="91666"/>
                </a:cubicBezTo>
                <a:cubicBezTo>
                  <a:pt x="816023" y="88376"/>
                  <a:pt x="815589" y="84898"/>
                  <a:pt x="815698" y="81232"/>
                </a:cubicBezTo>
                <a:lnTo>
                  <a:pt x="878694" y="81232"/>
                </a:lnTo>
                <a:cubicBezTo>
                  <a:pt x="878911" y="76117"/>
                  <a:pt x="878449" y="70729"/>
                  <a:pt x="877310" y="65069"/>
                </a:cubicBezTo>
                <a:cubicBezTo>
                  <a:pt x="876171" y="59410"/>
                  <a:pt x="874108" y="54185"/>
                  <a:pt x="871123" y="49396"/>
                </a:cubicBezTo>
                <a:cubicBezTo>
                  <a:pt x="868139" y="44607"/>
                  <a:pt x="864178" y="40662"/>
                  <a:pt x="859240" y="37561"/>
                </a:cubicBezTo>
                <a:cubicBezTo>
                  <a:pt x="854302" y="34458"/>
                  <a:pt x="848089" y="32906"/>
                  <a:pt x="840601" y="32906"/>
                </a:cubicBezTo>
                <a:cubicBezTo>
                  <a:pt x="834850" y="32906"/>
                  <a:pt x="829560" y="33991"/>
                  <a:pt x="824730" y="36162"/>
                </a:cubicBezTo>
                <a:cubicBezTo>
                  <a:pt x="819901" y="38333"/>
                  <a:pt x="815723" y="41373"/>
                  <a:pt x="812196" y="45281"/>
                </a:cubicBezTo>
                <a:cubicBezTo>
                  <a:pt x="808669" y="49187"/>
                  <a:pt x="805928" y="53799"/>
                  <a:pt x="803975" y="59118"/>
                </a:cubicBezTo>
                <a:cubicBezTo>
                  <a:pt x="802022" y="64435"/>
                  <a:pt x="801046" y="70295"/>
                  <a:pt x="801046" y="76696"/>
                </a:cubicBezTo>
                <a:cubicBezTo>
                  <a:pt x="801263" y="83100"/>
                  <a:pt x="802213" y="89014"/>
                  <a:pt x="803895" y="94441"/>
                </a:cubicBezTo>
                <a:cubicBezTo>
                  <a:pt x="805577" y="99867"/>
                  <a:pt x="808100" y="104534"/>
                  <a:pt x="811463" y="108442"/>
                </a:cubicBezTo>
                <a:cubicBezTo>
                  <a:pt x="814828" y="112349"/>
                  <a:pt x="818979" y="115387"/>
                  <a:pt x="823917" y="117558"/>
                </a:cubicBezTo>
                <a:cubicBezTo>
                  <a:pt x="828855" y="119729"/>
                  <a:pt x="834688" y="120814"/>
                  <a:pt x="841416" y="120814"/>
                </a:cubicBezTo>
                <a:cubicBezTo>
                  <a:pt x="850967" y="120814"/>
                  <a:pt x="858890" y="118430"/>
                  <a:pt x="865184" y="113661"/>
                </a:cubicBezTo>
                <a:cubicBezTo>
                  <a:pt x="871478" y="108890"/>
                  <a:pt x="875547" y="101790"/>
                  <a:pt x="877392" y="923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a92f6de4b64471"/>
          <a:stretch xmlns:a="http://schemas.openxmlformats.org/drawingml/2006/main"/>
        </p:blipFill>
        <p:spPr>
          <a:xfrm xmlns:a="http://schemas.openxmlformats.org/drawingml/2006/main">
            <a:off x="2592578" y="527935"/>
            <a:ext cx="1229905" cy="378982"/>
          </a:xfrm>
          <a:prstGeom xmlns:a="http://schemas.openxmlformats.org/drawingml/2006/main" prst="rect">
            <a:avLst/>
          </a:prstGeom>
        </p:spPr>
      </p:pic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D3B078-B2CA-4159-82C5-4B3C1F65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9415" y="535834"/>
            <a:ext cx="1161875" cy="315576"/>
          </a:xfrm>
          <a:custGeom xmlns:a="http://schemas.openxmlformats.org/drawingml/2006/main">
            <a:pathLst>
              <a:path w="1161875" h="315576">
                <a:moveTo>
                  <a:pt x="0" y="284019"/>
                </a:moveTo>
                <a:lnTo>
                  <a:pt x="0" y="31558"/>
                </a:lnTo>
                <a:cubicBezTo>
                  <a:pt x="0" y="14138"/>
                  <a:pt x="260260" y="0"/>
                  <a:pt x="580937" y="0"/>
                </a:cubicBezTo>
                <a:cubicBezTo>
                  <a:pt x="901614" y="0"/>
                  <a:pt x="1161875" y="14138"/>
                  <a:pt x="1161875" y="31558"/>
                </a:cubicBezTo>
                <a:lnTo>
                  <a:pt x="1161875" y="284019"/>
                </a:lnTo>
                <a:cubicBezTo>
                  <a:pt x="1161875" y="301439"/>
                  <a:pt x="901614" y="315576"/>
                  <a:pt x="580937" y="315576"/>
                </a:cubicBezTo>
                <a:cubicBezTo>
                  <a:pt x="260260" y="315576"/>
                  <a:pt x="0" y="301439"/>
                  <a:pt x="0" y="284019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352679-5018-4A02-9929-3C821297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9415" y="535833"/>
            <a:ext cx="1161875" cy="315576"/>
          </a:xfrm>
          <a:custGeom xmlns:a="http://schemas.openxmlformats.org/drawingml/2006/main">
            <a:pathLst>
              <a:path w="1161875" h="315576" fill="none">
                <a:moveTo>
                  <a:pt x="0" y="284019"/>
                </a:moveTo>
                <a:lnTo>
                  <a:pt x="0" y="31558"/>
                </a:lnTo>
                <a:cubicBezTo>
                  <a:pt x="0" y="14138"/>
                  <a:pt x="260260" y="0"/>
                  <a:pt x="580937" y="0"/>
                </a:cubicBezTo>
                <a:cubicBezTo>
                  <a:pt x="901614" y="0"/>
                  <a:pt x="1161875" y="14138"/>
                  <a:pt x="1161875" y="31558"/>
                </a:cubicBezTo>
                <a:lnTo>
                  <a:pt x="1161875" y="284019"/>
                </a:lnTo>
                <a:cubicBezTo>
                  <a:pt x="1161875" y="301439"/>
                  <a:pt x="901614" y="315576"/>
                  <a:pt x="580937" y="315576"/>
                </a:cubicBezTo>
                <a:cubicBezTo>
                  <a:pt x="260260" y="315576"/>
                  <a:pt x="0" y="301439"/>
                  <a:pt x="0" y="284019"/>
                </a:cubicBezTo>
                <a:moveTo>
                  <a:pt x="0" y="31558"/>
                </a:moveTo>
                <a:cubicBezTo>
                  <a:pt x="0" y="48977"/>
                  <a:pt x="260260" y="63115"/>
                  <a:pt x="580937" y="63115"/>
                </a:cubicBezTo>
                <a:cubicBezTo>
                  <a:pt x="901614" y="63115"/>
                  <a:pt x="1161875" y="48977"/>
                  <a:pt x="1161875" y="31558"/>
                </a:cubicBezTo>
              </a:path>
            </a:pathLst>
          </a:custGeom>
          <a:noFill xmlns:a="http://schemas.openxmlformats.org/drawingml/2006/main"/>
          <a:ln xmlns:a="http://schemas.openxmlformats.org/drawingml/2006/main" w="9043" cap="rnd">
            <a:solidFill>
              <a:srgbClr val="000000"/>
            </a:solidFill>
            <a:round/>
          </a:ln>
        </p:spPr>
      </p:sp>
      <p:sp>
        <p:nvSpPr>
          <p:cNvPr id="17" name="Text T">
            <a:extLst xmlns:a="http://schemas.openxmlformats.org/drawingml/2006/main">
              <a:ext uri="{FF2B5EF4-FFF2-40B4-BE49-F238E27FC236}">
                <a16:creationId xmlns:a16="http://schemas.microsoft.com/office/drawing/2014/main" id="{783673D6-83DE-41A2-8FCF-C6E448235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3610" y="649700"/>
            <a:ext cx="92948" cy="116204"/>
          </a:xfrm>
          <a:custGeom xmlns:a="http://schemas.openxmlformats.org/drawingml/2006/main">
            <a:pathLst>
              <a:path w="92948" h="116204">
                <a:moveTo>
                  <a:pt x="38743" y="13035"/>
                </a:moveTo>
                <a:lnTo>
                  <a:pt x="38743" y="116204"/>
                </a:lnTo>
                <a:lnTo>
                  <a:pt x="54208" y="116204"/>
                </a:lnTo>
                <a:lnTo>
                  <a:pt x="54208" y="13035"/>
                </a:lnTo>
                <a:lnTo>
                  <a:pt x="92948" y="13035"/>
                </a:lnTo>
                <a:lnTo>
                  <a:pt x="92948" y="0"/>
                </a:lnTo>
                <a:lnTo>
                  <a:pt x="0" y="0"/>
                </a:lnTo>
                <a:lnTo>
                  <a:pt x="0" y="13035"/>
                </a:lnTo>
                <a:lnTo>
                  <a:pt x="38743" y="1303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Text agStorage">
            <a:extLst xmlns:a="http://schemas.openxmlformats.org/drawingml/2006/main">
              <a:ext uri="{FF2B5EF4-FFF2-40B4-BE49-F238E27FC236}">
                <a16:creationId xmlns:a16="http://schemas.microsoft.com/office/drawing/2014/main" id="{3B70B911-3934-46D8-8725-AB078409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513" y="646838"/>
            <a:ext cx="789219" cy="153085"/>
          </a:xfrm>
          <a:custGeom xmlns:a="http://schemas.openxmlformats.org/drawingml/2006/main">
            <a:pathLst>
              <a:path w="789219" h="153085">
                <a:moveTo>
                  <a:pt x="79113" y="118698"/>
                </a:moveTo>
                <a:cubicBezTo>
                  <a:pt x="76725" y="120109"/>
                  <a:pt x="73415" y="120814"/>
                  <a:pt x="69183" y="120814"/>
                </a:cubicBezTo>
                <a:cubicBezTo>
                  <a:pt x="65603" y="120814"/>
                  <a:pt x="62754" y="119811"/>
                  <a:pt x="60638" y="117804"/>
                </a:cubicBezTo>
                <a:cubicBezTo>
                  <a:pt x="58522" y="115795"/>
                  <a:pt x="57464" y="112512"/>
                  <a:pt x="57464" y="107953"/>
                </a:cubicBezTo>
                <a:cubicBezTo>
                  <a:pt x="53665" y="112512"/>
                  <a:pt x="49242" y="115795"/>
                  <a:pt x="44195" y="117804"/>
                </a:cubicBezTo>
                <a:cubicBezTo>
                  <a:pt x="39150" y="119811"/>
                  <a:pt x="33697" y="120814"/>
                  <a:pt x="27836" y="120814"/>
                </a:cubicBezTo>
                <a:cubicBezTo>
                  <a:pt x="24038" y="120814"/>
                  <a:pt x="20429" y="120381"/>
                  <a:pt x="17009" y="119513"/>
                </a:cubicBezTo>
                <a:cubicBezTo>
                  <a:pt x="13592" y="118645"/>
                  <a:pt x="10635" y="117289"/>
                  <a:pt x="8140" y="115444"/>
                </a:cubicBezTo>
                <a:cubicBezTo>
                  <a:pt x="5644" y="113600"/>
                  <a:pt x="3664" y="111186"/>
                  <a:pt x="2198" y="108204"/>
                </a:cubicBezTo>
                <a:cubicBezTo>
                  <a:pt x="733" y="105220"/>
                  <a:pt x="0" y="101613"/>
                  <a:pt x="0" y="97382"/>
                </a:cubicBezTo>
                <a:cubicBezTo>
                  <a:pt x="0" y="92608"/>
                  <a:pt x="814" y="88702"/>
                  <a:pt x="2442" y="85665"/>
                </a:cubicBezTo>
                <a:cubicBezTo>
                  <a:pt x="4069" y="82629"/>
                  <a:pt x="6212" y="80161"/>
                  <a:pt x="8870" y="78264"/>
                </a:cubicBezTo>
                <a:cubicBezTo>
                  <a:pt x="11529" y="76364"/>
                  <a:pt x="14568" y="74926"/>
                  <a:pt x="17986" y="73949"/>
                </a:cubicBezTo>
                <a:cubicBezTo>
                  <a:pt x="21405" y="72972"/>
                  <a:pt x="24906" y="72158"/>
                  <a:pt x="28487" y="71508"/>
                </a:cubicBezTo>
                <a:cubicBezTo>
                  <a:pt x="32286" y="70749"/>
                  <a:pt x="35894" y="70180"/>
                  <a:pt x="39312" y="69801"/>
                </a:cubicBezTo>
                <a:cubicBezTo>
                  <a:pt x="42730" y="69420"/>
                  <a:pt x="45741" y="68877"/>
                  <a:pt x="48346" y="68172"/>
                </a:cubicBezTo>
                <a:cubicBezTo>
                  <a:pt x="50950" y="67466"/>
                  <a:pt x="53012" y="66436"/>
                  <a:pt x="54530" y="65082"/>
                </a:cubicBezTo>
                <a:cubicBezTo>
                  <a:pt x="56051" y="63726"/>
                  <a:pt x="56811" y="61745"/>
                  <a:pt x="56811" y="59140"/>
                </a:cubicBezTo>
                <a:cubicBezTo>
                  <a:pt x="56811" y="56104"/>
                  <a:pt x="56241" y="53663"/>
                  <a:pt x="55102" y="51818"/>
                </a:cubicBezTo>
                <a:cubicBezTo>
                  <a:pt x="53962" y="49973"/>
                  <a:pt x="52497" y="48563"/>
                  <a:pt x="50705" y="47588"/>
                </a:cubicBezTo>
                <a:cubicBezTo>
                  <a:pt x="48915" y="46611"/>
                  <a:pt x="46907" y="45960"/>
                  <a:pt x="44682" y="45636"/>
                </a:cubicBezTo>
                <a:cubicBezTo>
                  <a:pt x="42458" y="45310"/>
                  <a:pt x="40262" y="45146"/>
                  <a:pt x="38092" y="45146"/>
                </a:cubicBezTo>
                <a:cubicBezTo>
                  <a:pt x="32232" y="45146"/>
                  <a:pt x="27349" y="46255"/>
                  <a:pt x="23443" y="48472"/>
                </a:cubicBezTo>
                <a:cubicBezTo>
                  <a:pt x="19536" y="50690"/>
                  <a:pt x="17420" y="54880"/>
                  <a:pt x="17094" y="61043"/>
                </a:cubicBezTo>
                <a:lnTo>
                  <a:pt x="3256" y="61043"/>
                </a:lnTo>
                <a:cubicBezTo>
                  <a:pt x="3473" y="55839"/>
                  <a:pt x="4558" y="51447"/>
                  <a:pt x="6510" y="47869"/>
                </a:cubicBezTo>
                <a:cubicBezTo>
                  <a:pt x="8464" y="44290"/>
                  <a:pt x="11069" y="41390"/>
                  <a:pt x="14324" y="39168"/>
                </a:cubicBezTo>
                <a:cubicBezTo>
                  <a:pt x="17580" y="36946"/>
                  <a:pt x="21297" y="35347"/>
                  <a:pt x="25474" y="34371"/>
                </a:cubicBezTo>
                <a:cubicBezTo>
                  <a:pt x="29654" y="33395"/>
                  <a:pt x="34131" y="32906"/>
                  <a:pt x="38905" y="32906"/>
                </a:cubicBezTo>
                <a:cubicBezTo>
                  <a:pt x="42703" y="32906"/>
                  <a:pt x="46474" y="33178"/>
                  <a:pt x="50218" y="33721"/>
                </a:cubicBezTo>
                <a:cubicBezTo>
                  <a:pt x="53962" y="34262"/>
                  <a:pt x="57354" y="35374"/>
                  <a:pt x="60392" y="37057"/>
                </a:cubicBezTo>
                <a:cubicBezTo>
                  <a:pt x="63431" y="38737"/>
                  <a:pt x="65872" y="41097"/>
                  <a:pt x="67717" y="44135"/>
                </a:cubicBezTo>
                <a:cubicBezTo>
                  <a:pt x="69562" y="47172"/>
                  <a:pt x="70484" y="51132"/>
                  <a:pt x="70484" y="56013"/>
                </a:cubicBezTo>
                <a:lnTo>
                  <a:pt x="70484" y="99294"/>
                </a:lnTo>
                <a:cubicBezTo>
                  <a:pt x="70484" y="102550"/>
                  <a:pt x="70674" y="104937"/>
                  <a:pt x="71053" y="106455"/>
                </a:cubicBezTo>
                <a:cubicBezTo>
                  <a:pt x="71434" y="107974"/>
                  <a:pt x="72710" y="108733"/>
                  <a:pt x="74881" y="108733"/>
                </a:cubicBezTo>
                <a:cubicBezTo>
                  <a:pt x="76074" y="108733"/>
                  <a:pt x="77485" y="108473"/>
                  <a:pt x="79113" y="107953"/>
                </a:cubicBezTo>
                <a:lnTo>
                  <a:pt x="79113" y="118698"/>
                </a:lnTo>
                <a:moveTo>
                  <a:pt x="56649" y="75559"/>
                </a:moveTo>
                <a:cubicBezTo>
                  <a:pt x="54912" y="76860"/>
                  <a:pt x="52633" y="77809"/>
                  <a:pt x="49811" y="78405"/>
                </a:cubicBezTo>
                <a:cubicBezTo>
                  <a:pt x="46991" y="79001"/>
                  <a:pt x="44034" y="79489"/>
                  <a:pt x="40941" y="79868"/>
                </a:cubicBezTo>
                <a:cubicBezTo>
                  <a:pt x="37848" y="80247"/>
                  <a:pt x="34728" y="80681"/>
                  <a:pt x="31580" y="81170"/>
                </a:cubicBezTo>
                <a:cubicBezTo>
                  <a:pt x="28433" y="81657"/>
                  <a:pt x="25613" y="82442"/>
                  <a:pt x="23117" y="83527"/>
                </a:cubicBezTo>
                <a:cubicBezTo>
                  <a:pt x="20622" y="84611"/>
                  <a:pt x="18587" y="86156"/>
                  <a:pt x="17012" y="88162"/>
                </a:cubicBezTo>
                <a:cubicBezTo>
                  <a:pt x="15439" y="90167"/>
                  <a:pt x="14652" y="92904"/>
                  <a:pt x="14652" y="96373"/>
                </a:cubicBezTo>
                <a:cubicBezTo>
                  <a:pt x="14652" y="98650"/>
                  <a:pt x="15113" y="100575"/>
                  <a:pt x="16036" y="102148"/>
                </a:cubicBezTo>
                <a:cubicBezTo>
                  <a:pt x="16958" y="103720"/>
                  <a:pt x="18152" y="104993"/>
                  <a:pt x="19617" y="105968"/>
                </a:cubicBezTo>
                <a:cubicBezTo>
                  <a:pt x="21083" y="106944"/>
                  <a:pt x="22792" y="107648"/>
                  <a:pt x="24744" y="108082"/>
                </a:cubicBezTo>
                <a:cubicBezTo>
                  <a:pt x="26698" y="108516"/>
                  <a:pt x="28760" y="108733"/>
                  <a:pt x="30929" y="108733"/>
                </a:cubicBezTo>
                <a:cubicBezTo>
                  <a:pt x="35488" y="108733"/>
                  <a:pt x="39395" y="108109"/>
                  <a:pt x="42650" y="106863"/>
                </a:cubicBezTo>
                <a:cubicBezTo>
                  <a:pt x="45906" y="105616"/>
                  <a:pt x="48564" y="104044"/>
                  <a:pt x="50626" y="102148"/>
                </a:cubicBezTo>
                <a:cubicBezTo>
                  <a:pt x="52687" y="100251"/>
                  <a:pt x="54207" y="98191"/>
                  <a:pt x="55184" y="95968"/>
                </a:cubicBezTo>
                <a:cubicBezTo>
                  <a:pt x="56161" y="93745"/>
                  <a:pt x="56649" y="91657"/>
                  <a:pt x="56649" y="89707"/>
                </a:cubicBezTo>
                <a:lnTo>
                  <a:pt x="56649" y="75559"/>
                </a:lnTo>
                <a:close/>
                <a:moveTo>
                  <a:pt x="164571" y="111885"/>
                </a:moveTo>
                <a:lnTo>
                  <a:pt x="164571" y="34861"/>
                </a:lnTo>
                <a:lnTo>
                  <a:pt x="151549" y="34861"/>
                </a:lnTo>
                <a:lnTo>
                  <a:pt x="151549" y="46910"/>
                </a:lnTo>
                <a:lnTo>
                  <a:pt x="151387" y="46910"/>
                </a:lnTo>
                <a:cubicBezTo>
                  <a:pt x="148892" y="42242"/>
                  <a:pt x="145419" y="38741"/>
                  <a:pt x="140970" y="36408"/>
                </a:cubicBezTo>
                <a:cubicBezTo>
                  <a:pt x="136521" y="34073"/>
                  <a:pt x="131636" y="32906"/>
                  <a:pt x="126318" y="32906"/>
                </a:cubicBezTo>
                <a:cubicBezTo>
                  <a:pt x="119047" y="32906"/>
                  <a:pt x="112915" y="34290"/>
                  <a:pt x="107922" y="37059"/>
                </a:cubicBezTo>
                <a:cubicBezTo>
                  <a:pt x="102931" y="39826"/>
                  <a:pt x="98917" y="43354"/>
                  <a:pt x="95878" y="47643"/>
                </a:cubicBezTo>
                <a:cubicBezTo>
                  <a:pt x="92840" y="51931"/>
                  <a:pt x="90669" y="56709"/>
                  <a:pt x="89366" y="61974"/>
                </a:cubicBezTo>
                <a:cubicBezTo>
                  <a:pt x="88064" y="67239"/>
                  <a:pt x="87413" y="72367"/>
                  <a:pt x="87413" y="77359"/>
                </a:cubicBezTo>
                <a:cubicBezTo>
                  <a:pt x="87413" y="83114"/>
                  <a:pt x="88200" y="88569"/>
                  <a:pt x="89773" y="93726"/>
                </a:cubicBezTo>
                <a:cubicBezTo>
                  <a:pt x="91348" y="98882"/>
                  <a:pt x="93708" y="103388"/>
                  <a:pt x="96854" y="107243"/>
                </a:cubicBezTo>
                <a:cubicBezTo>
                  <a:pt x="100002" y="111096"/>
                  <a:pt x="103909" y="114163"/>
                  <a:pt x="108576" y="116443"/>
                </a:cubicBezTo>
                <a:cubicBezTo>
                  <a:pt x="113242" y="118721"/>
                  <a:pt x="118722" y="119861"/>
                  <a:pt x="125016" y="119861"/>
                </a:cubicBezTo>
                <a:cubicBezTo>
                  <a:pt x="130441" y="119861"/>
                  <a:pt x="135568" y="118640"/>
                  <a:pt x="140396" y="116199"/>
                </a:cubicBezTo>
                <a:cubicBezTo>
                  <a:pt x="145226" y="113757"/>
                  <a:pt x="148835" y="109931"/>
                  <a:pt x="151223" y="104722"/>
                </a:cubicBezTo>
                <a:lnTo>
                  <a:pt x="151549" y="104722"/>
                </a:lnTo>
                <a:lnTo>
                  <a:pt x="151549" y="110256"/>
                </a:lnTo>
                <a:cubicBezTo>
                  <a:pt x="151549" y="114922"/>
                  <a:pt x="151087" y="119206"/>
                  <a:pt x="150165" y="123107"/>
                </a:cubicBezTo>
                <a:cubicBezTo>
                  <a:pt x="149243" y="127008"/>
                  <a:pt x="147751" y="130340"/>
                  <a:pt x="145689" y="133102"/>
                </a:cubicBezTo>
                <a:cubicBezTo>
                  <a:pt x="143628" y="135864"/>
                  <a:pt x="141023" y="138030"/>
                  <a:pt x="137875" y="139600"/>
                </a:cubicBezTo>
                <a:cubicBezTo>
                  <a:pt x="134729" y="141171"/>
                  <a:pt x="130876" y="141957"/>
                  <a:pt x="126318" y="141957"/>
                </a:cubicBezTo>
                <a:cubicBezTo>
                  <a:pt x="124039" y="141957"/>
                  <a:pt x="121652" y="141713"/>
                  <a:pt x="119157" y="141224"/>
                </a:cubicBezTo>
                <a:cubicBezTo>
                  <a:pt x="116661" y="140736"/>
                  <a:pt x="114356" y="139948"/>
                  <a:pt x="112239" y="138862"/>
                </a:cubicBezTo>
                <a:cubicBezTo>
                  <a:pt x="110123" y="137777"/>
                  <a:pt x="108332" y="136367"/>
                  <a:pt x="106867" y="134630"/>
                </a:cubicBezTo>
                <a:cubicBezTo>
                  <a:pt x="105403" y="132894"/>
                  <a:pt x="104616" y="130779"/>
                  <a:pt x="104507" y="128283"/>
                </a:cubicBezTo>
                <a:lnTo>
                  <a:pt x="90670" y="128283"/>
                </a:lnTo>
                <a:cubicBezTo>
                  <a:pt x="90886" y="132840"/>
                  <a:pt x="92080" y="136694"/>
                  <a:pt x="94249" y="139846"/>
                </a:cubicBezTo>
                <a:cubicBezTo>
                  <a:pt x="96420" y="142998"/>
                  <a:pt x="99160" y="145557"/>
                  <a:pt x="102470" y="147521"/>
                </a:cubicBezTo>
                <a:cubicBezTo>
                  <a:pt x="105780" y="149485"/>
                  <a:pt x="109470" y="150903"/>
                  <a:pt x="113538" y="151776"/>
                </a:cubicBezTo>
                <a:cubicBezTo>
                  <a:pt x="117609" y="152648"/>
                  <a:pt x="121598" y="153085"/>
                  <a:pt x="125506" y="153085"/>
                </a:cubicBezTo>
                <a:cubicBezTo>
                  <a:pt x="138961" y="153085"/>
                  <a:pt x="148836" y="149664"/>
                  <a:pt x="155130" y="142824"/>
                </a:cubicBezTo>
                <a:cubicBezTo>
                  <a:pt x="161424" y="135985"/>
                  <a:pt x="164571" y="125672"/>
                  <a:pt x="164571" y="111885"/>
                </a:cubicBezTo>
                <a:moveTo>
                  <a:pt x="125831" y="107779"/>
                </a:moveTo>
                <a:cubicBezTo>
                  <a:pt x="121272" y="107779"/>
                  <a:pt x="117474" y="106830"/>
                  <a:pt x="114435" y="104933"/>
                </a:cubicBezTo>
                <a:cubicBezTo>
                  <a:pt x="111398" y="103035"/>
                  <a:pt x="108956" y="100540"/>
                  <a:pt x="107110" y="97449"/>
                </a:cubicBezTo>
                <a:cubicBezTo>
                  <a:pt x="105265" y="94357"/>
                  <a:pt x="103963" y="90914"/>
                  <a:pt x="103203" y="87118"/>
                </a:cubicBezTo>
                <a:cubicBezTo>
                  <a:pt x="102445" y="83323"/>
                  <a:pt x="102065" y="79527"/>
                  <a:pt x="102065" y="75730"/>
                </a:cubicBezTo>
                <a:cubicBezTo>
                  <a:pt x="102065" y="71718"/>
                  <a:pt x="102527" y="67868"/>
                  <a:pt x="103449" y="64180"/>
                </a:cubicBezTo>
                <a:cubicBezTo>
                  <a:pt x="104371" y="60492"/>
                  <a:pt x="105836" y="57239"/>
                  <a:pt x="107843" y="54419"/>
                </a:cubicBezTo>
                <a:cubicBezTo>
                  <a:pt x="109851" y="51599"/>
                  <a:pt x="112429" y="49348"/>
                  <a:pt x="115575" y="47668"/>
                </a:cubicBezTo>
                <a:cubicBezTo>
                  <a:pt x="118723" y="45987"/>
                  <a:pt x="122522" y="45146"/>
                  <a:pt x="126971" y="45146"/>
                </a:cubicBezTo>
                <a:cubicBezTo>
                  <a:pt x="131311" y="45146"/>
                  <a:pt x="135000" y="46014"/>
                  <a:pt x="138039" y="47749"/>
                </a:cubicBezTo>
                <a:cubicBezTo>
                  <a:pt x="141078" y="49485"/>
                  <a:pt x="143546" y="51790"/>
                  <a:pt x="145443" y="54665"/>
                </a:cubicBezTo>
                <a:cubicBezTo>
                  <a:pt x="147343" y="57538"/>
                  <a:pt x="148726" y="60764"/>
                  <a:pt x="149594" y="64344"/>
                </a:cubicBezTo>
                <a:cubicBezTo>
                  <a:pt x="150463" y="67922"/>
                  <a:pt x="150898" y="71556"/>
                  <a:pt x="150898" y="75243"/>
                </a:cubicBezTo>
                <a:cubicBezTo>
                  <a:pt x="150898" y="79148"/>
                  <a:pt x="150437" y="83052"/>
                  <a:pt x="149514" y="86957"/>
                </a:cubicBezTo>
                <a:cubicBezTo>
                  <a:pt x="148592" y="90860"/>
                  <a:pt x="147154" y="94357"/>
                  <a:pt x="145200" y="97449"/>
                </a:cubicBezTo>
                <a:cubicBezTo>
                  <a:pt x="143248" y="100540"/>
                  <a:pt x="140670" y="103035"/>
                  <a:pt x="137468" y="104933"/>
                </a:cubicBezTo>
                <a:cubicBezTo>
                  <a:pt x="134267" y="106830"/>
                  <a:pt x="130388" y="107779"/>
                  <a:pt x="125831" y="107779"/>
                </a:cubicBezTo>
                <a:close/>
                <a:moveTo>
                  <a:pt x="300169" y="36801"/>
                </a:moveTo>
                <a:lnTo>
                  <a:pt x="314819" y="36801"/>
                </a:lnTo>
                <a:cubicBezTo>
                  <a:pt x="314602" y="30399"/>
                  <a:pt x="313381" y="24892"/>
                  <a:pt x="311155" y="20281"/>
                </a:cubicBezTo>
                <a:cubicBezTo>
                  <a:pt x="308931" y="15667"/>
                  <a:pt x="305893" y="11840"/>
                  <a:pt x="302040" y="8800"/>
                </a:cubicBezTo>
                <a:cubicBezTo>
                  <a:pt x="298188" y="5758"/>
                  <a:pt x="293712" y="3531"/>
                  <a:pt x="288612" y="2119"/>
                </a:cubicBezTo>
                <a:cubicBezTo>
                  <a:pt x="283512" y="706"/>
                  <a:pt x="277977" y="0"/>
                  <a:pt x="272007" y="0"/>
                </a:cubicBezTo>
                <a:cubicBezTo>
                  <a:pt x="266690" y="0"/>
                  <a:pt x="261508" y="678"/>
                  <a:pt x="256461" y="2034"/>
                </a:cubicBezTo>
                <a:cubicBezTo>
                  <a:pt x="251415" y="3390"/>
                  <a:pt x="246912" y="5453"/>
                  <a:pt x="242951" y="8222"/>
                </a:cubicBezTo>
                <a:cubicBezTo>
                  <a:pt x="238992" y="10989"/>
                  <a:pt x="235819" y="14516"/>
                  <a:pt x="233431" y="18803"/>
                </a:cubicBezTo>
                <a:cubicBezTo>
                  <a:pt x="231043" y="23088"/>
                  <a:pt x="229849" y="28160"/>
                  <a:pt x="229849" y="34019"/>
                </a:cubicBezTo>
                <a:cubicBezTo>
                  <a:pt x="229849" y="39336"/>
                  <a:pt x="230907" y="43758"/>
                  <a:pt x="233023" y="47285"/>
                </a:cubicBezTo>
                <a:cubicBezTo>
                  <a:pt x="235140" y="50812"/>
                  <a:pt x="237961" y="53688"/>
                  <a:pt x="241488" y="55914"/>
                </a:cubicBezTo>
                <a:cubicBezTo>
                  <a:pt x="245015" y="58138"/>
                  <a:pt x="249004" y="59928"/>
                  <a:pt x="253453" y="61284"/>
                </a:cubicBezTo>
                <a:cubicBezTo>
                  <a:pt x="257902" y="62640"/>
                  <a:pt x="262433" y="63834"/>
                  <a:pt x="267045" y="64866"/>
                </a:cubicBezTo>
                <a:cubicBezTo>
                  <a:pt x="271656" y="65896"/>
                  <a:pt x="276187" y="66899"/>
                  <a:pt x="280636" y="67876"/>
                </a:cubicBezTo>
                <a:cubicBezTo>
                  <a:pt x="285086" y="68853"/>
                  <a:pt x="289074" y="70128"/>
                  <a:pt x="292601" y="71701"/>
                </a:cubicBezTo>
                <a:cubicBezTo>
                  <a:pt x="296128" y="73274"/>
                  <a:pt x="298950" y="75309"/>
                  <a:pt x="301066" y="77807"/>
                </a:cubicBezTo>
                <a:cubicBezTo>
                  <a:pt x="303182" y="80302"/>
                  <a:pt x="304240" y="83557"/>
                  <a:pt x="304240" y="87573"/>
                </a:cubicBezTo>
                <a:cubicBezTo>
                  <a:pt x="304240" y="91806"/>
                  <a:pt x="303372" y="95278"/>
                  <a:pt x="301635" y="97990"/>
                </a:cubicBezTo>
                <a:cubicBezTo>
                  <a:pt x="299899" y="100703"/>
                  <a:pt x="297621" y="102846"/>
                  <a:pt x="294799" y="104421"/>
                </a:cubicBezTo>
                <a:cubicBezTo>
                  <a:pt x="291978" y="105994"/>
                  <a:pt x="288803" y="107106"/>
                  <a:pt x="285276" y="107757"/>
                </a:cubicBezTo>
                <a:cubicBezTo>
                  <a:pt x="281749" y="108408"/>
                  <a:pt x="278249" y="108733"/>
                  <a:pt x="274777" y="108733"/>
                </a:cubicBezTo>
                <a:cubicBezTo>
                  <a:pt x="270435" y="108733"/>
                  <a:pt x="266202" y="108191"/>
                  <a:pt x="262077" y="107106"/>
                </a:cubicBezTo>
                <a:cubicBezTo>
                  <a:pt x="257954" y="106021"/>
                  <a:pt x="254346" y="104340"/>
                  <a:pt x="251252" y="102061"/>
                </a:cubicBezTo>
                <a:cubicBezTo>
                  <a:pt x="248161" y="99781"/>
                  <a:pt x="245665" y="96878"/>
                  <a:pt x="243766" y="93350"/>
                </a:cubicBezTo>
                <a:cubicBezTo>
                  <a:pt x="241867" y="89823"/>
                  <a:pt x="240917" y="85618"/>
                  <a:pt x="240917" y="80735"/>
                </a:cubicBezTo>
                <a:lnTo>
                  <a:pt x="226267" y="80735"/>
                </a:lnTo>
                <a:cubicBezTo>
                  <a:pt x="226267" y="87789"/>
                  <a:pt x="227542" y="93894"/>
                  <a:pt x="230092" y="99048"/>
                </a:cubicBezTo>
                <a:cubicBezTo>
                  <a:pt x="232643" y="104203"/>
                  <a:pt x="236115" y="108437"/>
                  <a:pt x="240510" y="111751"/>
                </a:cubicBezTo>
                <a:cubicBezTo>
                  <a:pt x="244904" y="115063"/>
                  <a:pt x="250005" y="117533"/>
                  <a:pt x="255810" y="119163"/>
                </a:cubicBezTo>
                <a:cubicBezTo>
                  <a:pt x="261617" y="120794"/>
                  <a:pt x="267777" y="121609"/>
                  <a:pt x="274288" y="121609"/>
                </a:cubicBezTo>
                <a:cubicBezTo>
                  <a:pt x="279605" y="121609"/>
                  <a:pt x="284949" y="120985"/>
                  <a:pt x="290321" y="119736"/>
                </a:cubicBezTo>
                <a:cubicBezTo>
                  <a:pt x="295693" y="118490"/>
                  <a:pt x="300548" y="116483"/>
                  <a:pt x="304889" y="113716"/>
                </a:cubicBezTo>
                <a:cubicBezTo>
                  <a:pt x="309230" y="110947"/>
                  <a:pt x="312785" y="107365"/>
                  <a:pt x="315552" y="102970"/>
                </a:cubicBezTo>
                <a:cubicBezTo>
                  <a:pt x="318319" y="98576"/>
                  <a:pt x="319702" y="93286"/>
                  <a:pt x="319702" y="87101"/>
                </a:cubicBezTo>
                <a:cubicBezTo>
                  <a:pt x="319702" y="81349"/>
                  <a:pt x="318644" y="76574"/>
                  <a:pt x="316528" y="72777"/>
                </a:cubicBezTo>
                <a:cubicBezTo>
                  <a:pt x="314412" y="68978"/>
                  <a:pt x="311590" y="65831"/>
                  <a:pt x="308063" y="63336"/>
                </a:cubicBezTo>
                <a:cubicBezTo>
                  <a:pt x="304536" y="60839"/>
                  <a:pt x="300548" y="58858"/>
                  <a:pt x="296098" y="57394"/>
                </a:cubicBezTo>
                <a:cubicBezTo>
                  <a:pt x="291651" y="55929"/>
                  <a:pt x="287120" y="54654"/>
                  <a:pt x="282507" y="53569"/>
                </a:cubicBezTo>
                <a:cubicBezTo>
                  <a:pt x="277895" y="52483"/>
                  <a:pt x="273364" y="51479"/>
                  <a:pt x="268915" y="50556"/>
                </a:cubicBezTo>
                <a:cubicBezTo>
                  <a:pt x="264467" y="49634"/>
                  <a:pt x="260480" y="48467"/>
                  <a:pt x="256953" y="47057"/>
                </a:cubicBezTo>
                <a:cubicBezTo>
                  <a:pt x="253426" y="45646"/>
                  <a:pt x="250604" y="43828"/>
                  <a:pt x="248488" y="41604"/>
                </a:cubicBezTo>
                <a:cubicBezTo>
                  <a:pt x="246372" y="39379"/>
                  <a:pt x="245313" y="36475"/>
                  <a:pt x="245313" y="32894"/>
                </a:cubicBezTo>
                <a:cubicBezTo>
                  <a:pt x="245313" y="29097"/>
                  <a:pt x="246045" y="25923"/>
                  <a:pt x="247509" y="23373"/>
                </a:cubicBezTo>
                <a:cubicBezTo>
                  <a:pt x="248975" y="20821"/>
                  <a:pt x="250928" y="18786"/>
                  <a:pt x="253369" y="17268"/>
                </a:cubicBezTo>
                <a:cubicBezTo>
                  <a:pt x="255811" y="15748"/>
                  <a:pt x="258605" y="14662"/>
                  <a:pt x="261752" y="14011"/>
                </a:cubicBezTo>
                <a:cubicBezTo>
                  <a:pt x="264899" y="13361"/>
                  <a:pt x="268101" y="13035"/>
                  <a:pt x="271357" y="13035"/>
                </a:cubicBezTo>
                <a:cubicBezTo>
                  <a:pt x="279388" y="13035"/>
                  <a:pt x="285981" y="14907"/>
                  <a:pt x="291136" y="18651"/>
                </a:cubicBezTo>
                <a:cubicBezTo>
                  <a:pt x="296290" y="22395"/>
                  <a:pt x="299302" y="28445"/>
                  <a:pt x="300169" y="36801"/>
                </a:cubicBezTo>
                <a:close/>
                <a:moveTo>
                  <a:pt x="355354" y="34814"/>
                </a:moveTo>
                <a:lnTo>
                  <a:pt x="355354" y="9697"/>
                </a:lnTo>
                <a:lnTo>
                  <a:pt x="341516" y="9697"/>
                </a:lnTo>
                <a:lnTo>
                  <a:pt x="341516" y="34814"/>
                </a:lnTo>
                <a:lnTo>
                  <a:pt x="327192" y="34814"/>
                </a:lnTo>
                <a:lnTo>
                  <a:pt x="327192" y="47054"/>
                </a:lnTo>
                <a:lnTo>
                  <a:pt x="341516" y="47054"/>
                </a:lnTo>
                <a:lnTo>
                  <a:pt x="341516" y="100655"/>
                </a:lnTo>
                <a:cubicBezTo>
                  <a:pt x="341516" y="104565"/>
                  <a:pt x="341896" y="107715"/>
                  <a:pt x="342656" y="110104"/>
                </a:cubicBezTo>
                <a:cubicBezTo>
                  <a:pt x="343416" y="112493"/>
                  <a:pt x="344583" y="114341"/>
                  <a:pt x="346156" y="115645"/>
                </a:cubicBezTo>
                <a:cubicBezTo>
                  <a:pt x="347729" y="116949"/>
                  <a:pt x="349791" y="117845"/>
                  <a:pt x="352341" y="118333"/>
                </a:cubicBezTo>
                <a:cubicBezTo>
                  <a:pt x="354891" y="118822"/>
                  <a:pt x="357957" y="119066"/>
                  <a:pt x="361538" y="119066"/>
                </a:cubicBezTo>
                <a:lnTo>
                  <a:pt x="372120" y="119066"/>
                </a:lnTo>
                <a:lnTo>
                  <a:pt x="372120" y="106825"/>
                </a:lnTo>
                <a:lnTo>
                  <a:pt x="365771" y="106825"/>
                </a:lnTo>
                <a:cubicBezTo>
                  <a:pt x="363600" y="106825"/>
                  <a:pt x="361837" y="106744"/>
                  <a:pt x="360480" y="106582"/>
                </a:cubicBezTo>
                <a:cubicBezTo>
                  <a:pt x="359124" y="106418"/>
                  <a:pt x="358066" y="106065"/>
                  <a:pt x="357306" y="105524"/>
                </a:cubicBezTo>
                <a:cubicBezTo>
                  <a:pt x="356548" y="104981"/>
                  <a:pt x="356033" y="104221"/>
                  <a:pt x="355761" y="103244"/>
                </a:cubicBezTo>
                <a:cubicBezTo>
                  <a:pt x="355489" y="102265"/>
                  <a:pt x="355354" y="100962"/>
                  <a:pt x="355354" y="99334"/>
                </a:cubicBezTo>
                <a:lnTo>
                  <a:pt x="355354" y="47054"/>
                </a:lnTo>
                <a:lnTo>
                  <a:pt x="372120" y="47054"/>
                </a:lnTo>
                <a:lnTo>
                  <a:pt x="372120" y="34814"/>
                </a:lnTo>
                <a:lnTo>
                  <a:pt x="355354" y="34814"/>
                </a:lnTo>
                <a:close/>
                <a:moveTo>
                  <a:pt x="397514" y="77022"/>
                </a:moveTo>
                <a:cubicBezTo>
                  <a:pt x="397514" y="71925"/>
                  <a:pt x="398192" y="67398"/>
                  <a:pt x="399548" y="63442"/>
                </a:cubicBezTo>
                <a:cubicBezTo>
                  <a:pt x="400904" y="59485"/>
                  <a:pt x="402776" y="56151"/>
                  <a:pt x="405164" y="53440"/>
                </a:cubicBezTo>
                <a:cubicBezTo>
                  <a:pt x="407552" y="50729"/>
                  <a:pt x="410346" y="48669"/>
                  <a:pt x="413547" y="47260"/>
                </a:cubicBezTo>
                <a:cubicBezTo>
                  <a:pt x="416748" y="45851"/>
                  <a:pt x="420139" y="45146"/>
                  <a:pt x="423721" y="45146"/>
                </a:cubicBezTo>
                <a:cubicBezTo>
                  <a:pt x="427303" y="45146"/>
                  <a:pt x="430694" y="45851"/>
                  <a:pt x="433895" y="47260"/>
                </a:cubicBezTo>
                <a:cubicBezTo>
                  <a:pt x="437096" y="48669"/>
                  <a:pt x="439890" y="50729"/>
                  <a:pt x="442278" y="53440"/>
                </a:cubicBezTo>
                <a:cubicBezTo>
                  <a:pt x="444666" y="56151"/>
                  <a:pt x="446538" y="59485"/>
                  <a:pt x="447894" y="63442"/>
                </a:cubicBezTo>
                <a:cubicBezTo>
                  <a:pt x="449250" y="67398"/>
                  <a:pt x="449928" y="71925"/>
                  <a:pt x="449928" y="77022"/>
                </a:cubicBezTo>
                <a:cubicBezTo>
                  <a:pt x="449928" y="82117"/>
                  <a:pt x="449250" y="86643"/>
                  <a:pt x="447894" y="90601"/>
                </a:cubicBezTo>
                <a:cubicBezTo>
                  <a:pt x="446538" y="94558"/>
                  <a:pt x="444666" y="97865"/>
                  <a:pt x="442278" y="100521"/>
                </a:cubicBezTo>
                <a:cubicBezTo>
                  <a:pt x="439890" y="103177"/>
                  <a:pt x="437096" y="105210"/>
                  <a:pt x="433895" y="106619"/>
                </a:cubicBezTo>
                <a:cubicBezTo>
                  <a:pt x="430694" y="108028"/>
                  <a:pt x="427303" y="108733"/>
                  <a:pt x="423721" y="108733"/>
                </a:cubicBezTo>
                <a:cubicBezTo>
                  <a:pt x="420139" y="108733"/>
                  <a:pt x="416748" y="108028"/>
                  <a:pt x="413547" y="106619"/>
                </a:cubicBezTo>
                <a:cubicBezTo>
                  <a:pt x="410346" y="105210"/>
                  <a:pt x="407552" y="103177"/>
                  <a:pt x="405164" y="100521"/>
                </a:cubicBezTo>
                <a:cubicBezTo>
                  <a:pt x="402776" y="97865"/>
                  <a:pt x="400904" y="94558"/>
                  <a:pt x="399548" y="90601"/>
                </a:cubicBezTo>
                <a:cubicBezTo>
                  <a:pt x="398192" y="86643"/>
                  <a:pt x="397514" y="82117"/>
                  <a:pt x="397514" y="77022"/>
                </a:cubicBezTo>
                <a:moveTo>
                  <a:pt x="382862" y="77024"/>
                </a:moveTo>
                <a:cubicBezTo>
                  <a:pt x="382862" y="83209"/>
                  <a:pt x="383729" y="88961"/>
                  <a:pt x="385465" y="94279"/>
                </a:cubicBezTo>
                <a:cubicBezTo>
                  <a:pt x="387202" y="99597"/>
                  <a:pt x="389806" y="104236"/>
                  <a:pt x="393279" y="108199"/>
                </a:cubicBezTo>
                <a:cubicBezTo>
                  <a:pt x="396751" y="112160"/>
                  <a:pt x="401038" y="115253"/>
                  <a:pt x="406138" y="117479"/>
                </a:cubicBezTo>
                <a:cubicBezTo>
                  <a:pt x="411240" y="119702"/>
                  <a:pt x="417101" y="120814"/>
                  <a:pt x="423721" y="120814"/>
                </a:cubicBezTo>
                <a:cubicBezTo>
                  <a:pt x="430449" y="120814"/>
                  <a:pt x="436336" y="119702"/>
                  <a:pt x="441381" y="117479"/>
                </a:cubicBezTo>
                <a:cubicBezTo>
                  <a:pt x="446428" y="115253"/>
                  <a:pt x="450688" y="112160"/>
                  <a:pt x="454160" y="108199"/>
                </a:cubicBezTo>
                <a:cubicBezTo>
                  <a:pt x="457633" y="104236"/>
                  <a:pt x="460237" y="99597"/>
                  <a:pt x="461972" y="94279"/>
                </a:cubicBezTo>
                <a:cubicBezTo>
                  <a:pt x="463709" y="88961"/>
                  <a:pt x="464578" y="83209"/>
                  <a:pt x="464578" y="77024"/>
                </a:cubicBezTo>
                <a:cubicBezTo>
                  <a:pt x="464578" y="70838"/>
                  <a:pt x="463709" y="65059"/>
                  <a:pt x="461972" y="59687"/>
                </a:cubicBezTo>
                <a:cubicBezTo>
                  <a:pt x="460237" y="54313"/>
                  <a:pt x="457633" y="49646"/>
                  <a:pt x="454160" y="45685"/>
                </a:cubicBezTo>
                <a:cubicBezTo>
                  <a:pt x="450688" y="41725"/>
                  <a:pt x="446428" y="38605"/>
                  <a:pt x="441381" y="36326"/>
                </a:cubicBezTo>
                <a:cubicBezTo>
                  <a:pt x="436336" y="34046"/>
                  <a:pt x="430449" y="32906"/>
                  <a:pt x="423721" y="32906"/>
                </a:cubicBezTo>
                <a:cubicBezTo>
                  <a:pt x="417101" y="32906"/>
                  <a:pt x="411240" y="34046"/>
                  <a:pt x="406138" y="36326"/>
                </a:cubicBezTo>
                <a:cubicBezTo>
                  <a:pt x="401038" y="38605"/>
                  <a:pt x="396751" y="41725"/>
                  <a:pt x="393279" y="45685"/>
                </a:cubicBezTo>
                <a:cubicBezTo>
                  <a:pt x="389806" y="49646"/>
                  <a:pt x="387202" y="54313"/>
                  <a:pt x="385465" y="59687"/>
                </a:cubicBezTo>
                <a:cubicBezTo>
                  <a:pt x="383729" y="65059"/>
                  <a:pt x="382862" y="70838"/>
                  <a:pt x="382862" y="77024"/>
                </a:cubicBezTo>
                <a:close/>
                <a:moveTo>
                  <a:pt x="480370" y="34861"/>
                </a:moveTo>
                <a:lnTo>
                  <a:pt x="480370" y="119066"/>
                </a:lnTo>
                <a:lnTo>
                  <a:pt x="494205" y="119066"/>
                </a:lnTo>
                <a:lnTo>
                  <a:pt x="494205" y="81587"/>
                </a:lnTo>
                <a:cubicBezTo>
                  <a:pt x="494205" y="76156"/>
                  <a:pt x="494747" y="71349"/>
                  <a:pt x="495832" y="67168"/>
                </a:cubicBezTo>
                <a:cubicBezTo>
                  <a:pt x="496918" y="62985"/>
                  <a:pt x="498655" y="59428"/>
                  <a:pt x="501043" y="56495"/>
                </a:cubicBezTo>
                <a:cubicBezTo>
                  <a:pt x="503431" y="53561"/>
                  <a:pt x="506578" y="51334"/>
                  <a:pt x="510484" y="49814"/>
                </a:cubicBezTo>
                <a:cubicBezTo>
                  <a:pt x="514390" y="48292"/>
                  <a:pt x="519110" y="47531"/>
                  <a:pt x="524644" y="47531"/>
                </a:cubicBezTo>
                <a:lnTo>
                  <a:pt x="524644" y="32906"/>
                </a:lnTo>
                <a:cubicBezTo>
                  <a:pt x="517158" y="32689"/>
                  <a:pt x="510972" y="34209"/>
                  <a:pt x="506087" y="37466"/>
                </a:cubicBezTo>
                <a:cubicBezTo>
                  <a:pt x="501204" y="40724"/>
                  <a:pt x="497081" y="45772"/>
                  <a:pt x="493718" y="52613"/>
                </a:cubicBezTo>
                <a:lnTo>
                  <a:pt x="493392" y="52613"/>
                </a:lnTo>
                <a:lnTo>
                  <a:pt x="493392" y="34861"/>
                </a:lnTo>
                <a:lnTo>
                  <a:pt x="480370" y="34861"/>
                </a:lnTo>
                <a:close/>
                <a:moveTo>
                  <a:pt x="609618" y="118698"/>
                </a:moveTo>
                <a:cubicBezTo>
                  <a:pt x="607230" y="120109"/>
                  <a:pt x="603920" y="120814"/>
                  <a:pt x="599687" y="120814"/>
                </a:cubicBezTo>
                <a:cubicBezTo>
                  <a:pt x="596107" y="120814"/>
                  <a:pt x="593259" y="119811"/>
                  <a:pt x="591143" y="117804"/>
                </a:cubicBezTo>
                <a:cubicBezTo>
                  <a:pt x="589027" y="115795"/>
                  <a:pt x="587968" y="112512"/>
                  <a:pt x="587968" y="107953"/>
                </a:cubicBezTo>
                <a:cubicBezTo>
                  <a:pt x="584170" y="112512"/>
                  <a:pt x="579747" y="115795"/>
                  <a:pt x="574700" y="117804"/>
                </a:cubicBezTo>
                <a:cubicBezTo>
                  <a:pt x="569654" y="119811"/>
                  <a:pt x="564201" y="120814"/>
                  <a:pt x="558341" y="120814"/>
                </a:cubicBezTo>
                <a:cubicBezTo>
                  <a:pt x="554542" y="120814"/>
                  <a:pt x="550933" y="120381"/>
                  <a:pt x="547514" y="119513"/>
                </a:cubicBezTo>
                <a:cubicBezTo>
                  <a:pt x="544096" y="118645"/>
                  <a:pt x="541140" y="117289"/>
                  <a:pt x="538644" y="115444"/>
                </a:cubicBezTo>
                <a:cubicBezTo>
                  <a:pt x="536149" y="113600"/>
                  <a:pt x="534168" y="111186"/>
                  <a:pt x="532703" y="108204"/>
                </a:cubicBezTo>
                <a:cubicBezTo>
                  <a:pt x="531237" y="105220"/>
                  <a:pt x="530505" y="101613"/>
                  <a:pt x="530505" y="97382"/>
                </a:cubicBezTo>
                <a:cubicBezTo>
                  <a:pt x="530505" y="92608"/>
                  <a:pt x="531318" y="88702"/>
                  <a:pt x="532946" y="85665"/>
                </a:cubicBezTo>
                <a:cubicBezTo>
                  <a:pt x="534574" y="82629"/>
                  <a:pt x="536717" y="80161"/>
                  <a:pt x="539374" y="78264"/>
                </a:cubicBezTo>
                <a:cubicBezTo>
                  <a:pt x="542034" y="76364"/>
                  <a:pt x="545072" y="74926"/>
                  <a:pt x="548490" y="73949"/>
                </a:cubicBezTo>
                <a:cubicBezTo>
                  <a:pt x="551910" y="72972"/>
                  <a:pt x="555410" y="72158"/>
                  <a:pt x="558992" y="71508"/>
                </a:cubicBezTo>
                <a:cubicBezTo>
                  <a:pt x="562790" y="70749"/>
                  <a:pt x="566399" y="70180"/>
                  <a:pt x="569816" y="69801"/>
                </a:cubicBezTo>
                <a:cubicBezTo>
                  <a:pt x="573234" y="69420"/>
                  <a:pt x="576245" y="68877"/>
                  <a:pt x="578850" y="68172"/>
                </a:cubicBezTo>
                <a:cubicBezTo>
                  <a:pt x="581455" y="67466"/>
                  <a:pt x="583517" y="66436"/>
                  <a:pt x="585035" y="65082"/>
                </a:cubicBezTo>
                <a:cubicBezTo>
                  <a:pt x="586555" y="63726"/>
                  <a:pt x="587315" y="61745"/>
                  <a:pt x="587315" y="59140"/>
                </a:cubicBezTo>
                <a:cubicBezTo>
                  <a:pt x="587315" y="56104"/>
                  <a:pt x="586746" y="53663"/>
                  <a:pt x="585606" y="51818"/>
                </a:cubicBezTo>
                <a:cubicBezTo>
                  <a:pt x="584467" y="49973"/>
                  <a:pt x="583002" y="48563"/>
                  <a:pt x="581210" y="47588"/>
                </a:cubicBezTo>
                <a:cubicBezTo>
                  <a:pt x="579420" y="46611"/>
                  <a:pt x="577412" y="45960"/>
                  <a:pt x="575187" y="45636"/>
                </a:cubicBezTo>
                <a:cubicBezTo>
                  <a:pt x="572963" y="45310"/>
                  <a:pt x="570766" y="45146"/>
                  <a:pt x="568597" y="45146"/>
                </a:cubicBezTo>
                <a:cubicBezTo>
                  <a:pt x="562737" y="45146"/>
                  <a:pt x="557853" y="46255"/>
                  <a:pt x="553947" y="48472"/>
                </a:cubicBezTo>
                <a:cubicBezTo>
                  <a:pt x="550041" y="50690"/>
                  <a:pt x="547925" y="54880"/>
                  <a:pt x="547598" y="61043"/>
                </a:cubicBezTo>
                <a:lnTo>
                  <a:pt x="533761" y="61043"/>
                </a:lnTo>
                <a:cubicBezTo>
                  <a:pt x="533978" y="55839"/>
                  <a:pt x="535062" y="51447"/>
                  <a:pt x="537015" y="47869"/>
                </a:cubicBezTo>
                <a:cubicBezTo>
                  <a:pt x="538969" y="44290"/>
                  <a:pt x="541573" y="41390"/>
                  <a:pt x="544829" y="39168"/>
                </a:cubicBezTo>
                <a:cubicBezTo>
                  <a:pt x="548084" y="36946"/>
                  <a:pt x="551801" y="35347"/>
                  <a:pt x="555979" y="34371"/>
                </a:cubicBezTo>
                <a:cubicBezTo>
                  <a:pt x="560158" y="33395"/>
                  <a:pt x="564635" y="32906"/>
                  <a:pt x="569409" y="32906"/>
                </a:cubicBezTo>
                <a:cubicBezTo>
                  <a:pt x="573208" y="32906"/>
                  <a:pt x="576979" y="33178"/>
                  <a:pt x="580723" y="33721"/>
                </a:cubicBezTo>
                <a:cubicBezTo>
                  <a:pt x="584467" y="34262"/>
                  <a:pt x="587858" y="35374"/>
                  <a:pt x="590897" y="37057"/>
                </a:cubicBezTo>
                <a:cubicBezTo>
                  <a:pt x="593935" y="38737"/>
                  <a:pt x="596377" y="41097"/>
                  <a:pt x="598222" y="44135"/>
                </a:cubicBezTo>
                <a:cubicBezTo>
                  <a:pt x="600066" y="47172"/>
                  <a:pt x="600989" y="51132"/>
                  <a:pt x="600989" y="56013"/>
                </a:cubicBezTo>
                <a:lnTo>
                  <a:pt x="600989" y="99294"/>
                </a:lnTo>
                <a:cubicBezTo>
                  <a:pt x="600989" y="102550"/>
                  <a:pt x="601178" y="104937"/>
                  <a:pt x="601558" y="106455"/>
                </a:cubicBezTo>
                <a:cubicBezTo>
                  <a:pt x="601938" y="107974"/>
                  <a:pt x="603214" y="108733"/>
                  <a:pt x="605385" y="108733"/>
                </a:cubicBezTo>
                <a:cubicBezTo>
                  <a:pt x="606579" y="108733"/>
                  <a:pt x="607990" y="108473"/>
                  <a:pt x="609618" y="107953"/>
                </a:cubicBezTo>
                <a:lnTo>
                  <a:pt x="609618" y="118698"/>
                </a:lnTo>
                <a:moveTo>
                  <a:pt x="587154" y="75559"/>
                </a:moveTo>
                <a:cubicBezTo>
                  <a:pt x="585417" y="76860"/>
                  <a:pt x="583137" y="77809"/>
                  <a:pt x="580316" y="78405"/>
                </a:cubicBezTo>
                <a:cubicBezTo>
                  <a:pt x="577496" y="79001"/>
                  <a:pt x="574539" y="79489"/>
                  <a:pt x="571446" y="79868"/>
                </a:cubicBezTo>
                <a:cubicBezTo>
                  <a:pt x="568353" y="80247"/>
                  <a:pt x="565232" y="80681"/>
                  <a:pt x="562084" y="81170"/>
                </a:cubicBezTo>
                <a:cubicBezTo>
                  <a:pt x="558938" y="81657"/>
                  <a:pt x="556117" y="82442"/>
                  <a:pt x="553622" y="83527"/>
                </a:cubicBezTo>
                <a:cubicBezTo>
                  <a:pt x="551126" y="84611"/>
                  <a:pt x="549091" y="86156"/>
                  <a:pt x="547516" y="88162"/>
                </a:cubicBezTo>
                <a:cubicBezTo>
                  <a:pt x="545943" y="90167"/>
                  <a:pt x="545157" y="92904"/>
                  <a:pt x="545157" y="96373"/>
                </a:cubicBezTo>
                <a:cubicBezTo>
                  <a:pt x="545157" y="98650"/>
                  <a:pt x="545618" y="100575"/>
                  <a:pt x="546540" y="102148"/>
                </a:cubicBezTo>
                <a:cubicBezTo>
                  <a:pt x="547463" y="103720"/>
                  <a:pt x="548657" y="104993"/>
                  <a:pt x="550122" y="105968"/>
                </a:cubicBezTo>
                <a:cubicBezTo>
                  <a:pt x="551587" y="106944"/>
                  <a:pt x="553296" y="107648"/>
                  <a:pt x="555249" y="108082"/>
                </a:cubicBezTo>
                <a:cubicBezTo>
                  <a:pt x="557203" y="108516"/>
                  <a:pt x="559264" y="108733"/>
                  <a:pt x="561433" y="108733"/>
                </a:cubicBezTo>
                <a:cubicBezTo>
                  <a:pt x="565992" y="108733"/>
                  <a:pt x="569899" y="108109"/>
                  <a:pt x="573155" y="106863"/>
                </a:cubicBezTo>
                <a:cubicBezTo>
                  <a:pt x="576410" y="105616"/>
                  <a:pt x="579069" y="104044"/>
                  <a:pt x="581130" y="102148"/>
                </a:cubicBezTo>
                <a:cubicBezTo>
                  <a:pt x="583192" y="100251"/>
                  <a:pt x="584711" y="98191"/>
                  <a:pt x="585688" y="95968"/>
                </a:cubicBezTo>
                <a:cubicBezTo>
                  <a:pt x="586665" y="93745"/>
                  <a:pt x="587154" y="91657"/>
                  <a:pt x="587154" y="89707"/>
                </a:cubicBezTo>
                <a:lnTo>
                  <a:pt x="587154" y="75559"/>
                </a:lnTo>
                <a:close/>
                <a:moveTo>
                  <a:pt x="695077" y="111885"/>
                </a:moveTo>
                <a:lnTo>
                  <a:pt x="695077" y="34861"/>
                </a:lnTo>
                <a:lnTo>
                  <a:pt x="682054" y="34861"/>
                </a:lnTo>
                <a:lnTo>
                  <a:pt x="682054" y="46910"/>
                </a:lnTo>
                <a:lnTo>
                  <a:pt x="681892" y="46910"/>
                </a:lnTo>
                <a:cubicBezTo>
                  <a:pt x="679397" y="42242"/>
                  <a:pt x="675924" y="38741"/>
                  <a:pt x="671475" y="36408"/>
                </a:cubicBezTo>
                <a:cubicBezTo>
                  <a:pt x="667026" y="34073"/>
                  <a:pt x="662142" y="32906"/>
                  <a:pt x="656823" y="32906"/>
                </a:cubicBezTo>
                <a:cubicBezTo>
                  <a:pt x="649552" y="32906"/>
                  <a:pt x="643420" y="34290"/>
                  <a:pt x="638427" y="37059"/>
                </a:cubicBezTo>
                <a:cubicBezTo>
                  <a:pt x="633437" y="39826"/>
                  <a:pt x="629422" y="43354"/>
                  <a:pt x="626383" y="47643"/>
                </a:cubicBezTo>
                <a:cubicBezTo>
                  <a:pt x="623345" y="51931"/>
                  <a:pt x="621174" y="56709"/>
                  <a:pt x="619871" y="61974"/>
                </a:cubicBezTo>
                <a:cubicBezTo>
                  <a:pt x="618569" y="67239"/>
                  <a:pt x="617918" y="72367"/>
                  <a:pt x="617918" y="77359"/>
                </a:cubicBezTo>
                <a:cubicBezTo>
                  <a:pt x="617918" y="83114"/>
                  <a:pt x="618705" y="88569"/>
                  <a:pt x="620278" y="93726"/>
                </a:cubicBezTo>
                <a:cubicBezTo>
                  <a:pt x="621853" y="98882"/>
                  <a:pt x="624213" y="103388"/>
                  <a:pt x="627359" y="107243"/>
                </a:cubicBezTo>
                <a:cubicBezTo>
                  <a:pt x="630507" y="111096"/>
                  <a:pt x="634414" y="114163"/>
                  <a:pt x="639081" y="116443"/>
                </a:cubicBezTo>
                <a:cubicBezTo>
                  <a:pt x="643747" y="118721"/>
                  <a:pt x="649227" y="119861"/>
                  <a:pt x="655521" y="119861"/>
                </a:cubicBezTo>
                <a:cubicBezTo>
                  <a:pt x="660946" y="119861"/>
                  <a:pt x="666073" y="118640"/>
                  <a:pt x="670901" y="116199"/>
                </a:cubicBezTo>
                <a:cubicBezTo>
                  <a:pt x="675732" y="113757"/>
                  <a:pt x="679341" y="109931"/>
                  <a:pt x="681728" y="104722"/>
                </a:cubicBezTo>
                <a:lnTo>
                  <a:pt x="682054" y="104722"/>
                </a:lnTo>
                <a:lnTo>
                  <a:pt x="682054" y="110256"/>
                </a:lnTo>
                <a:cubicBezTo>
                  <a:pt x="682054" y="114922"/>
                  <a:pt x="681593" y="119206"/>
                  <a:pt x="680670" y="123107"/>
                </a:cubicBezTo>
                <a:cubicBezTo>
                  <a:pt x="679748" y="127008"/>
                  <a:pt x="678256" y="130340"/>
                  <a:pt x="676194" y="133102"/>
                </a:cubicBezTo>
                <a:cubicBezTo>
                  <a:pt x="674133" y="135864"/>
                  <a:pt x="671528" y="138030"/>
                  <a:pt x="668380" y="139600"/>
                </a:cubicBezTo>
                <a:cubicBezTo>
                  <a:pt x="665234" y="141171"/>
                  <a:pt x="661382" y="141957"/>
                  <a:pt x="656823" y="141957"/>
                </a:cubicBezTo>
                <a:cubicBezTo>
                  <a:pt x="654544" y="141957"/>
                  <a:pt x="652157" y="141713"/>
                  <a:pt x="649662" y="141224"/>
                </a:cubicBezTo>
                <a:cubicBezTo>
                  <a:pt x="647166" y="140736"/>
                  <a:pt x="644861" y="139948"/>
                  <a:pt x="642744" y="138862"/>
                </a:cubicBezTo>
                <a:cubicBezTo>
                  <a:pt x="640628" y="137777"/>
                  <a:pt x="638837" y="136367"/>
                  <a:pt x="637372" y="134630"/>
                </a:cubicBezTo>
                <a:cubicBezTo>
                  <a:pt x="635908" y="132894"/>
                  <a:pt x="635121" y="130779"/>
                  <a:pt x="635012" y="128283"/>
                </a:cubicBezTo>
                <a:lnTo>
                  <a:pt x="621175" y="128283"/>
                </a:lnTo>
                <a:cubicBezTo>
                  <a:pt x="621392" y="132840"/>
                  <a:pt x="622585" y="136694"/>
                  <a:pt x="624754" y="139846"/>
                </a:cubicBezTo>
                <a:cubicBezTo>
                  <a:pt x="626925" y="142998"/>
                  <a:pt x="629665" y="145557"/>
                  <a:pt x="632975" y="147521"/>
                </a:cubicBezTo>
                <a:cubicBezTo>
                  <a:pt x="636286" y="149485"/>
                  <a:pt x="639975" y="150903"/>
                  <a:pt x="644043" y="151776"/>
                </a:cubicBezTo>
                <a:cubicBezTo>
                  <a:pt x="648114" y="152648"/>
                  <a:pt x="652103" y="153085"/>
                  <a:pt x="656011" y="153085"/>
                </a:cubicBezTo>
                <a:cubicBezTo>
                  <a:pt x="669466" y="153085"/>
                  <a:pt x="679341" y="149664"/>
                  <a:pt x="685635" y="142824"/>
                </a:cubicBezTo>
                <a:cubicBezTo>
                  <a:pt x="691930" y="135985"/>
                  <a:pt x="695077" y="125672"/>
                  <a:pt x="695077" y="111885"/>
                </a:cubicBezTo>
                <a:moveTo>
                  <a:pt x="656336" y="107779"/>
                </a:moveTo>
                <a:cubicBezTo>
                  <a:pt x="651777" y="107779"/>
                  <a:pt x="647979" y="106830"/>
                  <a:pt x="644940" y="104933"/>
                </a:cubicBezTo>
                <a:cubicBezTo>
                  <a:pt x="641903" y="103035"/>
                  <a:pt x="639462" y="100540"/>
                  <a:pt x="637615" y="97449"/>
                </a:cubicBezTo>
                <a:cubicBezTo>
                  <a:pt x="635771" y="94357"/>
                  <a:pt x="634468" y="90914"/>
                  <a:pt x="633708" y="87118"/>
                </a:cubicBezTo>
                <a:cubicBezTo>
                  <a:pt x="632950" y="83323"/>
                  <a:pt x="632571" y="79527"/>
                  <a:pt x="632571" y="75730"/>
                </a:cubicBezTo>
                <a:cubicBezTo>
                  <a:pt x="632571" y="71718"/>
                  <a:pt x="633032" y="67868"/>
                  <a:pt x="633954" y="64180"/>
                </a:cubicBezTo>
                <a:cubicBezTo>
                  <a:pt x="634876" y="60492"/>
                  <a:pt x="636341" y="57239"/>
                  <a:pt x="638348" y="54419"/>
                </a:cubicBezTo>
                <a:cubicBezTo>
                  <a:pt x="640357" y="51599"/>
                  <a:pt x="642934" y="49348"/>
                  <a:pt x="646080" y="47668"/>
                </a:cubicBezTo>
                <a:cubicBezTo>
                  <a:pt x="649228" y="45987"/>
                  <a:pt x="653027" y="45146"/>
                  <a:pt x="657476" y="45146"/>
                </a:cubicBezTo>
                <a:cubicBezTo>
                  <a:pt x="661816" y="45146"/>
                  <a:pt x="665506" y="46014"/>
                  <a:pt x="668544" y="47749"/>
                </a:cubicBezTo>
                <a:cubicBezTo>
                  <a:pt x="671583" y="49485"/>
                  <a:pt x="674051" y="51790"/>
                  <a:pt x="675948" y="54665"/>
                </a:cubicBezTo>
                <a:cubicBezTo>
                  <a:pt x="677848" y="57538"/>
                  <a:pt x="679231" y="60764"/>
                  <a:pt x="680099" y="64344"/>
                </a:cubicBezTo>
                <a:cubicBezTo>
                  <a:pt x="680968" y="67922"/>
                  <a:pt x="681403" y="71556"/>
                  <a:pt x="681403" y="75243"/>
                </a:cubicBezTo>
                <a:cubicBezTo>
                  <a:pt x="681403" y="79148"/>
                  <a:pt x="680942" y="83052"/>
                  <a:pt x="680019" y="86957"/>
                </a:cubicBezTo>
                <a:cubicBezTo>
                  <a:pt x="679097" y="90860"/>
                  <a:pt x="677659" y="94357"/>
                  <a:pt x="675705" y="97449"/>
                </a:cubicBezTo>
                <a:cubicBezTo>
                  <a:pt x="673753" y="100540"/>
                  <a:pt x="671175" y="103035"/>
                  <a:pt x="667973" y="104933"/>
                </a:cubicBezTo>
                <a:cubicBezTo>
                  <a:pt x="664772" y="106830"/>
                  <a:pt x="660893" y="107779"/>
                  <a:pt x="656336" y="107779"/>
                </a:cubicBezTo>
                <a:close/>
                <a:moveTo>
                  <a:pt x="774352" y="68991"/>
                </a:moveTo>
                <a:lnTo>
                  <a:pt x="726007" y="68991"/>
                </a:lnTo>
                <a:cubicBezTo>
                  <a:pt x="726224" y="65724"/>
                  <a:pt x="726929" y="62648"/>
                  <a:pt x="728123" y="59764"/>
                </a:cubicBezTo>
                <a:cubicBezTo>
                  <a:pt x="729317" y="56878"/>
                  <a:pt x="730945" y="54346"/>
                  <a:pt x="733006" y="52168"/>
                </a:cubicBezTo>
                <a:cubicBezTo>
                  <a:pt x="735068" y="49991"/>
                  <a:pt x="737537" y="48276"/>
                  <a:pt x="740413" y="47024"/>
                </a:cubicBezTo>
                <a:cubicBezTo>
                  <a:pt x="743289" y="45772"/>
                  <a:pt x="746518" y="45146"/>
                  <a:pt x="750098" y="45146"/>
                </a:cubicBezTo>
                <a:cubicBezTo>
                  <a:pt x="753570" y="45146"/>
                  <a:pt x="756744" y="45772"/>
                  <a:pt x="759621" y="47024"/>
                </a:cubicBezTo>
                <a:cubicBezTo>
                  <a:pt x="762497" y="48276"/>
                  <a:pt x="764993" y="49964"/>
                  <a:pt x="767110" y="52089"/>
                </a:cubicBezTo>
                <a:cubicBezTo>
                  <a:pt x="769226" y="54212"/>
                  <a:pt x="770907" y="56743"/>
                  <a:pt x="772154" y="59682"/>
                </a:cubicBezTo>
                <a:cubicBezTo>
                  <a:pt x="773403" y="62621"/>
                  <a:pt x="774136" y="65724"/>
                  <a:pt x="774352" y="68991"/>
                </a:cubicBezTo>
                <a:moveTo>
                  <a:pt x="787701" y="92359"/>
                </a:moveTo>
                <a:lnTo>
                  <a:pt x="774027" y="92359"/>
                </a:lnTo>
                <a:cubicBezTo>
                  <a:pt x="772833" y="97872"/>
                  <a:pt x="770364" y="101979"/>
                  <a:pt x="766620" y="104682"/>
                </a:cubicBezTo>
                <a:cubicBezTo>
                  <a:pt x="762876" y="107383"/>
                  <a:pt x="758074" y="108733"/>
                  <a:pt x="752214" y="108733"/>
                </a:cubicBezTo>
                <a:cubicBezTo>
                  <a:pt x="747657" y="108733"/>
                  <a:pt x="743696" y="107978"/>
                  <a:pt x="740331" y="106468"/>
                </a:cubicBezTo>
                <a:cubicBezTo>
                  <a:pt x="736968" y="104957"/>
                  <a:pt x="734201" y="102936"/>
                  <a:pt x="732030" y="100402"/>
                </a:cubicBezTo>
                <a:cubicBezTo>
                  <a:pt x="729859" y="97867"/>
                  <a:pt x="728285" y="94955"/>
                  <a:pt x="727308" y="91666"/>
                </a:cubicBezTo>
                <a:cubicBezTo>
                  <a:pt x="726331" y="88376"/>
                  <a:pt x="725898" y="84898"/>
                  <a:pt x="726007" y="81232"/>
                </a:cubicBezTo>
                <a:lnTo>
                  <a:pt x="789002" y="81232"/>
                </a:lnTo>
                <a:cubicBezTo>
                  <a:pt x="789219" y="76117"/>
                  <a:pt x="788758" y="70729"/>
                  <a:pt x="787619" y="65069"/>
                </a:cubicBezTo>
                <a:cubicBezTo>
                  <a:pt x="786479" y="59410"/>
                  <a:pt x="784417" y="54185"/>
                  <a:pt x="781431" y="49396"/>
                </a:cubicBezTo>
                <a:cubicBezTo>
                  <a:pt x="778448" y="44607"/>
                  <a:pt x="774487" y="40662"/>
                  <a:pt x="769549" y="37561"/>
                </a:cubicBezTo>
                <a:cubicBezTo>
                  <a:pt x="764611" y="34458"/>
                  <a:pt x="758398" y="32906"/>
                  <a:pt x="750910" y="32906"/>
                </a:cubicBezTo>
                <a:cubicBezTo>
                  <a:pt x="745159" y="32906"/>
                  <a:pt x="739868" y="33991"/>
                  <a:pt x="735038" y="36162"/>
                </a:cubicBezTo>
                <a:cubicBezTo>
                  <a:pt x="730210" y="38333"/>
                  <a:pt x="726032" y="41373"/>
                  <a:pt x="722505" y="45281"/>
                </a:cubicBezTo>
                <a:cubicBezTo>
                  <a:pt x="718978" y="49187"/>
                  <a:pt x="716237" y="53799"/>
                  <a:pt x="714283" y="59118"/>
                </a:cubicBezTo>
                <a:cubicBezTo>
                  <a:pt x="712331" y="64435"/>
                  <a:pt x="711355" y="70295"/>
                  <a:pt x="711355" y="76696"/>
                </a:cubicBezTo>
                <a:cubicBezTo>
                  <a:pt x="711572" y="83100"/>
                  <a:pt x="712521" y="89014"/>
                  <a:pt x="714204" y="94441"/>
                </a:cubicBezTo>
                <a:cubicBezTo>
                  <a:pt x="715886" y="99867"/>
                  <a:pt x="718409" y="104534"/>
                  <a:pt x="721772" y="108442"/>
                </a:cubicBezTo>
                <a:cubicBezTo>
                  <a:pt x="725137" y="112349"/>
                  <a:pt x="729288" y="115387"/>
                  <a:pt x="734226" y="117558"/>
                </a:cubicBezTo>
                <a:cubicBezTo>
                  <a:pt x="739164" y="119729"/>
                  <a:pt x="744997" y="120814"/>
                  <a:pt x="751725" y="120814"/>
                </a:cubicBezTo>
                <a:cubicBezTo>
                  <a:pt x="761276" y="120814"/>
                  <a:pt x="769198" y="118430"/>
                  <a:pt x="775493" y="113661"/>
                </a:cubicBezTo>
                <a:cubicBezTo>
                  <a:pt x="781787" y="108890"/>
                  <a:pt x="785856" y="101790"/>
                  <a:pt x="787701" y="923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Text User">
            <a:extLst xmlns:a="http://schemas.openxmlformats.org/drawingml/2006/main">
              <a:ext uri="{FF2B5EF4-FFF2-40B4-BE49-F238E27FC236}">
                <a16:creationId xmlns:a16="http://schemas.microsoft.com/office/drawing/2014/main" id="{3DC3F914-E8FD-4330-8039-F785F30E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647" y="298828"/>
            <a:ext cx="471632" cy="158330"/>
          </a:xfrm>
          <a:custGeom xmlns:a="http://schemas.openxmlformats.org/drawingml/2006/main">
            <a:pathLst>
              <a:path w="471632" h="158330">
                <a:moveTo>
                  <a:pt x="132180" y="96300"/>
                </a:moveTo>
                <a:lnTo>
                  <a:pt x="132180" y="0"/>
                </a:lnTo>
                <a:lnTo>
                  <a:pt x="98105" y="0"/>
                </a:lnTo>
                <a:lnTo>
                  <a:pt x="98105" y="96307"/>
                </a:lnTo>
                <a:cubicBezTo>
                  <a:pt x="98105" y="107876"/>
                  <a:pt x="95790" y="116372"/>
                  <a:pt x="91161" y="121795"/>
                </a:cubicBezTo>
                <a:cubicBezTo>
                  <a:pt x="86531" y="127217"/>
                  <a:pt x="78139" y="129928"/>
                  <a:pt x="65984" y="129928"/>
                </a:cubicBezTo>
                <a:cubicBezTo>
                  <a:pt x="59038" y="129928"/>
                  <a:pt x="53503" y="128953"/>
                  <a:pt x="49379" y="127001"/>
                </a:cubicBezTo>
                <a:cubicBezTo>
                  <a:pt x="45255" y="125049"/>
                  <a:pt x="42034" y="122519"/>
                  <a:pt x="39718" y="119410"/>
                </a:cubicBezTo>
                <a:cubicBezTo>
                  <a:pt x="37405" y="116299"/>
                  <a:pt x="35886" y="112720"/>
                  <a:pt x="35161" y="108673"/>
                </a:cubicBezTo>
                <a:cubicBezTo>
                  <a:pt x="34439" y="104624"/>
                  <a:pt x="34078" y="100502"/>
                  <a:pt x="34078" y="96307"/>
                </a:cubicBezTo>
                <a:lnTo>
                  <a:pt x="34078" y="0"/>
                </a:lnTo>
                <a:lnTo>
                  <a:pt x="0" y="0"/>
                </a:lnTo>
                <a:lnTo>
                  <a:pt x="0" y="96300"/>
                </a:lnTo>
                <a:cubicBezTo>
                  <a:pt x="0" y="117410"/>
                  <a:pt x="5751" y="133026"/>
                  <a:pt x="17254" y="143149"/>
                </a:cubicBezTo>
                <a:cubicBezTo>
                  <a:pt x="28757" y="153270"/>
                  <a:pt x="45000" y="158330"/>
                  <a:pt x="65981" y="158330"/>
                </a:cubicBezTo>
                <a:cubicBezTo>
                  <a:pt x="86673" y="158330"/>
                  <a:pt x="102879" y="153234"/>
                  <a:pt x="114598" y="143040"/>
                </a:cubicBezTo>
                <a:cubicBezTo>
                  <a:pt x="126320" y="132846"/>
                  <a:pt x="132180" y="117266"/>
                  <a:pt x="132180" y="96300"/>
                </a:cubicBezTo>
                <a:close/>
                <a:moveTo>
                  <a:pt x="182100" y="118483"/>
                </a:moveTo>
                <a:lnTo>
                  <a:pt x="152800" y="118483"/>
                </a:lnTo>
                <a:cubicBezTo>
                  <a:pt x="153090" y="125994"/>
                  <a:pt x="154790" y="132241"/>
                  <a:pt x="157900" y="137224"/>
                </a:cubicBezTo>
                <a:cubicBezTo>
                  <a:pt x="161011" y="142205"/>
                  <a:pt x="164990" y="146213"/>
                  <a:pt x="169836" y="149246"/>
                </a:cubicBezTo>
                <a:cubicBezTo>
                  <a:pt x="174685" y="152280"/>
                  <a:pt x="180220" y="154446"/>
                  <a:pt x="186442" y="155744"/>
                </a:cubicBezTo>
                <a:cubicBezTo>
                  <a:pt x="192663" y="157044"/>
                  <a:pt x="199030" y="157695"/>
                  <a:pt x="205541" y="157695"/>
                </a:cubicBezTo>
                <a:cubicBezTo>
                  <a:pt x="211906" y="157695"/>
                  <a:pt x="218163" y="157079"/>
                  <a:pt x="224312" y="155847"/>
                </a:cubicBezTo>
                <a:cubicBezTo>
                  <a:pt x="230463" y="154617"/>
                  <a:pt x="235925" y="152482"/>
                  <a:pt x="240699" y="149442"/>
                </a:cubicBezTo>
                <a:cubicBezTo>
                  <a:pt x="245474" y="146401"/>
                  <a:pt x="249345" y="142384"/>
                  <a:pt x="252310" y="137390"/>
                </a:cubicBezTo>
                <a:cubicBezTo>
                  <a:pt x="255277" y="132396"/>
                  <a:pt x="256761" y="126207"/>
                  <a:pt x="256761" y="118824"/>
                </a:cubicBezTo>
                <a:cubicBezTo>
                  <a:pt x="256761" y="113613"/>
                  <a:pt x="255748" y="109235"/>
                  <a:pt x="253721" y="105689"/>
                </a:cubicBezTo>
                <a:cubicBezTo>
                  <a:pt x="251696" y="102141"/>
                  <a:pt x="249019" y="99173"/>
                  <a:pt x="245690" y="96784"/>
                </a:cubicBezTo>
                <a:cubicBezTo>
                  <a:pt x="242362" y="94395"/>
                  <a:pt x="238565" y="92478"/>
                  <a:pt x="234297" y="91031"/>
                </a:cubicBezTo>
                <a:cubicBezTo>
                  <a:pt x="230029" y="89583"/>
                  <a:pt x="225652" y="88352"/>
                  <a:pt x="221166" y="87339"/>
                </a:cubicBezTo>
                <a:cubicBezTo>
                  <a:pt x="216825" y="86325"/>
                  <a:pt x="212556" y="85385"/>
                  <a:pt x="208359" y="84517"/>
                </a:cubicBezTo>
                <a:cubicBezTo>
                  <a:pt x="204164" y="83647"/>
                  <a:pt x="200438" y="82670"/>
                  <a:pt x="197182" y="81586"/>
                </a:cubicBezTo>
                <a:cubicBezTo>
                  <a:pt x="193927" y="80500"/>
                  <a:pt x="191287" y="79088"/>
                  <a:pt x="189260" y="77350"/>
                </a:cubicBezTo>
                <a:cubicBezTo>
                  <a:pt x="187235" y="75613"/>
                  <a:pt x="186223" y="73368"/>
                  <a:pt x="186223" y="70617"/>
                </a:cubicBezTo>
                <a:cubicBezTo>
                  <a:pt x="186223" y="68301"/>
                  <a:pt x="186801" y="66456"/>
                  <a:pt x="187958" y="65080"/>
                </a:cubicBezTo>
                <a:cubicBezTo>
                  <a:pt x="189117" y="63705"/>
                  <a:pt x="190528" y="62656"/>
                  <a:pt x="192191" y="61934"/>
                </a:cubicBezTo>
                <a:cubicBezTo>
                  <a:pt x="193856" y="61210"/>
                  <a:pt x="195700" y="60739"/>
                  <a:pt x="197725" y="60523"/>
                </a:cubicBezTo>
                <a:cubicBezTo>
                  <a:pt x="199752" y="60305"/>
                  <a:pt x="201633" y="60195"/>
                  <a:pt x="203368" y="60195"/>
                </a:cubicBezTo>
                <a:cubicBezTo>
                  <a:pt x="208866" y="60195"/>
                  <a:pt x="213640" y="61249"/>
                  <a:pt x="217692" y="63358"/>
                </a:cubicBezTo>
                <a:cubicBezTo>
                  <a:pt x="221743" y="65464"/>
                  <a:pt x="223986" y="69497"/>
                  <a:pt x="224421" y="75456"/>
                </a:cubicBezTo>
                <a:lnTo>
                  <a:pt x="253724" y="75456"/>
                </a:lnTo>
                <a:cubicBezTo>
                  <a:pt x="253146" y="68510"/>
                  <a:pt x="251373" y="62757"/>
                  <a:pt x="248405" y="58198"/>
                </a:cubicBezTo>
                <a:cubicBezTo>
                  <a:pt x="245440" y="53639"/>
                  <a:pt x="241714" y="49985"/>
                  <a:pt x="237228" y="47236"/>
                </a:cubicBezTo>
                <a:cubicBezTo>
                  <a:pt x="232744" y="44485"/>
                  <a:pt x="227644" y="42531"/>
                  <a:pt x="221927" y="41374"/>
                </a:cubicBezTo>
                <a:cubicBezTo>
                  <a:pt x="216211" y="40215"/>
                  <a:pt x="210315" y="39636"/>
                  <a:pt x="204239" y="39636"/>
                </a:cubicBezTo>
                <a:cubicBezTo>
                  <a:pt x="198161" y="39636"/>
                  <a:pt x="192227" y="40179"/>
                  <a:pt x="186438" y="41265"/>
                </a:cubicBezTo>
                <a:cubicBezTo>
                  <a:pt x="180651" y="42349"/>
                  <a:pt x="175443" y="44230"/>
                  <a:pt x="170813" y="46908"/>
                </a:cubicBezTo>
                <a:cubicBezTo>
                  <a:pt x="166183" y="49586"/>
                  <a:pt x="162458" y="53242"/>
                  <a:pt x="159636" y="57874"/>
                </a:cubicBezTo>
                <a:cubicBezTo>
                  <a:pt x="156814" y="62506"/>
                  <a:pt x="155403" y="68442"/>
                  <a:pt x="155403" y="75681"/>
                </a:cubicBezTo>
                <a:cubicBezTo>
                  <a:pt x="155403" y="80603"/>
                  <a:pt x="156416" y="84764"/>
                  <a:pt x="158440" y="88167"/>
                </a:cubicBezTo>
                <a:cubicBezTo>
                  <a:pt x="160467" y="91567"/>
                  <a:pt x="163144" y="94390"/>
                  <a:pt x="166471" y="96635"/>
                </a:cubicBezTo>
                <a:cubicBezTo>
                  <a:pt x="169801" y="98878"/>
                  <a:pt x="173599" y="100687"/>
                  <a:pt x="177867" y="102063"/>
                </a:cubicBezTo>
                <a:cubicBezTo>
                  <a:pt x="182135" y="103438"/>
                  <a:pt x="186512" y="104633"/>
                  <a:pt x="190999" y="105646"/>
                </a:cubicBezTo>
                <a:cubicBezTo>
                  <a:pt x="201994" y="107962"/>
                  <a:pt x="210566" y="110278"/>
                  <a:pt x="216715" y="112595"/>
                </a:cubicBezTo>
                <a:cubicBezTo>
                  <a:pt x="222866" y="114911"/>
                  <a:pt x="225941" y="118385"/>
                  <a:pt x="225941" y="123017"/>
                </a:cubicBezTo>
                <a:cubicBezTo>
                  <a:pt x="225941" y="125766"/>
                  <a:pt x="225290" y="128045"/>
                  <a:pt x="223987" y="129856"/>
                </a:cubicBezTo>
                <a:cubicBezTo>
                  <a:pt x="222685" y="131666"/>
                  <a:pt x="221056" y="133114"/>
                  <a:pt x="219102" y="134201"/>
                </a:cubicBezTo>
                <a:cubicBezTo>
                  <a:pt x="217151" y="135285"/>
                  <a:pt x="214980" y="136081"/>
                  <a:pt x="212592" y="136588"/>
                </a:cubicBezTo>
                <a:cubicBezTo>
                  <a:pt x="210205" y="137094"/>
                  <a:pt x="207926" y="137347"/>
                  <a:pt x="205756" y="137347"/>
                </a:cubicBezTo>
                <a:cubicBezTo>
                  <a:pt x="202718" y="137347"/>
                  <a:pt x="199788" y="136986"/>
                  <a:pt x="196966" y="136264"/>
                </a:cubicBezTo>
                <a:cubicBezTo>
                  <a:pt x="194145" y="135540"/>
                  <a:pt x="191649" y="134419"/>
                  <a:pt x="189478" y="132902"/>
                </a:cubicBezTo>
                <a:cubicBezTo>
                  <a:pt x="187308" y="131383"/>
                  <a:pt x="185535" y="129432"/>
                  <a:pt x="184160" y="127047"/>
                </a:cubicBezTo>
                <a:cubicBezTo>
                  <a:pt x="182786" y="124663"/>
                  <a:pt x="182100" y="121808"/>
                  <a:pt x="182100" y="118483"/>
                </a:cubicBezTo>
                <a:close/>
                <a:moveTo>
                  <a:pt x="350306" y="86902"/>
                </a:moveTo>
                <a:lnTo>
                  <a:pt x="300172" y="86902"/>
                </a:lnTo>
                <a:cubicBezTo>
                  <a:pt x="300315" y="84725"/>
                  <a:pt x="300784" y="82257"/>
                  <a:pt x="301579" y="79500"/>
                </a:cubicBezTo>
                <a:cubicBezTo>
                  <a:pt x="302376" y="76740"/>
                  <a:pt x="303752" y="74127"/>
                  <a:pt x="305706" y="71661"/>
                </a:cubicBezTo>
                <a:cubicBezTo>
                  <a:pt x="307660" y="69192"/>
                  <a:pt x="310264" y="67124"/>
                  <a:pt x="313518" y="65454"/>
                </a:cubicBezTo>
                <a:cubicBezTo>
                  <a:pt x="316775" y="63785"/>
                  <a:pt x="320863" y="62951"/>
                  <a:pt x="325782" y="62951"/>
                </a:cubicBezTo>
                <a:cubicBezTo>
                  <a:pt x="333306" y="62951"/>
                  <a:pt x="338913" y="64983"/>
                  <a:pt x="342602" y="69048"/>
                </a:cubicBezTo>
                <a:cubicBezTo>
                  <a:pt x="346292" y="73112"/>
                  <a:pt x="348859" y="79064"/>
                  <a:pt x="350306" y="86902"/>
                </a:cubicBezTo>
                <a:moveTo>
                  <a:pt x="300172" y="106401"/>
                </a:moveTo>
                <a:lnTo>
                  <a:pt x="381129" y="106401"/>
                </a:lnTo>
                <a:cubicBezTo>
                  <a:pt x="381707" y="97702"/>
                  <a:pt x="380983" y="89366"/>
                  <a:pt x="378956" y="81391"/>
                </a:cubicBezTo>
                <a:cubicBezTo>
                  <a:pt x="376931" y="73416"/>
                  <a:pt x="373639" y="66312"/>
                  <a:pt x="369080" y="60079"/>
                </a:cubicBezTo>
                <a:cubicBezTo>
                  <a:pt x="364523" y="53844"/>
                  <a:pt x="358699" y="48879"/>
                  <a:pt x="351607" y="45183"/>
                </a:cubicBezTo>
                <a:cubicBezTo>
                  <a:pt x="344518" y="41485"/>
                  <a:pt x="336198" y="39636"/>
                  <a:pt x="326649" y="39636"/>
                </a:cubicBezTo>
                <a:cubicBezTo>
                  <a:pt x="318112" y="39636"/>
                  <a:pt x="310334" y="41158"/>
                  <a:pt x="303318" y="44203"/>
                </a:cubicBezTo>
                <a:cubicBezTo>
                  <a:pt x="296301" y="47245"/>
                  <a:pt x="290260" y="51411"/>
                  <a:pt x="285196" y="56701"/>
                </a:cubicBezTo>
                <a:cubicBezTo>
                  <a:pt x="280131" y="61991"/>
                  <a:pt x="276224" y="68261"/>
                  <a:pt x="273475" y="75509"/>
                </a:cubicBezTo>
                <a:cubicBezTo>
                  <a:pt x="270726" y="82755"/>
                  <a:pt x="269352" y="90582"/>
                  <a:pt x="269352" y="98990"/>
                </a:cubicBezTo>
                <a:cubicBezTo>
                  <a:pt x="269352" y="107684"/>
                  <a:pt x="270690" y="115656"/>
                  <a:pt x="273366" y="122904"/>
                </a:cubicBezTo>
                <a:cubicBezTo>
                  <a:pt x="276044" y="130150"/>
                  <a:pt x="279843" y="136383"/>
                  <a:pt x="284762" y="141603"/>
                </a:cubicBezTo>
                <a:cubicBezTo>
                  <a:pt x="289681" y="146820"/>
                  <a:pt x="295685" y="150841"/>
                  <a:pt x="302775" y="153667"/>
                </a:cubicBezTo>
                <a:cubicBezTo>
                  <a:pt x="309864" y="156493"/>
                  <a:pt x="317822" y="157907"/>
                  <a:pt x="326649" y="157907"/>
                </a:cubicBezTo>
                <a:cubicBezTo>
                  <a:pt x="339382" y="157907"/>
                  <a:pt x="350234" y="155015"/>
                  <a:pt x="359204" y="149233"/>
                </a:cubicBezTo>
                <a:cubicBezTo>
                  <a:pt x="368177" y="143451"/>
                  <a:pt x="374834" y="133836"/>
                  <a:pt x="379175" y="120390"/>
                </a:cubicBezTo>
                <a:lnTo>
                  <a:pt x="352044" y="120390"/>
                </a:lnTo>
                <a:cubicBezTo>
                  <a:pt x="351031" y="123833"/>
                  <a:pt x="348281" y="127096"/>
                  <a:pt x="343795" y="130180"/>
                </a:cubicBezTo>
                <a:cubicBezTo>
                  <a:pt x="339310" y="133262"/>
                  <a:pt x="333957" y="134803"/>
                  <a:pt x="327736" y="134803"/>
                </a:cubicBezTo>
                <a:cubicBezTo>
                  <a:pt x="319054" y="134803"/>
                  <a:pt x="312398" y="132564"/>
                  <a:pt x="307766" y="128084"/>
                </a:cubicBezTo>
                <a:cubicBezTo>
                  <a:pt x="303136" y="123602"/>
                  <a:pt x="300604" y="116374"/>
                  <a:pt x="300172" y="106401"/>
                </a:cubicBezTo>
                <a:close/>
                <a:moveTo>
                  <a:pt x="399359" y="42646"/>
                </a:moveTo>
                <a:lnTo>
                  <a:pt x="399359" y="154939"/>
                </a:lnTo>
                <a:lnTo>
                  <a:pt x="430178" y="154939"/>
                </a:lnTo>
                <a:lnTo>
                  <a:pt x="430178" y="104315"/>
                </a:lnTo>
                <a:cubicBezTo>
                  <a:pt x="430178" y="99246"/>
                  <a:pt x="430685" y="94539"/>
                  <a:pt x="431698" y="90194"/>
                </a:cubicBezTo>
                <a:cubicBezTo>
                  <a:pt x="432712" y="85848"/>
                  <a:pt x="434412" y="82046"/>
                  <a:pt x="436798" y="78788"/>
                </a:cubicBezTo>
                <a:cubicBezTo>
                  <a:pt x="439185" y="75529"/>
                  <a:pt x="442331" y="72958"/>
                  <a:pt x="446237" y="71074"/>
                </a:cubicBezTo>
                <a:cubicBezTo>
                  <a:pt x="450145" y="69191"/>
                  <a:pt x="454921" y="68250"/>
                  <a:pt x="460564" y="68250"/>
                </a:cubicBezTo>
                <a:cubicBezTo>
                  <a:pt x="462445" y="68250"/>
                  <a:pt x="464398" y="68359"/>
                  <a:pt x="466423" y="68577"/>
                </a:cubicBezTo>
                <a:cubicBezTo>
                  <a:pt x="468449" y="68794"/>
                  <a:pt x="470186" y="69047"/>
                  <a:pt x="471632" y="69336"/>
                </a:cubicBezTo>
                <a:lnTo>
                  <a:pt x="471632" y="40719"/>
                </a:lnTo>
                <a:cubicBezTo>
                  <a:pt x="469172" y="39997"/>
                  <a:pt x="466930" y="39636"/>
                  <a:pt x="464906" y="39636"/>
                </a:cubicBezTo>
                <a:cubicBezTo>
                  <a:pt x="460998" y="39636"/>
                  <a:pt x="457236" y="40214"/>
                  <a:pt x="453619" y="41371"/>
                </a:cubicBezTo>
                <a:cubicBezTo>
                  <a:pt x="450003" y="42526"/>
                  <a:pt x="446603" y="44151"/>
                  <a:pt x="443419" y="46246"/>
                </a:cubicBezTo>
                <a:cubicBezTo>
                  <a:pt x="440235" y="48341"/>
                  <a:pt x="437413" y="50870"/>
                  <a:pt x="434954" y="53833"/>
                </a:cubicBezTo>
                <a:cubicBezTo>
                  <a:pt x="432494" y="56796"/>
                  <a:pt x="430540" y="60012"/>
                  <a:pt x="429092" y="63481"/>
                </a:cubicBezTo>
                <a:lnTo>
                  <a:pt x="428658" y="63481"/>
                </a:lnTo>
                <a:lnTo>
                  <a:pt x="428658" y="42646"/>
                </a:lnTo>
                <a:lnTo>
                  <a:pt x="399359" y="426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Text Space">
            <a:extLst xmlns:a="http://schemas.openxmlformats.org/drawingml/2006/main">
              <a:ext uri="{FF2B5EF4-FFF2-40B4-BE49-F238E27FC236}">
                <a16:creationId xmlns:a16="http://schemas.microsoft.com/office/drawing/2014/main" id="{15888A74-646A-43E1-A1F9-FD220F23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2974" y="554525"/>
            <a:ext cx="636224" cy="197966"/>
          </a:xfrm>
          <a:custGeom xmlns:a="http://schemas.openxmlformats.org/drawingml/2006/main">
            <a:pathLst>
              <a:path w="636224" h="197966">
                <a:moveTo>
                  <a:pt x="33135" y="107213"/>
                </a:moveTo>
                <a:lnTo>
                  <a:pt x="146" y="107213"/>
                </a:lnTo>
                <a:cubicBezTo>
                  <a:pt x="0" y="116762"/>
                  <a:pt x="1735" y="125010"/>
                  <a:pt x="5352" y="131959"/>
                </a:cubicBezTo>
                <a:cubicBezTo>
                  <a:pt x="8971" y="138907"/>
                  <a:pt x="13854" y="144625"/>
                  <a:pt x="20003" y="149114"/>
                </a:cubicBezTo>
                <a:cubicBezTo>
                  <a:pt x="26154" y="153602"/>
                  <a:pt x="33245" y="156896"/>
                  <a:pt x="41275" y="158996"/>
                </a:cubicBezTo>
                <a:cubicBezTo>
                  <a:pt x="49305" y="161096"/>
                  <a:pt x="57589" y="162146"/>
                  <a:pt x="66127" y="162146"/>
                </a:cubicBezTo>
                <a:cubicBezTo>
                  <a:pt x="76689" y="162146"/>
                  <a:pt x="85985" y="160916"/>
                  <a:pt x="94015" y="158456"/>
                </a:cubicBezTo>
                <a:cubicBezTo>
                  <a:pt x="102045" y="155997"/>
                  <a:pt x="108774" y="152560"/>
                  <a:pt x="114201" y="148147"/>
                </a:cubicBezTo>
                <a:cubicBezTo>
                  <a:pt x="119628" y="143733"/>
                  <a:pt x="123716" y="138488"/>
                  <a:pt x="126464" y="132412"/>
                </a:cubicBezTo>
                <a:cubicBezTo>
                  <a:pt x="129213" y="126334"/>
                  <a:pt x="130588" y="119750"/>
                  <a:pt x="130588" y="112661"/>
                </a:cubicBezTo>
                <a:cubicBezTo>
                  <a:pt x="130588" y="103979"/>
                  <a:pt x="128743" y="96854"/>
                  <a:pt x="125053" y="91283"/>
                </a:cubicBezTo>
                <a:cubicBezTo>
                  <a:pt x="121364" y="85710"/>
                  <a:pt x="116987" y="81260"/>
                  <a:pt x="111922" y="77933"/>
                </a:cubicBezTo>
                <a:cubicBezTo>
                  <a:pt x="106857" y="74606"/>
                  <a:pt x="101756" y="72183"/>
                  <a:pt x="96618" y="70664"/>
                </a:cubicBezTo>
                <a:cubicBezTo>
                  <a:pt x="91483" y="69143"/>
                  <a:pt x="87468" y="68093"/>
                  <a:pt x="84573" y="67514"/>
                </a:cubicBezTo>
                <a:cubicBezTo>
                  <a:pt x="74879" y="65055"/>
                  <a:pt x="67029" y="63029"/>
                  <a:pt x="61023" y="61437"/>
                </a:cubicBezTo>
                <a:cubicBezTo>
                  <a:pt x="55020" y="59845"/>
                  <a:pt x="50318" y="58255"/>
                  <a:pt x="46918" y="56665"/>
                </a:cubicBezTo>
                <a:cubicBezTo>
                  <a:pt x="43518" y="55073"/>
                  <a:pt x="41239" y="53337"/>
                  <a:pt x="40079" y="51455"/>
                </a:cubicBezTo>
                <a:cubicBezTo>
                  <a:pt x="38922" y="49574"/>
                  <a:pt x="38344" y="47114"/>
                  <a:pt x="38344" y="44073"/>
                </a:cubicBezTo>
                <a:cubicBezTo>
                  <a:pt x="38344" y="40746"/>
                  <a:pt x="39067" y="37997"/>
                  <a:pt x="40513" y="35827"/>
                </a:cubicBezTo>
                <a:cubicBezTo>
                  <a:pt x="41962" y="33657"/>
                  <a:pt x="43806" y="31848"/>
                  <a:pt x="46047" y="30402"/>
                </a:cubicBezTo>
                <a:cubicBezTo>
                  <a:pt x="48290" y="28954"/>
                  <a:pt x="50786" y="27941"/>
                  <a:pt x="53535" y="27362"/>
                </a:cubicBezTo>
                <a:cubicBezTo>
                  <a:pt x="56286" y="26784"/>
                  <a:pt x="59036" y="26494"/>
                  <a:pt x="61785" y="26494"/>
                </a:cubicBezTo>
                <a:cubicBezTo>
                  <a:pt x="65982" y="26494"/>
                  <a:pt x="69852" y="26856"/>
                  <a:pt x="73396" y="27581"/>
                </a:cubicBezTo>
                <a:cubicBezTo>
                  <a:pt x="76942" y="28303"/>
                  <a:pt x="80089" y="29532"/>
                  <a:pt x="82838" y="31270"/>
                </a:cubicBezTo>
                <a:cubicBezTo>
                  <a:pt x="85589" y="33005"/>
                  <a:pt x="87796" y="35392"/>
                  <a:pt x="89458" y="38430"/>
                </a:cubicBezTo>
                <a:cubicBezTo>
                  <a:pt x="91123" y="41468"/>
                  <a:pt x="92100" y="45302"/>
                  <a:pt x="92389" y="49932"/>
                </a:cubicBezTo>
                <a:lnTo>
                  <a:pt x="125378" y="49932"/>
                </a:lnTo>
                <a:cubicBezTo>
                  <a:pt x="125378" y="40961"/>
                  <a:pt x="123678" y="33329"/>
                  <a:pt x="120278" y="27034"/>
                </a:cubicBezTo>
                <a:cubicBezTo>
                  <a:pt x="116878" y="20737"/>
                  <a:pt x="112283" y="15562"/>
                  <a:pt x="106494" y="11508"/>
                </a:cubicBezTo>
                <a:cubicBezTo>
                  <a:pt x="100707" y="7455"/>
                  <a:pt x="94088" y="4524"/>
                  <a:pt x="86637" y="2716"/>
                </a:cubicBezTo>
                <a:cubicBezTo>
                  <a:pt x="79185" y="905"/>
                  <a:pt x="71408" y="0"/>
                  <a:pt x="63305" y="0"/>
                </a:cubicBezTo>
                <a:cubicBezTo>
                  <a:pt x="56359" y="0"/>
                  <a:pt x="49413" y="941"/>
                  <a:pt x="42467" y="2822"/>
                </a:cubicBezTo>
                <a:cubicBezTo>
                  <a:pt x="35523" y="4703"/>
                  <a:pt x="29302" y="7597"/>
                  <a:pt x="23802" y="11505"/>
                </a:cubicBezTo>
                <a:cubicBezTo>
                  <a:pt x="18304" y="15411"/>
                  <a:pt x="13855" y="20294"/>
                  <a:pt x="10455" y="26153"/>
                </a:cubicBezTo>
                <a:cubicBezTo>
                  <a:pt x="7055" y="32013"/>
                  <a:pt x="5355" y="38921"/>
                  <a:pt x="5355" y="46878"/>
                </a:cubicBezTo>
                <a:cubicBezTo>
                  <a:pt x="5355" y="53968"/>
                  <a:pt x="6693" y="60009"/>
                  <a:pt x="9369" y="65001"/>
                </a:cubicBezTo>
                <a:cubicBezTo>
                  <a:pt x="12047" y="69993"/>
                  <a:pt x="15557" y="74153"/>
                  <a:pt x="19897" y="77483"/>
                </a:cubicBezTo>
                <a:cubicBezTo>
                  <a:pt x="24238" y="80810"/>
                  <a:pt x="29157" y="83522"/>
                  <a:pt x="34655" y="85620"/>
                </a:cubicBezTo>
                <a:cubicBezTo>
                  <a:pt x="40154" y="87717"/>
                  <a:pt x="45798" y="89490"/>
                  <a:pt x="51585" y="90939"/>
                </a:cubicBezTo>
                <a:cubicBezTo>
                  <a:pt x="57228" y="92528"/>
                  <a:pt x="62798" y="93974"/>
                  <a:pt x="68296" y="95277"/>
                </a:cubicBezTo>
                <a:cubicBezTo>
                  <a:pt x="73796" y="96580"/>
                  <a:pt x="78716" y="98100"/>
                  <a:pt x="83057" y="99837"/>
                </a:cubicBezTo>
                <a:cubicBezTo>
                  <a:pt x="87397" y="101573"/>
                  <a:pt x="90906" y="103743"/>
                  <a:pt x="93581" y="106348"/>
                </a:cubicBezTo>
                <a:cubicBezTo>
                  <a:pt x="96260" y="108952"/>
                  <a:pt x="97599" y="112352"/>
                  <a:pt x="97599" y="116549"/>
                </a:cubicBezTo>
                <a:cubicBezTo>
                  <a:pt x="97599" y="120454"/>
                  <a:pt x="96585" y="123674"/>
                  <a:pt x="94558" y="126206"/>
                </a:cubicBezTo>
                <a:cubicBezTo>
                  <a:pt x="92534" y="128738"/>
                  <a:pt x="90001" y="130728"/>
                  <a:pt x="86961" y="132174"/>
                </a:cubicBezTo>
                <a:cubicBezTo>
                  <a:pt x="83923" y="133620"/>
                  <a:pt x="80668" y="134597"/>
                  <a:pt x="77195" y="135105"/>
                </a:cubicBezTo>
                <a:cubicBezTo>
                  <a:pt x="73722" y="135610"/>
                  <a:pt x="70466" y="135863"/>
                  <a:pt x="67428" y="135863"/>
                </a:cubicBezTo>
                <a:cubicBezTo>
                  <a:pt x="62942" y="135863"/>
                  <a:pt x="58600" y="135321"/>
                  <a:pt x="54403" y="134237"/>
                </a:cubicBezTo>
                <a:cubicBezTo>
                  <a:pt x="50208" y="133151"/>
                  <a:pt x="46555" y="131486"/>
                  <a:pt x="43444" y="129243"/>
                </a:cubicBezTo>
                <a:cubicBezTo>
                  <a:pt x="40333" y="127000"/>
                  <a:pt x="37837" y="124070"/>
                  <a:pt x="35956" y="120453"/>
                </a:cubicBezTo>
                <a:cubicBezTo>
                  <a:pt x="34075" y="116835"/>
                  <a:pt x="33135" y="112421"/>
                  <a:pt x="33135" y="107213"/>
                </a:cubicBezTo>
                <a:close/>
                <a:moveTo>
                  <a:pt x="204165" y="138619"/>
                </a:moveTo>
                <a:cubicBezTo>
                  <a:pt x="199244" y="138619"/>
                  <a:pt x="195047" y="137606"/>
                  <a:pt x="191574" y="135582"/>
                </a:cubicBezTo>
                <a:cubicBezTo>
                  <a:pt x="188103" y="133555"/>
                  <a:pt x="185318" y="130913"/>
                  <a:pt x="183218" y="127657"/>
                </a:cubicBezTo>
                <a:cubicBezTo>
                  <a:pt x="181121" y="124400"/>
                  <a:pt x="179602" y="120601"/>
                  <a:pt x="178661" y="116261"/>
                </a:cubicBezTo>
                <a:cubicBezTo>
                  <a:pt x="177720" y="111918"/>
                  <a:pt x="177250" y="107503"/>
                  <a:pt x="177250" y="103017"/>
                </a:cubicBezTo>
                <a:cubicBezTo>
                  <a:pt x="177250" y="98387"/>
                  <a:pt x="177684" y="93902"/>
                  <a:pt x="178552" y="89561"/>
                </a:cubicBezTo>
                <a:cubicBezTo>
                  <a:pt x="179419" y="85218"/>
                  <a:pt x="180902" y="81383"/>
                  <a:pt x="182999" y="78056"/>
                </a:cubicBezTo>
                <a:cubicBezTo>
                  <a:pt x="185099" y="74726"/>
                  <a:pt x="187849" y="72013"/>
                  <a:pt x="191249" y="69915"/>
                </a:cubicBezTo>
                <a:cubicBezTo>
                  <a:pt x="194649" y="67816"/>
                  <a:pt x="198882" y="66766"/>
                  <a:pt x="203947" y="66766"/>
                </a:cubicBezTo>
                <a:cubicBezTo>
                  <a:pt x="208868" y="66766"/>
                  <a:pt x="213029" y="67816"/>
                  <a:pt x="216429" y="69915"/>
                </a:cubicBezTo>
                <a:cubicBezTo>
                  <a:pt x="219829" y="72013"/>
                  <a:pt x="222614" y="74763"/>
                  <a:pt x="224784" y="78165"/>
                </a:cubicBezTo>
                <a:cubicBezTo>
                  <a:pt x="226955" y="81565"/>
                  <a:pt x="228510" y="85436"/>
                  <a:pt x="229451" y="89776"/>
                </a:cubicBezTo>
                <a:cubicBezTo>
                  <a:pt x="230391" y="94117"/>
                  <a:pt x="230862" y="98530"/>
                  <a:pt x="230862" y="103017"/>
                </a:cubicBezTo>
                <a:cubicBezTo>
                  <a:pt x="230862" y="107503"/>
                  <a:pt x="230428" y="111918"/>
                  <a:pt x="229560" y="116261"/>
                </a:cubicBezTo>
                <a:cubicBezTo>
                  <a:pt x="228692" y="120601"/>
                  <a:pt x="227209" y="124400"/>
                  <a:pt x="225109" y="127657"/>
                </a:cubicBezTo>
                <a:cubicBezTo>
                  <a:pt x="223012" y="130913"/>
                  <a:pt x="220263" y="133555"/>
                  <a:pt x="216863" y="135582"/>
                </a:cubicBezTo>
                <a:cubicBezTo>
                  <a:pt x="213463" y="137606"/>
                  <a:pt x="209230" y="138619"/>
                  <a:pt x="204165" y="138619"/>
                </a:cubicBezTo>
                <a:moveTo>
                  <a:pt x="147517" y="46561"/>
                </a:moveTo>
                <a:lnTo>
                  <a:pt x="147517" y="197966"/>
                </a:lnTo>
                <a:lnTo>
                  <a:pt x="178336" y="197966"/>
                </a:lnTo>
                <a:lnTo>
                  <a:pt x="178336" y="144941"/>
                </a:lnTo>
                <a:lnTo>
                  <a:pt x="178770" y="144941"/>
                </a:lnTo>
                <a:cubicBezTo>
                  <a:pt x="182533" y="150463"/>
                  <a:pt x="187343" y="154640"/>
                  <a:pt x="193203" y="157473"/>
                </a:cubicBezTo>
                <a:cubicBezTo>
                  <a:pt x="199063" y="160305"/>
                  <a:pt x="205466" y="161722"/>
                  <a:pt x="212412" y="161722"/>
                </a:cubicBezTo>
                <a:cubicBezTo>
                  <a:pt x="220660" y="161722"/>
                  <a:pt x="227859" y="160128"/>
                  <a:pt x="234008" y="156939"/>
                </a:cubicBezTo>
                <a:cubicBezTo>
                  <a:pt x="240157" y="153751"/>
                  <a:pt x="245293" y="149476"/>
                  <a:pt x="249418" y="144113"/>
                </a:cubicBezTo>
                <a:cubicBezTo>
                  <a:pt x="253542" y="138750"/>
                  <a:pt x="256616" y="132590"/>
                  <a:pt x="258641" y="125633"/>
                </a:cubicBezTo>
                <a:cubicBezTo>
                  <a:pt x="260668" y="118676"/>
                  <a:pt x="261681" y="111429"/>
                  <a:pt x="261681" y="103891"/>
                </a:cubicBezTo>
                <a:cubicBezTo>
                  <a:pt x="261681" y="95918"/>
                  <a:pt x="260668" y="88273"/>
                  <a:pt x="258641" y="80954"/>
                </a:cubicBezTo>
                <a:cubicBezTo>
                  <a:pt x="256616" y="73635"/>
                  <a:pt x="253505" y="67222"/>
                  <a:pt x="249308" y="61715"/>
                </a:cubicBezTo>
                <a:cubicBezTo>
                  <a:pt x="245113" y="56207"/>
                  <a:pt x="239832" y="51785"/>
                  <a:pt x="233465" y="48452"/>
                </a:cubicBezTo>
                <a:cubicBezTo>
                  <a:pt x="227099" y="45118"/>
                  <a:pt x="219503" y="43451"/>
                  <a:pt x="210676" y="43451"/>
                </a:cubicBezTo>
                <a:cubicBezTo>
                  <a:pt x="203730" y="43451"/>
                  <a:pt x="197363" y="44831"/>
                  <a:pt x="191574" y="47591"/>
                </a:cubicBezTo>
                <a:cubicBezTo>
                  <a:pt x="185787" y="50350"/>
                  <a:pt x="181012" y="54782"/>
                  <a:pt x="177250" y="60884"/>
                </a:cubicBezTo>
                <a:lnTo>
                  <a:pt x="176816" y="60884"/>
                </a:lnTo>
                <a:lnTo>
                  <a:pt x="176816" y="46561"/>
                </a:lnTo>
                <a:lnTo>
                  <a:pt x="147517" y="46561"/>
                </a:lnTo>
                <a:close/>
                <a:moveTo>
                  <a:pt x="278828" y="81053"/>
                </a:moveTo>
                <a:cubicBezTo>
                  <a:pt x="279261" y="73818"/>
                  <a:pt x="281069" y="67813"/>
                  <a:pt x="284253" y="63040"/>
                </a:cubicBezTo>
                <a:cubicBezTo>
                  <a:pt x="287437" y="58264"/>
                  <a:pt x="291488" y="54429"/>
                  <a:pt x="296407" y="51535"/>
                </a:cubicBezTo>
                <a:cubicBezTo>
                  <a:pt x="301326" y="48640"/>
                  <a:pt x="306860" y="46578"/>
                  <a:pt x="313009" y="45348"/>
                </a:cubicBezTo>
                <a:cubicBezTo>
                  <a:pt x="319160" y="44119"/>
                  <a:pt x="325347" y="43504"/>
                  <a:pt x="331569" y="43504"/>
                </a:cubicBezTo>
                <a:cubicBezTo>
                  <a:pt x="337212" y="43504"/>
                  <a:pt x="342927" y="43902"/>
                  <a:pt x="348714" y="44699"/>
                </a:cubicBezTo>
                <a:cubicBezTo>
                  <a:pt x="354503" y="45494"/>
                  <a:pt x="359784" y="47050"/>
                  <a:pt x="364557" y="49366"/>
                </a:cubicBezTo>
                <a:cubicBezTo>
                  <a:pt x="369333" y="51679"/>
                  <a:pt x="373240" y="54899"/>
                  <a:pt x="376278" y="59023"/>
                </a:cubicBezTo>
                <a:cubicBezTo>
                  <a:pt x="379318" y="63147"/>
                  <a:pt x="380838" y="68609"/>
                  <a:pt x="380838" y="75410"/>
                </a:cubicBezTo>
                <a:lnTo>
                  <a:pt x="380838" y="133793"/>
                </a:lnTo>
                <a:cubicBezTo>
                  <a:pt x="380838" y="138858"/>
                  <a:pt x="381127" y="143706"/>
                  <a:pt x="381706" y="148335"/>
                </a:cubicBezTo>
                <a:cubicBezTo>
                  <a:pt x="382284" y="152965"/>
                  <a:pt x="383297" y="156438"/>
                  <a:pt x="384743" y="158754"/>
                </a:cubicBezTo>
                <a:lnTo>
                  <a:pt x="353489" y="158754"/>
                </a:lnTo>
                <a:cubicBezTo>
                  <a:pt x="352911" y="157019"/>
                  <a:pt x="352441" y="155247"/>
                  <a:pt x="352079" y="153439"/>
                </a:cubicBezTo>
                <a:cubicBezTo>
                  <a:pt x="351716" y="151628"/>
                  <a:pt x="351464" y="149783"/>
                  <a:pt x="351320" y="147902"/>
                </a:cubicBezTo>
                <a:cubicBezTo>
                  <a:pt x="346401" y="152966"/>
                  <a:pt x="340613" y="156512"/>
                  <a:pt x="333956" y="158539"/>
                </a:cubicBezTo>
                <a:cubicBezTo>
                  <a:pt x="327300" y="160564"/>
                  <a:pt x="320498" y="161576"/>
                  <a:pt x="313552" y="161576"/>
                </a:cubicBezTo>
                <a:cubicBezTo>
                  <a:pt x="308201" y="161576"/>
                  <a:pt x="303209" y="160925"/>
                  <a:pt x="298576" y="159622"/>
                </a:cubicBezTo>
                <a:cubicBezTo>
                  <a:pt x="293947" y="158319"/>
                  <a:pt x="289895" y="156294"/>
                  <a:pt x="286422" y="153545"/>
                </a:cubicBezTo>
                <a:cubicBezTo>
                  <a:pt x="282951" y="150796"/>
                  <a:pt x="280239" y="147324"/>
                  <a:pt x="278285" y="143129"/>
                </a:cubicBezTo>
                <a:cubicBezTo>
                  <a:pt x="276331" y="138932"/>
                  <a:pt x="275354" y="133939"/>
                  <a:pt x="275354" y="128150"/>
                </a:cubicBezTo>
                <a:cubicBezTo>
                  <a:pt x="275354" y="121785"/>
                  <a:pt x="276476" y="116540"/>
                  <a:pt x="278719" y="112416"/>
                </a:cubicBezTo>
                <a:cubicBezTo>
                  <a:pt x="280962" y="108291"/>
                  <a:pt x="283856" y="104999"/>
                  <a:pt x="287399" y="102540"/>
                </a:cubicBezTo>
                <a:cubicBezTo>
                  <a:pt x="290945" y="100080"/>
                  <a:pt x="294996" y="98236"/>
                  <a:pt x="299553" y="97006"/>
                </a:cubicBezTo>
                <a:cubicBezTo>
                  <a:pt x="304113" y="95776"/>
                  <a:pt x="308707" y="94800"/>
                  <a:pt x="313337" y="94078"/>
                </a:cubicBezTo>
                <a:cubicBezTo>
                  <a:pt x="317967" y="93354"/>
                  <a:pt x="322524" y="92774"/>
                  <a:pt x="327008" y="92340"/>
                </a:cubicBezTo>
                <a:cubicBezTo>
                  <a:pt x="331495" y="91905"/>
                  <a:pt x="335474" y="91253"/>
                  <a:pt x="338947" y="90386"/>
                </a:cubicBezTo>
                <a:cubicBezTo>
                  <a:pt x="342420" y="89518"/>
                  <a:pt x="345169" y="88253"/>
                  <a:pt x="347194" y="86590"/>
                </a:cubicBezTo>
                <a:cubicBezTo>
                  <a:pt x="349220" y="84926"/>
                  <a:pt x="350162" y="82501"/>
                  <a:pt x="350019" y="79318"/>
                </a:cubicBezTo>
                <a:cubicBezTo>
                  <a:pt x="350019" y="75988"/>
                  <a:pt x="349475" y="73347"/>
                  <a:pt x="348389" y="71396"/>
                </a:cubicBezTo>
                <a:cubicBezTo>
                  <a:pt x="347303" y="69442"/>
                  <a:pt x="345856" y="67923"/>
                  <a:pt x="344047" y="66839"/>
                </a:cubicBezTo>
                <a:cubicBezTo>
                  <a:pt x="342239" y="65752"/>
                  <a:pt x="340141" y="65028"/>
                  <a:pt x="337752" y="64666"/>
                </a:cubicBezTo>
                <a:cubicBezTo>
                  <a:pt x="335365" y="64304"/>
                  <a:pt x="332797" y="64123"/>
                  <a:pt x="330048" y="64123"/>
                </a:cubicBezTo>
                <a:cubicBezTo>
                  <a:pt x="323972" y="64123"/>
                  <a:pt x="319198" y="65426"/>
                  <a:pt x="315725" y="68031"/>
                </a:cubicBezTo>
                <a:cubicBezTo>
                  <a:pt x="312252" y="70636"/>
                  <a:pt x="310226" y="74977"/>
                  <a:pt x="309648" y="81053"/>
                </a:cubicBezTo>
                <a:lnTo>
                  <a:pt x="278828" y="81053"/>
                </a:lnTo>
                <a:moveTo>
                  <a:pt x="350019" y="103841"/>
                </a:moveTo>
                <a:cubicBezTo>
                  <a:pt x="348716" y="105001"/>
                  <a:pt x="347088" y="105906"/>
                  <a:pt x="345134" y="106557"/>
                </a:cubicBezTo>
                <a:cubicBezTo>
                  <a:pt x="343180" y="107208"/>
                  <a:pt x="341081" y="107752"/>
                  <a:pt x="338838" y="108186"/>
                </a:cubicBezTo>
                <a:cubicBezTo>
                  <a:pt x="336597" y="108619"/>
                  <a:pt x="334246" y="108980"/>
                  <a:pt x="331784" y="109269"/>
                </a:cubicBezTo>
                <a:cubicBezTo>
                  <a:pt x="329324" y="109559"/>
                  <a:pt x="326865" y="109920"/>
                  <a:pt x="324405" y="110352"/>
                </a:cubicBezTo>
                <a:cubicBezTo>
                  <a:pt x="322091" y="110787"/>
                  <a:pt x="319813" y="111367"/>
                  <a:pt x="317570" y="112091"/>
                </a:cubicBezTo>
                <a:cubicBezTo>
                  <a:pt x="315326" y="112813"/>
                  <a:pt x="313372" y="113790"/>
                  <a:pt x="311708" y="115022"/>
                </a:cubicBezTo>
                <a:cubicBezTo>
                  <a:pt x="310045" y="116252"/>
                  <a:pt x="308707" y="117807"/>
                  <a:pt x="307694" y="119688"/>
                </a:cubicBezTo>
                <a:cubicBezTo>
                  <a:pt x="306680" y="121567"/>
                  <a:pt x="306174" y="123954"/>
                  <a:pt x="306174" y="126848"/>
                </a:cubicBezTo>
                <a:cubicBezTo>
                  <a:pt x="306174" y="129597"/>
                  <a:pt x="306680" y="131912"/>
                  <a:pt x="307694" y="133793"/>
                </a:cubicBezTo>
                <a:cubicBezTo>
                  <a:pt x="308707" y="135674"/>
                  <a:pt x="310082" y="137158"/>
                  <a:pt x="311817" y="138244"/>
                </a:cubicBezTo>
                <a:cubicBezTo>
                  <a:pt x="313555" y="139328"/>
                  <a:pt x="315580" y="140088"/>
                  <a:pt x="317894" y="140523"/>
                </a:cubicBezTo>
                <a:cubicBezTo>
                  <a:pt x="320210" y="140958"/>
                  <a:pt x="322598" y="141175"/>
                  <a:pt x="325058" y="141175"/>
                </a:cubicBezTo>
                <a:cubicBezTo>
                  <a:pt x="331134" y="141175"/>
                  <a:pt x="335835" y="140163"/>
                  <a:pt x="339163" y="138138"/>
                </a:cubicBezTo>
                <a:cubicBezTo>
                  <a:pt x="342492" y="136112"/>
                  <a:pt x="344953" y="133687"/>
                  <a:pt x="346545" y="130866"/>
                </a:cubicBezTo>
                <a:cubicBezTo>
                  <a:pt x="348136" y="128044"/>
                  <a:pt x="349113" y="125186"/>
                  <a:pt x="349475" y="122291"/>
                </a:cubicBezTo>
                <a:cubicBezTo>
                  <a:pt x="349838" y="119397"/>
                  <a:pt x="350019" y="117082"/>
                  <a:pt x="350019" y="115347"/>
                </a:cubicBezTo>
                <a:lnTo>
                  <a:pt x="350019" y="103841"/>
                </a:lnTo>
                <a:close/>
                <a:moveTo>
                  <a:pt x="481111" y="86054"/>
                </a:moveTo>
                <a:lnTo>
                  <a:pt x="511278" y="86054"/>
                </a:lnTo>
                <a:cubicBezTo>
                  <a:pt x="510846" y="78808"/>
                  <a:pt x="509109" y="72541"/>
                  <a:pt x="506069" y="67253"/>
                </a:cubicBezTo>
                <a:cubicBezTo>
                  <a:pt x="503031" y="61963"/>
                  <a:pt x="499088" y="57542"/>
                  <a:pt x="494239" y="53992"/>
                </a:cubicBezTo>
                <a:cubicBezTo>
                  <a:pt x="489393" y="50442"/>
                  <a:pt x="483895" y="47798"/>
                  <a:pt x="477746" y="46060"/>
                </a:cubicBezTo>
                <a:cubicBezTo>
                  <a:pt x="471597" y="44321"/>
                  <a:pt x="465195" y="43451"/>
                  <a:pt x="458538" y="43451"/>
                </a:cubicBezTo>
                <a:cubicBezTo>
                  <a:pt x="449422" y="43451"/>
                  <a:pt x="441318" y="44973"/>
                  <a:pt x="434226" y="48018"/>
                </a:cubicBezTo>
                <a:cubicBezTo>
                  <a:pt x="427137" y="51060"/>
                  <a:pt x="421132" y="55299"/>
                  <a:pt x="416213" y="60735"/>
                </a:cubicBezTo>
                <a:cubicBezTo>
                  <a:pt x="411294" y="66171"/>
                  <a:pt x="407568" y="72621"/>
                  <a:pt x="405036" y="80086"/>
                </a:cubicBezTo>
                <a:cubicBezTo>
                  <a:pt x="402503" y="87548"/>
                  <a:pt x="401237" y="95628"/>
                  <a:pt x="401237" y="104325"/>
                </a:cubicBezTo>
                <a:cubicBezTo>
                  <a:pt x="401237" y="112732"/>
                  <a:pt x="402612" y="120451"/>
                  <a:pt x="405360" y="127481"/>
                </a:cubicBezTo>
                <a:cubicBezTo>
                  <a:pt x="408109" y="134509"/>
                  <a:pt x="411943" y="140559"/>
                  <a:pt x="416862" y="145633"/>
                </a:cubicBezTo>
                <a:cubicBezTo>
                  <a:pt x="421784" y="150707"/>
                  <a:pt x="427753" y="154657"/>
                  <a:pt x="434769" y="157483"/>
                </a:cubicBezTo>
                <a:cubicBezTo>
                  <a:pt x="441788" y="160309"/>
                  <a:pt x="449493" y="161722"/>
                  <a:pt x="457886" y="161722"/>
                </a:cubicBezTo>
                <a:cubicBezTo>
                  <a:pt x="472789" y="161722"/>
                  <a:pt x="485015" y="157799"/>
                  <a:pt x="494564" y="149955"/>
                </a:cubicBezTo>
                <a:cubicBezTo>
                  <a:pt x="504115" y="142108"/>
                  <a:pt x="509904" y="130733"/>
                  <a:pt x="511931" y="115830"/>
                </a:cubicBezTo>
                <a:lnTo>
                  <a:pt x="482194" y="115830"/>
                </a:lnTo>
                <a:cubicBezTo>
                  <a:pt x="481183" y="122776"/>
                  <a:pt x="478687" y="128311"/>
                  <a:pt x="474706" y="132435"/>
                </a:cubicBezTo>
                <a:cubicBezTo>
                  <a:pt x="470728" y="136558"/>
                  <a:pt x="465049" y="138619"/>
                  <a:pt x="457670" y="138619"/>
                </a:cubicBezTo>
                <a:cubicBezTo>
                  <a:pt x="452895" y="138619"/>
                  <a:pt x="448842" y="137533"/>
                  <a:pt x="445513" y="135363"/>
                </a:cubicBezTo>
                <a:cubicBezTo>
                  <a:pt x="442185" y="133193"/>
                  <a:pt x="439545" y="130408"/>
                  <a:pt x="437591" y="127007"/>
                </a:cubicBezTo>
                <a:cubicBezTo>
                  <a:pt x="435639" y="123605"/>
                  <a:pt x="434228" y="119805"/>
                  <a:pt x="433358" y="115608"/>
                </a:cubicBezTo>
                <a:cubicBezTo>
                  <a:pt x="432491" y="111411"/>
                  <a:pt x="432057" y="107287"/>
                  <a:pt x="432057" y="103235"/>
                </a:cubicBezTo>
                <a:cubicBezTo>
                  <a:pt x="432057" y="99038"/>
                  <a:pt x="432491" y="94806"/>
                  <a:pt x="433358" y="90538"/>
                </a:cubicBezTo>
                <a:cubicBezTo>
                  <a:pt x="434228" y="86268"/>
                  <a:pt x="435712" y="82360"/>
                  <a:pt x="437809" y="78814"/>
                </a:cubicBezTo>
                <a:cubicBezTo>
                  <a:pt x="439907" y="75268"/>
                  <a:pt x="442619" y="72374"/>
                  <a:pt x="445947" y="70131"/>
                </a:cubicBezTo>
                <a:cubicBezTo>
                  <a:pt x="449276" y="67887"/>
                  <a:pt x="453400" y="66766"/>
                  <a:pt x="458319" y="66766"/>
                </a:cubicBezTo>
                <a:cubicBezTo>
                  <a:pt x="471487" y="66766"/>
                  <a:pt x="479084" y="73195"/>
                  <a:pt x="481111" y="86054"/>
                </a:cubicBezTo>
                <a:close/>
                <a:moveTo>
                  <a:pt x="604823" y="90717"/>
                </a:moveTo>
                <a:lnTo>
                  <a:pt x="554689" y="90717"/>
                </a:lnTo>
                <a:cubicBezTo>
                  <a:pt x="554832" y="88540"/>
                  <a:pt x="555301" y="86073"/>
                  <a:pt x="556096" y="83315"/>
                </a:cubicBezTo>
                <a:cubicBezTo>
                  <a:pt x="556893" y="80555"/>
                  <a:pt x="558269" y="77942"/>
                  <a:pt x="560223" y="75476"/>
                </a:cubicBezTo>
                <a:cubicBezTo>
                  <a:pt x="562177" y="73007"/>
                  <a:pt x="564781" y="70939"/>
                  <a:pt x="568035" y="69270"/>
                </a:cubicBezTo>
                <a:cubicBezTo>
                  <a:pt x="571292" y="67600"/>
                  <a:pt x="575380" y="66766"/>
                  <a:pt x="580299" y="66766"/>
                </a:cubicBezTo>
                <a:cubicBezTo>
                  <a:pt x="587823" y="66766"/>
                  <a:pt x="593430" y="68798"/>
                  <a:pt x="597119" y="72863"/>
                </a:cubicBezTo>
                <a:cubicBezTo>
                  <a:pt x="600809" y="76928"/>
                  <a:pt x="603376" y="82879"/>
                  <a:pt x="604823" y="90717"/>
                </a:cubicBezTo>
                <a:moveTo>
                  <a:pt x="554689" y="110217"/>
                </a:moveTo>
                <a:lnTo>
                  <a:pt x="635646" y="110217"/>
                </a:lnTo>
                <a:cubicBezTo>
                  <a:pt x="636224" y="101518"/>
                  <a:pt x="635500" y="93181"/>
                  <a:pt x="633473" y="85206"/>
                </a:cubicBezTo>
                <a:cubicBezTo>
                  <a:pt x="631448" y="77231"/>
                  <a:pt x="628156" y="70127"/>
                  <a:pt x="623597" y="63895"/>
                </a:cubicBezTo>
                <a:cubicBezTo>
                  <a:pt x="619040" y="57660"/>
                  <a:pt x="613216" y="52694"/>
                  <a:pt x="606124" y="48998"/>
                </a:cubicBezTo>
                <a:cubicBezTo>
                  <a:pt x="599035" y="45300"/>
                  <a:pt x="590715" y="43451"/>
                  <a:pt x="581166" y="43451"/>
                </a:cubicBezTo>
                <a:cubicBezTo>
                  <a:pt x="572629" y="43451"/>
                  <a:pt x="564851" y="44973"/>
                  <a:pt x="557835" y="48018"/>
                </a:cubicBezTo>
                <a:cubicBezTo>
                  <a:pt x="550818" y="51060"/>
                  <a:pt x="544778" y="55226"/>
                  <a:pt x="539713" y="60516"/>
                </a:cubicBezTo>
                <a:cubicBezTo>
                  <a:pt x="534648" y="65807"/>
                  <a:pt x="530741" y="72076"/>
                  <a:pt x="527992" y="79324"/>
                </a:cubicBezTo>
                <a:cubicBezTo>
                  <a:pt x="525243" y="86570"/>
                  <a:pt x="523869" y="94397"/>
                  <a:pt x="523869" y="102805"/>
                </a:cubicBezTo>
                <a:cubicBezTo>
                  <a:pt x="523869" y="111499"/>
                  <a:pt x="525207" y="119471"/>
                  <a:pt x="527883" y="126719"/>
                </a:cubicBezTo>
                <a:cubicBezTo>
                  <a:pt x="530561" y="133966"/>
                  <a:pt x="534360" y="140198"/>
                  <a:pt x="539279" y="145418"/>
                </a:cubicBezTo>
                <a:cubicBezTo>
                  <a:pt x="544198" y="150635"/>
                  <a:pt x="550202" y="154657"/>
                  <a:pt x="557292" y="157483"/>
                </a:cubicBezTo>
                <a:cubicBezTo>
                  <a:pt x="564381" y="160309"/>
                  <a:pt x="572339" y="161722"/>
                  <a:pt x="581166" y="161722"/>
                </a:cubicBezTo>
                <a:cubicBezTo>
                  <a:pt x="593899" y="161722"/>
                  <a:pt x="604751" y="158831"/>
                  <a:pt x="613721" y="153048"/>
                </a:cubicBezTo>
                <a:cubicBezTo>
                  <a:pt x="622694" y="147266"/>
                  <a:pt x="629351" y="137652"/>
                  <a:pt x="633692" y="124206"/>
                </a:cubicBezTo>
                <a:lnTo>
                  <a:pt x="606561" y="124206"/>
                </a:lnTo>
                <a:cubicBezTo>
                  <a:pt x="605548" y="127648"/>
                  <a:pt x="602798" y="130911"/>
                  <a:pt x="598312" y="133995"/>
                </a:cubicBezTo>
                <a:cubicBezTo>
                  <a:pt x="593827" y="137078"/>
                  <a:pt x="588474" y="138619"/>
                  <a:pt x="582253" y="138619"/>
                </a:cubicBezTo>
                <a:cubicBezTo>
                  <a:pt x="573571" y="138619"/>
                  <a:pt x="566915" y="136379"/>
                  <a:pt x="562283" y="131899"/>
                </a:cubicBezTo>
                <a:cubicBezTo>
                  <a:pt x="557653" y="127417"/>
                  <a:pt x="555121" y="120190"/>
                  <a:pt x="554689" y="11021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5f9a130bf64c9a"/>
          <a:stretch xmlns:a="http://schemas.openxmlformats.org/drawingml/2006/main"/>
        </p:blipFill>
        <p:spPr>
          <a:xfrm xmlns:a="http://schemas.openxmlformats.org/drawingml/2006/main">
            <a:off x="5522645" y="1361686"/>
            <a:ext cx="1347469" cy="1397375"/>
          </a:xfrm>
          <a:prstGeom xmlns:a="http://schemas.openxmlformats.org/drawingml/2006/main" prst="rect">
            <a:avLst/>
          </a:prstGeom>
        </p:spPr>
      </p:pic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977C94-DBB1-496C-ACD2-55C4F325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8762" y="1369917"/>
            <a:ext cx="1290146" cy="1346105"/>
          </a:xfrm>
          <a:custGeom xmlns:a="http://schemas.openxmlformats.org/drawingml/2006/main">
            <a:pathLst>
              <a:path w="1290146" h="1346105">
                <a:moveTo>
                  <a:pt x="0" y="1346105"/>
                </a:moveTo>
                <a:lnTo>
                  <a:pt x="1290146" y="1346105"/>
                </a:lnTo>
                <a:lnTo>
                  <a:pt x="1290146" y="0"/>
                </a:lnTo>
                <a:lnTo>
                  <a:pt x="0" y="0"/>
                </a:lnTo>
                <a:lnTo>
                  <a:pt x="0" y="134610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57A2AC2A-34A2-4787-BFE1-4DC6DAAE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8762" y="1369917"/>
            <a:ext cx="1290146" cy="1346105"/>
          </a:xfrm>
          <a:custGeom xmlns:a="http://schemas.openxmlformats.org/drawingml/2006/main">
            <a:pathLst>
              <a:path w="1290146" h="1346105">
                <a:moveTo>
                  <a:pt x="0" y="1346105"/>
                </a:moveTo>
                <a:lnTo>
                  <a:pt x="0" y="0"/>
                </a:lnTo>
                <a:lnTo>
                  <a:pt x="1290146" y="0"/>
                </a:lnTo>
                <a:lnTo>
                  <a:pt x="1290146" y="1346105"/>
                </a:lnTo>
                <a:lnTo>
                  <a:pt x="0" y="1346105"/>
                </a:lnTo>
                <a:close/>
                <a:moveTo>
                  <a:pt x="1276579" y="13565"/>
                </a:moveTo>
                <a:lnTo>
                  <a:pt x="13567" y="13565"/>
                </a:lnTo>
                <a:lnTo>
                  <a:pt x="13567" y="1332539"/>
                </a:lnTo>
                <a:lnTo>
                  <a:pt x="1276579" y="1332539"/>
                </a:lnTo>
                <a:lnTo>
                  <a:pt x="1276579" y="135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ab7d7bcbf04311"/>
          <a:stretch xmlns:a="http://schemas.openxmlformats.org/drawingml/2006/main"/>
        </p:blipFill>
        <p:spPr>
          <a:xfrm xmlns:a="http://schemas.openxmlformats.org/drawingml/2006/main">
            <a:off x="5622123" y="3278237"/>
            <a:ext cx="1247991" cy="584773"/>
          </a:xfrm>
          <a:prstGeom xmlns:a="http://schemas.openxmlformats.org/drawingml/2006/main" prst="rect">
            <a:avLst/>
          </a:prstGeom>
        </p:spPr>
      </p:pic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624113-F897-4713-9CAC-40A10870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4778" y="3294156"/>
            <a:ext cx="1161875" cy="506431"/>
          </a:xfrm>
          <a:custGeom xmlns:a="http://schemas.openxmlformats.org/drawingml/2006/main">
            <a:pathLst>
              <a:path w="1161875" h="506431">
                <a:moveTo>
                  <a:pt x="0" y="506431"/>
                </a:moveTo>
                <a:lnTo>
                  <a:pt x="1161875" y="506431"/>
                </a:lnTo>
                <a:lnTo>
                  <a:pt x="1161875" y="0"/>
                </a:lnTo>
                <a:lnTo>
                  <a:pt x="0" y="0"/>
                </a:lnTo>
                <a:lnTo>
                  <a:pt x="0" y="50643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2068F6-0482-4CED-A909-6355F367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6660" y="3284660"/>
            <a:ext cx="1178591" cy="521136"/>
          </a:xfrm>
          <a:custGeom xmlns:a="http://schemas.openxmlformats.org/drawingml/2006/main">
            <a:pathLst>
              <a:path w="1178591" h="521136" fill="none">
                <a:moveTo>
                  <a:pt x="5109" y="9499"/>
                </a:moveTo>
                <a:lnTo>
                  <a:pt x="1175019" y="8069"/>
                </a:lnTo>
                <a:moveTo>
                  <a:pt x="1172234" y="1127"/>
                </a:moveTo>
                <a:lnTo>
                  <a:pt x="1169955" y="521136"/>
                </a:lnTo>
                <a:moveTo>
                  <a:pt x="1177461" y="515761"/>
                </a:moveTo>
                <a:lnTo>
                  <a:pt x="0" y="511610"/>
                </a:lnTo>
                <a:moveTo>
                  <a:pt x="8428" y="517535"/>
                </a:moveTo>
                <a:lnTo>
                  <a:pt x="8111" y="4266"/>
                </a:lnTo>
                <a:moveTo>
                  <a:pt x="6230" y="7891"/>
                </a:moveTo>
                <a:lnTo>
                  <a:pt x="1173338" y="5974"/>
                </a:lnTo>
                <a:moveTo>
                  <a:pt x="1174304" y="0"/>
                </a:moveTo>
                <a:lnTo>
                  <a:pt x="1171764" y="514608"/>
                </a:lnTo>
                <a:moveTo>
                  <a:pt x="1178591" y="515310"/>
                </a:moveTo>
                <a:lnTo>
                  <a:pt x="9558" y="511062"/>
                </a:lnTo>
                <a:moveTo>
                  <a:pt x="8998" y="516405"/>
                </a:moveTo>
                <a:lnTo>
                  <a:pt x="8853" y="8365"/>
                </a:lnTo>
              </a:path>
            </a:pathLst>
          </a:custGeom>
          <a:noFill xmlns:a="http://schemas.openxmlformats.org/drawingml/2006/main"/>
          <a:ln xmlns:a="http://schemas.openxmlformats.org/drawingml/2006/main" w="9043" cap="rnd">
            <a:solidFill>
              <a:srgbClr val="000000"/>
            </a:solidFill>
            <a:round/>
          </a:ln>
        </p:spPr>
      </p:sp>
      <p:sp>
        <p:nvSpPr>
          <p:cNvPr id="27" name="Text eBPF-Aware">
            <a:extLst xmlns:a="http://schemas.openxmlformats.org/drawingml/2006/main">
              <a:ext uri="{FF2B5EF4-FFF2-40B4-BE49-F238E27FC236}">
                <a16:creationId xmlns:a16="http://schemas.microsoft.com/office/drawing/2014/main" id="{EEF9D9E8-B8DE-497C-880C-C2E002AD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4969" y="3390436"/>
            <a:ext cx="903655" cy="117953"/>
          </a:xfrm>
          <a:custGeom xmlns:a="http://schemas.openxmlformats.org/drawingml/2006/main">
            <a:pathLst>
              <a:path w="903655" h="117953">
                <a:moveTo>
                  <a:pt x="62998" y="66130"/>
                </a:moveTo>
                <a:lnTo>
                  <a:pt x="14652" y="66130"/>
                </a:lnTo>
                <a:cubicBezTo>
                  <a:pt x="14869" y="62863"/>
                  <a:pt x="15575" y="59787"/>
                  <a:pt x="16768" y="56902"/>
                </a:cubicBezTo>
                <a:cubicBezTo>
                  <a:pt x="17962" y="54016"/>
                  <a:pt x="19590" y="51484"/>
                  <a:pt x="21652" y="49307"/>
                </a:cubicBezTo>
                <a:cubicBezTo>
                  <a:pt x="23713" y="47129"/>
                  <a:pt x="26182" y="45415"/>
                  <a:pt x="29059" y="44163"/>
                </a:cubicBezTo>
                <a:cubicBezTo>
                  <a:pt x="31935" y="42911"/>
                  <a:pt x="35163" y="42285"/>
                  <a:pt x="38743" y="42285"/>
                </a:cubicBezTo>
                <a:cubicBezTo>
                  <a:pt x="42215" y="42285"/>
                  <a:pt x="45390" y="42911"/>
                  <a:pt x="48266" y="44163"/>
                </a:cubicBezTo>
                <a:cubicBezTo>
                  <a:pt x="51142" y="45415"/>
                  <a:pt x="53639" y="47103"/>
                  <a:pt x="55755" y="49227"/>
                </a:cubicBezTo>
                <a:cubicBezTo>
                  <a:pt x="57871" y="51350"/>
                  <a:pt x="59553" y="53881"/>
                  <a:pt x="60800" y="56821"/>
                </a:cubicBezTo>
                <a:cubicBezTo>
                  <a:pt x="62048" y="59760"/>
                  <a:pt x="62781" y="62863"/>
                  <a:pt x="62998" y="66130"/>
                </a:cubicBezTo>
                <a:moveTo>
                  <a:pt x="76346" y="89498"/>
                </a:moveTo>
                <a:lnTo>
                  <a:pt x="62672" y="89498"/>
                </a:lnTo>
                <a:cubicBezTo>
                  <a:pt x="61479" y="95011"/>
                  <a:pt x="59010" y="99118"/>
                  <a:pt x="55266" y="101820"/>
                </a:cubicBezTo>
                <a:cubicBezTo>
                  <a:pt x="51522" y="104521"/>
                  <a:pt x="46720" y="105872"/>
                  <a:pt x="40859" y="105872"/>
                </a:cubicBezTo>
                <a:cubicBezTo>
                  <a:pt x="36302" y="105872"/>
                  <a:pt x="32341" y="105116"/>
                  <a:pt x="28977" y="103606"/>
                </a:cubicBezTo>
                <a:cubicBezTo>
                  <a:pt x="25613" y="102096"/>
                  <a:pt x="22846" y="100074"/>
                  <a:pt x="20676" y="97541"/>
                </a:cubicBezTo>
                <a:cubicBezTo>
                  <a:pt x="18505" y="95006"/>
                  <a:pt x="16931" y="92094"/>
                  <a:pt x="15954" y="88805"/>
                </a:cubicBezTo>
                <a:cubicBezTo>
                  <a:pt x="14977" y="85515"/>
                  <a:pt x="14543" y="82037"/>
                  <a:pt x="14652" y="78370"/>
                </a:cubicBezTo>
                <a:lnTo>
                  <a:pt x="77648" y="78370"/>
                </a:lnTo>
                <a:cubicBezTo>
                  <a:pt x="77865" y="73255"/>
                  <a:pt x="77403" y="67868"/>
                  <a:pt x="76264" y="62208"/>
                </a:cubicBezTo>
                <a:cubicBezTo>
                  <a:pt x="75125" y="56548"/>
                  <a:pt x="73062" y="51324"/>
                  <a:pt x="70077" y="46535"/>
                </a:cubicBezTo>
                <a:cubicBezTo>
                  <a:pt x="67093" y="41746"/>
                  <a:pt x="63132" y="37801"/>
                  <a:pt x="58194" y="34699"/>
                </a:cubicBezTo>
                <a:cubicBezTo>
                  <a:pt x="53256" y="31596"/>
                  <a:pt x="47043" y="30045"/>
                  <a:pt x="39555" y="30045"/>
                </a:cubicBezTo>
                <a:cubicBezTo>
                  <a:pt x="33804" y="30045"/>
                  <a:pt x="28514" y="31130"/>
                  <a:pt x="23683" y="33301"/>
                </a:cubicBezTo>
                <a:cubicBezTo>
                  <a:pt x="18855" y="35472"/>
                  <a:pt x="14677" y="38511"/>
                  <a:pt x="11150" y="42419"/>
                </a:cubicBezTo>
                <a:cubicBezTo>
                  <a:pt x="7623" y="46325"/>
                  <a:pt x="4882" y="50938"/>
                  <a:pt x="2928" y="56257"/>
                </a:cubicBezTo>
                <a:cubicBezTo>
                  <a:pt x="976" y="61574"/>
                  <a:pt x="0" y="67433"/>
                  <a:pt x="0" y="73835"/>
                </a:cubicBezTo>
                <a:cubicBezTo>
                  <a:pt x="217" y="80238"/>
                  <a:pt x="1167" y="86153"/>
                  <a:pt x="2849" y="91579"/>
                </a:cubicBezTo>
                <a:cubicBezTo>
                  <a:pt x="4531" y="97006"/>
                  <a:pt x="7054" y="101673"/>
                  <a:pt x="10417" y="105581"/>
                </a:cubicBezTo>
                <a:cubicBezTo>
                  <a:pt x="13782" y="109487"/>
                  <a:pt x="17933" y="112526"/>
                  <a:pt x="22871" y="114697"/>
                </a:cubicBezTo>
                <a:cubicBezTo>
                  <a:pt x="27809" y="116868"/>
                  <a:pt x="33642" y="117953"/>
                  <a:pt x="40370" y="117953"/>
                </a:cubicBezTo>
                <a:cubicBezTo>
                  <a:pt x="49921" y="117953"/>
                  <a:pt x="57844" y="115568"/>
                  <a:pt x="64138" y="110800"/>
                </a:cubicBezTo>
                <a:cubicBezTo>
                  <a:pt x="70432" y="106029"/>
                  <a:pt x="74501" y="98928"/>
                  <a:pt x="76346" y="89498"/>
                </a:cubicBezTo>
                <a:close/>
                <a:moveTo>
                  <a:pt x="109716" y="49915"/>
                </a:moveTo>
                <a:lnTo>
                  <a:pt x="109716" y="13035"/>
                </a:lnTo>
                <a:lnTo>
                  <a:pt x="140645" y="13035"/>
                </a:lnTo>
                <a:cubicBezTo>
                  <a:pt x="144008" y="13035"/>
                  <a:pt x="147182" y="13225"/>
                  <a:pt x="150166" y="13604"/>
                </a:cubicBezTo>
                <a:cubicBezTo>
                  <a:pt x="153151" y="13983"/>
                  <a:pt x="155783" y="14823"/>
                  <a:pt x="158062" y="16123"/>
                </a:cubicBezTo>
                <a:cubicBezTo>
                  <a:pt x="160340" y="17423"/>
                  <a:pt x="162130" y="19264"/>
                  <a:pt x="163432" y="21647"/>
                </a:cubicBezTo>
                <a:cubicBezTo>
                  <a:pt x="164735" y="24030"/>
                  <a:pt x="165387" y="27278"/>
                  <a:pt x="165387" y="31393"/>
                </a:cubicBezTo>
                <a:cubicBezTo>
                  <a:pt x="165387" y="37568"/>
                  <a:pt x="163460" y="42199"/>
                  <a:pt x="159607" y="45286"/>
                </a:cubicBezTo>
                <a:cubicBezTo>
                  <a:pt x="155755" y="48372"/>
                  <a:pt x="149435" y="49915"/>
                  <a:pt x="140645" y="49915"/>
                </a:cubicBezTo>
                <a:lnTo>
                  <a:pt x="109716" y="49915"/>
                </a:lnTo>
                <a:moveTo>
                  <a:pt x="94252" y="0"/>
                </a:moveTo>
                <a:lnTo>
                  <a:pt x="94252" y="116204"/>
                </a:lnTo>
                <a:lnTo>
                  <a:pt x="150412" y="116204"/>
                </a:lnTo>
                <a:cubicBezTo>
                  <a:pt x="156163" y="116204"/>
                  <a:pt x="161235" y="115255"/>
                  <a:pt x="165630" y="113355"/>
                </a:cubicBezTo>
                <a:cubicBezTo>
                  <a:pt x="170027" y="111454"/>
                  <a:pt x="173717" y="108957"/>
                  <a:pt x="176701" y="105864"/>
                </a:cubicBezTo>
                <a:cubicBezTo>
                  <a:pt x="179685" y="102769"/>
                  <a:pt x="181936" y="99213"/>
                  <a:pt x="183454" y="95196"/>
                </a:cubicBezTo>
                <a:cubicBezTo>
                  <a:pt x="184974" y="91177"/>
                  <a:pt x="185734" y="87051"/>
                  <a:pt x="185734" y="82816"/>
                </a:cubicBezTo>
                <a:cubicBezTo>
                  <a:pt x="185734" y="75651"/>
                  <a:pt x="183835" y="69572"/>
                  <a:pt x="180036" y="64578"/>
                </a:cubicBezTo>
                <a:cubicBezTo>
                  <a:pt x="176238" y="59582"/>
                  <a:pt x="170758" y="56324"/>
                  <a:pt x="163596" y="54804"/>
                </a:cubicBezTo>
                <a:lnTo>
                  <a:pt x="163596" y="54478"/>
                </a:lnTo>
                <a:cubicBezTo>
                  <a:pt x="169130" y="52311"/>
                  <a:pt x="173389" y="48977"/>
                  <a:pt x="176373" y="44478"/>
                </a:cubicBezTo>
                <a:cubicBezTo>
                  <a:pt x="179358" y="39978"/>
                  <a:pt x="180851" y="34638"/>
                  <a:pt x="180851" y="28460"/>
                </a:cubicBezTo>
                <a:cubicBezTo>
                  <a:pt x="180851" y="22605"/>
                  <a:pt x="179522" y="17672"/>
                  <a:pt x="176862" y="13661"/>
                </a:cubicBezTo>
                <a:cubicBezTo>
                  <a:pt x="174204" y="9649"/>
                  <a:pt x="170976" y="6504"/>
                  <a:pt x="167178" y="4228"/>
                </a:cubicBezTo>
                <a:cubicBezTo>
                  <a:pt x="165441" y="3145"/>
                  <a:pt x="163351" y="2332"/>
                  <a:pt x="160908" y="1791"/>
                </a:cubicBezTo>
                <a:cubicBezTo>
                  <a:pt x="158468" y="1248"/>
                  <a:pt x="155836" y="840"/>
                  <a:pt x="153015" y="569"/>
                </a:cubicBezTo>
                <a:cubicBezTo>
                  <a:pt x="150193" y="297"/>
                  <a:pt x="147344" y="135"/>
                  <a:pt x="144468" y="82"/>
                </a:cubicBezTo>
                <a:cubicBezTo>
                  <a:pt x="141593" y="27"/>
                  <a:pt x="138908" y="0"/>
                  <a:pt x="136413" y="0"/>
                </a:cubicBezTo>
                <a:lnTo>
                  <a:pt x="94252" y="0"/>
                </a:lnTo>
                <a:moveTo>
                  <a:pt x="109716" y="103169"/>
                </a:moveTo>
                <a:lnTo>
                  <a:pt x="109716" y="62951"/>
                </a:lnTo>
                <a:lnTo>
                  <a:pt x="145039" y="62951"/>
                </a:lnTo>
                <a:cubicBezTo>
                  <a:pt x="148295" y="62951"/>
                  <a:pt x="151442" y="63250"/>
                  <a:pt x="154480" y="63847"/>
                </a:cubicBezTo>
                <a:cubicBezTo>
                  <a:pt x="157519" y="64443"/>
                  <a:pt x="160205" y="65474"/>
                  <a:pt x="162538" y="66940"/>
                </a:cubicBezTo>
                <a:cubicBezTo>
                  <a:pt x="164871" y="68405"/>
                  <a:pt x="166743" y="70386"/>
                  <a:pt x="168154" y="72884"/>
                </a:cubicBezTo>
                <a:cubicBezTo>
                  <a:pt x="169565" y="75381"/>
                  <a:pt x="170270" y="78529"/>
                  <a:pt x="170270" y="82327"/>
                </a:cubicBezTo>
                <a:cubicBezTo>
                  <a:pt x="170270" y="88840"/>
                  <a:pt x="168343" y="93942"/>
                  <a:pt x="164490" y="97633"/>
                </a:cubicBezTo>
                <a:cubicBezTo>
                  <a:pt x="160638" y="101324"/>
                  <a:pt x="155294" y="103169"/>
                  <a:pt x="148457" y="103169"/>
                </a:cubicBezTo>
                <a:lnTo>
                  <a:pt x="109716" y="103169"/>
                </a:lnTo>
                <a:close/>
                <a:moveTo>
                  <a:pt x="221221" y="55638"/>
                </a:moveTo>
                <a:lnTo>
                  <a:pt x="221221" y="13035"/>
                </a:lnTo>
                <a:lnTo>
                  <a:pt x="251499" y="13035"/>
                </a:lnTo>
                <a:cubicBezTo>
                  <a:pt x="260289" y="13035"/>
                  <a:pt x="266718" y="14851"/>
                  <a:pt x="270787" y="18482"/>
                </a:cubicBezTo>
                <a:cubicBezTo>
                  <a:pt x="274857" y="22114"/>
                  <a:pt x="276892" y="27399"/>
                  <a:pt x="276892" y="34337"/>
                </a:cubicBezTo>
                <a:cubicBezTo>
                  <a:pt x="276892" y="41275"/>
                  <a:pt x="274857" y="46587"/>
                  <a:pt x="270787" y="50273"/>
                </a:cubicBezTo>
                <a:cubicBezTo>
                  <a:pt x="266718" y="53957"/>
                  <a:pt x="260289" y="55746"/>
                  <a:pt x="251499" y="55638"/>
                </a:cubicBezTo>
                <a:lnTo>
                  <a:pt x="221221" y="55638"/>
                </a:lnTo>
                <a:moveTo>
                  <a:pt x="205757" y="0"/>
                </a:moveTo>
                <a:lnTo>
                  <a:pt x="205757" y="116204"/>
                </a:lnTo>
                <a:lnTo>
                  <a:pt x="221221" y="116204"/>
                </a:lnTo>
                <a:lnTo>
                  <a:pt x="221221" y="68673"/>
                </a:lnTo>
                <a:lnTo>
                  <a:pt x="256708" y="68673"/>
                </a:lnTo>
                <a:cubicBezTo>
                  <a:pt x="268429" y="68783"/>
                  <a:pt x="277300" y="65800"/>
                  <a:pt x="283323" y="59724"/>
                </a:cubicBezTo>
                <a:cubicBezTo>
                  <a:pt x="289345" y="53649"/>
                  <a:pt x="292356" y="45186"/>
                  <a:pt x="292356" y="34337"/>
                </a:cubicBezTo>
                <a:cubicBezTo>
                  <a:pt x="292356" y="23487"/>
                  <a:pt x="289345" y="15052"/>
                  <a:pt x="283323" y="9031"/>
                </a:cubicBezTo>
                <a:cubicBezTo>
                  <a:pt x="277300" y="3010"/>
                  <a:pt x="268429" y="0"/>
                  <a:pt x="256708" y="0"/>
                </a:cubicBezTo>
                <a:lnTo>
                  <a:pt x="205757" y="0"/>
                </a:lnTo>
                <a:close/>
                <a:moveTo>
                  <a:pt x="311239" y="0"/>
                </a:moveTo>
                <a:lnTo>
                  <a:pt x="311239" y="116204"/>
                </a:lnTo>
                <a:lnTo>
                  <a:pt x="326704" y="116204"/>
                </a:lnTo>
                <a:lnTo>
                  <a:pt x="326704" y="62951"/>
                </a:lnTo>
                <a:lnTo>
                  <a:pt x="380096" y="62951"/>
                </a:lnTo>
                <a:lnTo>
                  <a:pt x="380096" y="49915"/>
                </a:lnTo>
                <a:lnTo>
                  <a:pt x="326704" y="49915"/>
                </a:lnTo>
                <a:lnTo>
                  <a:pt x="326704" y="13035"/>
                </a:lnTo>
                <a:lnTo>
                  <a:pt x="387583" y="13035"/>
                </a:lnTo>
                <a:lnTo>
                  <a:pt x="387583" y="0"/>
                </a:lnTo>
                <a:lnTo>
                  <a:pt x="311239" y="0"/>
                </a:lnTo>
                <a:close/>
                <a:moveTo>
                  <a:pt x="400118" y="64381"/>
                </a:moveTo>
                <a:lnTo>
                  <a:pt x="400118" y="77417"/>
                </a:lnTo>
                <a:lnTo>
                  <a:pt x="447163" y="77417"/>
                </a:lnTo>
                <a:lnTo>
                  <a:pt x="447163" y="64381"/>
                </a:lnTo>
                <a:lnTo>
                  <a:pt x="400118" y="64381"/>
                </a:lnTo>
                <a:close/>
                <a:moveTo>
                  <a:pt x="488021" y="68197"/>
                </a:moveTo>
                <a:lnTo>
                  <a:pt x="507718" y="13996"/>
                </a:lnTo>
                <a:lnTo>
                  <a:pt x="508043" y="13996"/>
                </a:lnTo>
                <a:lnTo>
                  <a:pt x="527412" y="68197"/>
                </a:lnTo>
                <a:lnTo>
                  <a:pt x="488021" y="68197"/>
                </a:lnTo>
                <a:moveTo>
                  <a:pt x="499578" y="0"/>
                </a:moveTo>
                <a:lnTo>
                  <a:pt x="454325" y="116204"/>
                </a:lnTo>
                <a:lnTo>
                  <a:pt x="470115" y="116204"/>
                </a:lnTo>
                <a:lnTo>
                  <a:pt x="483138" y="81232"/>
                </a:lnTo>
                <a:lnTo>
                  <a:pt x="532298" y="81232"/>
                </a:lnTo>
                <a:lnTo>
                  <a:pt x="544993" y="116204"/>
                </a:lnTo>
                <a:lnTo>
                  <a:pt x="562087" y="116204"/>
                </a:lnTo>
                <a:lnTo>
                  <a:pt x="516670" y="0"/>
                </a:lnTo>
                <a:lnTo>
                  <a:pt x="499578" y="0"/>
                </a:lnTo>
                <a:close/>
                <a:moveTo>
                  <a:pt x="651616" y="116204"/>
                </a:moveTo>
                <a:lnTo>
                  <a:pt x="678474" y="32111"/>
                </a:lnTo>
                <a:lnTo>
                  <a:pt x="664149" y="32111"/>
                </a:lnTo>
                <a:lnTo>
                  <a:pt x="645267" y="100914"/>
                </a:lnTo>
                <a:lnTo>
                  <a:pt x="644942" y="100914"/>
                </a:lnTo>
                <a:lnTo>
                  <a:pt x="627361" y="32111"/>
                </a:lnTo>
                <a:lnTo>
                  <a:pt x="612222" y="32111"/>
                </a:lnTo>
                <a:lnTo>
                  <a:pt x="595292" y="100914"/>
                </a:lnTo>
                <a:lnTo>
                  <a:pt x="594967" y="100914"/>
                </a:lnTo>
                <a:lnTo>
                  <a:pt x="575921" y="32111"/>
                </a:lnTo>
                <a:lnTo>
                  <a:pt x="560620" y="32111"/>
                </a:lnTo>
                <a:lnTo>
                  <a:pt x="587642" y="116204"/>
                </a:lnTo>
                <a:lnTo>
                  <a:pt x="602617" y="116204"/>
                </a:lnTo>
                <a:lnTo>
                  <a:pt x="619547" y="49352"/>
                </a:lnTo>
                <a:lnTo>
                  <a:pt x="619872" y="49352"/>
                </a:lnTo>
                <a:lnTo>
                  <a:pt x="636964" y="116204"/>
                </a:lnTo>
                <a:lnTo>
                  <a:pt x="651616" y="116204"/>
                </a:lnTo>
                <a:close/>
                <a:moveTo>
                  <a:pt x="766214" y="115837"/>
                </a:moveTo>
                <a:cubicBezTo>
                  <a:pt x="763827" y="117248"/>
                  <a:pt x="760516" y="117953"/>
                  <a:pt x="756284" y="117953"/>
                </a:cubicBezTo>
                <a:cubicBezTo>
                  <a:pt x="752704" y="117953"/>
                  <a:pt x="749856" y="116950"/>
                  <a:pt x="747739" y="114943"/>
                </a:cubicBezTo>
                <a:cubicBezTo>
                  <a:pt x="745623" y="112934"/>
                  <a:pt x="744565" y="109650"/>
                  <a:pt x="744565" y="105092"/>
                </a:cubicBezTo>
                <a:cubicBezTo>
                  <a:pt x="740767" y="109650"/>
                  <a:pt x="736344" y="112934"/>
                  <a:pt x="731296" y="114943"/>
                </a:cubicBezTo>
                <a:cubicBezTo>
                  <a:pt x="726251" y="116950"/>
                  <a:pt x="720798" y="117953"/>
                  <a:pt x="714938" y="117953"/>
                </a:cubicBezTo>
                <a:cubicBezTo>
                  <a:pt x="711139" y="117953"/>
                  <a:pt x="707530" y="117519"/>
                  <a:pt x="704111" y="116651"/>
                </a:cubicBezTo>
                <a:cubicBezTo>
                  <a:pt x="700693" y="115784"/>
                  <a:pt x="697736" y="114428"/>
                  <a:pt x="695241" y="112583"/>
                </a:cubicBezTo>
                <a:cubicBezTo>
                  <a:pt x="692745" y="110738"/>
                  <a:pt x="690765" y="108325"/>
                  <a:pt x="689300" y="105342"/>
                </a:cubicBezTo>
                <a:cubicBezTo>
                  <a:pt x="687834" y="102359"/>
                  <a:pt x="687101" y="98751"/>
                  <a:pt x="687101" y="94520"/>
                </a:cubicBezTo>
                <a:cubicBezTo>
                  <a:pt x="687101" y="89746"/>
                  <a:pt x="687915" y="85841"/>
                  <a:pt x="689543" y="82804"/>
                </a:cubicBezTo>
                <a:cubicBezTo>
                  <a:pt x="691171" y="79767"/>
                  <a:pt x="693313" y="77300"/>
                  <a:pt x="695971" y="75402"/>
                </a:cubicBezTo>
                <a:cubicBezTo>
                  <a:pt x="698631" y="73503"/>
                  <a:pt x="701669" y="72065"/>
                  <a:pt x="705087" y="71088"/>
                </a:cubicBezTo>
                <a:cubicBezTo>
                  <a:pt x="708506" y="70111"/>
                  <a:pt x="712007" y="69297"/>
                  <a:pt x="715589" y="68646"/>
                </a:cubicBezTo>
                <a:cubicBezTo>
                  <a:pt x="719387" y="67888"/>
                  <a:pt x="722995" y="67319"/>
                  <a:pt x="726413" y="66940"/>
                </a:cubicBezTo>
                <a:cubicBezTo>
                  <a:pt x="729831" y="66559"/>
                  <a:pt x="732842" y="66016"/>
                  <a:pt x="735447" y="65310"/>
                </a:cubicBezTo>
                <a:cubicBezTo>
                  <a:pt x="738052" y="64605"/>
                  <a:pt x="740113" y="63575"/>
                  <a:pt x="741632" y="62220"/>
                </a:cubicBezTo>
                <a:cubicBezTo>
                  <a:pt x="743152" y="60864"/>
                  <a:pt x="743912" y="58884"/>
                  <a:pt x="743912" y="56279"/>
                </a:cubicBezTo>
                <a:cubicBezTo>
                  <a:pt x="743912" y="53242"/>
                  <a:pt x="743342" y="50801"/>
                  <a:pt x="742203" y="48957"/>
                </a:cubicBezTo>
                <a:cubicBezTo>
                  <a:pt x="741064" y="47112"/>
                  <a:pt x="739598" y="45702"/>
                  <a:pt x="737807" y="44727"/>
                </a:cubicBezTo>
                <a:cubicBezTo>
                  <a:pt x="736017" y="43750"/>
                  <a:pt x="734009" y="43099"/>
                  <a:pt x="731783" y="42774"/>
                </a:cubicBezTo>
                <a:cubicBezTo>
                  <a:pt x="729559" y="42448"/>
                  <a:pt x="727363" y="42285"/>
                  <a:pt x="725194" y="42285"/>
                </a:cubicBezTo>
                <a:cubicBezTo>
                  <a:pt x="719333" y="42285"/>
                  <a:pt x="714450" y="43394"/>
                  <a:pt x="710544" y="45611"/>
                </a:cubicBezTo>
                <a:cubicBezTo>
                  <a:pt x="706638" y="47828"/>
                  <a:pt x="704521" y="52018"/>
                  <a:pt x="704195" y="58182"/>
                </a:cubicBezTo>
                <a:lnTo>
                  <a:pt x="690358" y="58182"/>
                </a:lnTo>
                <a:cubicBezTo>
                  <a:pt x="690575" y="52977"/>
                  <a:pt x="691659" y="48586"/>
                  <a:pt x="693611" y="45007"/>
                </a:cubicBezTo>
                <a:cubicBezTo>
                  <a:pt x="695565" y="41429"/>
                  <a:pt x="698170" y="38529"/>
                  <a:pt x="701426" y="36306"/>
                </a:cubicBezTo>
                <a:cubicBezTo>
                  <a:pt x="704681" y="34084"/>
                  <a:pt x="708398" y="32485"/>
                  <a:pt x="712576" y="31510"/>
                </a:cubicBezTo>
                <a:cubicBezTo>
                  <a:pt x="716755" y="30533"/>
                  <a:pt x="721232" y="30045"/>
                  <a:pt x="726006" y="30045"/>
                </a:cubicBezTo>
                <a:cubicBezTo>
                  <a:pt x="729804" y="30045"/>
                  <a:pt x="733576" y="30316"/>
                  <a:pt x="737320" y="30859"/>
                </a:cubicBezTo>
                <a:cubicBezTo>
                  <a:pt x="741064" y="31401"/>
                  <a:pt x="744455" y="32513"/>
                  <a:pt x="747494" y="34195"/>
                </a:cubicBezTo>
                <a:cubicBezTo>
                  <a:pt x="750532" y="35876"/>
                  <a:pt x="752974" y="38236"/>
                  <a:pt x="754818" y="41274"/>
                </a:cubicBezTo>
                <a:cubicBezTo>
                  <a:pt x="756663" y="44311"/>
                  <a:pt x="757585" y="48270"/>
                  <a:pt x="757585" y="53152"/>
                </a:cubicBezTo>
                <a:lnTo>
                  <a:pt x="757585" y="96433"/>
                </a:lnTo>
                <a:cubicBezTo>
                  <a:pt x="757585" y="99688"/>
                  <a:pt x="757775" y="102075"/>
                  <a:pt x="758154" y="103594"/>
                </a:cubicBezTo>
                <a:cubicBezTo>
                  <a:pt x="758535" y="105112"/>
                  <a:pt x="759811" y="105872"/>
                  <a:pt x="761982" y="105872"/>
                </a:cubicBezTo>
                <a:cubicBezTo>
                  <a:pt x="763176" y="105872"/>
                  <a:pt x="764587" y="105612"/>
                  <a:pt x="766214" y="105092"/>
                </a:cubicBezTo>
                <a:lnTo>
                  <a:pt x="766214" y="115837"/>
                </a:lnTo>
                <a:moveTo>
                  <a:pt x="743750" y="72697"/>
                </a:moveTo>
                <a:cubicBezTo>
                  <a:pt x="742013" y="73999"/>
                  <a:pt x="739734" y="74948"/>
                  <a:pt x="736912" y="75544"/>
                </a:cubicBezTo>
                <a:cubicBezTo>
                  <a:pt x="734092" y="76140"/>
                  <a:pt x="731136" y="76628"/>
                  <a:pt x="728043" y="77007"/>
                </a:cubicBezTo>
                <a:cubicBezTo>
                  <a:pt x="724949" y="77386"/>
                  <a:pt x="721829" y="77820"/>
                  <a:pt x="718681" y="78308"/>
                </a:cubicBezTo>
                <a:cubicBezTo>
                  <a:pt x="715535" y="78795"/>
                  <a:pt x="712714" y="79581"/>
                  <a:pt x="710218" y="80665"/>
                </a:cubicBezTo>
                <a:cubicBezTo>
                  <a:pt x="707723" y="81750"/>
                  <a:pt x="705688" y="83295"/>
                  <a:pt x="704113" y="85300"/>
                </a:cubicBezTo>
                <a:cubicBezTo>
                  <a:pt x="702540" y="87306"/>
                  <a:pt x="701754" y="90043"/>
                  <a:pt x="701754" y="93512"/>
                </a:cubicBezTo>
                <a:cubicBezTo>
                  <a:pt x="701754" y="95789"/>
                  <a:pt x="702215" y="97714"/>
                  <a:pt x="703137" y="99287"/>
                </a:cubicBezTo>
                <a:cubicBezTo>
                  <a:pt x="704059" y="100858"/>
                  <a:pt x="705253" y="102132"/>
                  <a:pt x="706719" y="103107"/>
                </a:cubicBezTo>
                <a:cubicBezTo>
                  <a:pt x="708184" y="104082"/>
                  <a:pt x="709893" y="104787"/>
                  <a:pt x="711845" y="105221"/>
                </a:cubicBezTo>
                <a:cubicBezTo>
                  <a:pt x="713799" y="105655"/>
                  <a:pt x="715861" y="105872"/>
                  <a:pt x="718030" y="105872"/>
                </a:cubicBezTo>
                <a:cubicBezTo>
                  <a:pt x="722589" y="105872"/>
                  <a:pt x="726496" y="105248"/>
                  <a:pt x="729751" y="104001"/>
                </a:cubicBezTo>
                <a:cubicBezTo>
                  <a:pt x="733007" y="102754"/>
                  <a:pt x="735666" y="101183"/>
                  <a:pt x="737727" y="99287"/>
                </a:cubicBezTo>
                <a:cubicBezTo>
                  <a:pt x="739789" y="97389"/>
                  <a:pt x="741308" y="95329"/>
                  <a:pt x="742285" y="93107"/>
                </a:cubicBezTo>
                <a:cubicBezTo>
                  <a:pt x="743262" y="90883"/>
                  <a:pt x="743750" y="88796"/>
                  <a:pt x="743750" y="86845"/>
                </a:cubicBezTo>
                <a:lnTo>
                  <a:pt x="743750" y="72697"/>
                </a:lnTo>
                <a:close/>
                <a:moveTo>
                  <a:pt x="778586" y="31999"/>
                </a:moveTo>
                <a:lnTo>
                  <a:pt x="778586" y="116204"/>
                </a:lnTo>
                <a:lnTo>
                  <a:pt x="792421" y="116204"/>
                </a:lnTo>
                <a:lnTo>
                  <a:pt x="792421" y="78726"/>
                </a:lnTo>
                <a:cubicBezTo>
                  <a:pt x="792421" y="73294"/>
                  <a:pt x="792963" y="68488"/>
                  <a:pt x="794047" y="64307"/>
                </a:cubicBezTo>
                <a:cubicBezTo>
                  <a:pt x="795134" y="60124"/>
                  <a:pt x="796871" y="56566"/>
                  <a:pt x="799259" y="53634"/>
                </a:cubicBezTo>
                <a:cubicBezTo>
                  <a:pt x="801646" y="50699"/>
                  <a:pt x="804793" y="48472"/>
                  <a:pt x="808700" y="46952"/>
                </a:cubicBezTo>
                <a:cubicBezTo>
                  <a:pt x="812606" y="45430"/>
                  <a:pt x="817326" y="44670"/>
                  <a:pt x="822860" y="44670"/>
                </a:cubicBezTo>
                <a:lnTo>
                  <a:pt x="822860" y="30045"/>
                </a:lnTo>
                <a:cubicBezTo>
                  <a:pt x="815374" y="29828"/>
                  <a:pt x="809188" y="31348"/>
                  <a:pt x="804303" y="34605"/>
                </a:cubicBezTo>
                <a:cubicBezTo>
                  <a:pt x="799420" y="37862"/>
                  <a:pt x="795297" y="42911"/>
                  <a:pt x="791934" y="49751"/>
                </a:cubicBezTo>
                <a:lnTo>
                  <a:pt x="791608" y="49751"/>
                </a:lnTo>
                <a:lnTo>
                  <a:pt x="791608" y="31999"/>
                </a:lnTo>
                <a:lnTo>
                  <a:pt x="778586" y="31999"/>
                </a:lnTo>
                <a:close/>
                <a:moveTo>
                  <a:pt x="888789" y="66130"/>
                </a:moveTo>
                <a:lnTo>
                  <a:pt x="840443" y="66130"/>
                </a:lnTo>
                <a:cubicBezTo>
                  <a:pt x="840660" y="62863"/>
                  <a:pt x="841365" y="59787"/>
                  <a:pt x="842559" y="56902"/>
                </a:cubicBezTo>
                <a:cubicBezTo>
                  <a:pt x="843753" y="54016"/>
                  <a:pt x="845381" y="51484"/>
                  <a:pt x="847443" y="49307"/>
                </a:cubicBezTo>
                <a:cubicBezTo>
                  <a:pt x="849504" y="47129"/>
                  <a:pt x="851973" y="45415"/>
                  <a:pt x="854849" y="44163"/>
                </a:cubicBezTo>
                <a:cubicBezTo>
                  <a:pt x="857726" y="42911"/>
                  <a:pt x="860954" y="42285"/>
                  <a:pt x="864534" y="42285"/>
                </a:cubicBezTo>
                <a:cubicBezTo>
                  <a:pt x="868006" y="42285"/>
                  <a:pt x="871181" y="42911"/>
                  <a:pt x="874057" y="44163"/>
                </a:cubicBezTo>
                <a:cubicBezTo>
                  <a:pt x="876933" y="45415"/>
                  <a:pt x="879430" y="47103"/>
                  <a:pt x="881546" y="49227"/>
                </a:cubicBezTo>
                <a:cubicBezTo>
                  <a:pt x="883662" y="51350"/>
                  <a:pt x="885344" y="53881"/>
                  <a:pt x="886591" y="56821"/>
                </a:cubicBezTo>
                <a:cubicBezTo>
                  <a:pt x="887839" y="59760"/>
                  <a:pt x="888572" y="62863"/>
                  <a:pt x="888789" y="66130"/>
                </a:cubicBezTo>
                <a:moveTo>
                  <a:pt x="902137" y="89498"/>
                </a:moveTo>
                <a:lnTo>
                  <a:pt x="888463" y="89498"/>
                </a:lnTo>
                <a:cubicBezTo>
                  <a:pt x="887269" y="95011"/>
                  <a:pt x="884801" y="99118"/>
                  <a:pt x="881057" y="101820"/>
                </a:cubicBezTo>
                <a:cubicBezTo>
                  <a:pt x="877313" y="104521"/>
                  <a:pt x="872510" y="105872"/>
                  <a:pt x="866650" y="105872"/>
                </a:cubicBezTo>
                <a:cubicBezTo>
                  <a:pt x="862093" y="105872"/>
                  <a:pt x="858132" y="105116"/>
                  <a:pt x="854768" y="103606"/>
                </a:cubicBezTo>
                <a:cubicBezTo>
                  <a:pt x="851404" y="102096"/>
                  <a:pt x="848637" y="100074"/>
                  <a:pt x="846466" y="97541"/>
                </a:cubicBezTo>
                <a:cubicBezTo>
                  <a:pt x="844296" y="95006"/>
                  <a:pt x="842722" y="92094"/>
                  <a:pt x="841745" y="88805"/>
                </a:cubicBezTo>
                <a:cubicBezTo>
                  <a:pt x="840768" y="85515"/>
                  <a:pt x="840334" y="82037"/>
                  <a:pt x="840443" y="78370"/>
                </a:cubicBezTo>
                <a:lnTo>
                  <a:pt x="903439" y="78370"/>
                </a:lnTo>
                <a:cubicBezTo>
                  <a:pt x="903655" y="73255"/>
                  <a:pt x="903194" y="67868"/>
                  <a:pt x="902055" y="62208"/>
                </a:cubicBezTo>
                <a:cubicBezTo>
                  <a:pt x="900916" y="56548"/>
                  <a:pt x="898853" y="51324"/>
                  <a:pt x="895868" y="46535"/>
                </a:cubicBezTo>
                <a:cubicBezTo>
                  <a:pt x="892884" y="41746"/>
                  <a:pt x="888923" y="37801"/>
                  <a:pt x="883985" y="34699"/>
                </a:cubicBezTo>
                <a:cubicBezTo>
                  <a:pt x="879047" y="31596"/>
                  <a:pt x="872834" y="30045"/>
                  <a:pt x="865346" y="30045"/>
                </a:cubicBezTo>
                <a:cubicBezTo>
                  <a:pt x="859595" y="30045"/>
                  <a:pt x="854305" y="31130"/>
                  <a:pt x="849474" y="33301"/>
                </a:cubicBezTo>
                <a:cubicBezTo>
                  <a:pt x="844646" y="35472"/>
                  <a:pt x="840468" y="38511"/>
                  <a:pt x="836941" y="42419"/>
                </a:cubicBezTo>
                <a:cubicBezTo>
                  <a:pt x="833414" y="46325"/>
                  <a:pt x="830673" y="50938"/>
                  <a:pt x="828719" y="56257"/>
                </a:cubicBezTo>
                <a:cubicBezTo>
                  <a:pt x="826767" y="61574"/>
                  <a:pt x="825791" y="67433"/>
                  <a:pt x="825791" y="73835"/>
                </a:cubicBezTo>
                <a:cubicBezTo>
                  <a:pt x="826008" y="80238"/>
                  <a:pt x="826958" y="86153"/>
                  <a:pt x="828640" y="91579"/>
                </a:cubicBezTo>
                <a:cubicBezTo>
                  <a:pt x="830322" y="97006"/>
                  <a:pt x="832845" y="101673"/>
                  <a:pt x="836208" y="105581"/>
                </a:cubicBezTo>
                <a:cubicBezTo>
                  <a:pt x="839573" y="109487"/>
                  <a:pt x="843724" y="112526"/>
                  <a:pt x="848662" y="114697"/>
                </a:cubicBezTo>
                <a:cubicBezTo>
                  <a:pt x="853600" y="116868"/>
                  <a:pt x="859433" y="117953"/>
                  <a:pt x="866161" y="117953"/>
                </a:cubicBezTo>
                <a:cubicBezTo>
                  <a:pt x="875712" y="117953"/>
                  <a:pt x="883635" y="115568"/>
                  <a:pt x="889929" y="110800"/>
                </a:cubicBezTo>
                <a:cubicBezTo>
                  <a:pt x="896223" y="106029"/>
                  <a:pt x="900292" y="98928"/>
                  <a:pt x="902137" y="8949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Text Padding">
            <a:extLst xmlns:a="http://schemas.openxmlformats.org/drawingml/2006/main">
              <a:ext uri="{FF2B5EF4-FFF2-40B4-BE49-F238E27FC236}">
                <a16:creationId xmlns:a16="http://schemas.microsoft.com/office/drawing/2014/main" id="{E59329D1-C403-4865-B244-3D18B83A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5392" y="3584905"/>
            <a:ext cx="582919" cy="150223"/>
          </a:xfrm>
          <a:custGeom xmlns:a="http://schemas.openxmlformats.org/drawingml/2006/main">
            <a:pathLst>
              <a:path w="582919" h="150223">
                <a:moveTo>
                  <a:pt x="15464" y="55638"/>
                </a:moveTo>
                <a:lnTo>
                  <a:pt x="15464" y="13035"/>
                </a:lnTo>
                <a:lnTo>
                  <a:pt x="45743" y="13035"/>
                </a:lnTo>
                <a:cubicBezTo>
                  <a:pt x="54532" y="13035"/>
                  <a:pt x="60961" y="14851"/>
                  <a:pt x="65030" y="18482"/>
                </a:cubicBezTo>
                <a:cubicBezTo>
                  <a:pt x="69100" y="22114"/>
                  <a:pt x="71135" y="27399"/>
                  <a:pt x="71135" y="34337"/>
                </a:cubicBezTo>
                <a:cubicBezTo>
                  <a:pt x="71135" y="41275"/>
                  <a:pt x="69100" y="46587"/>
                  <a:pt x="65030" y="50273"/>
                </a:cubicBezTo>
                <a:cubicBezTo>
                  <a:pt x="60961" y="53957"/>
                  <a:pt x="54532" y="55746"/>
                  <a:pt x="45743" y="55638"/>
                </a:cubicBezTo>
                <a:lnTo>
                  <a:pt x="15464" y="55638"/>
                </a:lnTo>
                <a:moveTo>
                  <a:pt x="0" y="0"/>
                </a:moveTo>
                <a:lnTo>
                  <a:pt x="0" y="116204"/>
                </a:lnTo>
                <a:lnTo>
                  <a:pt x="15464" y="116204"/>
                </a:lnTo>
                <a:lnTo>
                  <a:pt x="15464" y="68673"/>
                </a:lnTo>
                <a:lnTo>
                  <a:pt x="50951" y="68673"/>
                </a:lnTo>
                <a:cubicBezTo>
                  <a:pt x="62672" y="68783"/>
                  <a:pt x="71543" y="65800"/>
                  <a:pt x="77566" y="59724"/>
                </a:cubicBezTo>
                <a:cubicBezTo>
                  <a:pt x="83588" y="53649"/>
                  <a:pt x="86599" y="45186"/>
                  <a:pt x="86599" y="34337"/>
                </a:cubicBezTo>
                <a:cubicBezTo>
                  <a:pt x="86599" y="23487"/>
                  <a:pt x="83588" y="15052"/>
                  <a:pt x="77566" y="9031"/>
                </a:cubicBezTo>
                <a:cubicBezTo>
                  <a:pt x="71543" y="3010"/>
                  <a:pt x="62672" y="0"/>
                  <a:pt x="50951" y="0"/>
                </a:cubicBezTo>
                <a:lnTo>
                  <a:pt x="0" y="0"/>
                </a:lnTo>
                <a:close/>
                <a:moveTo>
                  <a:pt x="177758" y="115837"/>
                </a:moveTo>
                <a:cubicBezTo>
                  <a:pt x="175370" y="117248"/>
                  <a:pt x="172060" y="117953"/>
                  <a:pt x="167827" y="117953"/>
                </a:cubicBezTo>
                <a:cubicBezTo>
                  <a:pt x="164247" y="117953"/>
                  <a:pt x="161399" y="116950"/>
                  <a:pt x="159283" y="114943"/>
                </a:cubicBezTo>
                <a:cubicBezTo>
                  <a:pt x="157167" y="112934"/>
                  <a:pt x="156108" y="109650"/>
                  <a:pt x="156108" y="105092"/>
                </a:cubicBezTo>
                <a:cubicBezTo>
                  <a:pt x="152310" y="109650"/>
                  <a:pt x="147887" y="112934"/>
                  <a:pt x="142840" y="114943"/>
                </a:cubicBezTo>
                <a:cubicBezTo>
                  <a:pt x="137794" y="116950"/>
                  <a:pt x="132341" y="117953"/>
                  <a:pt x="126481" y="117953"/>
                </a:cubicBezTo>
                <a:cubicBezTo>
                  <a:pt x="122682" y="117953"/>
                  <a:pt x="119073" y="117519"/>
                  <a:pt x="115654" y="116651"/>
                </a:cubicBezTo>
                <a:cubicBezTo>
                  <a:pt x="112236" y="115784"/>
                  <a:pt x="109280" y="114428"/>
                  <a:pt x="106784" y="112583"/>
                </a:cubicBezTo>
                <a:cubicBezTo>
                  <a:pt x="104289" y="110738"/>
                  <a:pt x="102308" y="108325"/>
                  <a:pt x="100843" y="105342"/>
                </a:cubicBezTo>
                <a:cubicBezTo>
                  <a:pt x="99377" y="102359"/>
                  <a:pt x="98645" y="98751"/>
                  <a:pt x="98645" y="94520"/>
                </a:cubicBezTo>
                <a:cubicBezTo>
                  <a:pt x="98645" y="89746"/>
                  <a:pt x="99458" y="85841"/>
                  <a:pt x="101086" y="82804"/>
                </a:cubicBezTo>
                <a:cubicBezTo>
                  <a:pt x="102714" y="79767"/>
                  <a:pt x="104857" y="77300"/>
                  <a:pt x="107514" y="75402"/>
                </a:cubicBezTo>
                <a:cubicBezTo>
                  <a:pt x="110174" y="73503"/>
                  <a:pt x="113212" y="72065"/>
                  <a:pt x="116630" y="71088"/>
                </a:cubicBezTo>
                <a:cubicBezTo>
                  <a:pt x="120050" y="70111"/>
                  <a:pt x="123550" y="69297"/>
                  <a:pt x="127132" y="68646"/>
                </a:cubicBezTo>
                <a:cubicBezTo>
                  <a:pt x="130930" y="67888"/>
                  <a:pt x="134539" y="67319"/>
                  <a:pt x="137956" y="66940"/>
                </a:cubicBezTo>
                <a:cubicBezTo>
                  <a:pt x="141374" y="66559"/>
                  <a:pt x="144385" y="66016"/>
                  <a:pt x="146990" y="65310"/>
                </a:cubicBezTo>
                <a:cubicBezTo>
                  <a:pt x="149595" y="64605"/>
                  <a:pt x="151657" y="63575"/>
                  <a:pt x="153175" y="62220"/>
                </a:cubicBezTo>
                <a:cubicBezTo>
                  <a:pt x="154695" y="60864"/>
                  <a:pt x="155455" y="58884"/>
                  <a:pt x="155455" y="56279"/>
                </a:cubicBezTo>
                <a:cubicBezTo>
                  <a:pt x="155455" y="53242"/>
                  <a:pt x="154886" y="50801"/>
                  <a:pt x="153746" y="48957"/>
                </a:cubicBezTo>
                <a:cubicBezTo>
                  <a:pt x="152607" y="47112"/>
                  <a:pt x="151142" y="45702"/>
                  <a:pt x="149350" y="44727"/>
                </a:cubicBezTo>
                <a:cubicBezTo>
                  <a:pt x="147560" y="43750"/>
                  <a:pt x="145552" y="43099"/>
                  <a:pt x="143327" y="42774"/>
                </a:cubicBezTo>
                <a:cubicBezTo>
                  <a:pt x="141103" y="42448"/>
                  <a:pt x="138906" y="42285"/>
                  <a:pt x="136737" y="42285"/>
                </a:cubicBezTo>
                <a:cubicBezTo>
                  <a:pt x="130877" y="42285"/>
                  <a:pt x="125993" y="43394"/>
                  <a:pt x="122087" y="45611"/>
                </a:cubicBezTo>
                <a:cubicBezTo>
                  <a:pt x="118181" y="47828"/>
                  <a:pt x="116065" y="52018"/>
                  <a:pt x="115738" y="58182"/>
                </a:cubicBezTo>
                <a:lnTo>
                  <a:pt x="101901" y="58182"/>
                </a:lnTo>
                <a:cubicBezTo>
                  <a:pt x="102118" y="52977"/>
                  <a:pt x="103202" y="48586"/>
                  <a:pt x="105155" y="45007"/>
                </a:cubicBezTo>
                <a:cubicBezTo>
                  <a:pt x="107109" y="41429"/>
                  <a:pt x="109713" y="38529"/>
                  <a:pt x="112969" y="36306"/>
                </a:cubicBezTo>
                <a:cubicBezTo>
                  <a:pt x="116224" y="34084"/>
                  <a:pt x="119941" y="32485"/>
                  <a:pt x="124119" y="31510"/>
                </a:cubicBezTo>
                <a:cubicBezTo>
                  <a:pt x="128298" y="30533"/>
                  <a:pt x="132775" y="30045"/>
                  <a:pt x="137549" y="30045"/>
                </a:cubicBezTo>
                <a:cubicBezTo>
                  <a:pt x="141348" y="30045"/>
                  <a:pt x="145119" y="30316"/>
                  <a:pt x="148863" y="30859"/>
                </a:cubicBezTo>
                <a:cubicBezTo>
                  <a:pt x="152607" y="31401"/>
                  <a:pt x="155998" y="32513"/>
                  <a:pt x="159037" y="34195"/>
                </a:cubicBezTo>
                <a:cubicBezTo>
                  <a:pt x="162075" y="35876"/>
                  <a:pt x="164517" y="38236"/>
                  <a:pt x="166362" y="41274"/>
                </a:cubicBezTo>
                <a:cubicBezTo>
                  <a:pt x="168206" y="44311"/>
                  <a:pt x="169129" y="48270"/>
                  <a:pt x="169129" y="53152"/>
                </a:cubicBezTo>
                <a:lnTo>
                  <a:pt x="169129" y="96433"/>
                </a:lnTo>
                <a:cubicBezTo>
                  <a:pt x="169129" y="99688"/>
                  <a:pt x="169318" y="102075"/>
                  <a:pt x="169698" y="103594"/>
                </a:cubicBezTo>
                <a:cubicBezTo>
                  <a:pt x="170078" y="105112"/>
                  <a:pt x="171354" y="105872"/>
                  <a:pt x="173525" y="105872"/>
                </a:cubicBezTo>
                <a:cubicBezTo>
                  <a:pt x="174719" y="105872"/>
                  <a:pt x="176130" y="105612"/>
                  <a:pt x="177758" y="105092"/>
                </a:cubicBezTo>
                <a:lnTo>
                  <a:pt x="177758" y="115837"/>
                </a:lnTo>
                <a:moveTo>
                  <a:pt x="155294" y="72697"/>
                </a:moveTo>
                <a:cubicBezTo>
                  <a:pt x="153557" y="73999"/>
                  <a:pt x="151277" y="74948"/>
                  <a:pt x="148456" y="75544"/>
                </a:cubicBezTo>
                <a:cubicBezTo>
                  <a:pt x="145636" y="76140"/>
                  <a:pt x="142679" y="76628"/>
                  <a:pt x="139586" y="77007"/>
                </a:cubicBezTo>
                <a:cubicBezTo>
                  <a:pt x="136493" y="77386"/>
                  <a:pt x="133372" y="77820"/>
                  <a:pt x="130224" y="78308"/>
                </a:cubicBezTo>
                <a:cubicBezTo>
                  <a:pt x="127078" y="78795"/>
                  <a:pt x="124257" y="79581"/>
                  <a:pt x="121762" y="80665"/>
                </a:cubicBezTo>
                <a:cubicBezTo>
                  <a:pt x="119266" y="81750"/>
                  <a:pt x="117231" y="83295"/>
                  <a:pt x="115656" y="85300"/>
                </a:cubicBezTo>
                <a:cubicBezTo>
                  <a:pt x="114083" y="87306"/>
                  <a:pt x="113297" y="90043"/>
                  <a:pt x="113297" y="93512"/>
                </a:cubicBezTo>
                <a:cubicBezTo>
                  <a:pt x="113297" y="95789"/>
                  <a:pt x="113758" y="97714"/>
                  <a:pt x="114680" y="99287"/>
                </a:cubicBezTo>
                <a:cubicBezTo>
                  <a:pt x="115603" y="100858"/>
                  <a:pt x="116797" y="102132"/>
                  <a:pt x="118262" y="103107"/>
                </a:cubicBezTo>
                <a:cubicBezTo>
                  <a:pt x="119727" y="104082"/>
                  <a:pt x="121436" y="104787"/>
                  <a:pt x="123389" y="105221"/>
                </a:cubicBezTo>
                <a:cubicBezTo>
                  <a:pt x="125343" y="105655"/>
                  <a:pt x="127404" y="105872"/>
                  <a:pt x="129573" y="105872"/>
                </a:cubicBezTo>
                <a:cubicBezTo>
                  <a:pt x="134132" y="105872"/>
                  <a:pt x="138039" y="105248"/>
                  <a:pt x="141295" y="104001"/>
                </a:cubicBezTo>
                <a:cubicBezTo>
                  <a:pt x="144550" y="102754"/>
                  <a:pt x="147209" y="101183"/>
                  <a:pt x="149270" y="99287"/>
                </a:cubicBezTo>
                <a:cubicBezTo>
                  <a:pt x="151332" y="97389"/>
                  <a:pt x="152851" y="95329"/>
                  <a:pt x="153828" y="93107"/>
                </a:cubicBezTo>
                <a:cubicBezTo>
                  <a:pt x="154805" y="90883"/>
                  <a:pt x="155294" y="88796"/>
                  <a:pt x="155294" y="86845"/>
                </a:cubicBezTo>
                <a:lnTo>
                  <a:pt x="155294" y="72697"/>
                </a:lnTo>
                <a:close/>
                <a:moveTo>
                  <a:pt x="200711" y="74811"/>
                </a:moveTo>
                <a:cubicBezTo>
                  <a:pt x="200711" y="70691"/>
                  <a:pt x="201145" y="66680"/>
                  <a:pt x="202012" y="62777"/>
                </a:cubicBezTo>
                <a:cubicBezTo>
                  <a:pt x="202882" y="58874"/>
                  <a:pt x="204293" y="55405"/>
                  <a:pt x="206245" y="52369"/>
                </a:cubicBezTo>
                <a:cubicBezTo>
                  <a:pt x="208199" y="49333"/>
                  <a:pt x="210804" y="46893"/>
                  <a:pt x="214059" y="45050"/>
                </a:cubicBezTo>
                <a:cubicBezTo>
                  <a:pt x="217315" y="43207"/>
                  <a:pt x="221275" y="42285"/>
                  <a:pt x="225942" y="42285"/>
                </a:cubicBezTo>
                <a:cubicBezTo>
                  <a:pt x="230716" y="42285"/>
                  <a:pt x="234785" y="43180"/>
                  <a:pt x="238150" y="44970"/>
                </a:cubicBezTo>
                <a:cubicBezTo>
                  <a:pt x="241515" y="46758"/>
                  <a:pt x="244254" y="49116"/>
                  <a:pt x="246369" y="52044"/>
                </a:cubicBezTo>
                <a:cubicBezTo>
                  <a:pt x="248485" y="54970"/>
                  <a:pt x="250032" y="58358"/>
                  <a:pt x="251009" y="62208"/>
                </a:cubicBezTo>
                <a:cubicBezTo>
                  <a:pt x="251986" y="66056"/>
                  <a:pt x="252474" y="70040"/>
                  <a:pt x="252474" y="74160"/>
                </a:cubicBezTo>
                <a:cubicBezTo>
                  <a:pt x="252474" y="78063"/>
                  <a:pt x="252013" y="81912"/>
                  <a:pt x="251091" y="85708"/>
                </a:cubicBezTo>
                <a:cubicBezTo>
                  <a:pt x="250168" y="89501"/>
                  <a:pt x="248676" y="92889"/>
                  <a:pt x="246615" y="95872"/>
                </a:cubicBezTo>
                <a:cubicBezTo>
                  <a:pt x="244553" y="98852"/>
                  <a:pt x="241895" y="101264"/>
                  <a:pt x="238639" y="103107"/>
                </a:cubicBezTo>
                <a:cubicBezTo>
                  <a:pt x="235384" y="104950"/>
                  <a:pt x="231423" y="105872"/>
                  <a:pt x="226757" y="105872"/>
                </a:cubicBezTo>
                <a:cubicBezTo>
                  <a:pt x="222307" y="105872"/>
                  <a:pt x="218427" y="105005"/>
                  <a:pt x="215117" y="103271"/>
                </a:cubicBezTo>
                <a:cubicBezTo>
                  <a:pt x="211807" y="101536"/>
                  <a:pt x="209094" y="99204"/>
                  <a:pt x="206978" y="96276"/>
                </a:cubicBezTo>
                <a:cubicBezTo>
                  <a:pt x="204861" y="93349"/>
                  <a:pt x="203287" y="90015"/>
                  <a:pt x="202256" y="86276"/>
                </a:cubicBezTo>
                <a:cubicBezTo>
                  <a:pt x="201226" y="82536"/>
                  <a:pt x="200711" y="78714"/>
                  <a:pt x="200711" y="74811"/>
                </a:cubicBezTo>
                <a:moveTo>
                  <a:pt x="265822" y="116162"/>
                </a:moveTo>
                <a:lnTo>
                  <a:pt x="265822" y="0"/>
                </a:lnTo>
                <a:lnTo>
                  <a:pt x="251985" y="0"/>
                </a:lnTo>
                <a:lnTo>
                  <a:pt x="251985" y="43231"/>
                </a:lnTo>
                <a:lnTo>
                  <a:pt x="251660" y="43231"/>
                </a:lnTo>
                <a:cubicBezTo>
                  <a:pt x="250139" y="40736"/>
                  <a:pt x="248267" y="38647"/>
                  <a:pt x="246044" y="36965"/>
                </a:cubicBezTo>
                <a:cubicBezTo>
                  <a:pt x="243820" y="35282"/>
                  <a:pt x="241459" y="33926"/>
                  <a:pt x="238962" y="32896"/>
                </a:cubicBezTo>
                <a:cubicBezTo>
                  <a:pt x="236467" y="31864"/>
                  <a:pt x="233970" y="31132"/>
                  <a:pt x="231473" y="30698"/>
                </a:cubicBezTo>
                <a:cubicBezTo>
                  <a:pt x="228978" y="30262"/>
                  <a:pt x="226645" y="30045"/>
                  <a:pt x="224474" y="30045"/>
                </a:cubicBezTo>
                <a:cubicBezTo>
                  <a:pt x="218072" y="30045"/>
                  <a:pt x="212456" y="31211"/>
                  <a:pt x="207626" y="33544"/>
                </a:cubicBezTo>
                <a:cubicBezTo>
                  <a:pt x="202797" y="35878"/>
                  <a:pt x="198783" y="39025"/>
                  <a:pt x="195582" y="42988"/>
                </a:cubicBezTo>
                <a:cubicBezTo>
                  <a:pt x="192381" y="46949"/>
                  <a:pt x="189993" y="51589"/>
                  <a:pt x="188418" y="56907"/>
                </a:cubicBezTo>
                <a:cubicBezTo>
                  <a:pt x="186845" y="62225"/>
                  <a:pt x="186059" y="67867"/>
                  <a:pt x="186059" y="73835"/>
                </a:cubicBezTo>
                <a:cubicBezTo>
                  <a:pt x="186059" y="79804"/>
                  <a:pt x="186873" y="85449"/>
                  <a:pt x="188500" y="90767"/>
                </a:cubicBezTo>
                <a:cubicBezTo>
                  <a:pt x="190128" y="96084"/>
                  <a:pt x="192542" y="100751"/>
                  <a:pt x="195743" y="104766"/>
                </a:cubicBezTo>
                <a:cubicBezTo>
                  <a:pt x="198946" y="108782"/>
                  <a:pt x="202961" y="111983"/>
                  <a:pt x="207790" y="114371"/>
                </a:cubicBezTo>
                <a:cubicBezTo>
                  <a:pt x="212618" y="116759"/>
                  <a:pt x="218289" y="117953"/>
                  <a:pt x="224802" y="117953"/>
                </a:cubicBezTo>
                <a:cubicBezTo>
                  <a:pt x="230662" y="117953"/>
                  <a:pt x="236034" y="116923"/>
                  <a:pt x="240917" y="114863"/>
                </a:cubicBezTo>
                <a:cubicBezTo>
                  <a:pt x="245800" y="112801"/>
                  <a:pt x="249381" y="109438"/>
                  <a:pt x="251660" y="104774"/>
                </a:cubicBezTo>
                <a:lnTo>
                  <a:pt x="251985" y="104774"/>
                </a:lnTo>
                <a:lnTo>
                  <a:pt x="251985" y="116162"/>
                </a:lnTo>
                <a:lnTo>
                  <a:pt x="265822" y="116162"/>
                </a:lnTo>
                <a:close/>
                <a:moveTo>
                  <a:pt x="297241" y="74811"/>
                </a:moveTo>
                <a:cubicBezTo>
                  <a:pt x="297241" y="70691"/>
                  <a:pt x="297674" y="66680"/>
                  <a:pt x="298542" y="62777"/>
                </a:cubicBezTo>
                <a:cubicBezTo>
                  <a:pt x="299412" y="58874"/>
                  <a:pt x="300822" y="55405"/>
                  <a:pt x="302775" y="52369"/>
                </a:cubicBezTo>
                <a:cubicBezTo>
                  <a:pt x="304729" y="49333"/>
                  <a:pt x="307333" y="46893"/>
                  <a:pt x="310589" y="45050"/>
                </a:cubicBezTo>
                <a:cubicBezTo>
                  <a:pt x="313844" y="43207"/>
                  <a:pt x="317805" y="42285"/>
                  <a:pt x="322472" y="42285"/>
                </a:cubicBezTo>
                <a:cubicBezTo>
                  <a:pt x="327246" y="42285"/>
                  <a:pt x="331315" y="43180"/>
                  <a:pt x="334680" y="44970"/>
                </a:cubicBezTo>
                <a:cubicBezTo>
                  <a:pt x="338044" y="46758"/>
                  <a:pt x="340784" y="49116"/>
                  <a:pt x="342899" y="52044"/>
                </a:cubicBezTo>
                <a:cubicBezTo>
                  <a:pt x="345015" y="54970"/>
                  <a:pt x="346562" y="58358"/>
                  <a:pt x="347539" y="62208"/>
                </a:cubicBezTo>
                <a:cubicBezTo>
                  <a:pt x="348516" y="66056"/>
                  <a:pt x="349004" y="70040"/>
                  <a:pt x="349004" y="74160"/>
                </a:cubicBezTo>
                <a:cubicBezTo>
                  <a:pt x="349004" y="78063"/>
                  <a:pt x="348543" y="81912"/>
                  <a:pt x="347621" y="85708"/>
                </a:cubicBezTo>
                <a:cubicBezTo>
                  <a:pt x="346698" y="89501"/>
                  <a:pt x="345206" y="92889"/>
                  <a:pt x="343145" y="95872"/>
                </a:cubicBezTo>
                <a:cubicBezTo>
                  <a:pt x="341083" y="98852"/>
                  <a:pt x="338425" y="101264"/>
                  <a:pt x="335169" y="103107"/>
                </a:cubicBezTo>
                <a:cubicBezTo>
                  <a:pt x="331914" y="104950"/>
                  <a:pt x="327953" y="105872"/>
                  <a:pt x="323286" y="105872"/>
                </a:cubicBezTo>
                <a:cubicBezTo>
                  <a:pt x="318837" y="105872"/>
                  <a:pt x="314957" y="105005"/>
                  <a:pt x="311647" y="103271"/>
                </a:cubicBezTo>
                <a:cubicBezTo>
                  <a:pt x="308337" y="101536"/>
                  <a:pt x="305624" y="99204"/>
                  <a:pt x="303507" y="96276"/>
                </a:cubicBezTo>
                <a:cubicBezTo>
                  <a:pt x="301391" y="93349"/>
                  <a:pt x="299817" y="90015"/>
                  <a:pt x="298786" y="86276"/>
                </a:cubicBezTo>
                <a:cubicBezTo>
                  <a:pt x="297756" y="82536"/>
                  <a:pt x="297241" y="78714"/>
                  <a:pt x="297241" y="74811"/>
                </a:cubicBezTo>
                <a:moveTo>
                  <a:pt x="362352" y="116162"/>
                </a:moveTo>
                <a:lnTo>
                  <a:pt x="362352" y="0"/>
                </a:lnTo>
                <a:lnTo>
                  <a:pt x="348515" y="0"/>
                </a:lnTo>
                <a:lnTo>
                  <a:pt x="348515" y="43231"/>
                </a:lnTo>
                <a:lnTo>
                  <a:pt x="348189" y="43231"/>
                </a:lnTo>
                <a:cubicBezTo>
                  <a:pt x="346669" y="40736"/>
                  <a:pt x="344797" y="38647"/>
                  <a:pt x="342573" y="36965"/>
                </a:cubicBezTo>
                <a:cubicBezTo>
                  <a:pt x="340349" y="35282"/>
                  <a:pt x="337989" y="33926"/>
                  <a:pt x="335492" y="32896"/>
                </a:cubicBezTo>
                <a:cubicBezTo>
                  <a:pt x="332996" y="31864"/>
                  <a:pt x="330500" y="31132"/>
                  <a:pt x="328003" y="30698"/>
                </a:cubicBezTo>
                <a:cubicBezTo>
                  <a:pt x="325508" y="30262"/>
                  <a:pt x="323175" y="30045"/>
                  <a:pt x="321004" y="30045"/>
                </a:cubicBezTo>
                <a:cubicBezTo>
                  <a:pt x="314602" y="30045"/>
                  <a:pt x="308986" y="31211"/>
                  <a:pt x="304156" y="33544"/>
                </a:cubicBezTo>
                <a:cubicBezTo>
                  <a:pt x="299327" y="35878"/>
                  <a:pt x="295312" y="39025"/>
                  <a:pt x="292111" y="42988"/>
                </a:cubicBezTo>
                <a:cubicBezTo>
                  <a:pt x="288911" y="46949"/>
                  <a:pt x="286523" y="51589"/>
                  <a:pt x="284948" y="56907"/>
                </a:cubicBezTo>
                <a:cubicBezTo>
                  <a:pt x="283375" y="62225"/>
                  <a:pt x="282588" y="67867"/>
                  <a:pt x="282588" y="73835"/>
                </a:cubicBezTo>
                <a:cubicBezTo>
                  <a:pt x="282588" y="79804"/>
                  <a:pt x="283402" y="85449"/>
                  <a:pt x="285030" y="90767"/>
                </a:cubicBezTo>
                <a:cubicBezTo>
                  <a:pt x="286658" y="96084"/>
                  <a:pt x="289072" y="100751"/>
                  <a:pt x="292273" y="104766"/>
                </a:cubicBezTo>
                <a:cubicBezTo>
                  <a:pt x="295475" y="108782"/>
                  <a:pt x="299491" y="111983"/>
                  <a:pt x="304320" y="114371"/>
                </a:cubicBezTo>
                <a:cubicBezTo>
                  <a:pt x="309148" y="116759"/>
                  <a:pt x="314819" y="117953"/>
                  <a:pt x="321331" y="117953"/>
                </a:cubicBezTo>
                <a:cubicBezTo>
                  <a:pt x="327192" y="117953"/>
                  <a:pt x="332563" y="116923"/>
                  <a:pt x="337447" y="114863"/>
                </a:cubicBezTo>
                <a:cubicBezTo>
                  <a:pt x="342330" y="112801"/>
                  <a:pt x="345911" y="109438"/>
                  <a:pt x="348189" y="104774"/>
                </a:cubicBezTo>
                <a:lnTo>
                  <a:pt x="348515" y="104774"/>
                </a:lnTo>
                <a:lnTo>
                  <a:pt x="348515" y="116162"/>
                </a:lnTo>
                <a:lnTo>
                  <a:pt x="362352" y="116162"/>
                </a:lnTo>
                <a:close/>
                <a:moveTo>
                  <a:pt x="398327" y="17009"/>
                </a:moveTo>
                <a:lnTo>
                  <a:pt x="398327" y="0"/>
                </a:lnTo>
                <a:lnTo>
                  <a:pt x="384490" y="0"/>
                </a:lnTo>
                <a:lnTo>
                  <a:pt x="384490" y="17009"/>
                </a:lnTo>
                <a:lnTo>
                  <a:pt x="398327" y="17009"/>
                </a:lnTo>
                <a:moveTo>
                  <a:pt x="384490" y="32047"/>
                </a:moveTo>
                <a:lnTo>
                  <a:pt x="384490" y="116204"/>
                </a:lnTo>
                <a:lnTo>
                  <a:pt x="398327" y="116204"/>
                </a:lnTo>
                <a:lnTo>
                  <a:pt x="398327" y="32047"/>
                </a:lnTo>
                <a:lnTo>
                  <a:pt x="384490" y="32047"/>
                </a:lnTo>
                <a:close/>
                <a:moveTo>
                  <a:pt x="419813" y="31999"/>
                </a:moveTo>
                <a:lnTo>
                  <a:pt x="419813" y="116204"/>
                </a:lnTo>
                <a:lnTo>
                  <a:pt x="433650" y="116204"/>
                </a:lnTo>
                <a:lnTo>
                  <a:pt x="433650" y="68661"/>
                </a:lnTo>
                <a:cubicBezTo>
                  <a:pt x="433650" y="64862"/>
                  <a:pt x="434165" y="61362"/>
                  <a:pt x="435195" y="58159"/>
                </a:cubicBezTo>
                <a:cubicBezTo>
                  <a:pt x="436227" y="54957"/>
                  <a:pt x="437773" y="52162"/>
                  <a:pt x="439835" y="49774"/>
                </a:cubicBezTo>
                <a:cubicBezTo>
                  <a:pt x="441896" y="47386"/>
                  <a:pt x="444474" y="45541"/>
                  <a:pt x="447567" y="44240"/>
                </a:cubicBezTo>
                <a:cubicBezTo>
                  <a:pt x="450660" y="42937"/>
                  <a:pt x="454323" y="42285"/>
                  <a:pt x="458556" y="42285"/>
                </a:cubicBezTo>
                <a:cubicBezTo>
                  <a:pt x="463873" y="42285"/>
                  <a:pt x="468051" y="43805"/>
                  <a:pt x="471089" y="46845"/>
                </a:cubicBezTo>
                <a:cubicBezTo>
                  <a:pt x="474128" y="49884"/>
                  <a:pt x="475647" y="54008"/>
                  <a:pt x="475647" y="59217"/>
                </a:cubicBezTo>
                <a:lnTo>
                  <a:pt x="475647" y="116204"/>
                </a:lnTo>
                <a:lnTo>
                  <a:pt x="489485" y="116204"/>
                </a:lnTo>
                <a:lnTo>
                  <a:pt x="489485" y="60827"/>
                </a:lnTo>
                <a:cubicBezTo>
                  <a:pt x="489485" y="56267"/>
                  <a:pt x="489023" y="52114"/>
                  <a:pt x="488101" y="48368"/>
                </a:cubicBezTo>
                <a:cubicBezTo>
                  <a:pt x="487179" y="44622"/>
                  <a:pt x="485577" y="41393"/>
                  <a:pt x="483297" y="38678"/>
                </a:cubicBezTo>
                <a:cubicBezTo>
                  <a:pt x="481019" y="35963"/>
                  <a:pt x="478035" y="33845"/>
                  <a:pt x="474345" y="32325"/>
                </a:cubicBezTo>
                <a:cubicBezTo>
                  <a:pt x="470656" y="30805"/>
                  <a:pt x="466044" y="30045"/>
                  <a:pt x="460508" y="30045"/>
                </a:cubicBezTo>
                <a:cubicBezTo>
                  <a:pt x="448027" y="30045"/>
                  <a:pt x="438912" y="35148"/>
                  <a:pt x="433161" y="45355"/>
                </a:cubicBezTo>
                <a:lnTo>
                  <a:pt x="432835" y="45355"/>
                </a:lnTo>
                <a:lnTo>
                  <a:pt x="432835" y="31999"/>
                </a:lnTo>
                <a:lnTo>
                  <a:pt x="419813" y="31999"/>
                </a:lnTo>
                <a:close/>
                <a:moveTo>
                  <a:pt x="582919" y="109024"/>
                </a:moveTo>
                <a:lnTo>
                  <a:pt x="582919" y="31999"/>
                </a:lnTo>
                <a:lnTo>
                  <a:pt x="569897" y="31999"/>
                </a:lnTo>
                <a:lnTo>
                  <a:pt x="569897" y="44049"/>
                </a:lnTo>
                <a:lnTo>
                  <a:pt x="569735" y="44049"/>
                </a:lnTo>
                <a:cubicBezTo>
                  <a:pt x="567240" y="39381"/>
                  <a:pt x="563767" y="35880"/>
                  <a:pt x="559318" y="33547"/>
                </a:cubicBezTo>
                <a:cubicBezTo>
                  <a:pt x="554869" y="31212"/>
                  <a:pt x="549984" y="30045"/>
                  <a:pt x="544666" y="30045"/>
                </a:cubicBezTo>
                <a:cubicBezTo>
                  <a:pt x="537395" y="30045"/>
                  <a:pt x="531263" y="31429"/>
                  <a:pt x="526270" y="34198"/>
                </a:cubicBezTo>
                <a:cubicBezTo>
                  <a:pt x="521279" y="36965"/>
                  <a:pt x="517265" y="40493"/>
                  <a:pt x="514226" y="44781"/>
                </a:cubicBezTo>
                <a:cubicBezTo>
                  <a:pt x="511188" y="49070"/>
                  <a:pt x="509017" y="53847"/>
                  <a:pt x="507713" y="59113"/>
                </a:cubicBezTo>
                <a:cubicBezTo>
                  <a:pt x="506412" y="64377"/>
                  <a:pt x="505761" y="69506"/>
                  <a:pt x="505761" y="74498"/>
                </a:cubicBezTo>
                <a:cubicBezTo>
                  <a:pt x="505761" y="80252"/>
                  <a:pt x="506548" y="85708"/>
                  <a:pt x="508121" y="90864"/>
                </a:cubicBezTo>
                <a:cubicBezTo>
                  <a:pt x="509696" y="96021"/>
                  <a:pt x="512056" y="100526"/>
                  <a:pt x="515202" y="104381"/>
                </a:cubicBezTo>
                <a:cubicBezTo>
                  <a:pt x="518350" y="108235"/>
                  <a:pt x="522257" y="111301"/>
                  <a:pt x="526924" y="113581"/>
                </a:cubicBezTo>
                <a:cubicBezTo>
                  <a:pt x="531590" y="115860"/>
                  <a:pt x="537070" y="116999"/>
                  <a:pt x="543364" y="116999"/>
                </a:cubicBezTo>
                <a:cubicBezTo>
                  <a:pt x="548789" y="116999"/>
                  <a:pt x="553916" y="115779"/>
                  <a:pt x="558744" y="113338"/>
                </a:cubicBezTo>
                <a:cubicBezTo>
                  <a:pt x="563574" y="110896"/>
                  <a:pt x="567183" y="107070"/>
                  <a:pt x="569571" y="101860"/>
                </a:cubicBezTo>
                <a:lnTo>
                  <a:pt x="569897" y="101860"/>
                </a:lnTo>
                <a:lnTo>
                  <a:pt x="569897" y="107394"/>
                </a:lnTo>
                <a:cubicBezTo>
                  <a:pt x="569897" y="112060"/>
                  <a:pt x="569435" y="116344"/>
                  <a:pt x="568513" y="120246"/>
                </a:cubicBezTo>
                <a:cubicBezTo>
                  <a:pt x="567591" y="124147"/>
                  <a:pt x="566099" y="127479"/>
                  <a:pt x="564037" y="130241"/>
                </a:cubicBezTo>
                <a:cubicBezTo>
                  <a:pt x="561976" y="133003"/>
                  <a:pt x="559371" y="135169"/>
                  <a:pt x="556223" y="136738"/>
                </a:cubicBezTo>
                <a:cubicBezTo>
                  <a:pt x="553077" y="138310"/>
                  <a:pt x="549224" y="139096"/>
                  <a:pt x="544666" y="139096"/>
                </a:cubicBezTo>
                <a:cubicBezTo>
                  <a:pt x="542387" y="139096"/>
                  <a:pt x="540000" y="138851"/>
                  <a:pt x="537505" y="138363"/>
                </a:cubicBezTo>
                <a:cubicBezTo>
                  <a:pt x="535009" y="137874"/>
                  <a:pt x="532703" y="137087"/>
                  <a:pt x="530587" y="136001"/>
                </a:cubicBezTo>
                <a:cubicBezTo>
                  <a:pt x="528471" y="134916"/>
                  <a:pt x="526680" y="133505"/>
                  <a:pt x="525215" y="131768"/>
                </a:cubicBezTo>
                <a:cubicBezTo>
                  <a:pt x="523751" y="130033"/>
                  <a:pt x="522964" y="127917"/>
                  <a:pt x="522855" y="125422"/>
                </a:cubicBezTo>
                <a:lnTo>
                  <a:pt x="509018" y="125422"/>
                </a:lnTo>
                <a:cubicBezTo>
                  <a:pt x="509234" y="129979"/>
                  <a:pt x="510427" y="133833"/>
                  <a:pt x="512597" y="136984"/>
                </a:cubicBezTo>
                <a:cubicBezTo>
                  <a:pt x="514768" y="140137"/>
                  <a:pt x="517508" y="142695"/>
                  <a:pt x="520818" y="144659"/>
                </a:cubicBezTo>
                <a:cubicBezTo>
                  <a:pt x="524128" y="146623"/>
                  <a:pt x="527818" y="148042"/>
                  <a:pt x="531886" y="148914"/>
                </a:cubicBezTo>
                <a:cubicBezTo>
                  <a:pt x="535956" y="149787"/>
                  <a:pt x="539946" y="150223"/>
                  <a:pt x="543853" y="150223"/>
                </a:cubicBezTo>
                <a:cubicBezTo>
                  <a:pt x="557309" y="150223"/>
                  <a:pt x="567184" y="146803"/>
                  <a:pt x="573478" y="139962"/>
                </a:cubicBezTo>
                <a:cubicBezTo>
                  <a:pt x="579772" y="133124"/>
                  <a:pt x="582919" y="122811"/>
                  <a:pt x="582919" y="109024"/>
                </a:cubicBezTo>
                <a:moveTo>
                  <a:pt x="544179" y="104918"/>
                </a:moveTo>
                <a:cubicBezTo>
                  <a:pt x="539620" y="104918"/>
                  <a:pt x="535822" y="103969"/>
                  <a:pt x="532783" y="102071"/>
                </a:cubicBezTo>
                <a:cubicBezTo>
                  <a:pt x="529746" y="100174"/>
                  <a:pt x="527304" y="97679"/>
                  <a:pt x="525458" y="94587"/>
                </a:cubicBezTo>
                <a:cubicBezTo>
                  <a:pt x="523613" y="91496"/>
                  <a:pt x="522311" y="88052"/>
                  <a:pt x="521551" y="84257"/>
                </a:cubicBezTo>
                <a:cubicBezTo>
                  <a:pt x="520793" y="80462"/>
                  <a:pt x="520413" y="76666"/>
                  <a:pt x="520413" y="72869"/>
                </a:cubicBezTo>
                <a:cubicBezTo>
                  <a:pt x="520413" y="68856"/>
                  <a:pt x="520875" y="65006"/>
                  <a:pt x="521797" y="61319"/>
                </a:cubicBezTo>
                <a:cubicBezTo>
                  <a:pt x="522719" y="57631"/>
                  <a:pt x="524184" y="54377"/>
                  <a:pt x="526191" y="51557"/>
                </a:cubicBezTo>
                <a:cubicBezTo>
                  <a:pt x="528199" y="48737"/>
                  <a:pt x="530777" y="46487"/>
                  <a:pt x="533923" y="44806"/>
                </a:cubicBezTo>
                <a:cubicBezTo>
                  <a:pt x="537071" y="43125"/>
                  <a:pt x="540870" y="42285"/>
                  <a:pt x="545319" y="42285"/>
                </a:cubicBezTo>
                <a:cubicBezTo>
                  <a:pt x="549659" y="42285"/>
                  <a:pt x="553348" y="43153"/>
                  <a:pt x="556387" y="44888"/>
                </a:cubicBezTo>
                <a:cubicBezTo>
                  <a:pt x="559426" y="46623"/>
                  <a:pt x="561894" y="48929"/>
                  <a:pt x="563791" y="51803"/>
                </a:cubicBezTo>
                <a:cubicBezTo>
                  <a:pt x="565691" y="54676"/>
                  <a:pt x="567074" y="57903"/>
                  <a:pt x="567942" y="61483"/>
                </a:cubicBezTo>
                <a:cubicBezTo>
                  <a:pt x="568811" y="65061"/>
                  <a:pt x="569246" y="68694"/>
                  <a:pt x="569246" y="72382"/>
                </a:cubicBezTo>
                <a:cubicBezTo>
                  <a:pt x="569246" y="76286"/>
                  <a:pt x="568785" y="80191"/>
                  <a:pt x="567862" y="84096"/>
                </a:cubicBezTo>
                <a:cubicBezTo>
                  <a:pt x="566940" y="87999"/>
                  <a:pt x="565502" y="91496"/>
                  <a:pt x="563548" y="94587"/>
                </a:cubicBezTo>
                <a:cubicBezTo>
                  <a:pt x="561596" y="97679"/>
                  <a:pt x="559018" y="100174"/>
                  <a:pt x="555816" y="102071"/>
                </a:cubicBezTo>
                <a:cubicBezTo>
                  <a:pt x="552615" y="103969"/>
                  <a:pt x="548736" y="104918"/>
                  <a:pt x="544179" y="10491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f4dbdf9a4d46f8"/>
          <a:stretch xmlns:a="http://schemas.openxmlformats.org/drawingml/2006/main"/>
        </p:blipFill>
        <p:spPr>
          <a:xfrm xmlns:a="http://schemas.openxmlformats.org/drawingml/2006/main">
            <a:off x="96595" y="3249611"/>
            <a:ext cx="1148514" cy="642026"/>
          </a:xfrm>
          <a:prstGeom xmlns:a="http://schemas.openxmlformats.org/drawingml/2006/main" prst="rect">
            <a:avLst/>
          </a:prstGeom>
        </p:spPr>
      </p:pic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A3D143-FF5F-41D5-96CD-61D8F75D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82" y="3257272"/>
            <a:ext cx="1090867" cy="580198"/>
          </a:xfrm>
          <a:custGeom xmlns:a="http://schemas.openxmlformats.org/drawingml/2006/main">
            <a:pathLst>
              <a:path w="1090867" h="580198">
                <a:moveTo>
                  <a:pt x="0" y="580198"/>
                </a:moveTo>
                <a:lnTo>
                  <a:pt x="1090867" y="580198"/>
                </a:lnTo>
                <a:lnTo>
                  <a:pt x="1090867" y="0"/>
                </a:lnTo>
                <a:lnTo>
                  <a:pt x="0" y="0"/>
                </a:lnTo>
                <a:lnTo>
                  <a:pt x="0" y="58019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6CB43D09-C76E-468A-AFD2-1C95C017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82" y="3257272"/>
            <a:ext cx="1090867" cy="580198"/>
          </a:xfrm>
          <a:custGeom xmlns:a="http://schemas.openxmlformats.org/drawingml/2006/main">
            <a:pathLst>
              <a:path w="1090867" h="580198">
                <a:moveTo>
                  <a:pt x="0" y="580198"/>
                </a:moveTo>
                <a:lnTo>
                  <a:pt x="0" y="0"/>
                </a:lnTo>
                <a:lnTo>
                  <a:pt x="1090867" y="0"/>
                </a:lnTo>
                <a:lnTo>
                  <a:pt x="1090867" y="580198"/>
                </a:lnTo>
                <a:lnTo>
                  <a:pt x="0" y="580198"/>
                </a:lnTo>
                <a:close/>
                <a:moveTo>
                  <a:pt x="1077302" y="13565"/>
                </a:moveTo>
                <a:lnTo>
                  <a:pt x="13565" y="13565"/>
                </a:lnTo>
                <a:lnTo>
                  <a:pt x="13565" y="566632"/>
                </a:lnTo>
                <a:lnTo>
                  <a:pt x="1077302" y="566632"/>
                </a:lnTo>
                <a:lnTo>
                  <a:pt x="1077302" y="135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Text Tracepoints">
            <a:extLst xmlns:a="http://schemas.openxmlformats.org/drawingml/2006/main">
              <a:ext uri="{FF2B5EF4-FFF2-40B4-BE49-F238E27FC236}">
                <a16:creationId xmlns:a16="http://schemas.microsoft.com/office/drawing/2014/main" id="{3A9D5A72-90D4-4933-991F-D984F5F0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948" y="3668538"/>
            <a:ext cx="838976" cy="148316"/>
          </a:xfrm>
          <a:custGeom xmlns:a="http://schemas.openxmlformats.org/drawingml/2006/main">
            <a:pathLst>
              <a:path w="838976" h="148316">
                <a:moveTo>
                  <a:pt x="38743" y="13035"/>
                </a:moveTo>
                <a:lnTo>
                  <a:pt x="38743" y="116204"/>
                </a:lnTo>
                <a:lnTo>
                  <a:pt x="54208" y="116204"/>
                </a:lnTo>
                <a:lnTo>
                  <a:pt x="54208" y="13035"/>
                </a:lnTo>
                <a:lnTo>
                  <a:pt x="92948" y="13035"/>
                </a:lnTo>
                <a:lnTo>
                  <a:pt x="92948" y="0"/>
                </a:lnTo>
                <a:lnTo>
                  <a:pt x="0" y="0"/>
                </a:lnTo>
                <a:lnTo>
                  <a:pt x="0" y="13035"/>
                </a:lnTo>
                <a:lnTo>
                  <a:pt x="38743" y="13035"/>
                </a:lnTo>
                <a:close/>
                <a:moveTo>
                  <a:pt x="88066" y="31999"/>
                </a:moveTo>
                <a:lnTo>
                  <a:pt x="88066" y="116204"/>
                </a:lnTo>
                <a:lnTo>
                  <a:pt x="101901" y="116204"/>
                </a:lnTo>
                <a:lnTo>
                  <a:pt x="101901" y="78726"/>
                </a:lnTo>
                <a:cubicBezTo>
                  <a:pt x="101901" y="73294"/>
                  <a:pt x="102443" y="68488"/>
                  <a:pt x="103528" y="64307"/>
                </a:cubicBezTo>
                <a:cubicBezTo>
                  <a:pt x="104614" y="60124"/>
                  <a:pt x="106351" y="56566"/>
                  <a:pt x="108739" y="53634"/>
                </a:cubicBezTo>
                <a:cubicBezTo>
                  <a:pt x="111127" y="50699"/>
                  <a:pt x="114274" y="48472"/>
                  <a:pt x="118180" y="46952"/>
                </a:cubicBezTo>
                <a:cubicBezTo>
                  <a:pt x="122086" y="45430"/>
                  <a:pt x="126806" y="44670"/>
                  <a:pt x="132340" y="44670"/>
                </a:cubicBezTo>
                <a:lnTo>
                  <a:pt x="132340" y="30045"/>
                </a:lnTo>
                <a:cubicBezTo>
                  <a:pt x="124854" y="29828"/>
                  <a:pt x="118668" y="31348"/>
                  <a:pt x="113783" y="34605"/>
                </a:cubicBezTo>
                <a:cubicBezTo>
                  <a:pt x="108900" y="37862"/>
                  <a:pt x="104777" y="42911"/>
                  <a:pt x="101414" y="49751"/>
                </a:cubicBezTo>
                <a:lnTo>
                  <a:pt x="101089" y="49751"/>
                </a:lnTo>
                <a:lnTo>
                  <a:pt x="101089" y="31999"/>
                </a:lnTo>
                <a:lnTo>
                  <a:pt x="88066" y="31999"/>
                </a:lnTo>
                <a:close/>
                <a:moveTo>
                  <a:pt x="217314" y="115837"/>
                </a:moveTo>
                <a:cubicBezTo>
                  <a:pt x="214926" y="117248"/>
                  <a:pt x="211616" y="117953"/>
                  <a:pt x="207384" y="117953"/>
                </a:cubicBezTo>
                <a:cubicBezTo>
                  <a:pt x="203804" y="117953"/>
                  <a:pt x="200955" y="116950"/>
                  <a:pt x="198839" y="114943"/>
                </a:cubicBezTo>
                <a:cubicBezTo>
                  <a:pt x="196723" y="112934"/>
                  <a:pt x="195665" y="109650"/>
                  <a:pt x="195665" y="105092"/>
                </a:cubicBezTo>
                <a:cubicBezTo>
                  <a:pt x="191866" y="109650"/>
                  <a:pt x="187443" y="112934"/>
                  <a:pt x="182396" y="114943"/>
                </a:cubicBezTo>
                <a:cubicBezTo>
                  <a:pt x="177351" y="116950"/>
                  <a:pt x="171898" y="117953"/>
                  <a:pt x="166037" y="117953"/>
                </a:cubicBezTo>
                <a:cubicBezTo>
                  <a:pt x="162239" y="117953"/>
                  <a:pt x="158630" y="117519"/>
                  <a:pt x="155210" y="116651"/>
                </a:cubicBezTo>
                <a:cubicBezTo>
                  <a:pt x="151793" y="115784"/>
                  <a:pt x="148836" y="114428"/>
                  <a:pt x="146341" y="112583"/>
                </a:cubicBezTo>
                <a:cubicBezTo>
                  <a:pt x="143845" y="110738"/>
                  <a:pt x="141865" y="108325"/>
                  <a:pt x="140399" y="105342"/>
                </a:cubicBezTo>
                <a:cubicBezTo>
                  <a:pt x="138934" y="102359"/>
                  <a:pt x="138201" y="98751"/>
                  <a:pt x="138201" y="94520"/>
                </a:cubicBezTo>
                <a:cubicBezTo>
                  <a:pt x="138201" y="89746"/>
                  <a:pt x="139015" y="85841"/>
                  <a:pt x="140643" y="82804"/>
                </a:cubicBezTo>
                <a:cubicBezTo>
                  <a:pt x="142270" y="79767"/>
                  <a:pt x="144413" y="77300"/>
                  <a:pt x="147071" y="75402"/>
                </a:cubicBezTo>
                <a:cubicBezTo>
                  <a:pt x="149730" y="73503"/>
                  <a:pt x="152769" y="72065"/>
                  <a:pt x="156186" y="71088"/>
                </a:cubicBezTo>
                <a:cubicBezTo>
                  <a:pt x="159606" y="70111"/>
                  <a:pt x="163106" y="69297"/>
                  <a:pt x="166688" y="68646"/>
                </a:cubicBezTo>
                <a:cubicBezTo>
                  <a:pt x="170487" y="67888"/>
                  <a:pt x="174095" y="67319"/>
                  <a:pt x="177513" y="66940"/>
                </a:cubicBezTo>
                <a:cubicBezTo>
                  <a:pt x="180931" y="66559"/>
                  <a:pt x="183942" y="66016"/>
                  <a:pt x="186547" y="65310"/>
                </a:cubicBezTo>
                <a:cubicBezTo>
                  <a:pt x="189151" y="64605"/>
                  <a:pt x="191213" y="63575"/>
                  <a:pt x="192731" y="62220"/>
                </a:cubicBezTo>
                <a:cubicBezTo>
                  <a:pt x="194251" y="60864"/>
                  <a:pt x="195012" y="58884"/>
                  <a:pt x="195012" y="56279"/>
                </a:cubicBezTo>
                <a:cubicBezTo>
                  <a:pt x="195012" y="53242"/>
                  <a:pt x="194442" y="50801"/>
                  <a:pt x="193303" y="48957"/>
                </a:cubicBezTo>
                <a:cubicBezTo>
                  <a:pt x="192163" y="47112"/>
                  <a:pt x="190698" y="45702"/>
                  <a:pt x="188906" y="44727"/>
                </a:cubicBezTo>
                <a:cubicBezTo>
                  <a:pt x="187116" y="43750"/>
                  <a:pt x="185108" y="43099"/>
                  <a:pt x="182883" y="42774"/>
                </a:cubicBezTo>
                <a:cubicBezTo>
                  <a:pt x="180659" y="42448"/>
                  <a:pt x="178462" y="42285"/>
                  <a:pt x="176293" y="42285"/>
                </a:cubicBezTo>
                <a:cubicBezTo>
                  <a:pt x="170433" y="42285"/>
                  <a:pt x="165550" y="43394"/>
                  <a:pt x="161644" y="45611"/>
                </a:cubicBezTo>
                <a:cubicBezTo>
                  <a:pt x="157737" y="47828"/>
                  <a:pt x="155621" y="52018"/>
                  <a:pt x="155295" y="58182"/>
                </a:cubicBezTo>
                <a:lnTo>
                  <a:pt x="141457" y="58182"/>
                </a:lnTo>
                <a:cubicBezTo>
                  <a:pt x="141674" y="52977"/>
                  <a:pt x="142759" y="48586"/>
                  <a:pt x="144711" y="45007"/>
                </a:cubicBezTo>
                <a:cubicBezTo>
                  <a:pt x="146665" y="41429"/>
                  <a:pt x="149270" y="38529"/>
                  <a:pt x="152525" y="36306"/>
                </a:cubicBezTo>
                <a:cubicBezTo>
                  <a:pt x="155781" y="34084"/>
                  <a:pt x="159497" y="32485"/>
                  <a:pt x="163675" y="31510"/>
                </a:cubicBezTo>
                <a:cubicBezTo>
                  <a:pt x="167855" y="30533"/>
                  <a:pt x="172331" y="30045"/>
                  <a:pt x="177105" y="30045"/>
                </a:cubicBezTo>
                <a:cubicBezTo>
                  <a:pt x="180904" y="30045"/>
                  <a:pt x="184675" y="30316"/>
                  <a:pt x="188419" y="30859"/>
                </a:cubicBezTo>
                <a:cubicBezTo>
                  <a:pt x="192163" y="31401"/>
                  <a:pt x="195555" y="32513"/>
                  <a:pt x="198593" y="34195"/>
                </a:cubicBezTo>
                <a:cubicBezTo>
                  <a:pt x="201632" y="35876"/>
                  <a:pt x="204073" y="38236"/>
                  <a:pt x="205918" y="41274"/>
                </a:cubicBezTo>
                <a:cubicBezTo>
                  <a:pt x="207763" y="44311"/>
                  <a:pt x="208685" y="48270"/>
                  <a:pt x="208685" y="53152"/>
                </a:cubicBezTo>
                <a:lnTo>
                  <a:pt x="208685" y="96433"/>
                </a:lnTo>
                <a:cubicBezTo>
                  <a:pt x="208685" y="99688"/>
                  <a:pt x="208875" y="102075"/>
                  <a:pt x="209254" y="103594"/>
                </a:cubicBezTo>
                <a:cubicBezTo>
                  <a:pt x="209635" y="105112"/>
                  <a:pt x="210911" y="105872"/>
                  <a:pt x="213082" y="105872"/>
                </a:cubicBezTo>
                <a:cubicBezTo>
                  <a:pt x="214275" y="105872"/>
                  <a:pt x="215686" y="105612"/>
                  <a:pt x="217314" y="105092"/>
                </a:cubicBezTo>
                <a:lnTo>
                  <a:pt x="217314" y="115837"/>
                </a:lnTo>
                <a:moveTo>
                  <a:pt x="194850" y="72697"/>
                </a:moveTo>
                <a:cubicBezTo>
                  <a:pt x="193113" y="73999"/>
                  <a:pt x="190834" y="74948"/>
                  <a:pt x="188012" y="75544"/>
                </a:cubicBezTo>
                <a:cubicBezTo>
                  <a:pt x="185192" y="76140"/>
                  <a:pt x="182235" y="76628"/>
                  <a:pt x="179142" y="77007"/>
                </a:cubicBezTo>
                <a:cubicBezTo>
                  <a:pt x="176049" y="77386"/>
                  <a:pt x="172928" y="77820"/>
                  <a:pt x="169781" y="78308"/>
                </a:cubicBezTo>
                <a:cubicBezTo>
                  <a:pt x="166634" y="78795"/>
                  <a:pt x="163814" y="79581"/>
                  <a:pt x="161318" y="80665"/>
                </a:cubicBezTo>
                <a:cubicBezTo>
                  <a:pt x="158823" y="81750"/>
                  <a:pt x="156788" y="83295"/>
                  <a:pt x="155213" y="85300"/>
                </a:cubicBezTo>
                <a:cubicBezTo>
                  <a:pt x="153640" y="87306"/>
                  <a:pt x="152853" y="90043"/>
                  <a:pt x="152853" y="93512"/>
                </a:cubicBezTo>
                <a:cubicBezTo>
                  <a:pt x="152853" y="95789"/>
                  <a:pt x="153314" y="97714"/>
                  <a:pt x="154237" y="99287"/>
                </a:cubicBezTo>
                <a:cubicBezTo>
                  <a:pt x="155159" y="100858"/>
                  <a:pt x="156353" y="102132"/>
                  <a:pt x="157818" y="103107"/>
                </a:cubicBezTo>
                <a:cubicBezTo>
                  <a:pt x="159284" y="104082"/>
                  <a:pt x="160993" y="104787"/>
                  <a:pt x="162945" y="105221"/>
                </a:cubicBezTo>
                <a:cubicBezTo>
                  <a:pt x="164899" y="105655"/>
                  <a:pt x="166961" y="105872"/>
                  <a:pt x="169130" y="105872"/>
                </a:cubicBezTo>
                <a:cubicBezTo>
                  <a:pt x="173689" y="105872"/>
                  <a:pt x="177596" y="105248"/>
                  <a:pt x="180851" y="104001"/>
                </a:cubicBezTo>
                <a:cubicBezTo>
                  <a:pt x="184107" y="102754"/>
                  <a:pt x="186765" y="101183"/>
                  <a:pt x="188827" y="99287"/>
                </a:cubicBezTo>
                <a:cubicBezTo>
                  <a:pt x="190888" y="97389"/>
                  <a:pt x="192408" y="95329"/>
                  <a:pt x="193385" y="93107"/>
                </a:cubicBezTo>
                <a:cubicBezTo>
                  <a:pt x="194362" y="90883"/>
                  <a:pt x="194850" y="88796"/>
                  <a:pt x="194850" y="86845"/>
                </a:cubicBezTo>
                <a:lnTo>
                  <a:pt x="194850" y="72697"/>
                </a:lnTo>
                <a:close/>
                <a:moveTo>
                  <a:pt x="287308" y="58976"/>
                </a:moveTo>
                <a:lnTo>
                  <a:pt x="301635" y="58976"/>
                </a:lnTo>
                <a:cubicBezTo>
                  <a:pt x="301092" y="53992"/>
                  <a:pt x="299790" y="49685"/>
                  <a:pt x="297728" y="46056"/>
                </a:cubicBezTo>
                <a:cubicBezTo>
                  <a:pt x="295667" y="42424"/>
                  <a:pt x="293035" y="39417"/>
                  <a:pt x="289832" y="37034"/>
                </a:cubicBezTo>
                <a:cubicBezTo>
                  <a:pt x="286631" y="34650"/>
                  <a:pt x="282942" y="32889"/>
                  <a:pt x="278764" y="31751"/>
                </a:cubicBezTo>
                <a:cubicBezTo>
                  <a:pt x="274586" y="30613"/>
                  <a:pt x="270109" y="30045"/>
                  <a:pt x="265334" y="30045"/>
                </a:cubicBezTo>
                <a:cubicBezTo>
                  <a:pt x="258714" y="30045"/>
                  <a:pt x="252907" y="31211"/>
                  <a:pt x="247915" y="33544"/>
                </a:cubicBezTo>
                <a:cubicBezTo>
                  <a:pt x="242924" y="35878"/>
                  <a:pt x="238773" y="39079"/>
                  <a:pt x="235463" y="43149"/>
                </a:cubicBezTo>
                <a:cubicBezTo>
                  <a:pt x="232153" y="47220"/>
                  <a:pt x="229684" y="51995"/>
                  <a:pt x="228056" y="57476"/>
                </a:cubicBezTo>
                <a:cubicBezTo>
                  <a:pt x="226429" y="62956"/>
                  <a:pt x="225615" y="68843"/>
                  <a:pt x="225615" y="75139"/>
                </a:cubicBezTo>
                <a:cubicBezTo>
                  <a:pt x="225615" y="81433"/>
                  <a:pt x="226456" y="87212"/>
                  <a:pt x="228138" y="92476"/>
                </a:cubicBezTo>
                <a:cubicBezTo>
                  <a:pt x="229821" y="97740"/>
                  <a:pt x="232317" y="102272"/>
                  <a:pt x="235627" y="106070"/>
                </a:cubicBezTo>
                <a:cubicBezTo>
                  <a:pt x="238937" y="109867"/>
                  <a:pt x="243060" y="112797"/>
                  <a:pt x="247997" y="114861"/>
                </a:cubicBezTo>
                <a:cubicBezTo>
                  <a:pt x="252934" y="116922"/>
                  <a:pt x="258605" y="117953"/>
                  <a:pt x="265008" y="117953"/>
                </a:cubicBezTo>
                <a:cubicBezTo>
                  <a:pt x="275752" y="117953"/>
                  <a:pt x="284243" y="115129"/>
                  <a:pt x="290483" y="109481"/>
                </a:cubicBezTo>
                <a:cubicBezTo>
                  <a:pt x="296724" y="103832"/>
                  <a:pt x="300604" y="95794"/>
                  <a:pt x="302122" y="85365"/>
                </a:cubicBezTo>
                <a:lnTo>
                  <a:pt x="287962" y="85365"/>
                </a:lnTo>
                <a:cubicBezTo>
                  <a:pt x="287092" y="91874"/>
                  <a:pt x="284731" y="96920"/>
                  <a:pt x="280878" y="100501"/>
                </a:cubicBezTo>
                <a:cubicBezTo>
                  <a:pt x="277026" y="104082"/>
                  <a:pt x="271682" y="105872"/>
                  <a:pt x="264845" y="105872"/>
                </a:cubicBezTo>
                <a:cubicBezTo>
                  <a:pt x="260504" y="105872"/>
                  <a:pt x="256760" y="105005"/>
                  <a:pt x="253613" y="103271"/>
                </a:cubicBezTo>
                <a:cubicBezTo>
                  <a:pt x="250466" y="101536"/>
                  <a:pt x="247916" y="99231"/>
                  <a:pt x="245962" y="96358"/>
                </a:cubicBezTo>
                <a:cubicBezTo>
                  <a:pt x="244010" y="93485"/>
                  <a:pt x="242573" y="90206"/>
                  <a:pt x="241650" y="86520"/>
                </a:cubicBezTo>
                <a:cubicBezTo>
                  <a:pt x="240728" y="82834"/>
                  <a:pt x="240267" y="79039"/>
                  <a:pt x="240267" y="75136"/>
                </a:cubicBezTo>
                <a:cubicBezTo>
                  <a:pt x="240267" y="70907"/>
                  <a:pt x="240701" y="66815"/>
                  <a:pt x="241568" y="62859"/>
                </a:cubicBezTo>
                <a:cubicBezTo>
                  <a:pt x="242436" y="58901"/>
                  <a:pt x="243873" y="55405"/>
                  <a:pt x="245880" y="52369"/>
                </a:cubicBezTo>
                <a:cubicBezTo>
                  <a:pt x="247889" y="49333"/>
                  <a:pt x="250575" y="46893"/>
                  <a:pt x="253938" y="45050"/>
                </a:cubicBezTo>
                <a:cubicBezTo>
                  <a:pt x="257303" y="43207"/>
                  <a:pt x="261481" y="42285"/>
                  <a:pt x="266474" y="42285"/>
                </a:cubicBezTo>
                <a:cubicBezTo>
                  <a:pt x="272334" y="42285"/>
                  <a:pt x="277000" y="43744"/>
                  <a:pt x="280473" y="46662"/>
                </a:cubicBezTo>
                <a:cubicBezTo>
                  <a:pt x="283945" y="49578"/>
                  <a:pt x="286224" y="53683"/>
                  <a:pt x="287308" y="58976"/>
                </a:cubicBezTo>
                <a:close/>
                <a:moveTo>
                  <a:pt x="376026" y="66130"/>
                </a:moveTo>
                <a:lnTo>
                  <a:pt x="327680" y="66130"/>
                </a:lnTo>
                <a:cubicBezTo>
                  <a:pt x="327897" y="62863"/>
                  <a:pt x="328603" y="59787"/>
                  <a:pt x="329797" y="56902"/>
                </a:cubicBezTo>
                <a:cubicBezTo>
                  <a:pt x="330991" y="54016"/>
                  <a:pt x="332618" y="51484"/>
                  <a:pt x="334680" y="49307"/>
                </a:cubicBezTo>
                <a:cubicBezTo>
                  <a:pt x="336742" y="47129"/>
                  <a:pt x="339210" y="45415"/>
                  <a:pt x="342087" y="44163"/>
                </a:cubicBezTo>
                <a:cubicBezTo>
                  <a:pt x="344963" y="42911"/>
                  <a:pt x="348191" y="42285"/>
                  <a:pt x="351771" y="42285"/>
                </a:cubicBezTo>
                <a:cubicBezTo>
                  <a:pt x="355244" y="42285"/>
                  <a:pt x="358418" y="42911"/>
                  <a:pt x="361294" y="44163"/>
                </a:cubicBezTo>
                <a:cubicBezTo>
                  <a:pt x="364171" y="45415"/>
                  <a:pt x="366667" y="47103"/>
                  <a:pt x="368783" y="49227"/>
                </a:cubicBezTo>
                <a:cubicBezTo>
                  <a:pt x="370899" y="51350"/>
                  <a:pt x="372581" y="53881"/>
                  <a:pt x="373828" y="56821"/>
                </a:cubicBezTo>
                <a:cubicBezTo>
                  <a:pt x="375076" y="59760"/>
                  <a:pt x="375809" y="62863"/>
                  <a:pt x="376026" y="66130"/>
                </a:cubicBezTo>
                <a:moveTo>
                  <a:pt x="389374" y="89498"/>
                </a:moveTo>
                <a:lnTo>
                  <a:pt x="375701" y="89498"/>
                </a:lnTo>
                <a:cubicBezTo>
                  <a:pt x="374507" y="95011"/>
                  <a:pt x="372038" y="99118"/>
                  <a:pt x="368294" y="101820"/>
                </a:cubicBezTo>
                <a:cubicBezTo>
                  <a:pt x="364550" y="104521"/>
                  <a:pt x="359748" y="105872"/>
                  <a:pt x="353888" y="105872"/>
                </a:cubicBezTo>
                <a:cubicBezTo>
                  <a:pt x="349331" y="105872"/>
                  <a:pt x="345370" y="105116"/>
                  <a:pt x="342005" y="103606"/>
                </a:cubicBezTo>
                <a:cubicBezTo>
                  <a:pt x="338642" y="102096"/>
                  <a:pt x="335875" y="100074"/>
                  <a:pt x="333704" y="97541"/>
                </a:cubicBezTo>
                <a:cubicBezTo>
                  <a:pt x="331533" y="95006"/>
                  <a:pt x="329959" y="92094"/>
                  <a:pt x="328982" y="88805"/>
                </a:cubicBezTo>
                <a:cubicBezTo>
                  <a:pt x="328005" y="85515"/>
                  <a:pt x="327571" y="82037"/>
                  <a:pt x="327680" y="78370"/>
                </a:cubicBezTo>
                <a:lnTo>
                  <a:pt x="390676" y="78370"/>
                </a:lnTo>
                <a:cubicBezTo>
                  <a:pt x="390893" y="73255"/>
                  <a:pt x="390432" y="67868"/>
                  <a:pt x="389292" y="62208"/>
                </a:cubicBezTo>
                <a:cubicBezTo>
                  <a:pt x="388153" y="56548"/>
                  <a:pt x="386091" y="51324"/>
                  <a:pt x="383105" y="46535"/>
                </a:cubicBezTo>
                <a:cubicBezTo>
                  <a:pt x="380121" y="41746"/>
                  <a:pt x="376160" y="37801"/>
                  <a:pt x="371222" y="34699"/>
                </a:cubicBezTo>
                <a:cubicBezTo>
                  <a:pt x="366284" y="31596"/>
                  <a:pt x="360072" y="30045"/>
                  <a:pt x="352584" y="30045"/>
                </a:cubicBezTo>
                <a:cubicBezTo>
                  <a:pt x="346833" y="30045"/>
                  <a:pt x="341542" y="31130"/>
                  <a:pt x="336712" y="33301"/>
                </a:cubicBezTo>
                <a:cubicBezTo>
                  <a:pt x="331883" y="35472"/>
                  <a:pt x="327705" y="38511"/>
                  <a:pt x="324178" y="42419"/>
                </a:cubicBezTo>
                <a:cubicBezTo>
                  <a:pt x="320651" y="46325"/>
                  <a:pt x="317911" y="50938"/>
                  <a:pt x="315957" y="56257"/>
                </a:cubicBezTo>
                <a:cubicBezTo>
                  <a:pt x="314004" y="61574"/>
                  <a:pt x="313028" y="67433"/>
                  <a:pt x="313028" y="73835"/>
                </a:cubicBezTo>
                <a:cubicBezTo>
                  <a:pt x="313245" y="80238"/>
                  <a:pt x="314195" y="86153"/>
                  <a:pt x="315877" y="91579"/>
                </a:cubicBezTo>
                <a:cubicBezTo>
                  <a:pt x="317560" y="97006"/>
                  <a:pt x="320082" y="101673"/>
                  <a:pt x="323446" y="105581"/>
                </a:cubicBezTo>
                <a:cubicBezTo>
                  <a:pt x="326810" y="109487"/>
                  <a:pt x="330962" y="112526"/>
                  <a:pt x="335900" y="114697"/>
                </a:cubicBezTo>
                <a:cubicBezTo>
                  <a:pt x="340837" y="116868"/>
                  <a:pt x="346670" y="117953"/>
                  <a:pt x="353398" y="117953"/>
                </a:cubicBezTo>
                <a:cubicBezTo>
                  <a:pt x="362949" y="117953"/>
                  <a:pt x="370872" y="115568"/>
                  <a:pt x="377166" y="110800"/>
                </a:cubicBezTo>
                <a:cubicBezTo>
                  <a:pt x="383460" y="106029"/>
                  <a:pt x="387530" y="98928"/>
                  <a:pt x="389374" y="89498"/>
                </a:cubicBezTo>
                <a:close/>
                <a:moveTo>
                  <a:pt x="405489" y="31999"/>
                </a:moveTo>
                <a:lnTo>
                  <a:pt x="405489" y="148316"/>
                </a:lnTo>
                <a:lnTo>
                  <a:pt x="419324" y="148316"/>
                </a:lnTo>
                <a:lnTo>
                  <a:pt x="419324" y="104930"/>
                </a:lnTo>
                <a:lnTo>
                  <a:pt x="419652" y="104930"/>
                </a:lnTo>
                <a:cubicBezTo>
                  <a:pt x="421172" y="107426"/>
                  <a:pt x="423044" y="109515"/>
                  <a:pt x="425268" y="111197"/>
                </a:cubicBezTo>
                <a:cubicBezTo>
                  <a:pt x="427492" y="112879"/>
                  <a:pt x="429852" y="114209"/>
                  <a:pt x="432347" y="115186"/>
                </a:cubicBezTo>
                <a:cubicBezTo>
                  <a:pt x="434844" y="116163"/>
                  <a:pt x="437368" y="116868"/>
                  <a:pt x="439918" y="117302"/>
                </a:cubicBezTo>
                <a:cubicBezTo>
                  <a:pt x="442468" y="117736"/>
                  <a:pt x="444774" y="117953"/>
                  <a:pt x="446838" y="117953"/>
                </a:cubicBezTo>
                <a:cubicBezTo>
                  <a:pt x="453239" y="117953"/>
                  <a:pt x="458855" y="116814"/>
                  <a:pt x="463683" y="114535"/>
                </a:cubicBezTo>
                <a:cubicBezTo>
                  <a:pt x="468513" y="112255"/>
                  <a:pt x="472529" y="109135"/>
                  <a:pt x="475730" y="105174"/>
                </a:cubicBezTo>
                <a:cubicBezTo>
                  <a:pt x="478931" y="101213"/>
                  <a:pt x="481318" y="96574"/>
                  <a:pt x="482891" y="91257"/>
                </a:cubicBezTo>
                <a:cubicBezTo>
                  <a:pt x="484466" y="85938"/>
                  <a:pt x="485253" y="80294"/>
                  <a:pt x="485253" y="74324"/>
                </a:cubicBezTo>
                <a:cubicBezTo>
                  <a:pt x="485253" y="68355"/>
                  <a:pt x="484439" y="62711"/>
                  <a:pt x="482811" y="57394"/>
                </a:cubicBezTo>
                <a:cubicBezTo>
                  <a:pt x="481184" y="52076"/>
                  <a:pt x="478768" y="47382"/>
                  <a:pt x="475566" y="43313"/>
                </a:cubicBezTo>
                <a:cubicBezTo>
                  <a:pt x="472365" y="39243"/>
                  <a:pt x="468350" y="36014"/>
                  <a:pt x="463522" y="33626"/>
                </a:cubicBezTo>
                <a:cubicBezTo>
                  <a:pt x="458693" y="31239"/>
                  <a:pt x="453023" y="30045"/>
                  <a:pt x="446510" y="30045"/>
                </a:cubicBezTo>
                <a:cubicBezTo>
                  <a:pt x="440650" y="30045"/>
                  <a:pt x="435278" y="31104"/>
                  <a:pt x="430395" y="33221"/>
                </a:cubicBezTo>
                <a:cubicBezTo>
                  <a:pt x="425511" y="35339"/>
                  <a:pt x="421931" y="38733"/>
                  <a:pt x="419652" y="43403"/>
                </a:cubicBezTo>
                <a:lnTo>
                  <a:pt x="419324" y="43403"/>
                </a:lnTo>
                <a:lnTo>
                  <a:pt x="419324" y="31999"/>
                </a:lnTo>
                <a:lnTo>
                  <a:pt x="405489" y="31999"/>
                </a:lnTo>
                <a:moveTo>
                  <a:pt x="470601" y="73346"/>
                </a:moveTo>
                <a:cubicBezTo>
                  <a:pt x="470601" y="77465"/>
                  <a:pt x="470166" y="81477"/>
                  <a:pt x="469297" y="85380"/>
                </a:cubicBezTo>
                <a:cubicBezTo>
                  <a:pt x="468429" y="89283"/>
                  <a:pt x="467018" y="92753"/>
                  <a:pt x="465064" y="95790"/>
                </a:cubicBezTo>
                <a:cubicBezTo>
                  <a:pt x="463112" y="98825"/>
                  <a:pt x="460535" y="101264"/>
                  <a:pt x="457334" y="103107"/>
                </a:cubicBezTo>
                <a:cubicBezTo>
                  <a:pt x="454134" y="104950"/>
                  <a:pt x="450145" y="105872"/>
                  <a:pt x="445370" y="105872"/>
                </a:cubicBezTo>
                <a:cubicBezTo>
                  <a:pt x="440596" y="105872"/>
                  <a:pt x="436526" y="104977"/>
                  <a:pt x="433162" y="103189"/>
                </a:cubicBezTo>
                <a:cubicBezTo>
                  <a:pt x="429797" y="101399"/>
                  <a:pt x="427056" y="99041"/>
                  <a:pt x="424940" y="96115"/>
                </a:cubicBezTo>
                <a:cubicBezTo>
                  <a:pt x="422826" y="93187"/>
                  <a:pt x="421280" y="89799"/>
                  <a:pt x="420303" y="85951"/>
                </a:cubicBezTo>
                <a:cubicBezTo>
                  <a:pt x="419326" y="82101"/>
                  <a:pt x="418837" y="78116"/>
                  <a:pt x="418837" y="73996"/>
                </a:cubicBezTo>
                <a:cubicBezTo>
                  <a:pt x="418837" y="70093"/>
                  <a:pt x="419298" y="66245"/>
                  <a:pt x="420221" y="62451"/>
                </a:cubicBezTo>
                <a:cubicBezTo>
                  <a:pt x="421143" y="58656"/>
                  <a:pt x="422635" y="55268"/>
                  <a:pt x="424697" y="52287"/>
                </a:cubicBezTo>
                <a:cubicBezTo>
                  <a:pt x="426758" y="49305"/>
                  <a:pt x="429417" y="46893"/>
                  <a:pt x="432672" y="45050"/>
                </a:cubicBezTo>
                <a:cubicBezTo>
                  <a:pt x="435928" y="43207"/>
                  <a:pt x="439889" y="42285"/>
                  <a:pt x="444555" y="42285"/>
                </a:cubicBezTo>
                <a:cubicBezTo>
                  <a:pt x="449004" y="42285"/>
                  <a:pt x="452884" y="43153"/>
                  <a:pt x="456194" y="44888"/>
                </a:cubicBezTo>
                <a:cubicBezTo>
                  <a:pt x="459505" y="46622"/>
                  <a:pt x="462218" y="48953"/>
                  <a:pt x="464334" y="51880"/>
                </a:cubicBezTo>
                <a:cubicBezTo>
                  <a:pt x="466450" y="54808"/>
                  <a:pt x="468023" y="58142"/>
                  <a:pt x="469053" y="61883"/>
                </a:cubicBezTo>
                <a:cubicBezTo>
                  <a:pt x="470085" y="65622"/>
                  <a:pt x="470601" y="69443"/>
                  <a:pt x="470601" y="73346"/>
                </a:cubicBezTo>
                <a:close/>
                <a:moveTo>
                  <a:pt x="511624" y="74160"/>
                </a:moveTo>
                <a:cubicBezTo>
                  <a:pt x="511624" y="69063"/>
                  <a:pt x="512302" y="64537"/>
                  <a:pt x="513658" y="60581"/>
                </a:cubicBezTo>
                <a:cubicBezTo>
                  <a:pt x="515014" y="56623"/>
                  <a:pt x="516886" y="53289"/>
                  <a:pt x="519274" y="50579"/>
                </a:cubicBezTo>
                <a:cubicBezTo>
                  <a:pt x="521662" y="47868"/>
                  <a:pt x="524456" y="45808"/>
                  <a:pt x="527657" y="44399"/>
                </a:cubicBezTo>
                <a:cubicBezTo>
                  <a:pt x="530858" y="42990"/>
                  <a:pt x="534249" y="42285"/>
                  <a:pt x="537831" y="42285"/>
                </a:cubicBezTo>
                <a:cubicBezTo>
                  <a:pt x="541412" y="42285"/>
                  <a:pt x="544804" y="42990"/>
                  <a:pt x="548005" y="44399"/>
                </a:cubicBezTo>
                <a:cubicBezTo>
                  <a:pt x="551205" y="45808"/>
                  <a:pt x="554000" y="47868"/>
                  <a:pt x="556388" y="50579"/>
                </a:cubicBezTo>
                <a:cubicBezTo>
                  <a:pt x="558775" y="53289"/>
                  <a:pt x="560647" y="56623"/>
                  <a:pt x="562003" y="60581"/>
                </a:cubicBezTo>
                <a:cubicBezTo>
                  <a:pt x="563360" y="64537"/>
                  <a:pt x="564038" y="69063"/>
                  <a:pt x="564038" y="74160"/>
                </a:cubicBezTo>
                <a:cubicBezTo>
                  <a:pt x="564038" y="79255"/>
                  <a:pt x="563360" y="83782"/>
                  <a:pt x="562003" y="87739"/>
                </a:cubicBezTo>
                <a:cubicBezTo>
                  <a:pt x="560647" y="91697"/>
                  <a:pt x="558775" y="95004"/>
                  <a:pt x="556388" y="97660"/>
                </a:cubicBezTo>
                <a:cubicBezTo>
                  <a:pt x="554000" y="100316"/>
                  <a:pt x="551205" y="102349"/>
                  <a:pt x="548005" y="103758"/>
                </a:cubicBezTo>
                <a:cubicBezTo>
                  <a:pt x="544804" y="105167"/>
                  <a:pt x="541412" y="105872"/>
                  <a:pt x="537831" y="105872"/>
                </a:cubicBezTo>
                <a:cubicBezTo>
                  <a:pt x="534249" y="105872"/>
                  <a:pt x="530858" y="105167"/>
                  <a:pt x="527657" y="103758"/>
                </a:cubicBezTo>
                <a:cubicBezTo>
                  <a:pt x="524456" y="102349"/>
                  <a:pt x="521662" y="100316"/>
                  <a:pt x="519274" y="97660"/>
                </a:cubicBezTo>
                <a:cubicBezTo>
                  <a:pt x="516886" y="95004"/>
                  <a:pt x="515014" y="91697"/>
                  <a:pt x="513658" y="87739"/>
                </a:cubicBezTo>
                <a:cubicBezTo>
                  <a:pt x="512302" y="83782"/>
                  <a:pt x="511624" y="79255"/>
                  <a:pt x="511624" y="74160"/>
                </a:cubicBezTo>
                <a:moveTo>
                  <a:pt x="496971" y="74163"/>
                </a:moveTo>
                <a:cubicBezTo>
                  <a:pt x="496971" y="80348"/>
                  <a:pt x="497839" y="86099"/>
                  <a:pt x="499574" y="91418"/>
                </a:cubicBezTo>
                <a:cubicBezTo>
                  <a:pt x="501311" y="96735"/>
                  <a:pt x="503916" y="101375"/>
                  <a:pt x="507389" y="105338"/>
                </a:cubicBezTo>
                <a:cubicBezTo>
                  <a:pt x="510861" y="109298"/>
                  <a:pt x="515147" y="112392"/>
                  <a:pt x="520248" y="114617"/>
                </a:cubicBezTo>
                <a:cubicBezTo>
                  <a:pt x="525349" y="116841"/>
                  <a:pt x="531210" y="117953"/>
                  <a:pt x="537831" y="117953"/>
                </a:cubicBezTo>
                <a:cubicBezTo>
                  <a:pt x="544559" y="117953"/>
                  <a:pt x="550445" y="116841"/>
                  <a:pt x="555491" y="114617"/>
                </a:cubicBezTo>
                <a:cubicBezTo>
                  <a:pt x="560538" y="112392"/>
                  <a:pt x="564798" y="109298"/>
                  <a:pt x="568270" y="105338"/>
                </a:cubicBezTo>
                <a:cubicBezTo>
                  <a:pt x="571743" y="101375"/>
                  <a:pt x="574347" y="96735"/>
                  <a:pt x="576082" y="91418"/>
                </a:cubicBezTo>
                <a:cubicBezTo>
                  <a:pt x="577819" y="86099"/>
                  <a:pt x="578688" y="80348"/>
                  <a:pt x="578688" y="74163"/>
                </a:cubicBezTo>
                <a:cubicBezTo>
                  <a:pt x="578688" y="67976"/>
                  <a:pt x="577819" y="62197"/>
                  <a:pt x="576082" y="56825"/>
                </a:cubicBezTo>
                <a:cubicBezTo>
                  <a:pt x="574347" y="51452"/>
                  <a:pt x="571743" y="46785"/>
                  <a:pt x="568270" y="42824"/>
                </a:cubicBezTo>
                <a:cubicBezTo>
                  <a:pt x="564798" y="38863"/>
                  <a:pt x="560538" y="35743"/>
                  <a:pt x="555491" y="33465"/>
                </a:cubicBezTo>
                <a:cubicBezTo>
                  <a:pt x="550445" y="31185"/>
                  <a:pt x="544559" y="30045"/>
                  <a:pt x="537831" y="30045"/>
                </a:cubicBezTo>
                <a:cubicBezTo>
                  <a:pt x="531210" y="30045"/>
                  <a:pt x="525349" y="31185"/>
                  <a:pt x="520248" y="33465"/>
                </a:cubicBezTo>
                <a:cubicBezTo>
                  <a:pt x="515147" y="35743"/>
                  <a:pt x="510861" y="38863"/>
                  <a:pt x="507389" y="42824"/>
                </a:cubicBezTo>
                <a:cubicBezTo>
                  <a:pt x="503916" y="46785"/>
                  <a:pt x="501311" y="51452"/>
                  <a:pt x="499574" y="56825"/>
                </a:cubicBezTo>
                <a:cubicBezTo>
                  <a:pt x="497839" y="62197"/>
                  <a:pt x="496971" y="67976"/>
                  <a:pt x="496971" y="74163"/>
                </a:cubicBezTo>
                <a:close/>
                <a:moveTo>
                  <a:pt x="609618" y="17009"/>
                </a:moveTo>
                <a:lnTo>
                  <a:pt x="609618" y="0"/>
                </a:lnTo>
                <a:lnTo>
                  <a:pt x="595781" y="0"/>
                </a:lnTo>
                <a:lnTo>
                  <a:pt x="595781" y="17009"/>
                </a:lnTo>
                <a:lnTo>
                  <a:pt x="609618" y="17009"/>
                </a:lnTo>
                <a:moveTo>
                  <a:pt x="595781" y="32047"/>
                </a:moveTo>
                <a:lnTo>
                  <a:pt x="595781" y="116204"/>
                </a:lnTo>
                <a:lnTo>
                  <a:pt x="609618" y="116204"/>
                </a:lnTo>
                <a:lnTo>
                  <a:pt x="609618" y="32047"/>
                </a:lnTo>
                <a:lnTo>
                  <a:pt x="595781" y="32047"/>
                </a:lnTo>
                <a:close/>
                <a:moveTo>
                  <a:pt x="631103" y="31999"/>
                </a:moveTo>
                <a:lnTo>
                  <a:pt x="631103" y="116204"/>
                </a:lnTo>
                <a:lnTo>
                  <a:pt x="644941" y="116204"/>
                </a:lnTo>
                <a:lnTo>
                  <a:pt x="644941" y="68661"/>
                </a:lnTo>
                <a:cubicBezTo>
                  <a:pt x="644941" y="64862"/>
                  <a:pt x="645456" y="61362"/>
                  <a:pt x="646486" y="58159"/>
                </a:cubicBezTo>
                <a:cubicBezTo>
                  <a:pt x="647517" y="54957"/>
                  <a:pt x="649064" y="52162"/>
                  <a:pt x="651126" y="49774"/>
                </a:cubicBezTo>
                <a:cubicBezTo>
                  <a:pt x="653187" y="47386"/>
                  <a:pt x="655765" y="45541"/>
                  <a:pt x="658858" y="44240"/>
                </a:cubicBezTo>
                <a:cubicBezTo>
                  <a:pt x="661951" y="42937"/>
                  <a:pt x="665614" y="42285"/>
                  <a:pt x="669846" y="42285"/>
                </a:cubicBezTo>
                <a:cubicBezTo>
                  <a:pt x="675163" y="42285"/>
                  <a:pt x="679341" y="43805"/>
                  <a:pt x="682380" y="46845"/>
                </a:cubicBezTo>
                <a:cubicBezTo>
                  <a:pt x="685418" y="49884"/>
                  <a:pt x="686938" y="54008"/>
                  <a:pt x="686938" y="59217"/>
                </a:cubicBezTo>
                <a:lnTo>
                  <a:pt x="686938" y="116204"/>
                </a:lnTo>
                <a:lnTo>
                  <a:pt x="700775" y="116204"/>
                </a:lnTo>
                <a:lnTo>
                  <a:pt x="700775" y="60827"/>
                </a:lnTo>
                <a:cubicBezTo>
                  <a:pt x="700775" y="56267"/>
                  <a:pt x="700314" y="52114"/>
                  <a:pt x="699392" y="48368"/>
                </a:cubicBezTo>
                <a:cubicBezTo>
                  <a:pt x="698469" y="44622"/>
                  <a:pt x="696868" y="41393"/>
                  <a:pt x="694588" y="38678"/>
                </a:cubicBezTo>
                <a:cubicBezTo>
                  <a:pt x="692309" y="35963"/>
                  <a:pt x="689326" y="33845"/>
                  <a:pt x="685636" y="32325"/>
                </a:cubicBezTo>
                <a:cubicBezTo>
                  <a:pt x="681947" y="30805"/>
                  <a:pt x="677334" y="30045"/>
                  <a:pt x="671799" y="30045"/>
                </a:cubicBezTo>
                <a:cubicBezTo>
                  <a:pt x="659318" y="30045"/>
                  <a:pt x="650202" y="35148"/>
                  <a:pt x="644451" y="45355"/>
                </a:cubicBezTo>
                <a:lnTo>
                  <a:pt x="644126" y="45355"/>
                </a:lnTo>
                <a:lnTo>
                  <a:pt x="644126" y="31999"/>
                </a:lnTo>
                <a:lnTo>
                  <a:pt x="631103" y="31999"/>
                </a:lnTo>
                <a:close/>
                <a:moveTo>
                  <a:pt x="740820" y="31952"/>
                </a:moveTo>
                <a:lnTo>
                  <a:pt x="740820" y="6836"/>
                </a:lnTo>
                <a:lnTo>
                  <a:pt x="726982" y="6836"/>
                </a:lnTo>
                <a:lnTo>
                  <a:pt x="726982" y="31952"/>
                </a:lnTo>
                <a:lnTo>
                  <a:pt x="712658" y="31952"/>
                </a:lnTo>
                <a:lnTo>
                  <a:pt x="712658" y="44193"/>
                </a:lnTo>
                <a:lnTo>
                  <a:pt x="726982" y="44193"/>
                </a:lnTo>
                <a:lnTo>
                  <a:pt x="726982" y="97794"/>
                </a:lnTo>
                <a:cubicBezTo>
                  <a:pt x="726982" y="101704"/>
                  <a:pt x="727362" y="104853"/>
                  <a:pt x="728123" y="107243"/>
                </a:cubicBezTo>
                <a:cubicBezTo>
                  <a:pt x="728883" y="109632"/>
                  <a:pt x="730049" y="111479"/>
                  <a:pt x="731622" y="112784"/>
                </a:cubicBezTo>
                <a:cubicBezTo>
                  <a:pt x="733195" y="114087"/>
                  <a:pt x="735257" y="114983"/>
                  <a:pt x="737807" y="115472"/>
                </a:cubicBezTo>
                <a:cubicBezTo>
                  <a:pt x="740357" y="115960"/>
                  <a:pt x="743423" y="116204"/>
                  <a:pt x="747005" y="116204"/>
                </a:cubicBezTo>
                <a:lnTo>
                  <a:pt x="757586" y="116204"/>
                </a:lnTo>
                <a:lnTo>
                  <a:pt x="757586" y="103964"/>
                </a:lnTo>
                <a:lnTo>
                  <a:pt x="751237" y="103964"/>
                </a:lnTo>
                <a:cubicBezTo>
                  <a:pt x="749066" y="103964"/>
                  <a:pt x="747303" y="103883"/>
                  <a:pt x="745947" y="103721"/>
                </a:cubicBezTo>
                <a:cubicBezTo>
                  <a:pt x="744590" y="103557"/>
                  <a:pt x="743532" y="103204"/>
                  <a:pt x="742772" y="102662"/>
                </a:cubicBezTo>
                <a:cubicBezTo>
                  <a:pt x="742014" y="102119"/>
                  <a:pt x="741499" y="101359"/>
                  <a:pt x="741227" y="100382"/>
                </a:cubicBezTo>
                <a:cubicBezTo>
                  <a:pt x="740956" y="99404"/>
                  <a:pt x="740820" y="98100"/>
                  <a:pt x="740820" y="96473"/>
                </a:cubicBezTo>
                <a:lnTo>
                  <a:pt x="740820" y="44193"/>
                </a:lnTo>
                <a:lnTo>
                  <a:pt x="757586" y="44193"/>
                </a:lnTo>
                <a:lnTo>
                  <a:pt x="757586" y="31952"/>
                </a:lnTo>
                <a:lnTo>
                  <a:pt x="740820" y="31952"/>
                </a:lnTo>
                <a:close/>
                <a:moveTo>
                  <a:pt x="781351" y="89657"/>
                </a:moveTo>
                <a:lnTo>
                  <a:pt x="767516" y="89657"/>
                </a:lnTo>
                <a:cubicBezTo>
                  <a:pt x="767733" y="94861"/>
                  <a:pt x="768817" y="99279"/>
                  <a:pt x="770770" y="102911"/>
                </a:cubicBezTo>
                <a:cubicBezTo>
                  <a:pt x="772724" y="106542"/>
                  <a:pt x="775328" y="109470"/>
                  <a:pt x="778584" y="111694"/>
                </a:cubicBezTo>
                <a:cubicBezTo>
                  <a:pt x="781839" y="113916"/>
                  <a:pt x="785583" y="115515"/>
                  <a:pt x="789816" y="116490"/>
                </a:cubicBezTo>
                <a:cubicBezTo>
                  <a:pt x="794048" y="117465"/>
                  <a:pt x="798498" y="117953"/>
                  <a:pt x="803164" y="117953"/>
                </a:cubicBezTo>
                <a:cubicBezTo>
                  <a:pt x="807397" y="117953"/>
                  <a:pt x="811656" y="117546"/>
                  <a:pt x="815941" y="116731"/>
                </a:cubicBezTo>
                <a:cubicBezTo>
                  <a:pt x="820228" y="115918"/>
                  <a:pt x="824081" y="114481"/>
                  <a:pt x="827498" y="112421"/>
                </a:cubicBezTo>
                <a:cubicBezTo>
                  <a:pt x="830918" y="110360"/>
                  <a:pt x="833686" y="107648"/>
                  <a:pt x="835802" y="104284"/>
                </a:cubicBezTo>
                <a:cubicBezTo>
                  <a:pt x="837918" y="100921"/>
                  <a:pt x="838976" y="96690"/>
                  <a:pt x="838976" y="91592"/>
                </a:cubicBezTo>
                <a:cubicBezTo>
                  <a:pt x="838976" y="87578"/>
                  <a:pt x="838189" y="84215"/>
                  <a:pt x="836614" y="81503"/>
                </a:cubicBezTo>
                <a:cubicBezTo>
                  <a:pt x="835041" y="78790"/>
                  <a:pt x="832979" y="76539"/>
                  <a:pt x="830429" y="74749"/>
                </a:cubicBezTo>
                <a:cubicBezTo>
                  <a:pt x="827879" y="72959"/>
                  <a:pt x="824949" y="71522"/>
                  <a:pt x="821639" y="70437"/>
                </a:cubicBezTo>
                <a:cubicBezTo>
                  <a:pt x="818331" y="69352"/>
                  <a:pt x="814940" y="68430"/>
                  <a:pt x="811468" y="67670"/>
                </a:cubicBezTo>
                <a:cubicBezTo>
                  <a:pt x="808211" y="66912"/>
                  <a:pt x="804954" y="66180"/>
                  <a:pt x="801699" y="65474"/>
                </a:cubicBezTo>
                <a:cubicBezTo>
                  <a:pt x="798443" y="64769"/>
                  <a:pt x="795513" y="63901"/>
                  <a:pt x="792908" y="62871"/>
                </a:cubicBezTo>
                <a:cubicBezTo>
                  <a:pt x="790305" y="61840"/>
                  <a:pt x="788163" y="60537"/>
                  <a:pt x="786480" y="58964"/>
                </a:cubicBezTo>
                <a:cubicBezTo>
                  <a:pt x="784798" y="57391"/>
                  <a:pt x="783957" y="55411"/>
                  <a:pt x="783957" y="53025"/>
                </a:cubicBezTo>
                <a:cubicBezTo>
                  <a:pt x="783957" y="50856"/>
                  <a:pt x="784499" y="49093"/>
                  <a:pt x="785583" y="47737"/>
                </a:cubicBezTo>
                <a:cubicBezTo>
                  <a:pt x="786670" y="46381"/>
                  <a:pt x="788081" y="45296"/>
                  <a:pt x="789816" y="44483"/>
                </a:cubicBezTo>
                <a:cubicBezTo>
                  <a:pt x="791553" y="43669"/>
                  <a:pt x="793480" y="43099"/>
                  <a:pt x="795596" y="42774"/>
                </a:cubicBezTo>
                <a:cubicBezTo>
                  <a:pt x="797712" y="42448"/>
                  <a:pt x="799801" y="42285"/>
                  <a:pt x="801863" y="42285"/>
                </a:cubicBezTo>
                <a:cubicBezTo>
                  <a:pt x="804141" y="42285"/>
                  <a:pt x="806392" y="42529"/>
                  <a:pt x="808616" y="43018"/>
                </a:cubicBezTo>
                <a:cubicBezTo>
                  <a:pt x="810842" y="43505"/>
                  <a:pt x="812877" y="44290"/>
                  <a:pt x="814722" y="45375"/>
                </a:cubicBezTo>
                <a:cubicBezTo>
                  <a:pt x="816566" y="46460"/>
                  <a:pt x="818085" y="47896"/>
                  <a:pt x="819279" y="49684"/>
                </a:cubicBezTo>
                <a:cubicBezTo>
                  <a:pt x="820473" y="51473"/>
                  <a:pt x="821179" y="53722"/>
                  <a:pt x="821396" y="56433"/>
                </a:cubicBezTo>
                <a:lnTo>
                  <a:pt x="835233" y="56433"/>
                </a:lnTo>
                <a:cubicBezTo>
                  <a:pt x="834907" y="51330"/>
                  <a:pt x="833821" y="47067"/>
                  <a:pt x="831977" y="43646"/>
                </a:cubicBezTo>
                <a:cubicBezTo>
                  <a:pt x="830132" y="40225"/>
                  <a:pt x="827663" y="37510"/>
                  <a:pt x="824570" y="35502"/>
                </a:cubicBezTo>
                <a:cubicBezTo>
                  <a:pt x="821478" y="33493"/>
                  <a:pt x="817925" y="32081"/>
                  <a:pt x="813909" y="31267"/>
                </a:cubicBezTo>
                <a:cubicBezTo>
                  <a:pt x="809894" y="30452"/>
                  <a:pt x="805498" y="30045"/>
                  <a:pt x="800723" y="30045"/>
                </a:cubicBezTo>
                <a:cubicBezTo>
                  <a:pt x="797033" y="30045"/>
                  <a:pt x="793317" y="30506"/>
                  <a:pt x="789573" y="31428"/>
                </a:cubicBezTo>
                <a:cubicBezTo>
                  <a:pt x="785829" y="32350"/>
                  <a:pt x="782465" y="33761"/>
                  <a:pt x="779481" y="35661"/>
                </a:cubicBezTo>
                <a:cubicBezTo>
                  <a:pt x="776497" y="37558"/>
                  <a:pt x="774055" y="40026"/>
                  <a:pt x="772156" y="43062"/>
                </a:cubicBezTo>
                <a:cubicBezTo>
                  <a:pt x="770256" y="46099"/>
                  <a:pt x="769307" y="49733"/>
                  <a:pt x="769307" y="53964"/>
                </a:cubicBezTo>
                <a:cubicBezTo>
                  <a:pt x="769307" y="59389"/>
                  <a:pt x="770663" y="63620"/>
                  <a:pt x="773375" y="66657"/>
                </a:cubicBezTo>
                <a:cubicBezTo>
                  <a:pt x="776089" y="69693"/>
                  <a:pt x="779481" y="72053"/>
                  <a:pt x="783549" y="73736"/>
                </a:cubicBezTo>
                <a:cubicBezTo>
                  <a:pt x="787619" y="75416"/>
                  <a:pt x="792041" y="76718"/>
                  <a:pt x="796815" y="77640"/>
                </a:cubicBezTo>
                <a:cubicBezTo>
                  <a:pt x="801591" y="78562"/>
                  <a:pt x="806013" y="79593"/>
                  <a:pt x="810082" y="80733"/>
                </a:cubicBezTo>
                <a:cubicBezTo>
                  <a:pt x="814152" y="81870"/>
                  <a:pt x="817543" y="83361"/>
                  <a:pt x="820256" y="85206"/>
                </a:cubicBezTo>
                <a:cubicBezTo>
                  <a:pt x="822970" y="87051"/>
                  <a:pt x="824327" y="89763"/>
                  <a:pt x="824327" y="93343"/>
                </a:cubicBezTo>
                <a:cubicBezTo>
                  <a:pt x="824327" y="95946"/>
                  <a:pt x="823675" y="98089"/>
                  <a:pt x="822372" y="99771"/>
                </a:cubicBezTo>
                <a:cubicBezTo>
                  <a:pt x="821070" y="101452"/>
                  <a:pt x="819415" y="102726"/>
                  <a:pt x="817407" y="103594"/>
                </a:cubicBezTo>
                <a:cubicBezTo>
                  <a:pt x="815400" y="104462"/>
                  <a:pt x="813202" y="105059"/>
                  <a:pt x="810814" y="105385"/>
                </a:cubicBezTo>
                <a:cubicBezTo>
                  <a:pt x="808428" y="105709"/>
                  <a:pt x="806150" y="105872"/>
                  <a:pt x="803979" y="105872"/>
                </a:cubicBezTo>
                <a:cubicBezTo>
                  <a:pt x="801157" y="105872"/>
                  <a:pt x="798417" y="105602"/>
                  <a:pt x="795757" y="105062"/>
                </a:cubicBezTo>
                <a:cubicBezTo>
                  <a:pt x="793098" y="104520"/>
                  <a:pt x="790710" y="103629"/>
                  <a:pt x="788594" y="102387"/>
                </a:cubicBezTo>
                <a:cubicBezTo>
                  <a:pt x="786478" y="101143"/>
                  <a:pt x="784769" y="99467"/>
                  <a:pt x="783467" y="97359"/>
                </a:cubicBezTo>
                <a:cubicBezTo>
                  <a:pt x="782166" y="95251"/>
                  <a:pt x="781460" y="92684"/>
                  <a:pt x="781351" y="896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e85934e347458f"/>
          <a:stretch xmlns:a="http://schemas.openxmlformats.org/drawingml/2006/main"/>
        </p:blipFill>
        <p:spPr>
          <a:xfrm xmlns:a="http://schemas.openxmlformats.org/drawingml/2006/main">
            <a:off x="263175" y="3305671"/>
            <a:ext cx="805063" cy="281416"/>
          </a:xfrm>
          <a:prstGeom xmlns:a="http://schemas.openxmlformats.org/drawingml/2006/main" prst="rect">
            <a:avLst/>
          </a:prstGeom>
        </p:spPr>
      </p:pic>
      <p:pic>
        <p:nvPicPr>
          <p:cNvPr id="2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ecc7c8292946ea"/>
          <a:stretch xmlns:a="http://schemas.openxmlformats.org/drawingml/2006/main"/>
        </p:blipFill>
        <p:spPr>
          <a:xfrm xmlns:a="http://schemas.openxmlformats.org/drawingml/2006/main">
            <a:off x="1796757" y="3213854"/>
            <a:ext cx="868168" cy="704497"/>
          </a:xfrm>
          <a:prstGeom xmlns:a="http://schemas.openxmlformats.org/drawingml/2006/main" prst="rect">
            <a:avLst/>
          </a:prstGeom>
        </p:spPr>
      </p:pic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5BF35B-A0DE-4E10-8666-7D094738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5070" y="3230400"/>
            <a:ext cx="786976" cy="627252"/>
          </a:xfrm>
          <a:custGeom xmlns:a="http://schemas.openxmlformats.org/drawingml/2006/main">
            <a:pathLst>
              <a:path w="786976" h="627252">
                <a:moveTo>
                  <a:pt x="0" y="627252"/>
                </a:moveTo>
                <a:lnTo>
                  <a:pt x="786976" y="627252"/>
                </a:lnTo>
                <a:lnTo>
                  <a:pt x="786976" y="0"/>
                </a:lnTo>
                <a:lnTo>
                  <a:pt x="0" y="0"/>
                </a:lnTo>
                <a:lnTo>
                  <a:pt x="0" y="62725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745240-CC13-4D40-86A7-D952E84E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5993" y="3225206"/>
            <a:ext cx="801976" cy="640879"/>
          </a:xfrm>
          <a:custGeom xmlns:a="http://schemas.openxmlformats.org/drawingml/2006/main">
            <a:pathLst>
              <a:path w="801976" h="640879" fill="none">
                <a:moveTo>
                  <a:pt x="221" y="5164"/>
                </a:moveTo>
                <a:lnTo>
                  <a:pt x="801919" y="7917"/>
                </a:lnTo>
                <a:moveTo>
                  <a:pt x="793274" y="4202"/>
                </a:moveTo>
                <a:lnTo>
                  <a:pt x="795558" y="640879"/>
                </a:lnTo>
                <a:moveTo>
                  <a:pt x="800846" y="636431"/>
                </a:moveTo>
                <a:lnTo>
                  <a:pt x="0" y="633990"/>
                </a:lnTo>
                <a:moveTo>
                  <a:pt x="7564" y="640530"/>
                </a:moveTo>
                <a:lnTo>
                  <a:pt x="9089" y="0"/>
                </a:lnTo>
                <a:moveTo>
                  <a:pt x="1351" y="4023"/>
                </a:moveTo>
                <a:lnTo>
                  <a:pt x="794420" y="6251"/>
                </a:lnTo>
                <a:moveTo>
                  <a:pt x="794731" y="3070"/>
                </a:moveTo>
                <a:lnTo>
                  <a:pt x="796914" y="635284"/>
                </a:lnTo>
                <a:moveTo>
                  <a:pt x="801976" y="635439"/>
                </a:moveTo>
                <a:lnTo>
                  <a:pt x="8709" y="633085"/>
                </a:lnTo>
                <a:moveTo>
                  <a:pt x="8484" y="639399"/>
                </a:moveTo>
                <a:lnTo>
                  <a:pt x="9573" y="4061"/>
                </a:lnTo>
              </a:path>
            </a:pathLst>
          </a:custGeom>
          <a:noFill xmlns:a="http://schemas.openxmlformats.org/drawingml/2006/main"/>
          <a:ln xmlns:a="http://schemas.openxmlformats.org/drawingml/2006/main" w="9043" cap="rnd">
            <a:solidFill>
              <a:srgbClr val="000000"/>
            </a:solidFill>
            <a:round/>
          </a:ln>
        </p:spPr>
      </p:sp>
      <p:sp>
        <p:nvSpPr>
          <p:cNvPr id="37" name="Text Semantic">
            <a:extLst xmlns:a="http://schemas.openxmlformats.org/drawingml/2006/main">
              <a:ext uri="{FF2B5EF4-FFF2-40B4-BE49-F238E27FC236}">
                <a16:creationId xmlns:a16="http://schemas.microsoft.com/office/drawing/2014/main" id="{29BA683F-5EEA-4126-938C-E7B8DEB3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2333" y="3286994"/>
            <a:ext cx="673426" cy="121609"/>
          </a:xfrm>
          <a:custGeom xmlns:a="http://schemas.openxmlformats.org/drawingml/2006/main">
            <a:pathLst>
              <a:path w="673426" h="121609">
                <a:moveTo>
                  <a:pt x="73902" y="36801"/>
                </a:moveTo>
                <a:lnTo>
                  <a:pt x="88552" y="36801"/>
                </a:lnTo>
                <a:cubicBezTo>
                  <a:pt x="88335" y="30399"/>
                  <a:pt x="87114" y="24892"/>
                  <a:pt x="84888" y="20281"/>
                </a:cubicBezTo>
                <a:cubicBezTo>
                  <a:pt x="82664" y="15667"/>
                  <a:pt x="79626" y="11840"/>
                  <a:pt x="75772" y="8800"/>
                </a:cubicBezTo>
                <a:cubicBezTo>
                  <a:pt x="71921" y="5758"/>
                  <a:pt x="67445" y="3531"/>
                  <a:pt x="62345" y="2119"/>
                </a:cubicBezTo>
                <a:cubicBezTo>
                  <a:pt x="57244" y="706"/>
                  <a:pt x="51710" y="0"/>
                  <a:pt x="45740" y="0"/>
                </a:cubicBezTo>
                <a:cubicBezTo>
                  <a:pt x="40423" y="0"/>
                  <a:pt x="35241" y="678"/>
                  <a:pt x="30194" y="2034"/>
                </a:cubicBezTo>
                <a:cubicBezTo>
                  <a:pt x="25148" y="3390"/>
                  <a:pt x="20645" y="5453"/>
                  <a:pt x="16684" y="8222"/>
                </a:cubicBezTo>
                <a:cubicBezTo>
                  <a:pt x="12725" y="10989"/>
                  <a:pt x="9551" y="14516"/>
                  <a:pt x="7163" y="18803"/>
                </a:cubicBezTo>
                <a:cubicBezTo>
                  <a:pt x="4776" y="23088"/>
                  <a:pt x="3582" y="28160"/>
                  <a:pt x="3582" y="34019"/>
                </a:cubicBezTo>
                <a:cubicBezTo>
                  <a:pt x="3582" y="39336"/>
                  <a:pt x="4640" y="43758"/>
                  <a:pt x="6756" y="47285"/>
                </a:cubicBezTo>
                <a:cubicBezTo>
                  <a:pt x="8872" y="50812"/>
                  <a:pt x="11694" y="53688"/>
                  <a:pt x="15221" y="55914"/>
                </a:cubicBezTo>
                <a:cubicBezTo>
                  <a:pt x="18748" y="58138"/>
                  <a:pt x="22736" y="59928"/>
                  <a:pt x="27186" y="61284"/>
                </a:cubicBezTo>
                <a:cubicBezTo>
                  <a:pt x="31635" y="62640"/>
                  <a:pt x="36166" y="63834"/>
                  <a:pt x="40777" y="64866"/>
                </a:cubicBezTo>
                <a:cubicBezTo>
                  <a:pt x="45389" y="65896"/>
                  <a:pt x="49920" y="66899"/>
                  <a:pt x="54369" y="67876"/>
                </a:cubicBezTo>
                <a:cubicBezTo>
                  <a:pt x="58818" y="68853"/>
                  <a:pt x="62807" y="70128"/>
                  <a:pt x="66334" y="71701"/>
                </a:cubicBezTo>
                <a:cubicBezTo>
                  <a:pt x="69861" y="73274"/>
                  <a:pt x="72682" y="75309"/>
                  <a:pt x="74799" y="77807"/>
                </a:cubicBezTo>
                <a:cubicBezTo>
                  <a:pt x="76915" y="80302"/>
                  <a:pt x="77973" y="83557"/>
                  <a:pt x="77973" y="87573"/>
                </a:cubicBezTo>
                <a:cubicBezTo>
                  <a:pt x="77973" y="91806"/>
                  <a:pt x="77104" y="95278"/>
                  <a:pt x="75367" y="97990"/>
                </a:cubicBezTo>
                <a:cubicBezTo>
                  <a:pt x="73632" y="100703"/>
                  <a:pt x="71354" y="102846"/>
                  <a:pt x="68532" y="104421"/>
                </a:cubicBezTo>
                <a:cubicBezTo>
                  <a:pt x="65710" y="105994"/>
                  <a:pt x="62536" y="107106"/>
                  <a:pt x="59009" y="107757"/>
                </a:cubicBezTo>
                <a:cubicBezTo>
                  <a:pt x="55482" y="108408"/>
                  <a:pt x="51982" y="108733"/>
                  <a:pt x="48510" y="108733"/>
                </a:cubicBezTo>
                <a:cubicBezTo>
                  <a:pt x="44168" y="108733"/>
                  <a:pt x="39934" y="108191"/>
                  <a:pt x="35810" y="107106"/>
                </a:cubicBezTo>
                <a:cubicBezTo>
                  <a:pt x="31686" y="106021"/>
                  <a:pt x="28078" y="104340"/>
                  <a:pt x="24985" y="102061"/>
                </a:cubicBezTo>
                <a:cubicBezTo>
                  <a:pt x="21893" y="99781"/>
                  <a:pt x="19398" y="96878"/>
                  <a:pt x="17499" y="93350"/>
                </a:cubicBezTo>
                <a:cubicBezTo>
                  <a:pt x="15599" y="89823"/>
                  <a:pt x="14650" y="85618"/>
                  <a:pt x="14650" y="80735"/>
                </a:cubicBezTo>
                <a:lnTo>
                  <a:pt x="0" y="80735"/>
                </a:lnTo>
                <a:cubicBezTo>
                  <a:pt x="0" y="87789"/>
                  <a:pt x="1275" y="93894"/>
                  <a:pt x="3825" y="99048"/>
                </a:cubicBezTo>
                <a:cubicBezTo>
                  <a:pt x="6375" y="104203"/>
                  <a:pt x="9848" y="108437"/>
                  <a:pt x="14242" y="111751"/>
                </a:cubicBezTo>
                <a:cubicBezTo>
                  <a:pt x="18637" y="115063"/>
                  <a:pt x="23737" y="117533"/>
                  <a:pt x="29543" y="119163"/>
                </a:cubicBezTo>
                <a:cubicBezTo>
                  <a:pt x="35350" y="120794"/>
                  <a:pt x="41509" y="121609"/>
                  <a:pt x="48020" y="121609"/>
                </a:cubicBezTo>
                <a:cubicBezTo>
                  <a:pt x="53337" y="121609"/>
                  <a:pt x="58682" y="120985"/>
                  <a:pt x="64053" y="119736"/>
                </a:cubicBezTo>
                <a:cubicBezTo>
                  <a:pt x="69425" y="118490"/>
                  <a:pt x="74281" y="116483"/>
                  <a:pt x="78621" y="113716"/>
                </a:cubicBezTo>
                <a:cubicBezTo>
                  <a:pt x="82963" y="110947"/>
                  <a:pt x="86517" y="107365"/>
                  <a:pt x="89284" y="102970"/>
                </a:cubicBezTo>
                <a:cubicBezTo>
                  <a:pt x="92051" y="98576"/>
                  <a:pt x="93435" y="93286"/>
                  <a:pt x="93435" y="87101"/>
                </a:cubicBezTo>
                <a:cubicBezTo>
                  <a:pt x="93435" y="81349"/>
                  <a:pt x="92377" y="76574"/>
                  <a:pt x="90261" y="72777"/>
                </a:cubicBezTo>
                <a:cubicBezTo>
                  <a:pt x="88144" y="68978"/>
                  <a:pt x="85323" y="65831"/>
                  <a:pt x="81796" y="63336"/>
                </a:cubicBezTo>
                <a:cubicBezTo>
                  <a:pt x="78269" y="60839"/>
                  <a:pt x="74280" y="58858"/>
                  <a:pt x="69831" y="57394"/>
                </a:cubicBezTo>
                <a:cubicBezTo>
                  <a:pt x="65383" y="55929"/>
                  <a:pt x="60853" y="54654"/>
                  <a:pt x="56239" y="53569"/>
                </a:cubicBezTo>
                <a:cubicBezTo>
                  <a:pt x="51628" y="52483"/>
                  <a:pt x="47097" y="51479"/>
                  <a:pt x="42648" y="50556"/>
                </a:cubicBezTo>
                <a:cubicBezTo>
                  <a:pt x="38200" y="49634"/>
                  <a:pt x="34213" y="48467"/>
                  <a:pt x="30685" y="47057"/>
                </a:cubicBezTo>
                <a:cubicBezTo>
                  <a:pt x="27158" y="45646"/>
                  <a:pt x="24337" y="43828"/>
                  <a:pt x="22221" y="41604"/>
                </a:cubicBezTo>
                <a:cubicBezTo>
                  <a:pt x="20104" y="39379"/>
                  <a:pt x="19046" y="36475"/>
                  <a:pt x="19046" y="32894"/>
                </a:cubicBezTo>
                <a:cubicBezTo>
                  <a:pt x="19046" y="29097"/>
                  <a:pt x="19778" y="25923"/>
                  <a:pt x="21242" y="23373"/>
                </a:cubicBezTo>
                <a:cubicBezTo>
                  <a:pt x="22707" y="20821"/>
                  <a:pt x="24660" y="18786"/>
                  <a:pt x="27101" y="17268"/>
                </a:cubicBezTo>
                <a:cubicBezTo>
                  <a:pt x="29544" y="15748"/>
                  <a:pt x="32338" y="14662"/>
                  <a:pt x="35484" y="14011"/>
                </a:cubicBezTo>
                <a:cubicBezTo>
                  <a:pt x="38632" y="13361"/>
                  <a:pt x="41834" y="13035"/>
                  <a:pt x="45089" y="13035"/>
                </a:cubicBezTo>
                <a:cubicBezTo>
                  <a:pt x="53120" y="13035"/>
                  <a:pt x="59713" y="14907"/>
                  <a:pt x="64868" y="18651"/>
                </a:cubicBezTo>
                <a:cubicBezTo>
                  <a:pt x="70023" y="22395"/>
                  <a:pt x="73034" y="28445"/>
                  <a:pt x="73902" y="36801"/>
                </a:cubicBezTo>
                <a:close/>
                <a:moveTo>
                  <a:pt x="168316" y="68991"/>
                </a:moveTo>
                <a:lnTo>
                  <a:pt x="119971" y="68991"/>
                </a:lnTo>
                <a:cubicBezTo>
                  <a:pt x="120188" y="65724"/>
                  <a:pt x="120893" y="62648"/>
                  <a:pt x="122087" y="59764"/>
                </a:cubicBezTo>
                <a:cubicBezTo>
                  <a:pt x="123281" y="56878"/>
                  <a:pt x="124909" y="54346"/>
                  <a:pt x="126970" y="52168"/>
                </a:cubicBezTo>
                <a:cubicBezTo>
                  <a:pt x="129032" y="49991"/>
                  <a:pt x="131501" y="48276"/>
                  <a:pt x="134377" y="47024"/>
                </a:cubicBezTo>
                <a:cubicBezTo>
                  <a:pt x="137253" y="45772"/>
                  <a:pt x="140481" y="45146"/>
                  <a:pt x="144061" y="45146"/>
                </a:cubicBezTo>
                <a:cubicBezTo>
                  <a:pt x="147534" y="45146"/>
                  <a:pt x="150708" y="45772"/>
                  <a:pt x="153585" y="47024"/>
                </a:cubicBezTo>
                <a:cubicBezTo>
                  <a:pt x="156461" y="48276"/>
                  <a:pt x="158957" y="49964"/>
                  <a:pt x="161073" y="52089"/>
                </a:cubicBezTo>
                <a:cubicBezTo>
                  <a:pt x="163190" y="54212"/>
                  <a:pt x="164871" y="56743"/>
                  <a:pt x="166118" y="59682"/>
                </a:cubicBezTo>
                <a:cubicBezTo>
                  <a:pt x="167367" y="62621"/>
                  <a:pt x="168099" y="65724"/>
                  <a:pt x="168316" y="68991"/>
                </a:cubicBezTo>
                <a:moveTo>
                  <a:pt x="181664" y="92359"/>
                </a:moveTo>
                <a:lnTo>
                  <a:pt x="167991" y="92359"/>
                </a:lnTo>
                <a:cubicBezTo>
                  <a:pt x="166797" y="97872"/>
                  <a:pt x="164328" y="101979"/>
                  <a:pt x="160584" y="104682"/>
                </a:cubicBezTo>
                <a:cubicBezTo>
                  <a:pt x="156840" y="107383"/>
                  <a:pt x="152038" y="108733"/>
                  <a:pt x="146178" y="108733"/>
                </a:cubicBezTo>
                <a:cubicBezTo>
                  <a:pt x="141621" y="108733"/>
                  <a:pt x="137660" y="107978"/>
                  <a:pt x="134295" y="106468"/>
                </a:cubicBezTo>
                <a:cubicBezTo>
                  <a:pt x="130932" y="104957"/>
                  <a:pt x="128165" y="102936"/>
                  <a:pt x="125994" y="100402"/>
                </a:cubicBezTo>
                <a:cubicBezTo>
                  <a:pt x="123823" y="97867"/>
                  <a:pt x="122249" y="94955"/>
                  <a:pt x="121272" y="91666"/>
                </a:cubicBezTo>
                <a:cubicBezTo>
                  <a:pt x="120295" y="88376"/>
                  <a:pt x="119861" y="84898"/>
                  <a:pt x="119971" y="81232"/>
                </a:cubicBezTo>
                <a:lnTo>
                  <a:pt x="182966" y="81232"/>
                </a:lnTo>
                <a:cubicBezTo>
                  <a:pt x="183183" y="76117"/>
                  <a:pt x="182722" y="70729"/>
                  <a:pt x="181582" y="65069"/>
                </a:cubicBezTo>
                <a:cubicBezTo>
                  <a:pt x="180443" y="59410"/>
                  <a:pt x="178381" y="54185"/>
                  <a:pt x="175395" y="49396"/>
                </a:cubicBezTo>
                <a:cubicBezTo>
                  <a:pt x="172411" y="44607"/>
                  <a:pt x="168450" y="40662"/>
                  <a:pt x="163512" y="37561"/>
                </a:cubicBezTo>
                <a:cubicBezTo>
                  <a:pt x="158575" y="34458"/>
                  <a:pt x="152362" y="32906"/>
                  <a:pt x="144874" y="32906"/>
                </a:cubicBezTo>
                <a:cubicBezTo>
                  <a:pt x="139123" y="32906"/>
                  <a:pt x="133832" y="33991"/>
                  <a:pt x="129002" y="36162"/>
                </a:cubicBezTo>
                <a:cubicBezTo>
                  <a:pt x="124173" y="38333"/>
                  <a:pt x="119995" y="41373"/>
                  <a:pt x="116468" y="45281"/>
                </a:cubicBezTo>
                <a:cubicBezTo>
                  <a:pt x="112941" y="49187"/>
                  <a:pt x="110201" y="53799"/>
                  <a:pt x="108247" y="59118"/>
                </a:cubicBezTo>
                <a:cubicBezTo>
                  <a:pt x="106295" y="64435"/>
                  <a:pt x="105318" y="70295"/>
                  <a:pt x="105318" y="76696"/>
                </a:cubicBezTo>
                <a:cubicBezTo>
                  <a:pt x="105535" y="83100"/>
                  <a:pt x="106485" y="89014"/>
                  <a:pt x="108167" y="94441"/>
                </a:cubicBezTo>
                <a:cubicBezTo>
                  <a:pt x="109850" y="99867"/>
                  <a:pt x="112373" y="104534"/>
                  <a:pt x="115736" y="108442"/>
                </a:cubicBezTo>
                <a:cubicBezTo>
                  <a:pt x="119100" y="112349"/>
                  <a:pt x="123252" y="115387"/>
                  <a:pt x="128190" y="117558"/>
                </a:cubicBezTo>
                <a:cubicBezTo>
                  <a:pt x="133128" y="119729"/>
                  <a:pt x="138960" y="120814"/>
                  <a:pt x="145688" y="120814"/>
                </a:cubicBezTo>
                <a:cubicBezTo>
                  <a:pt x="155240" y="120814"/>
                  <a:pt x="163162" y="118430"/>
                  <a:pt x="169456" y="113661"/>
                </a:cubicBezTo>
                <a:cubicBezTo>
                  <a:pt x="175750" y="108890"/>
                  <a:pt x="179820" y="101790"/>
                  <a:pt x="181664" y="92359"/>
                </a:cubicBezTo>
                <a:close/>
                <a:moveTo>
                  <a:pt x="197290" y="34861"/>
                </a:moveTo>
                <a:lnTo>
                  <a:pt x="197290" y="119066"/>
                </a:lnTo>
                <a:lnTo>
                  <a:pt x="211128" y="119066"/>
                </a:lnTo>
                <a:lnTo>
                  <a:pt x="211128" y="66639"/>
                </a:lnTo>
                <a:cubicBezTo>
                  <a:pt x="211128" y="65010"/>
                  <a:pt x="211534" y="62975"/>
                  <a:pt x="212347" y="60534"/>
                </a:cubicBezTo>
                <a:cubicBezTo>
                  <a:pt x="213162" y="58091"/>
                  <a:pt x="214464" y="55731"/>
                  <a:pt x="216254" y="53452"/>
                </a:cubicBezTo>
                <a:cubicBezTo>
                  <a:pt x="218046" y="51172"/>
                  <a:pt x="220379" y="49218"/>
                  <a:pt x="223254" y="47591"/>
                </a:cubicBezTo>
                <a:cubicBezTo>
                  <a:pt x="226130" y="45961"/>
                  <a:pt x="229576" y="45146"/>
                  <a:pt x="233591" y="45146"/>
                </a:cubicBezTo>
                <a:cubicBezTo>
                  <a:pt x="236739" y="45146"/>
                  <a:pt x="239317" y="45608"/>
                  <a:pt x="241324" y="46530"/>
                </a:cubicBezTo>
                <a:cubicBezTo>
                  <a:pt x="243331" y="47452"/>
                  <a:pt x="244931" y="48755"/>
                  <a:pt x="246125" y="50437"/>
                </a:cubicBezTo>
                <a:cubicBezTo>
                  <a:pt x="247319" y="52119"/>
                  <a:pt x="248160" y="54101"/>
                  <a:pt x="248649" y="56381"/>
                </a:cubicBezTo>
                <a:cubicBezTo>
                  <a:pt x="249137" y="58661"/>
                  <a:pt x="249381" y="61157"/>
                  <a:pt x="249381" y="63870"/>
                </a:cubicBezTo>
                <a:lnTo>
                  <a:pt x="249381" y="119066"/>
                </a:lnTo>
                <a:lnTo>
                  <a:pt x="263216" y="119066"/>
                </a:lnTo>
                <a:lnTo>
                  <a:pt x="263216" y="66639"/>
                </a:lnTo>
                <a:cubicBezTo>
                  <a:pt x="263216" y="60127"/>
                  <a:pt x="265169" y="54916"/>
                  <a:pt x="269076" y="51008"/>
                </a:cubicBezTo>
                <a:cubicBezTo>
                  <a:pt x="272984" y="47100"/>
                  <a:pt x="278355" y="45146"/>
                  <a:pt x="285191" y="45146"/>
                </a:cubicBezTo>
                <a:cubicBezTo>
                  <a:pt x="288556" y="45146"/>
                  <a:pt x="291296" y="45635"/>
                  <a:pt x="293412" y="46612"/>
                </a:cubicBezTo>
                <a:cubicBezTo>
                  <a:pt x="295529" y="47589"/>
                  <a:pt x="297184" y="48919"/>
                  <a:pt x="298378" y="50601"/>
                </a:cubicBezTo>
                <a:cubicBezTo>
                  <a:pt x="299572" y="52283"/>
                  <a:pt x="300385" y="54265"/>
                  <a:pt x="300819" y="56545"/>
                </a:cubicBezTo>
                <a:cubicBezTo>
                  <a:pt x="301253" y="58823"/>
                  <a:pt x="301470" y="61265"/>
                  <a:pt x="301470" y="63870"/>
                </a:cubicBezTo>
                <a:lnTo>
                  <a:pt x="301470" y="119066"/>
                </a:lnTo>
                <a:lnTo>
                  <a:pt x="315308" y="119066"/>
                </a:lnTo>
                <a:lnTo>
                  <a:pt x="315308" y="57337"/>
                </a:lnTo>
                <a:cubicBezTo>
                  <a:pt x="315308" y="52994"/>
                  <a:pt x="314630" y="49275"/>
                  <a:pt x="313273" y="46180"/>
                </a:cubicBezTo>
                <a:cubicBezTo>
                  <a:pt x="311917" y="43085"/>
                  <a:pt x="310018" y="40560"/>
                  <a:pt x="307575" y="38606"/>
                </a:cubicBezTo>
                <a:cubicBezTo>
                  <a:pt x="305133" y="36652"/>
                  <a:pt x="302203" y="35214"/>
                  <a:pt x="298785" y="34292"/>
                </a:cubicBezTo>
                <a:cubicBezTo>
                  <a:pt x="295367" y="33368"/>
                  <a:pt x="291542" y="32906"/>
                  <a:pt x="287310" y="32906"/>
                </a:cubicBezTo>
                <a:cubicBezTo>
                  <a:pt x="281774" y="32906"/>
                  <a:pt x="276700" y="34155"/>
                  <a:pt x="272089" y="36652"/>
                </a:cubicBezTo>
                <a:cubicBezTo>
                  <a:pt x="267477" y="39147"/>
                  <a:pt x="263760" y="42674"/>
                  <a:pt x="260939" y="47233"/>
                </a:cubicBezTo>
                <a:cubicBezTo>
                  <a:pt x="259202" y="42023"/>
                  <a:pt x="256217" y="38333"/>
                  <a:pt x="251984" y="36162"/>
                </a:cubicBezTo>
                <a:cubicBezTo>
                  <a:pt x="247754" y="33991"/>
                  <a:pt x="243033" y="32906"/>
                  <a:pt x="237824" y="32906"/>
                </a:cubicBezTo>
                <a:cubicBezTo>
                  <a:pt x="225994" y="32906"/>
                  <a:pt x="216932" y="37683"/>
                  <a:pt x="210638" y="47238"/>
                </a:cubicBezTo>
                <a:lnTo>
                  <a:pt x="210313" y="47238"/>
                </a:lnTo>
                <a:lnTo>
                  <a:pt x="210313" y="34861"/>
                </a:lnTo>
                <a:lnTo>
                  <a:pt x="197290" y="34861"/>
                </a:lnTo>
                <a:close/>
                <a:moveTo>
                  <a:pt x="410698" y="118698"/>
                </a:moveTo>
                <a:cubicBezTo>
                  <a:pt x="408310" y="120109"/>
                  <a:pt x="405000" y="120814"/>
                  <a:pt x="400768" y="120814"/>
                </a:cubicBezTo>
                <a:cubicBezTo>
                  <a:pt x="397188" y="120814"/>
                  <a:pt x="394339" y="119811"/>
                  <a:pt x="392223" y="117804"/>
                </a:cubicBezTo>
                <a:cubicBezTo>
                  <a:pt x="390107" y="115795"/>
                  <a:pt x="389049" y="112512"/>
                  <a:pt x="389049" y="107953"/>
                </a:cubicBezTo>
                <a:cubicBezTo>
                  <a:pt x="385250" y="112512"/>
                  <a:pt x="380827" y="115795"/>
                  <a:pt x="375780" y="117804"/>
                </a:cubicBezTo>
                <a:cubicBezTo>
                  <a:pt x="370735" y="119811"/>
                  <a:pt x="365282" y="120814"/>
                  <a:pt x="359421" y="120814"/>
                </a:cubicBezTo>
                <a:cubicBezTo>
                  <a:pt x="355623" y="120814"/>
                  <a:pt x="352014" y="120381"/>
                  <a:pt x="348594" y="119513"/>
                </a:cubicBezTo>
                <a:cubicBezTo>
                  <a:pt x="345177" y="118645"/>
                  <a:pt x="342220" y="117289"/>
                  <a:pt x="339725" y="115444"/>
                </a:cubicBezTo>
                <a:cubicBezTo>
                  <a:pt x="337229" y="113600"/>
                  <a:pt x="335249" y="111186"/>
                  <a:pt x="333783" y="108204"/>
                </a:cubicBezTo>
                <a:cubicBezTo>
                  <a:pt x="332318" y="105220"/>
                  <a:pt x="331585" y="101613"/>
                  <a:pt x="331585" y="97382"/>
                </a:cubicBezTo>
                <a:cubicBezTo>
                  <a:pt x="331585" y="92608"/>
                  <a:pt x="332399" y="88702"/>
                  <a:pt x="334027" y="85665"/>
                </a:cubicBezTo>
                <a:cubicBezTo>
                  <a:pt x="335654" y="82629"/>
                  <a:pt x="337797" y="80161"/>
                  <a:pt x="340455" y="78264"/>
                </a:cubicBezTo>
                <a:cubicBezTo>
                  <a:pt x="343114" y="76364"/>
                  <a:pt x="346153" y="74926"/>
                  <a:pt x="349570" y="73949"/>
                </a:cubicBezTo>
                <a:cubicBezTo>
                  <a:pt x="352990" y="72972"/>
                  <a:pt x="356490" y="72158"/>
                  <a:pt x="360072" y="71508"/>
                </a:cubicBezTo>
                <a:cubicBezTo>
                  <a:pt x="363871" y="70749"/>
                  <a:pt x="367479" y="70180"/>
                  <a:pt x="370897" y="69801"/>
                </a:cubicBezTo>
                <a:cubicBezTo>
                  <a:pt x="374315" y="69420"/>
                  <a:pt x="377326" y="68877"/>
                  <a:pt x="379931" y="68172"/>
                </a:cubicBezTo>
                <a:cubicBezTo>
                  <a:pt x="382535" y="67466"/>
                  <a:pt x="384597" y="66436"/>
                  <a:pt x="386115" y="65082"/>
                </a:cubicBezTo>
                <a:cubicBezTo>
                  <a:pt x="387635" y="63726"/>
                  <a:pt x="388396" y="61745"/>
                  <a:pt x="388396" y="59140"/>
                </a:cubicBezTo>
                <a:cubicBezTo>
                  <a:pt x="388396" y="56104"/>
                  <a:pt x="387826" y="53663"/>
                  <a:pt x="386687" y="51818"/>
                </a:cubicBezTo>
                <a:cubicBezTo>
                  <a:pt x="385547" y="49973"/>
                  <a:pt x="384082" y="48563"/>
                  <a:pt x="382290" y="47588"/>
                </a:cubicBezTo>
                <a:cubicBezTo>
                  <a:pt x="380500" y="46611"/>
                  <a:pt x="378492" y="45960"/>
                  <a:pt x="376267" y="45636"/>
                </a:cubicBezTo>
                <a:cubicBezTo>
                  <a:pt x="374043" y="45310"/>
                  <a:pt x="371846" y="45146"/>
                  <a:pt x="369677" y="45146"/>
                </a:cubicBezTo>
                <a:cubicBezTo>
                  <a:pt x="363817" y="45146"/>
                  <a:pt x="358934" y="46255"/>
                  <a:pt x="355027" y="48472"/>
                </a:cubicBezTo>
                <a:cubicBezTo>
                  <a:pt x="351121" y="50690"/>
                  <a:pt x="349005" y="54880"/>
                  <a:pt x="348679" y="61043"/>
                </a:cubicBezTo>
                <a:lnTo>
                  <a:pt x="334841" y="61043"/>
                </a:lnTo>
                <a:cubicBezTo>
                  <a:pt x="335058" y="55839"/>
                  <a:pt x="336143" y="51447"/>
                  <a:pt x="338095" y="47869"/>
                </a:cubicBezTo>
                <a:cubicBezTo>
                  <a:pt x="340049" y="44290"/>
                  <a:pt x="342654" y="41390"/>
                  <a:pt x="345909" y="39168"/>
                </a:cubicBezTo>
                <a:cubicBezTo>
                  <a:pt x="349165" y="36946"/>
                  <a:pt x="352881" y="35347"/>
                  <a:pt x="357059" y="34371"/>
                </a:cubicBezTo>
                <a:cubicBezTo>
                  <a:pt x="361239" y="33395"/>
                  <a:pt x="365715" y="32906"/>
                  <a:pt x="370489" y="32906"/>
                </a:cubicBezTo>
                <a:cubicBezTo>
                  <a:pt x="374288" y="32906"/>
                  <a:pt x="378059" y="33178"/>
                  <a:pt x="381803" y="33721"/>
                </a:cubicBezTo>
                <a:cubicBezTo>
                  <a:pt x="385547" y="34262"/>
                  <a:pt x="388939" y="35374"/>
                  <a:pt x="391977" y="37057"/>
                </a:cubicBezTo>
                <a:cubicBezTo>
                  <a:pt x="395016" y="38737"/>
                  <a:pt x="397457" y="41097"/>
                  <a:pt x="399302" y="44135"/>
                </a:cubicBezTo>
                <a:cubicBezTo>
                  <a:pt x="401147" y="47172"/>
                  <a:pt x="402069" y="51132"/>
                  <a:pt x="402069" y="56013"/>
                </a:cubicBezTo>
                <a:lnTo>
                  <a:pt x="402069" y="99294"/>
                </a:lnTo>
                <a:cubicBezTo>
                  <a:pt x="402069" y="102550"/>
                  <a:pt x="402259" y="104937"/>
                  <a:pt x="402638" y="106455"/>
                </a:cubicBezTo>
                <a:cubicBezTo>
                  <a:pt x="403019" y="107974"/>
                  <a:pt x="404295" y="108733"/>
                  <a:pt x="406466" y="108733"/>
                </a:cubicBezTo>
                <a:cubicBezTo>
                  <a:pt x="407659" y="108733"/>
                  <a:pt x="409070" y="108473"/>
                  <a:pt x="410698" y="107953"/>
                </a:cubicBezTo>
                <a:lnTo>
                  <a:pt x="410698" y="118698"/>
                </a:lnTo>
                <a:moveTo>
                  <a:pt x="388234" y="75559"/>
                </a:moveTo>
                <a:cubicBezTo>
                  <a:pt x="386497" y="76860"/>
                  <a:pt x="384218" y="77809"/>
                  <a:pt x="381396" y="78405"/>
                </a:cubicBezTo>
                <a:cubicBezTo>
                  <a:pt x="378576" y="79001"/>
                  <a:pt x="375619" y="79489"/>
                  <a:pt x="372526" y="79868"/>
                </a:cubicBezTo>
                <a:cubicBezTo>
                  <a:pt x="369433" y="80247"/>
                  <a:pt x="366312" y="80681"/>
                  <a:pt x="363165" y="81170"/>
                </a:cubicBezTo>
                <a:cubicBezTo>
                  <a:pt x="360018" y="81657"/>
                  <a:pt x="357198" y="82442"/>
                  <a:pt x="354702" y="83527"/>
                </a:cubicBezTo>
                <a:cubicBezTo>
                  <a:pt x="352207" y="84611"/>
                  <a:pt x="350172" y="86156"/>
                  <a:pt x="348597" y="88162"/>
                </a:cubicBezTo>
                <a:cubicBezTo>
                  <a:pt x="347024" y="90167"/>
                  <a:pt x="346237" y="92904"/>
                  <a:pt x="346237" y="96373"/>
                </a:cubicBezTo>
                <a:cubicBezTo>
                  <a:pt x="346237" y="98650"/>
                  <a:pt x="346698" y="100575"/>
                  <a:pt x="347621" y="102148"/>
                </a:cubicBezTo>
                <a:cubicBezTo>
                  <a:pt x="348543" y="103720"/>
                  <a:pt x="349737" y="104993"/>
                  <a:pt x="351202" y="105968"/>
                </a:cubicBezTo>
                <a:cubicBezTo>
                  <a:pt x="352668" y="106944"/>
                  <a:pt x="354377" y="107648"/>
                  <a:pt x="356329" y="108082"/>
                </a:cubicBezTo>
                <a:cubicBezTo>
                  <a:pt x="358283" y="108516"/>
                  <a:pt x="360345" y="108733"/>
                  <a:pt x="362514" y="108733"/>
                </a:cubicBezTo>
                <a:cubicBezTo>
                  <a:pt x="367073" y="108733"/>
                  <a:pt x="370980" y="108109"/>
                  <a:pt x="374235" y="106863"/>
                </a:cubicBezTo>
                <a:cubicBezTo>
                  <a:pt x="377491" y="105616"/>
                  <a:pt x="380149" y="104044"/>
                  <a:pt x="382211" y="102148"/>
                </a:cubicBezTo>
                <a:cubicBezTo>
                  <a:pt x="384272" y="100251"/>
                  <a:pt x="385792" y="98191"/>
                  <a:pt x="386769" y="95968"/>
                </a:cubicBezTo>
                <a:cubicBezTo>
                  <a:pt x="387746" y="93745"/>
                  <a:pt x="388234" y="91657"/>
                  <a:pt x="388234" y="89707"/>
                </a:cubicBezTo>
                <a:lnTo>
                  <a:pt x="388234" y="75559"/>
                </a:lnTo>
                <a:close/>
                <a:moveTo>
                  <a:pt x="423556" y="34861"/>
                </a:moveTo>
                <a:lnTo>
                  <a:pt x="423556" y="119066"/>
                </a:lnTo>
                <a:lnTo>
                  <a:pt x="437394" y="119066"/>
                </a:lnTo>
                <a:lnTo>
                  <a:pt x="437394" y="71522"/>
                </a:lnTo>
                <a:cubicBezTo>
                  <a:pt x="437394" y="67724"/>
                  <a:pt x="437909" y="64223"/>
                  <a:pt x="438939" y="61021"/>
                </a:cubicBezTo>
                <a:cubicBezTo>
                  <a:pt x="439970" y="57818"/>
                  <a:pt x="441517" y="55023"/>
                  <a:pt x="443579" y="52635"/>
                </a:cubicBezTo>
                <a:cubicBezTo>
                  <a:pt x="445640" y="50247"/>
                  <a:pt x="448218" y="48403"/>
                  <a:pt x="451311" y="47101"/>
                </a:cubicBezTo>
                <a:cubicBezTo>
                  <a:pt x="454404" y="45798"/>
                  <a:pt x="458067" y="45146"/>
                  <a:pt x="462299" y="45146"/>
                </a:cubicBezTo>
                <a:cubicBezTo>
                  <a:pt x="467616" y="45146"/>
                  <a:pt x="471794" y="46667"/>
                  <a:pt x="474833" y="49707"/>
                </a:cubicBezTo>
                <a:cubicBezTo>
                  <a:pt x="477871" y="52745"/>
                  <a:pt x="479391" y="56869"/>
                  <a:pt x="479391" y="62079"/>
                </a:cubicBezTo>
                <a:lnTo>
                  <a:pt x="479391" y="119066"/>
                </a:lnTo>
                <a:lnTo>
                  <a:pt x="493228" y="119066"/>
                </a:lnTo>
                <a:lnTo>
                  <a:pt x="493228" y="63688"/>
                </a:lnTo>
                <a:cubicBezTo>
                  <a:pt x="493228" y="59128"/>
                  <a:pt x="492767" y="54975"/>
                  <a:pt x="491845" y="51229"/>
                </a:cubicBezTo>
                <a:cubicBezTo>
                  <a:pt x="490922" y="47484"/>
                  <a:pt x="489321" y="44254"/>
                  <a:pt x="487041" y="41540"/>
                </a:cubicBezTo>
                <a:cubicBezTo>
                  <a:pt x="484762" y="38824"/>
                  <a:pt x="481779" y="36706"/>
                  <a:pt x="478089" y="35186"/>
                </a:cubicBezTo>
                <a:cubicBezTo>
                  <a:pt x="474400" y="33666"/>
                  <a:pt x="469787" y="32906"/>
                  <a:pt x="464252" y="32906"/>
                </a:cubicBezTo>
                <a:cubicBezTo>
                  <a:pt x="451771" y="32906"/>
                  <a:pt x="442655" y="38009"/>
                  <a:pt x="436905" y="48216"/>
                </a:cubicBezTo>
                <a:lnTo>
                  <a:pt x="436579" y="48216"/>
                </a:lnTo>
                <a:lnTo>
                  <a:pt x="436579" y="34861"/>
                </a:lnTo>
                <a:lnTo>
                  <a:pt x="423556" y="34861"/>
                </a:lnTo>
                <a:close/>
                <a:moveTo>
                  <a:pt x="533273" y="34814"/>
                </a:moveTo>
                <a:lnTo>
                  <a:pt x="533273" y="9697"/>
                </a:lnTo>
                <a:lnTo>
                  <a:pt x="519435" y="9697"/>
                </a:lnTo>
                <a:lnTo>
                  <a:pt x="519435" y="34814"/>
                </a:lnTo>
                <a:lnTo>
                  <a:pt x="505111" y="34814"/>
                </a:lnTo>
                <a:lnTo>
                  <a:pt x="505111" y="47054"/>
                </a:lnTo>
                <a:lnTo>
                  <a:pt x="519435" y="47054"/>
                </a:lnTo>
                <a:lnTo>
                  <a:pt x="519435" y="100655"/>
                </a:lnTo>
                <a:cubicBezTo>
                  <a:pt x="519435" y="104565"/>
                  <a:pt x="519815" y="107715"/>
                  <a:pt x="520575" y="110104"/>
                </a:cubicBezTo>
                <a:cubicBezTo>
                  <a:pt x="521335" y="112493"/>
                  <a:pt x="522502" y="114341"/>
                  <a:pt x="524075" y="115645"/>
                </a:cubicBezTo>
                <a:cubicBezTo>
                  <a:pt x="525648" y="116949"/>
                  <a:pt x="527710" y="117845"/>
                  <a:pt x="530260" y="118333"/>
                </a:cubicBezTo>
                <a:cubicBezTo>
                  <a:pt x="532810" y="118822"/>
                  <a:pt x="535876" y="119066"/>
                  <a:pt x="539458" y="119066"/>
                </a:cubicBezTo>
                <a:lnTo>
                  <a:pt x="550039" y="119066"/>
                </a:lnTo>
                <a:lnTo>
                  <a:pt x="550039" y="106825"/>
                </a:lnTo>
                <a:lnTo>
                  <a:pt x="543690" y="106825"/>
                </a:lnTo>
                <a:cubicBezTo>
                  <a:pt x="541519" y="106825"/>
                  <a:pt x="539756" y="106744"/>
                  <a:pt x="538400" y="106582"/>
                </a:cubicBezTo>
                <a:cubicBezTo>
                  <a:pt x="537043" y="106418"/>
                  <a:pt x="535985" y="106065"/>
                  <a:pt x="535225" y="105524"/>
                </a:cubicBezTo>
                <a:cubicBezTo>
                  <a:pt x="534467" y="104981"/>
                  <a:pt x="533952" y="104221"/>
                  <a:pt x="533680" y="103244"/>
                </a:cubicBezTo>
                <a:cubicBezTo>
                  <a:pt x="533409" y="102265"/>
                  <a:pt x="533273" y="100962"/>
                  <a:pt x="533273" y="99334"/>
                </a:cubicBezTo>
                <a:lnTo>
                  <a:pt x="533273" y="47054"/>
                </a:lnTo>
                <a:lnTo>
                  <a:pt x="550039" y="47054"/>
                </a:lnTo>
                <a:lnTo>
                  <a:pt x="550039" y="34814"/>
                </a:lnTo>
                <a:lnTo>
                  <a:pt x="533273" y="34814"/>
                </a:lnTo>
                <a:close/>
                <a:moveTo>
                  <a:pt x="579991" y="19871"/>
                </a:moveTo>
                <a:lnTo>
                  <a:pt x="579991" y="2861"/>
                </a:lnTo>
                <a:lnTo>
                  <a:pt x="566154" y="2861"/>
                </a:lnTo>
                <a:lnTo>
                  <a:pt x="566154" y="19871"/>
                </a:lnTo>
                <a:lnTo>
                  <a:pt x="579991" y="19871"/>
                </a:lnTo>
                <a:moveTo>
                  <a:pt x="566154" y="34908"/>
                </a:moveTo>
                <a:lnTo>
                  <a:pt x="566154" y="119066"/>
                </a:lnTo>
                <a:lnTo>
                  <a:pt x="579991" y="119066"/>
                </a:lnTo>
                <a:lnTo>
                  <a:pt x="579991" y="34908"/>
                </a:lnTo>
                <a:lnTo>
                  <a:pt x="566154" y="34908"/>
                </a:lnTo>
                <a:close/>
                <a:moveTo>
                  <a:pt x="658613" y="61838"/>
                </a:moveTo>
                <a:lnTo>
                  <a:pt x="672939" y="61838"/>
                </a:lnTo>
                <a:cubicBezTo>
                  <a:pt x="672396" y="56854"/>
                  <a:pt x="671094" y="52547"/>
                  <a:pt x="669032" y="48917"/>
                </a:cubicBezTo>
                <a:cubicBezTo>
                  <a:pt x="666971" y="45286"/>
                  <a:pt x="664339" y="42278"/>
                  <a:pt x="661136" y="39896"/>
                </a:cubicBezTo>
                <a:cubicBezTo>
                  <a:pt x="657935" y="37511"/>
                  <a:pt x="654246" y="35750"/>
                  <a:pt x="650068" y="34612"/>
                </a:cubicBezTo>
                <a:cubicBezTo>
                  <a:pt x="645890" y="33475"/>
                  <a:pt x="641414" y="32906"/>
                  <a:pt x="636638" y="32906"/>
                </a:cubicBezTo>
                <a:cubicBezTo>
                  <a:pt x="630018" y="32906"/>
                  <a:pt x="624211" y="34073"/>
                  <a:pt x="619219" y="36406"/>
                </a:cubicBezTo>
                <a:cubicBezTo>
                  <a:pt x="614228" y="38739"/>
                  <a:pt x="610077" y="41941"/>
                  <a:pt x="606767" y="46011"/>
                </a:cubicBezTo>
                <a:cubicBezTo>
                  <a:pt x="603457" y="50081"/>
                  <a:pt x="600988" y="54857"/>
                  <a:pt x="599360" y="60338"/>
                </a:cubicBezTo>
                <a:cubicBezTo>
                  <a:pt x="597733" y="65817"/>
                  <a:pt x="596919" y="71705"/>
                  <a:pt x="596919" y="78000"/>
                </a:cubicBezTo>
                <a:cubicBezTo>
                  <a:pt x="596919" y="84294"/>
                  <a:pt x="597760" y="90073"/>
                  <a:pt x="599442" y="95338"/>
                </a:cubicBezTo>
                <a:cubicBezTo>
                  <a:pt x="601125" y="100602"/>
                  <a:pt x="603621" y="105133"/>
                  <a:pt x="606931" y="108932"/>
                </a:cubicBezTo>
                <a:cubicBezTo>
                  <a:pt x="610241" y="112729"/>
                  <a:pt x="614364" y="115659"/>
                  <a:pt x="619301" y="117722"/>
                </a:cubicBezTo>
                <a:cubicBezTo>
                  <a:pt x="624239" y="119784"/>
                  <a:pt x="629909" y="120814"/>
                  <a:pt x="636313" y="120814"/>
                </a:cubicBezTo>
                <a:cubicBezTo>
                  <a:pt x="647056" y="120814"/>
                  <a:pt x="655547" y="117990"/>
                  <a:pt x="661787" y="112342"/>
                </a:cubicBezTo>
                <a:cubicBezTo>
                  <a:pt x="668028" y="106694"/>
                  <a:pt x="671908" y="98655"/>
                  <a:pt x="673426" y="88226"/>
                </a:cubicBezTo>
                <a:lnTo>
                  <a:pt x="659266" y="88226"/>
                </a:lnTo>
                <a:cubicBezTo>
                  <a:pt x="658396" y="94736"/>
                  <a:pt x="656035" y="99781"/>
                  <a:pt x="652182" y="103363"/>
                </a:cubicBezTo>
                <a:cubicBezTo>
                  <a:pt x="648330" y="106943"/>
                  <a:pt x="642986" y="108733"/>
                  <a:pt x="636149" y="108733"/>
                </a:cubicBezTo>
                <a:cubicBezTo>
                  <a:pt x="631808" y="108733"/>
                  <a:pt x="628064" y="107866"/>
                  <a:pt x="624917" y="106132"/>
                </a:cubicBezTo>
                <a:cubicBezTo>
                  <a:pt x="621770" y="104397"/>
                  <a:pt x="619220" y="102093"/>
                  <a:pt x="617266" y="99220"/>
                </a:cubicBezTo>
                <a:cubicBezTo>
                  <a:pt x="615314" y="96347"/>
                  <a:pt x="613877" y="93067"/>
                  <a:pt x="612954" y="89381"/>
                </a:cubicBezTo>
                <a:cubicBezTo>
                  <a:pt x="612032" y="85695"/>
                  <a:pt x="611571" y="81901"/>
                  <a:pt x="611571" y="77998"/>
                </a:cubicBezTo>
                <a:cubicBezTo>
                  <a:pt x="611571" y="73769"/>
                  <a:pt x="612005" y="69676"/>
                  <a:pt x="612872" y="65720"/>
                </a:cubicBezTo>
                <a:cubicBezTo>
                  <a:pt x="613740" y="61763"/>
                  <a:pt x="615177" y="58266"/>
                  <a:pt x="617184" y="55231"/>
                </a:cubicBezTo>
                <a:cubicBezTo>
                  <a:pt x="619193" y="52194"/>
                  <a:pt x="621879" y="49754"/>
                  <a:pt x="625242" y="47911"/>
                </a:cubicBezTo>
                <a:cubicBezTo>
                  <a:pt x="628607" y="46068"/>
                  <a:pt x="632785" y="45146"/>
                  <a:pt x="637778" y="45146"/>
                </a:cubicBezTo>
                <a:cubicBezTo>
                  <a:pt x="643638" y="45146"/>
                  <a:pt x="648305" y="46605"/>
                  <a:pt x="651777" y="49523"/>
                </a:cubicBezTo>
                <a:cubicBezTo>
                  <a:pt x="655249" y="52439"/>
                  <a:pt x="657528" y="56544"/>
                  <a:pt x="658613" y="6183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Text Field">
            <a:extLst xmlns:a="http://schemas.openxmlformats.org/drawingml/2006/main">
              <a:ext uri="{FF2B5EF4-FFF2-40B4-BE49-F238E27FC236}">
                <a16:creationId xmlns:a16="http://schemas.microsoft.com/office/drawing/2014/main" id="{CA00BBE5-6C91-49D2-AF84-DC43392E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28" y="3484325"/>
            <a:ext cx="326051" cy="117953"/>
          </a:xfrm>
          <a:custGeom xmlns:a="http://schemas.openxmlformats.org/drawingml/2006/main">
            <a:pathLst>
              <a:path w="326051" h="117953">
                <a:moveTo>
                  <a:pt x="0" y="0"/>
                </a:moveTo>
                <a:lnTo>
                  <a:pt x="0" y="116204"/>
                </a:lnTo>
                <a:lnTo>
                  <a:pt x="15464" y="116204"/>
                </a:lnTo>
                <a:lnTo>
                  <a:pt x="15464" y="62951"/>
                </a:lnTo>
                <a:lnTo>
                  <a:pt x="68857" y="62951"/>
                </a:lnTo>
                <a:lnTo>
                  <a:pt x="68857" y="49915"/>
                </a:lnTo>
                <a:lnTo>
                  <a:pt x="15464" y="49915"/>
                </a:lnTo>
                <a:lnTo>
                  <a:pt x="15464" y="13035"/>
                </a:lnTo>
                <a:lnTo>
                  <a:pt x="76344" y="13035"/>
                </a:lnTo>
                <a:lnTo>
                  <a:pt x="76344" y="0"/>
                </a:lnTo>
                <a:lnTo>
                  <a:pt x="0" y="0"/>
                </a:lnTo>
                <a:close/>
                <a:moveTo>
                  <a:pt x="105809" y="17009"/>
                </a:moveTo>
                <a:lnTo>
                  <a:pt x="105809" y="0"/>
                </a:lnTo>
                <a:lnTo>
                  <a:pt x="91971" y="0"/>
                </a:lnTo>
                <a:lnTo>
                  <a:pt x="91971" y="17009"/>
                </a:lnTo>
                <a:lnTo>
                  <a:pt x="105809" y="17009"/>
                </a:lnTo>
                <a:moveTo>
                  <a:pt x="91971" y="32047"/>
                </a:moveTo>
                <a:lnTo>
                  <a:pt x="91971" y="116204"/>
                </a:lnTo>
                <a:lnTo>
                  <a:pt x="105809" y="116204"/>
                </a:lnTo>
                <a:lnTo>
                  <a:pt x="105809" y="32047"/>
                </a:lnTo>
                <a:lnTo>
                  <a:pt x="91971" y="32047"/>
                </a:lnTo>
                <a:close/>
                <a:moveTo>
                  <a:pt x="185734" y="66130"/>
                </a:moveTo>
                <a:lnTo>
                  <a:pt x="137388" y="66130"/>
                </a:lnTo>
                <a:cubicBezTo>
                  <a:pt x="137605" y="62863"/>
                  <a:pt x="138311" y="59787"/>
                  <a:pt x="139505" y="56902"/>
                </a:cubicBezTo>
                <a:cubicBezTo>
                  <a:pt x="140699" y="54016"/>
                  <a:pt x="142326" y="51484"/>
                  <a:pt x="144388" y="49307"/>
                </a:cubicBezTo>
                <a:cubicBezTo>
                  <a:pt x="146449" y="47129"/>
                  <a:pt x="148918" y="45415"/>
                  <a:pt x="151795" y="44163"/>
                </a:cubicBezTo>
                <a:cubicBezTo>
                  <a:pt x="154671" y="42911"/>
                  <a:pt x="157899" y="42285"/>
                  <a:pt x="161479" y="42285"/>
                </a:cubicBezTo>
                <a:cubicBezTo>
                  <a:pt x="164952" y="42285"/>
                  <a:pt x="168126" y="42911"/>
                  <a:pt x="171002" y="44163"/>
                </a:cubicBezTo>
                <a:cubicBezTo>
                  <a:pt x="173879" y="45415"/>
                  <a:pt x="176375" y="47103"/>
                  <a:pt x="178491" y="49227"/>
                </a:cubicBezTo>
                <a:cubicBezTo>
                  <a:pt x="180607" y="51350"/>
                  <a:pt x="182289" y="53881"/>
                  <a:pt x="183536" y="56821"/>
                </a:cubicBezTo>
                <a:cubicBezTo>
                  <a:pt x="184784" y="59760"/>
                  <a:pt x="185517" y="62863"/>
                  <a:pt x="185734" y="66130"/>
                </a:cubicBezTo>
                <a:moveTo>
                  <a:pt x="199082" y="89498"/>
                </a:moveTo>
                <a:lnTo>
                  <a:pt x="185409" y="89498"/>
                </a:lnTo>
                <a:cubicBezTo>
                  <a:pt x="184215" y="95011"/>
                  <a:pt x="181746" y="99118"/>
                  <a:pt x="178002" y="101820"/>
                </a:cubicBezTo>
                <a:cubicBezTo>
                  <a:pt x="174258" y="104521"/>
                  <a:pt x="169456" y="105872"/>
                  <a:pt x="163595" y="105872"/>
                </a:cubicBezTo>
                <a:cubicBezTo>
                  <a:pt x="159038" y="105872"/>
                  <a:pt x="155078" y="105116"/>
                  <a:pt x="151713" y="103606"/>
                </a:cubicBezTo>
                <a:cubicBezTo>
                  <a:pt x="148350" y="102096"/>
                  <a:pt x="145583" y="100074"/>
                  <a:pt x="143412" y="97541"/>
                </a:cubicBezTo>
                <a:cubicBezTo>
                  <a:pt x="141241" y="95006"/>
                  <a:pt x="139667" y="92094"/>
                  <a:pt x="138690" y="88805"/>
                </a:cubicBezTo>
                <a:cubicBezTo>
                  <a:pt x="137713" y="85515"/>
                  <a:pt x="137279" y="82037"/>
                  <a:pt x="137388" y="78370"/>
                </a:cubicBezTo>
                <a:lnTo>
                  <a:pt x="200384" y="78370"/>
                </a:lnTo>
                <a:cubicBezTo>
                  <a:pt x="200601" y="73255"/>
                  <a:pt x="200140" y="67868"/>
                  <a:pt x="199000" y="62208"/>
                </a:cubicBezTo>
                <a:cubicBezTo>
                  <a:pt x="197861" y="56548"/>
                  <a:pt x="195799" y="51324"/>
                  <a:pt x="192813" y="46535"/>
                </a:cubicBezTo>
                <a:cubicBezTo>
                  <a:pt x="189829" y="41746"/>
                  <a:pt x="185868" y="37801"/>
                  <a:pt x="180930" y="34699"/>
                </a:cubicBezTo>
                <a:cubicBezTo>
                  <a:pt x="175992" y="31596"/>
                  <a:pt x="169779" y="30045"/>
                  <a:pt x="162291" y="30045"/>
                </a:cubicBezTo>
                <a:cubicBezTo>
                  <a:pt x="156541" y="30045"/>
                  <a:pt x="151250" y="31130"/>
                  <a:pt x="146420" y="33301"/>
                </a:cubicBezTo>
                <a:cubicBezTo>
                  <a:pt x="141591" y="35472"/>
                  <a:pt x="137413" y="38511"/>
                  <a:pt x="133886" y="42419"/>
                </a:cubicBezTo>
                <a:cubicBezTo>
                  <a:pt x="130359" y="46325"/>
                  <a:pt x="127619" y="50938"/>
                  <a:pt x="125665" y="56257"/>
                </a:cubicBezTo>
                <a:cubicBezTo>
                  <a:pt x="123712" y="61574"/>
                  <a:pt x="122736" y="67433"/>
                  <a:pt x="122736" y="73835"/>
                </a:cubicBezTo>
                <a:cubicBezTo>
                  <a:pt x="122953" y="80238"/>
                  <a:pt x="123903" y="86153"/>
                  <a:pt x="125585" y="91579"/>
                </a:cubicBezTo>
                <a:cubicBezTo>
                  <a:pt x="127268" y="97006"/>
                  <a:pt x="129790" y="101673"/>
                  <a:pt x="133153" y="105581"/>
                </a:cubicBezTo>
                <a:cubicBezTo>
                  <a:pt x="136518" y="109487"/>
                  <a:pt x="140670" y="112526"/>
                  <a:pt x="145607" y="114697"/>
                </a:cubicBezTo>
                <a:cubicBezTo>
                  <a:pt x="150545" y="116868"/>
                  <a:pt x="156378" y="117953"/>
                  <a:pt x="163106" y="117953"/>
                </a:cubicBezTo>
                <a:cubicBezTo>
                  <a:pt x="172657" y="117953"/>
                  <a:pt x="180580" y="115568"/>
                  <a:pt x="186874" y="110800"/>
                </a:cubicBezTo>
                <a:cubicBezTo>
                  <a:pt x="193168" y="106029"/>
                  <a:pt x="197238" y="98928"/>
                  <a:pt x="199082" y="89498"/>
                </a:cubicBezTo>
                <a:close/>
                <a:moveTo>
                  <a:pt x="215523" y="0"/>
                </a:moveTo>
                <a:lnTo>
                  <a:pt x="215523" y="116204"/>
                </a:lnTo>
                <a:lnTo>
                  <a:pt x="229360" y="116204"/>
                </a:lnTo>
                <a:lnTo>
                  <a:pt x="229360" y="0"/>
                </a:lnTo>
                <a:lnTo>
                  <a:pt x="215523" y="0"/>
                </a:lnTo>
                <a:close/>
                <a:moveTo>
                  <a:pt x="260940" y="74811"/>
                </a:moveTo>
                <a:cubicBezTo>
                  <a:pt x="260940" y="70691"/>
                  <a:pt x="261373" y="66680"/>
                  <a:pt x="262241" y="62777"/>
                </a:cubicBezTo>
                <a:cubicBezTo>
                  <a:pt x="263110" y="58874"/>
                  <a:pt x="264521" y="55405"/>
                  <a:pt x="266474" y="52369"/>
                </a:cubicBezTo>
                <a:cubicBezTo>
                  <a:pt x="268428" y="49333"/>
                  <a:pt x="271032" y="46893"/>
                  <a:pt x="274288" y="45050"/>
                </a:cubicBezTo>
                <a:cubicBezTo>
                  <a:pt x="277543" y="43207"/>
                  <a:pt x="281504" y="42285"/>
                  <a:pt x="286170" y="42285"/>
                </a:cubicBezTo>
                <a:cubicBezTo>
                  <a:pt x="290944" y="42285"/>
                  <a:pt x="295014" y="43180"/>
                  <a:pt x="298379" y="44970"/>
                </a:cubicBezTo>
                <a:cubicBezTo>
                  <a:pt x="301743" y="46758"/>
                  <a:pt x="304483" y="49116"/>
                  <a:pt x="306598" y="52044"/>
                </a:cubicBezTo>
                <a:cubicBezTo>
                  <a:pt x="308714" y="54970"/>
                  <a:pt x="310260" y="58358"/>
                  <a:pt x="311237" y="62208"/>
                </a:cubicBezTo>
                <a:cubicBezTo>
                  <a:pt x="312214" y="66056"/>
                  <a:pt x="312703" y="70040"/>
                  <a:pt x="312703" y="74160"/>
                </a:cubicBezTo>
                <a:cubicBezTo>
                  <a:pt x="312703" y="78063"/>
                  <a:pt x="312242" y="81912"/>
                  <a:pt x="311319" y="85708"/>
                </a:cubicBezTo>
                <a:cubicBezTo>
                  <a:pt x="310397" y="89501"/>
                  <a:pt x="308905" y="92889"/>
                  <a:pt x="306844" y="95872"/>
                </a:cubicBezTo>
                <a:cubicBezTo>
                  <a:pt x="304782" y="98852"/>
                  <a:pt x="302123" y="101264"/>
                  <a:pt x="298868" y="103107"/>
                </a:cubicBezTo>
                <a:cubicBezTo>
                  <a:pt x="295612" y="104950"/>
                  <a:pt x="291651" y="105872"/>
                  <a:pt x="286985" y="105872"/>
                </a:cubicBezTo>
                <a:cubicBezTo>
                  <a:pt x="282536" y="105872"/>
                  <a:pt x="278656" y="105005"/>
                  <a:pt x="275346" y="103271"/>
                </a:cubicBezTo>
                <a:cubicBezTo>
                  <a:pt x="272036" y="101536"/>
                  <a:pt x="269323" y="99204"/>
                  <a:pt x="267206" y="96276"/>
                </a:cubicBezTo>
                <a:cubicBezTo>
                  <a:pt x="265090" y="93349"/>
                  <a:pt x="263516" y="90015"/>
                  <a:pt x="262484" y="86276"/>
                </a:cubicBezTo>
                <a:cubicBezTo>
                  <a:pt x="261455" y="82536"/>
                  <a:pt x="260940" y="78714"/>
                  <a:pt x="260940" y="74811"/>
                </a:cubicBezTo>
                <a:moveTo>
                  <a:pt x="326051" y="116162"/>
                </a:moveTo>
                <a:lnTo>
                  <a:pt x="326051" y="0"/>
                </a:lnTo>
                <a:lnTo>
                  <a:pt x="312214" y="0"/>
                </a:lnTo>
                <a:lnTo>
                  <a:pt x="312214" y="43231"/>
                </a:lnTo>
                <a:lnTo>
                  <a:pt x="311888" y="43231"/>
                </a:lnTo>
                <a:cubicBezTo>
                  <a:pt x="310368" y="40736"/>
                  <a:pt x="308496" y="38647"/>
                  <a:pt x="306272" y="36965"/>
                </a:cubicBezTo>
                <a:cubicBezTo>
                  <a:pt x="304048" y="35282"/>
                  <a:pt x="301688" y="33926"/>
                  <a:pt x="299191" y="32896"/>
                </a:cubicBezTo>
                <a:cubicBezTo>
                  <a:pt x="296695" y="31864"/>
                  <a:pt x="294199" y="31132"/>
                  <a:pt x="291702" y="30698"/>
                </a:cubicBezTo>
                <a:cubicBezTo>
                  <a:pt x="289207" y="30262"/>
                  <a:pt x="286873" y="30045"/>
                  <a:pt x="284703" y="30045"/>
                </a:cubicBezTo>
                <a:cubicBezTo>
                  <a:pt x="278301" y="30045"/>
                  <a:pt x="272685" y="31211"/>
                  <a:pt x="267855" y="33544"/>
                </a:cubicBezTo>
                <a:cubicBezTo>
                  <a:pt x="263026" y="35878"/>
                  <a:pt x="259011" y="39025"/>
                  <a:pt x="255810" y="42988"/>
                </a:cubicBezTo>
                <a:cubicBezTo>
                  <a:pt x="252610" y="46949"/>
                  <a:pt x="250222" y="51589"/>
                  <a:pt x="248647" y="56907"/>
                </a:cubicBezTo>
                <a:cubicBezTo>
                  <a:pt x="247074" y="62225"/>
                  <a:pt x="246287" y="67867"/>
                  <a:pt x="246287" y="73835"/>
                </a:cubicBezTo>
                <a:cubicBezTo>
                  <a:pt x="246287" y="79804"/>
                  <a:pt x="247101" y="85449"/>
                  <a:pt x="248729" y="90767"/>
                </a:cubicBezTo>
                <a:cubicBezTo>
                  <a:pt x="250357" y="96084"/>
                  <a:pt x="252771" y="100751"/>
                  <a:pt x="255972" y="104766"/>
                </a:cubicBezTo>
                <a:cubicBezTo>
                  <a:pt x="259174" y="108782"/>
                  <a:pt x="263190" y="111983"/>
                  <a:pt x="268019" y="114371"/>
                </a:cubicBezTo>
                <a:cubicBezTo>
                  <a:pt x="272847" y="116759"/>
                  <a:pt x="278518" y="117953"/>
                  <a:pt x="285030" y="117953"/>
                </a:cubicBezTo>
                <a:cubicBezTo>
                  <a:pt x="290891" y="117953"/>
                  <a:pt x="296262" y="116923"/>
                  <a:pt x="301146" y="114863"/>
                </a:cubicBezTo>
                <a:cubicBezTo>
                  <a:pt x="306029" y="112801"/>
                  <a:pt x="309610" y="109438"/>
                  <a:pt x="311888" y="104774"/>
                </a:cubicBezTo>
                <a:lnTo>
                  <a:pt x="312214" y="104774"/>
                </a:lnTo>
                <a:lnTo>
                  <a:pt x="312214" y="116162"/>
                </a:lnTo>
                <a:lnTo>
                  <a:pt x="326051" y="1161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Text Encoding">
            <a:extLst xmlns:a="http://schemas.openxmlformats.org/drawingml/2006/main">
              <a:ext uri="{FF2B5EF4-FFF2-40B4-BE49-F238E27FC236}">
                <a16:creationId xmlns:a16="http://schemas.microsoft.com/office/drawing/2014/main" id="{722145DE-10E5-4638-BA62-47BC61624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542" y="3678795"/>
            <a:ext cx="664310" cy="150223"/>
          </a:xfrm>
          <a:custGeom xmlns:a="http://schemas.openxmlformats.org/drawingml/2006/main">
            <a:pathLst>
              <a:path w="664310" h="150223">
                <a:moveTo>
                  <a:pt x="0" y="0"/>
                </a:moveTo>
                <a:lnTo>
                  <a:pt x="0" y="116204"/>
                </a:lnTo>
                <a:lnTo>
                  <a:pt x="80740" y="116204"/>
                </a:lnTo>
                <a:lnTo>
                  <a:pt x="80740" y="103169"/>
                </a:lnTo>
                <a:lnTo>
                  <a:pt x="15464" y="103169"/>
                </a:lnTo>
                <a:lnTo>
                  <a:pt x="15464" y="62951"/>
                </a:lnTo>
                <a:lnTo>
                  <a:pt x="75857" y="62951"/>
                </a:lnTo>
                <a:lnTo>
                  <a:pt x="75857" y="49915"/>
                </a:lnTo>
                <a:lnTo>
                  <a:pt x="15464" y="49915"/>
                </a:lnTo>
                <a:lnTo>
                  <a:pt x="15464" y="13035"/>
                </a:lnTo>
                <a:lnTo>
                  <a:pt x="80251" y="13035"/>
                </a:lnTo>
                <a:lnTo>
                  <a:pt x="80251" y="0"/>
                </a:lnTo>
                <a:lnTo>
                  <a:pt x="0" y="0"/>
                </a:lnTo>
                <a:close/>
                <a:moveTo>
                  <a:pt x="97179" y="31999"/>
                </a:moveTo>
                <a:lnTo>
                  <a:pt x="97179" y="116204"/>
                </a:lnTo>
                <a:lnTo>
                  <a:pt x="111017" y="116204"/>
                </a:lnTo>
                <a:lnTo>
                  <a:pt x="111017" y="68661"/>
                </a:lnTo>
                <a:cubicBezTo>
                  <a:pt x="111017" y="64862"/>
                  <a:pt x="111532" y="61362"/>
                  <a:pt x="112562" y="58159"/>
                </a:cubicBezTo>
                <a:cubicBezTo>
                  <a:pt x="113594" y="54957"/>
                  <a:pt x="115140" y="52162"/>
                  <a:pt x="117202" y="49774"/>
                </a:cubicBezTo>
                <a:cubicBezTo>
                  <a:pt x="119263" y="47386"/>
                  <a:pt x="121841" y="45541"/>
                  <a:pt x="124934" y="44240"/>
                </a:cubicBezTo>
                <a:cubicBezTo>
                  <a:pt x="128027" y="42937"/>
                  <a:pt x="131690" y="42285"/>
                  <a:pt x="135923" y="42285"/>
                </a:cubicBezTo>
                <a:cubicBezTo>
                  <a:pt x="141240" y="42285"/>
                  <a:pt x="145417" y="43805"/>
                  <a:pt x="148456" y="46845"/>
                </a:cubicBezTo>
                <a:cubicBezTo>
                  <a:pt x="151495" y="49884"/>
                  <a:pt x="153014" y="54008"/>
                  <a:pt x="153014" y="59217"/>
                </a:cubicBezTo>
                <a:lnTo>
                  <a:pt x="153014" y="116204"/>
                </a:lnTo>
                <a:lnTo>
                  <a:pt x="166851" y="116204"/>
                </a:lnTo>
                <a:lnTo>
                  <a:pt x="166851" y="60827"/>
                </a:lnTo>
                <a:cubicBezTo>
                  <a:pt x="166851" y="56267"/>
                  <a:pt x="166390" y="52114"/>
                  <a:pt x="165468" y="48368"/>
                </a:cubicBezTo>
                <a:cubicBezTo>
                  <a:pt x="164546" y="44622"/>
                  <a:pt x="162944" y="41393"/>
                  <a:pt x="160664" y="38678"/>
                </a:cubicBezTo>
                <a:cubicBezTo>
                  <a:pt x="158386" y="35963"/>
                  <a:pt x="155402" y="33845"/>
                  <a:pt x="151712" y="32325"/>
                </a:cubicBezTo>
                <a:cubicBezTo>
                  <a:pt x="148023" y="30805"/>
                  <a:pt x="143410" y="30045"/>
                  <a:pt x="137875" y="30045"/>
                </a:cubicBezTo>
                <a:cubicBezTo>
                  <a:pt x="125394" y="30045"/>
                  <a:pt x="116279" y="35148"/>
                  <a:pt x="110528" y="45355"/>
                </a:cubicBezTo>
                <a:lnTo>
                  <a:pt x="110202" y="45355"/>
                </a:lnTo>
                <a:lnTo>
                  <a:pt x="110202" y="31999"/>
                </a:lnTo>
                <a:lnTo>
                  <a:pt x="97179" y="31999"/>
                </a:lnTo>
                <a:close/>
                <a:moveTo>
                  <a:pt x="244822" y="58976"/>
                </a:moveTo>
                <a:lnTo>
                  <a:pt x="259148" y="58976"/>
                </a:lnTo>
                <a:cubicBezTo>
                  <a:pt x="258605" y="53992"/>
                  <a:pt x="257303" y="49685"/>
                  <a:pt x="255241" y="46056"/>
                </a:cubicBezTo>
                <a:cubicBezTo>
                  <a:pt x="253180" y="42424"/>
                  <a:pt x="250548" y="39417"/>
                  <a:pt x="247345" y="37034"/>
                </a:cubicBezTo>
                <a:cubicBezTo>
                  <a:pt x="244144" y="34650"/>
                  <a:pt x="240455" y="32889"/>
                  <a:pt x="236277" y="31751"/>
                </a:cubicBezTo>
                <a:cubicBezTo>
                  <a:pt x="232099" y="30613"/>
                  <a:pt x="227623" y="30045"/>
                  <a:pt x="222847" y="30045"/>
                </a:cubicBezTo>
                <a:cubicBezTo>
                  <a:pt x="216227" y="30045"/>
                  <a:pt x="210420" y="31211"/>
                  <a:pt x="205428" y="33544"/>
                </a:cubicBezTo>
                <a:cubicBezTo>
                  <a:pt x="200437" y="35878"/>
                  <a:pt x="196286" y="39079"/>
                  <a:pt x="192976" y="43149"/>
                </a:cubicBezTo>
                <a:cubicBezTo>
                  <a:pt x="189666" y="47220"/>
                  <a:pt x="187197" y="51995"/>
                  <a:pt x="185569" y="57476"/>
                </a:cubicBezTo>
                <a:cubicBezTo>
                  <a:pt x="183942" y="62956"/>
                  <a:pt x="183128" y="68843"/>
                  <a:pt x="183128" y="75139"/>
                </a:cubicBezTo>
                <a:cubicBezTo>
                  <a:pt x="183128" y="81433"/>
                  <a:pt x="183969" y="87212"/>
                  <a:pt x="185651" y="92476"/>
                </a:cubicBezTo>
                <a:cubicBezTo>
                  <a:pt x="187334" y="97740"/>
                  <a:pt x="189830" y="102272"/>
                  <a:pt x="193140" y="106070"/>
                </a:cubicBezTo>
                <a:cubicBezTo>
                  <a:pt x="196450" y="109867"/>
                  <a:pt x="200574" y="112797"/>
                  <a:pt x="205510" y="114861"/>
                </a:cubicBezTo>
                <a:cubicBezTo>
                  <a:pt x="210448" y="116922"/>
                  <a:pt x="216118" y="117953"/>
                  <a:pt x="222522" y="117953"/>
                </a:cubicBezTo>
                <a:cubicBezTo>
                  <a:pt x="233265" y="117953"/>
                  <a:pt x="241757" y="115129"/>
                  <a:pt x="247996" y="109481"/>
                </a:cubicBezTo>
                <a:cubicBezTo>
                  <a:pt x="254237" y="103832"/>
                  <a:pt x="258117" y="95794"/>
                  <a:pt x="259635" y="85365"/>
                </a:cubicBezTo>
                <a:lnTo>
                  <a:pt x="245475" y="85365"/>
                </a:lnTo>
                <a:cubicBezTo>
                  <a:pt x="244606" y="91874"/>
                  <a:pt x="242244" y="96920"/>
                  <a:pt x="238391" y="100501"/>
                </a:cubicBezTo>
                <a:cubicBezTo>
                  <a:pt x="234539" y="104082"/>
                  <a:pt x="229195" y="105872"/>
                  <a:pt x="222358" y="105872"/>
                </a:cubicBezTo>
                <a:cubicBezTo>
                  <a:pt x="218018" y="105872"/>
                  <a:pt x="214274" y="105005"/>
                  <a:pt x="211126" y="103271"/>
                </a:cubicBezTo>
                <a:cubicBezTo>
                  <a:pt x="207980" y="101536"/>
                  <a:pt x="205429" y="99231"/>
                  <a:pt x="203475" y="96358"/>
                </a:cubicBezTo>
                <a:cubicBezTo>
                  <a:pt x="201523" y="93485"/>
                  <a:pt x="200086" y="90206"/>
                  <a:pt x="199164" y="86520"/>
                </a:cubicBezTo>
                <a:cubicBezTo>
                  <a:pt x="198241" y="82834"/>
                  <a:pt x="197780" y="79039"/>
                  <a:pt x="197780" y="75136"/>
                </a:cubicBezTo>
                <a:cubicBezTo>
                  <a:pt x="197780" y="70907"/>
                  <a:pt x="198214" y="66815"/>
                  <a:pt x="199082" y="62859"/>
                </a:cubicBezTo>
                <a:cubicBezTo>
                  <a:pt x="199949" y="58901"/>
                  <a:pt x="201387" y="55405"/>
                  <a:pt x="203394" y="52369"/>
                </a:cubicBezTo>
                <a:cubicBezTo>
                  <a:pt x="205402" y="49333"/>
                  <a:pt x="208088" y="46893"/>
                  <a:pt x="211451" y="45050"/>
                </a:cubicBezTo>
                <a:cubicBezTo>
                  <a:pt x="214816" y="43207"/>
                  <a:pt x="218995" y="42285"/>
                  <a:pt x="223987" y="42285"/>
                </a:cubicBezTo>
                <a:cubicBezTo>
                  <a:pt x="229847" y="42285"/>
                  <a:pt x="234514" y="43744"/>
                  <a:pt x="237986" y="46662"/>
                </a:cubicBezTo>
                <a:cubicBezTo>
                  <a:pt x="241458" y="49578"/>
                  <a:pt x="243737" y="53683"/>
                  <a:pt x="244822" y="58976"/>
                </a:cubicBezTo>
                <a:close/>
                <a:moveTo>
                  <a:pt x="285194" y="74160"/>
                </a:moveTo>
                <a:cubicBezTo>
                  <a:pt x="285194" y="69063"/>
                  <a:pt x="285872" y="64537"/>
                  <a:pt x="287228" y="60581"/>
                </a:cubicBezTo>
                <a:cubicBezTo>
                  <a:pt x="288584" y="56623"/>
                  <a:pt x="290456" y="53289"/>
                  <a:pt x="292844" y="50579"/>
                </a:cubicBezTo>
                <a:cubicBezTo>
                  <a:pt x="295232" y="47868"/>
                  <a:pt x="298026" y="45808"/>
                  <a:pt x="301227" y="44399"/>
                </a:cubicBezTo>
                <a:cubicBezTo>
                  <a:pt x="304428" y="42990"/>
                  <a:pt x="307819" y="42285"/>
                  <a:pt x="311401" y="42285"/>
                </a:cubicBezTo>
                <a:cubicBezTo>
                  <a:pt x="314983" y="42285"/>
                  <a:pt x="318374" y="42990"/>
                  <a:pt x="321575" y="44399"/>
                </a:cubicBezTo>
                <a:cubicBezTo>
                  <a:pt x="324776" y="45808"/>
                  <a:pt x="327570" y="47868"/>
                  <a:pt x="329958" y="50579"/>
                </a:cubicBezTo>
                <a:cubicBezTo>
                  <a:pt x="332346" y="53289"/>
                  <a:pt x="334218" y="56623"/>
                  <a:pt x="335574" y="60581"/>
                </a:cubicBezTo>
                <a:cubicBezTo>
                  <a:pt x="336930" y="64537"/>
                  <a:pt x="337608" y="69063"/>
                  <a:pt x="337608" y="74160"/>
                </a:cubicBezTo>
                <a:cubicBezTo>
                  <a:pt x="337608" y="79255"/>
                  <a:pt x="336930" y="83782"/>
                  <a:pt x="335574" y="87739"/>
                </a:cubicBezTo>
                <a:cubicBezTo>
                  <a:pt x="334218" y="91697"/>
                  <a:pt x="332346" y="95004"/>
                  <a:pt x="329958" y="97660"/>
                </a:cubicBezTo>
                <a:cubicBezTo>
                  <a:pt x="327570" y="100316"/>
                  <a:pt x="324776" y="102349"/>
                  <a:pt x="321575" y="103758"/>
                </a:cubicBezTo>
                <a:cubicBezTo>
                  <a:pt x="318374" y="105167"/>
                  <a:pt x="314983" y="105872"/>
                  <a:pt x="311401" y="105872"/>
                </a:cubicBezTo>
                <a:cubicBezTo>
                  <a:pt x="307819" y="105872"/>
                  <a:pt x="304428" y="105167"/>
                  <a:pt x="301227" y="103758"/>
                </a:cubicBezTo>
                <a:cubicBezTo>
                  <a:pt x="298026" y="102349"/>
                  <a:pt x="295232" y="100316"/>
                  <a:pt x="292844" y="97660"/>
                </a:cubicBezTo>
                <a:cubicBezTo>
                  <a:pt x="290456" y="95004"/>
                  <a:pt x="288584" y="91697"/>
                  <a:pt x="287228" y="87739"/>
                </a:cubicBezTo>
                <a:cubicBezTo>
                  <a:pt x="285872" y="83782"/>
                  <a:pt x="285194" y="79255"/>
                  <a:pt x="285194" y="74160"/>
                </a:cubicBezTo>
                <a:moveTo>
                  <a:pt x="270542" y="74163"/>
                </a:moveTo>
                <a:cubicBezTo>
                  <a:pt x="270542" y="80348"/>
                  <a:pt x="271409" y="86099"/>
                  <a:pt x="273145" y="91418"/>
                </a:cubicBezTo>
                <a:cubicBezTo>
                  <a:pt x="274882" y="96735"/>
                  <a:pt x="277486" y="101375"/>
                  <a:pt x="280959" y="105338"/>
                </a:cubicBezTo>
                <a:cubicBezTo>
                  <a:pt x="284431" y="109298"/>
                  <a:pt x="288718" y="112392"/>
                  <a:pt x="293818" y="114617"/>
                </a:cubicBezTo>
                <a:cubicBezTo>
                  <a:pt x="298920" y="116841"/>
                  <a:pt x="304781" y="117953"/>
                  <a:pt x="311401" y="117953"/>
                </a:cubicBezTo>
                <a:cubicBezTo>
                  <a:pt x="318129" y="117953"/>
                  <a:pt x="324016" y="116841"/>
                  <a:pt x="329061" y="114617"/>
                </a:cubicBezTo>
                <a:cubicBezTo>
                  <a:pt x="334108" y="112392"/>
                  <a:pt x="338368" y="109298"/>
                  <a:pt x="341840" y="105338"/>
                </a:cubicBezTo>
                <a:cubicBezTo>
                  <a:pt x="345313" y="101375"/>
                  <a:pt x="347917" y="96735"/>
                  <a:pt x="349652" y="91418"/>
                </a:cubicBezTo>
                <a:cubicBezTo>
                  <a:pt x="351389" y="86099"/>
                  <a:pt x="352258" y="80348"/>
                  <a:pt x="352258" y="74163"/>
                </a:cubicBezTo>
                <a:cubicBezTo>
                  <a:pt x="352258" y="67976"/>
                  <a:pt x="351389" y="62197"/>
                  <a:pt x="349652" y="56825"/>
                </a:cubicBezTo>
                <a:cubicBezTo>
                  <a:pt x="347917" y="51452"/>
                  <a:pt x="345313" y="46785"/>
                  <a:pt x="341840" y="42824"/>
                </a:cubicBezTo>
                <a:cubicBezTo>
                  <a:pt x="338368" y="38863"/>
                  <a:pt x="334108" y="35743"/>
                  <a:pt x="329061" y="33465"/>
                </a:cubicBezTo>
                <a:cubicBezTo>
                  <a:pt x="324016" y="31185"/>
                  <a:pt x="318129" y="30045"/>
                  <a:pt x="311401" y="30045"/>
                </a:cubicBezTo>
                <a:cubicBezTo>
                  <a:pt x="304781" y="30045"/>
                  <a:pt x="298920" y="31185"/>
                  <a:pt x="293818" y="33465"/>
                </a:cubicBezTo>
                <a:cubicBezTo>
                  <a:pt x="288718" y="35743"/>
                  <a:pt x="284431" y="38863"/>
                  <a:pt x="280959" y="42824"/>
                </a:cubicBezTo>
                <a:cubicBezTo>
                  <a:pt x="277486" y="46785"/>
                  <a:pt x="274882" y="51452"/>
                  <a:pt x="273145" y="56825"/>
                </a:cubicBezTo>
                <a:cubicBezTo>
                  <a:pt x="271409" y="62197"/>
                  <a:pt x="270542" y="67976"/>
                  <a:pt x="270542" y="74163"/>
                </a:cubicBezTo>
                <a:close/>
                <a:moveTo>
                  <a:pt x="378630" y="74811"/>
                </a:moveTo>
                <a:cubicBezTo>
                  <a:pt x="378630" y="70691"/>
                  <a:pt x="379064" y="66680"/>
                  <a:pt x="379932" y="62777"/>
                </a:cubicBezTo>
                <a:cubicBezTo>
                  <a:pt x="380801" y="58874"/>
                  <a:pt x="382212" y="55405"/>
                  <a:pt x="384164" y="52369"/>
                </a:cubicBezTo>
                <a:cubicBezTo>
                  <a:pt x="386118" y="49333"/>
                  <a:pt x="388723" y="46893"/>
                  <a:pt x="391979" y="45050"/>
                </a:cubicBezTo>
                <a:cubicBezTo>
                  <a:pt x="395234" y="43207"/>
                  <a:pt x="399195" y="42285"/>
                  <a:pt x="403861" y="42285"/>
                </a:cubicBezTo>
                <a:cubicBezTo>
                  <a:pt x="408635" y="42285"/>
                  <a:pt x="412705" y="43180"/>
                  <a:pt x="416069" y="44970"/>
                </a:cubicBezTo>
                <a:cubicBezTo>
                  <a:pt x="419434" y="46758"/>
                  <a:pt x="422174" y="49116"/>
                  <a:pt x="424288" y="52044"/>
                </a:cubicBezTo>
                <a:cubicBezTo>
                  <a:pt x="426405" y="54970"/>
                  <a:pt x="427951" y="58358"/>
                  <a:pt x="428928" y="62208"/>
                </a:cubicBezTo>
                <a:cubicBezTo>
                  <a:pt x="429905" y="66056"/>
                  <a:pt x="430394" y="70040"/>
                  <a:pt x="430394" y="74160"/>
                </a:cubicBezTo>
                <a:cubicBezTo>
                  <a:pt x="430394" y="78063"/>
                  <a:pt x="429933" y="81912"/>
                  <a:pt x="429010" y="85708"/>
                </a:cubicBezTo>
                <a:cubicBezTo>
                  <a:pt x="428088" y="89501"/>
                  <a:pt x="426596" y="92889"/>
                  <a:pt x="424534" y="95872"/>
                </a:cubicBezTo>
                <a:cubicBezTo>
                  <a:pt x="422473" y="98852"/>
                  <a:pt x="419814" y="101264"/>
                  <a:pt x="416559" y="103107"/>
                </a:cubicBezTo>
                <a:cubicBezTo>
                  <a:pt x="413303" y="104950"/>
                  <a:pt x="409342" y="105872"/>
                  <a:pt x="404676" y="105872"/>
                </a:cubicBezTo>
                <a:cubicBezTo>
                  <a:pt x="400227" y="105872"/>
                  <a:pt x="396347" y="105005"/>
                  <a:pt x="393037" y="103271"/>
                </a:cubicBezTo>
                <a:cubicBezTo>
                  <a:pt x="389727" y="101536"/>
                  <a:pt x="387013" y="99204"/>
                  <a:pt x="384897" y="96276"/>
                </a:cubicBezTo>
                <a:cubicBezTo>
                  <a:pt x="382781" y="93349"/>
                  <a:pt x="381207" y="90015"/>
                  <a:pt x="380175" y="86276"/>
                </a:cubicBezTo>
                <a:cubicBezTo>
                  <a:pt x="379145" y="82536"/>
                  <a:pt x="378630" y="78714"/>
                  <a:pt x="378630" y="74811"/>
                </a:cubicBezTo>
                <a:moveTo>
                  <a:pt x="443742" y="116162"/>
                </a:moveTo>
                <a:lnTo>
                  <a:pt x="443742" y="0"/>
                </a:lnTo>
                <a:lnTo>
                  <a:pt x="429904" y="0"/>
                </a:lnTo>
                <a:lnTo>
                  <a:pt x="429904" y="43231"/>
                </a:lnTo>
                <a:lnTo>
                  <a:pt x="429579" y="43231"/>
                </a:lnTo>
                <a:cubicBezTo>
                  <a:pt x="428059" y="40736"/>
                  <a:pt x="426187" y="38647"/>
                  <a:pt x="423963" y="36965"/>
                </a:cubicBezTo>
                <a:cubicBezTo>
                  <a:pt x="421739" y="35282"/>
                  <a:pt x="419379" y="33926"/>
                  <a:pt x="416882" y="32896"/>
                </a:cubicBezTo>
                <a:cubicBezTo>
                  <a:pt x="414386" y="31864"/>
                  <a:pt x="411890" y="31132"/>
                  <a:pt x="409393" y="30698"/>
                </a:cubicBezTo>
                <a:cubicBezTo>
                  <a:pt x="406897" y="30262"/>
                  <a:pt x="404564" y="30045"/>
                  <a:pt x="402393" y="30045"/>
                </a:cubicBezTo>
                <a:cubicBezTo>
                  <a:pt x="395992" y="30045"/>
                  <a:pt x="390376" y="31211"/>
                  <a:pt x="385545" y="33544"/>
                </a:cubicBezTo>
                <a:cubicBezTo>
                  <a:pt x="380717" y="35878"/>
                  <a:pt x="376702" y="39025"/>
                  <a:pt x="373501" y="42988"/>
                </a:cubicBezTo>
                <a:cubicBezTo>
                  <a:pt x="370300" y="46949"/>
                  <a:pt x="367913" y="51589"/>
                  <a:pt x="366338" y="56907"/>
                </a:cubicBezTo>
                <a:cubicBezTo>
                  <a:pt x="364765" y="62225"/>
                  <a:pt x="363978" y="67867"/>
                  <a:pt x="363978" y="73835"/>
                </a:cubicBezTo>
                <a:cubicBezTo>
                  <a:pt x="363978" y="79804"/>
                  <a:pt x="364792" y="85449"/>
                  <a:pt x="366420" y="90767"/>
                </a:cubicBezTo>
                <a:cubicBezTo>
                  <a:pt x="368047" y="96084"/>
                  <a:pt x="370462" y="100751"/>
                  <a:pt x="373663" y="104766"/>
                </a:cubicBezTo>
                <a:cubicBezTo>
                  <a:pt x="376865" y="108782"/>
                  <a:pt x="380881" y="111983"/>
                  <a:pt x="385709" y="114371"/>
                </a:cubicBezTo>
                <a:cubicBezTo>
                  <a:pt x="390538" y="116759"/>
                  <a:pt x="396209" y="117953"/>
                  <a:pt x="402721" y="117953"/>
                </a:cubicBezTo>
                <a:cubicBezTo>
                  <a:pt x="408581" y="117953"/>
                  <a:pt x="413953" y="116923"/>
                  <a:pt x="418836" y="114863"/>
                </a:cubicBezTo>
                <a:cubicBezTo>
                  <a:pt x="423720" y="112801"/>
                  <a:pt x="427301" y="109438"/>
                  <a:pt x="429579" y="104774"/>
                </a:cubicBezTo>
                <a:lnTo>
                  <a:pt x="429904" y="104774"/>
                </a:lnTo>
                <a:lnTo>
                  <a:pt x="429904" y="116162"/>
                </a:lnTo>
                <a:lnTo>
                  <a:pt x="443742" y="116162"/>
                </a:lnTo>
                <a:close/>
                <a:moveTo>
                  <a:pt x="479718" y="17009"/>
                </a:moveTo>
                <a:lnTo>
                  <a:pt x="479718" y="0"/>
                </a:lnTo>
                <a:lnTo>
                  <a:pt x="465880" y="0"/>
                </a:lnTo>
                <a:lnTo>
                  <a:pt x="465880" y="17009"/>
                </a:lnTo>
                <a:lnTo>
                  <a:pt x="479718" y="17009"/>
                </a:lnTo>
                <a:moveTo>
                  <a:pt x="465880" y="32047"/>
                </a:moveTo>
                <a:lnTo>
                  <a:pt x="465880" y="116204"/>
                </a:lnTo>
                <a:lnTo>
                  <a:pt x="479718" y="116204"/>
                </a:lnTo>
                <a:lnTo>
                  <a:pt x="479718" y="32047"/>
                </a:lnTo>
                <a:lnTo>
                  <a:pt x="465880" y="32047"/>
                </a:lnTo>
                <a:close/>
                <a:moveTo>
                  <a:pt x="501203" y="31999"/>
                </a:moveTo>
                <a:lnTo>
                  <a:pt x="501203" y="116204"/>
                </a:lnTo>
                <a:lnTo>
                  <a:pt x="515040" y="116204"/>
                </a:lnTo>
                <a:lnTo>
                  <a:pt x="515040" y="68661"/>
                </a:lnTo>
                <a:cubicBezTo>
                  <a:pt x="515040" y="64862"/>
                  <a:pt x="515555" y="61362"/>
                  <a:pt x="516585" y="58159"/>
                </a:cubicBezTo>
                <a:cubicBezTo>
                  <a:pt x="517617" y="54957"/>
                  <a:pt x="519164" y="52162"/>
                  <a:pt x="521225" y="49774"/>
                </a:cubicBezTo>
                <a:cubicBezTo>
                  <a:pt x="523287" y="47386"/>
                  <a:pt x="525864" y="45541"/>
                  <a:pt x="528957" y="44240"/>
                </a:cubicBezTo>
                <a:cubicBezTo>
                  <a:pt x="532051" y="42937"/>
                  <a:pt x="535713" y="42285"/>
                  <a:pt x="539946" y="42285"/>
                </a:cubicBezTo>
                <a:cubicBezTo>
                  <a:pt x="545263" y="42285"/>
                  <a:pt x="549441" y="43805"/>
                  <a:pt x="552479" y="46845"/>
                </a:cubicBezTo>
                <a:cubicBezTo>
                  <a:pt x="555518" y="49884"/>
                  <a:pt x="557037" y="54008"/>
                  <a:pt x="557037" y="59217"/>
                </a:cubicBezTo>
                <a:lnTo>
                  <a:pt x="557037" y="116204"/>
                </a:lnTo>
                <a:lnTo>
                  <a:pt x="570875" y="116204"/>
                </a:lnTo>
                <a:lnTo>
                  <a:pt x="570875" y="60827"/>
                </a:lnTo>
                <a:cubicBezTo>
                  <a:pt x="570875" y="56267"/>
                  <a:pt x="570414" y="52114"/>
                  <a:pt x="569491" y="48368"/>
                </a:cubicBezTo>
                <a:cubicBezTo>
                  <a:pt x="568569" y="44622"/>
                  <a:pt x="566968" y="41393"/>
                  <a:pt x="564688" y="38678"/>
                </a:cubicBezTo>
                <a:cubicBezTo>
                  <a:pt x="562409" y="35963"/>
                  <a:pt x="559425" y="33845"/>
                  <a:pt x="555736" y="32325"/>
                </a:cubicBezTo>
                <a:cubicBezTo>
                  <a:pt x="552046" y="30805"/>
                  <a:pt x="547434" y="30045"/>
                  <a:pt x="541898" y="30045"/>
                </a:cubicBezTo>
                <a:cubicBezTo>
                  <a:pt x="529418" y="30045"/>
                  <a:pt x="520302" y="35148"/>
                  <a:pt x="514551" y="45355"/>
                </a:cubicBezTo>
                <a:lnTo>
                  <a:pt x="514226" y="45355"/>
                </a:lnTo>
                <a:lnTo>
                  <a:pt x="514226" y="31999"/>
                </a:lnTo>
                <a:lnTo>
                  <a:pt x="501203" y="31999"/>
                </a:lnTo>
                <a:close/>
                <a:moveTo>
                  <a:pt x="664310" y="109024"/>
                </a:moveTo>
                <a:lnTo>
                  <a:pt x="664310" y="31999"/>
                </a:lnTo>
                <a:lnTo>
                  <a:pt x="651287" y="31999"/>
                </a:lnTo>
                <a:lnTo>
                  <a:pt x="651287" y="44049"/>
                </a:lnTo>
                <a:lnTo>
                  <a:pt x="651125" y="44049"/>
                </a:lnTo>
                <a:cubicBezTo>
                  <a:pt x="648630" y="39381"/>
                  <a:pt x="645158" y="35880"/>
                  <a:pt x="640708" y="33547"/>
                </a:cubicBezTo>
                <a:cubicBezTo>
                  <a:pt x="636259" y="31212"/>
                  <a:pt x="631375" y="30045"/>
                  <a:pt x="626056" y="30045"/>
                </a:cubicBezTo>
                <a:cubicBezTo>
                  <a:pt x="618785" y="30045"/>
                  <a:pt x="612653" y="31429"/>
                  <a:pt x="607661" y="34198"/>
                </a:cubicBezTo>
                <a:cubicBezTo>
                  <a:pt x="602670" y="36965"/>
                  <a:pt x="598655" y="40493"/>
                  <a:pt x="595616" y="44781"/>
                </a:cubicBezTo>
                <a:cubicBezTo>
                  <a:pt x="592578" y="49070"/>
                  <a:pt x="590407" y="53847"/>
                  <a:pt x="589104" y="59113"/>
                </a:cubicBezTo>
                <a:cubicBezTo>
                  <a:pt x="587802" y="64377"/>
                  <a:pt x="587151" y="69506"/>
                  <a:pt x="587151" y="74498"/>
                </a:cubicBezTo>
                <a:cubicBezTo>
                  <a:pt x="587151" y="80252"/>
                  <a:pt x="587938" y="85708"/>
                  <a:pt x="589511" y="90864"/>
                </a:cubicBezTo>
                <a:cubicBezTo>
                  <a:pt x="591086" y="96021"/>
                  <a:pt x="593446" y="100526"/>
                  <a:pt x="596593" y="104381"/>
                </a:cubicBezTo>
                <a:cubicBezTo>
                  <a:pt x="599740" y="108235"/>
                  <a:pt x="603647" y="111301"/>
                  <a:pt x="608314" y="113581"/>
                </a:cubicBezTo>
                <a:cubicBezTo>
                  <a:pt x="612980" y="115860"/>
                  <a:pt x="618460" y="116999"/>
                  <a:pt x="624754" y="116999"/>
                </a:cubicBezTo>
                <a:cubicBezTo>
                  <a:pt x="630179" y="116999"/>
                  <a:pt x="635306" y="115779"/>
                  <a:pt x="640134" y="113338"/>
                </a:cubicBezTo>
                <a:cubicBezTo>
                  <a:pt x="644965" y="110896"/>
                  <a:pt x="648574" y="107070"/>
                  <a:pt x="650961" y="101860"/>
                </a:cubicBezTo>
                <a:lnTo>
                  <a:pt x="651287" y="101860"/>
                </a:lnTo>
                <a:lnTo>
                  <a:pt x="651287" y="107394"/>
                </a:lnTo>
                <a:cubicBezTo>
                  <a:pt x="651287" y="112060"/>
                  <a:pt x="650826" y="116344"/>
                  <a:pt x="649903" y="120246"/>
                </a:cubicBezTo>
                <a:cubicBezTo>
                  <a:pt x="648981" y="124147"/>
                  <a:pt x="647489" y="127479"/>
                  <a:pt x="645427" y="130241"/>
                </a:cubicBezTo>
                <a:cubicBezTo>
                  <a:pt x="643366" y="133003"/>
                  <a:pt x="640761" y="135169"/>
                  <a:pt x="637613" y="136738"/>
                </a:cubicBezTo>
                <a:cubicBezTo>
                  <a:pt x="634467" y="138310"/>
                  <a:pt x="630615" y="139096"/>
                  <a:pt x="626056" y="139096"/>
                </a:cubicBezTo>
                <a:cubicBezTo>
                  <a:pt x="623777" y="139096"/>
                  <a:pt x="621390" y="138851"/>
                  <a:pt x="618895" y="138363"/>
                </a:cubicBezTo>
                <a:cubicBezTo>
                  <a:pt x="616400" y="137874"/>
                  <a:pt x="614094" y="137087"/>
                  <a:pt x="611977" y="136001"/>
                </a:cubicBezTo>
                <a:cubicBezTo>
                  <a:pt x="609861" y="134916"/>
                  <a:pt x="608070" y="133505"/>
                  <a:pt x="606605" y="131768"/>
                </a:cubicBezTo>
                <a:cubicBezTo>
                  <a:pt x="605141" y="130033"/>
                  <a:pt x="604355" y="127917"/>
                  <a:pt x="604245" y="125422"/>
                </a:cubicBezTo>
                <a:lnTo>
                  <a:pt x="590408" y="125422"/>
                </a:lnTo>
                <a:cubicBezTo>
                  <a:pt x="590625" y="129979"/>
                  <a:pt x="591818" y="133833"/>
                  <a:pt x="593987" y="136984"/>
                </a:cubicBezTo>
                <a:cubicBezTo>
                  <a:pt x="596158" y="140137"/>
                  <a:pt x="598898" y="142695"/>
                  <a:pt x="602209" y="144659"/>
                </a:cubicBezTo>
                <a:cubicBezTo>
                  <a:pt x="605519" y="146623"/>
                  <a:pt x="609208" y="148042"/>
                  <a:pt x="613277" y="148914"/>
                </a:cubicBezTo>
                <a:cubicBezTo>
                  <a:pt x="617347" y="149787"/>
                  <a:pt x="621336" y="150223"/>
                  <a:pt x="625244" y="150223"/>
                </a:cubicBezTo>
                <a:cubicBezTo>
                  <a:pt x="638700" y="150223"/>
                  <a:pt x="648575" y="146803"/>
                  <a:pt x="654869" y="139962"/>
                </a:cubicBezTo>
                <a:cubicBezTo>
                  <a:pt x="661163" y="133124"/>
                  <a:pt x="664310" y="122811"/>
                  <a:pt x="664310" y="109024"/>
                </a:cubicBezTo>
                <a:moveTo>
                  <a:pt x="625569" y="104918"/>
                </a:moveTo>
                <a:cubicBezTo>
                  <a:pt x="621010" y="104918"/>
                  <a:pt x="617212" y="103969"/>
                  <a:pt x="614173" y="102071"/>
                </a:cubicBezTo>
                <a:cubicBezTo>
                  <a:pt x="611136" y="100174"/>
                  <a:pt x="608695" y="97679"/>
                  <a:pt x="606848" y="94587"/>
                </a:cubicBezTo>
                <a:cubicBezTo>
                  <a:pt x="605004" y="91496"/>
                  <a:pt x="603701" y="88052"/>
                  <a:pt x="602941" y="84257"/>
                </a:cubicBezTo>
                <a:cubicBezTo>
                  <a:pt x="602183" y="80462"/>
                  <a:pt x="601804" y="76666"/>
                  <a:pt x="601804" y="72869"/>
                </a:cubicBezTo>
                <a:cubicBezTo>
                  <a:pt x="601804" y="68856"/>
                  <a:pt x="602265" y="65006"/>
                  <a:pt x="603187" y="61319"/>
                </a:cubicBezTo>
                <a:cubicBezTo>
                  <a:pt x="604109" y="57631"/>
                  <a:pt x="605574" y="54377"/>
                  <a:pt x="607581" y="51557"/>
                </a:cubicBezTo>
                <a:cubicBezTo>
                  <a:pt x="609590" y="48737"/>
                  <a:pt x="612167" y="46487"/>
                  <a:pt x="615313" y="44806"/>
                </a:cubicBezTo>
                <a:cubicBezTo>
                  <a:pt x="618461" y="43125"/>
                  <a:pt x="622260" y="42285"/>
                  <a:pt x="626709" y="42285"/>
                </a:cubicBezTo>
                <a:cubicBezTo>
                  <a:pt x="631049" y="42285"/>
                  <a:pt x="634739" y="43153"/>
                  <a:pt x="637777" y="44888"/>
                </a:cubicBezTo>
                <a:cubicBezTo>
                  <a:pt x="640816" y="46623"/>
                  <a:pt x="643284" y="48929"/>
                  <a:pt x="645182" y="51803"/>
                </a:cubicBezTo>
                <a:cubicBezTo>
                  <a:pt x="647081" y="54676"/>
                  <a:pt x="648464" y="57903"/>
                  <a:pt x="649332" y="61483"/>
                </a:cubicBezTo>
                <a:cubicBezTo>
                  <a:pt x="650201" y="65061"/>
                  <a:pt x="650636" y="68694"/>
                  <a:pt x="650636" y="72382"/>
                </a:cubicBezTo>
                <a:cubicBezTo>
                  <a:pt x="650636" y="76286"/>
                  <a:pt x="650175" y="80191"/>
                  <a:pt x="649253" y="84096"/>
                </a:cubicBezTo>
                <a:cubicBezTo>
                  <a:pt x="648330" y="87999"/>
                  <a:pt x="646892" y="91496"/>
                  <a:pt x="644938" y="94587"/>
                </a:cubicBezTo>
                <a:cubicBezTo>
                  <a:pt x="642986" y="97679"/>
                  <a:pt x="640408" y="100174"/>
                  <a:pt x="637206" y="102071"/>
                </a:cubicBezTo>
                <a:cubicBezTo>
                  <a:pt x="634005" y="103969"/>
                  <a:pt x="630126" y="104918"/>
                  <a:pt x="625569" y="10491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Text T">
            <a:extLst xmlns:a="http://schemas.openxmlformats.org/drawingml/2006/main">
              <a:ext uri="{FF2B5EF4-FFF2-40B4-BE49-F238E27FC236}">
                <a16:creationId xmlns:a16="http://schemas.microsoft.com/office/drawing/2014/main" id="{2EE33888-61F3-4ED7-9BAA-427913A1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95" y="2577191"/>
            <a:ext cx="129116" cy="105809"/>
          </a:xfrm>
          <a:custGeom xmlns:a="http://schemas.openxmlformats.org/drawingml/2006/main">
            <a:pathLst>
              <a:path w="129116" h="105809">
                <a:moveTo>
                  <a:pt x="23845" y="67103"/>
                </a:moveTo>
                <a:lnTo>
                  <a:pt x="129116" y="67103"/>
                </a:lnTo>
                <a:lnTo>
                  <a:pt x="129116" y="38707"/>
                </a:lnTo>
                <a:lnTo>
                  <a:pt x="23845" y="38707"/>
                </a:lnTo>
                <a:lnTo>
                  <a:pt x="23845" y="0"/>
                </a:lnTo>
                <a:lnTo>
                  <a:pt x="0" y="0"/>
                </a:lnTo>
                <a:lnTo>
                  <a:pt x="0" y="105809"/>
                </a:lnTo>
                <a:lnTo>
                  <a:pt x="23845" y="105809"/>
                </a:lnTo>
                <a:lnTo>
                  <a:pt x="23845" y="6710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Text w">
            <a:extLst xmlns:a="http://schemas.openxmlformats.org/drawingml/2006/main">
              <a:ext uri="{FF2B5EF4-FFF2-40B4-BE49-F238E27FC236}">
                <a16:creationId xmlns:a16="http://schemas.microsoft.com/office/drawing/2014/main" id="{6DD32096-ACFE-410F-9510-A3ECC8F8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974" y="2448776"/>
            <a:ext cx="93437" cy="145057"/>
          </a:xfrm>
          <a:custGeom xmlns:a="http://schemas.openxmlformats.org/drawingml/2006/main">
            <a:pathLst>
              <a:path w="93437" h="145057">
                <a:moveTo>
                  <a:pt x="93437" y="29481"/>
                </a:moveTo>
                <a:lnTo>
                  <a:pt x="0" y="0"/>
                </a:lnTo>
                <a:lnTo>
                  <a:pt x="0" y="26406"/>
                </a:lnTo>
                <a:lnTo>
                  <a:pt x="63255" y="43589"/>
                </a:lnTo>
                <a:lnTo>
                  <a:pt x="63255" y="43950"/>
                </a:lnTo>
                <a:lnTo>
                  <a:pt x="0" y="59866"/>
                </a:lnTo>
                <a:lnTo>
                  <a:pt x="0" y="84826"/>
                </a:lnTo>
                <a:lnTo>
                  <a:pt x="63435" y="100381"/>
                </a:lnTo>
                <a:lnTo>
                  <a:pt x="63435" y="100742"/>
                </a:lnTo>
                <a:lnTo>
                  <a:pt x="0" y="117925"/>
                </a:lnTo>
                <a:lnTo>
                  <a:pt x="0" y="145057"/>
                </a:lnTo>
                <a:lnTo>
                  <a:pt x="93437" y="115394"/>
                </a:lnTo>
                <a:lnTo>
                  <a:pt x="93437" y="88806"/>
                </a:lnTo>
                <a:lnTo>
                  <a:pt x="30725" y="72890"/>
                </a:lnTo>
                <a:lnTo>
                  <a:pt x="30725" y="72528"/>
                </a:lnTo>
                <a:lnTo>
                  <a:pt x="93437" y="55889"/>
                </a:lnTo>
                <a:lnTo>
                  <a:pt x="93437" y="294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Text o">
            <a:extLst xmlns:a="http://schemas.openxmlformats.org/drawingml/2006/main">
              <a:ext uri="{FF2B5EF4-FFF2-40B4-BE49-F238E27FC236}">
                <a16:creationId xmlns:a16="http://schemas.microsoft.com/office/drawing/2014/main" id="{BC9844BE-EE4A-418B-B1CB-D9B5F458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325" y="2344053"/>
            <a:ext cx="98559" cy="96765"/>
          </a:xfrm>
          <a:custGeom xmlns:a="http://schemas.openxmlformats.org/drawingml/2006/main">
            <a:pathLst>
              <a:path w="98559" h="96765">
                <a:moveTo>
                  <a:pt x="49459" y="71082"/>
                </a:moveTo>
                <a:cubicBezTo>
                  <a:pt x="45720" y="71082"/>
                  <a:pt x="42042" y="70721"/>
                  <a:pt x="38425" y="69998"/>
                </a:cubicBezTo>
                <a:cubicBezTo>
                  <a:pt x="34806" y="69275"/>
                  <a:pt x="31610" y="68039"/>
                  <a:pt x="28837" y="66291"/>
                </a:cubicBezTo>
                <a:cubicBezTo>
                  <a:pt x="26063" y="64541"/>
                  <a:pt x="23802" y="62219"/>
                  <a:pt x="22054" y="59325"/>
                </a:cubicBezTo>
                <a:cubicBezTo>
                  <a:pt x="20304" y="56431"/>
                  <a:pt x="19429" y="52814"/>
                  <a:pt x="19429" y="48474"/>
                </a:cubicBezTo>
                <a:cubicBezTo>
                  <a:pt x="19429" y="44132"/>
                  <a:pt x="20304" y="40484"/>
                  <a:pt x="22054" y="37531"/>
                </a:cubicBezTo>
                <a:cubicBezTo>
                  <a:pt x="23802" y="34576"/>
                  <a:pt x="26063" y="32225"/>
                  <a:pt x="28837" y="30477"/>
                </a:cubicBezTo>
                <a:cubicBezTo>
                  <a:pt x="31610" y="28727"/>
                  <a:pt x="34806" y="27491"/>
                  <a:pt x="38425" y="26768"/>
                </a:cubicBezTo>
                <a:cubicBezTo>
                  <a:pt x="42042" y="26045"/>
                  <a:pt x="45720" y="25683"/>
                  <a:pt x="49459" y="25683"/>
                </a:cubicBezTo>
                <a:cubicBezTo>
                  <a:pt x="53198" y="25683"/>
                  <a:pt x="56846" y="26045"/>
                  <a:pt x="60404" y="26768"/>
                </a:cubicBezTo>
                <a:cubicBezTo>
                  <a:pt x="63961" y="27491"/>
                  <a:pt x="67157" y="28727"/>
                  <a:pt x="69992" y="30477"/>
                </a:cubicBezTo>
                <a:cubicBezTo>
                  <a:pt x="72826" y="32225"/>
                  <a:pt x="75087" y="34576"/>
                  <a:pt x="76776" y="37531"/>
                </a:cubicBezTo>
                <a:cubicBezTo>
                  <a:pt x="78463" y="40484"/>
                  <a:pt x="79307" y="44132"/>
                  <a:pt x="79307" y="48474"/>
                </a:cubicBezTo>
                <a:cubicBezTo>
                  <a:pt x="79307" y="52814"/>
                  <a:pt x="78463" y="56431"/>
                  <a:pt x="76776" y="59325"/>
                </a:cubicBezTo>
                <a:cubicBezTo>
                  <a:pt x="75087" y="62219"/>
                  <a:pt x="72826" y="64541"/>
                  <a:pt x="69992" y="66291"/>
                </a:cubicBezTo>
                <a:cubicBezTo>
                  <a:pt x="67157" y="68039"/>
                  <a:pt x="63961" y="69275"/>
                  <a:pt x="60404" y="69998"/>
                </a:cubicBezTo>
                <a:cubicBezTo>
                  <a:pt x="56846" y="70721"/>
                  <a:pt x="53198" y="71082"/>
                  <a:pt x="49459" y="71082"/>
                </a:cubicBezTo>
                <a:moveTo>
                  <a:pt x="49462" y="96765"/>
                </a:moveTo>
                <a:cubicBezTo>
                  <a:pt x="56950" y="96765"/>
                  <a:pt x="63713" y="95620"/>
                  <a:pt x="69752" y="93329"/>
                </a:cubicBezTo>
                <a:cubicBezTo>
                  <a:pt x="75790" y="91039"/>
                  <a:pt x="80954" y="87783"/>
                  <a:pt x="85243" y="83562"/>
                </a:cubicBezTo>
                <a:cubicBezTo>
                  <a:pt x="89530" y="79341"/>
                  <a:pt x="92821" y="74277"/>
                  <a:pt x="95118" y="68369"/>
                </a:cubicBezTo>
                <a:cubicBezTo>
                  <a:pt x="97412" y="62460"/>
                  <a:pt x="98559" y="55828"/>
                  <a:pt x="98559" y="48474"/>
                </a:cubicBezTo>
                <a:cubicBezTo>
                  <a:pt x="98559" y="41118"/>
                  <a:pt x="97412" y="34456"/>
                  <a:pt x="95118" y="28487"/>
                </a:cubicBezTo>
                <a:cubicBezTo>
                  <a:pt x="92821" y="22518"/>
                  <a:pt x="89530" y="17424"/>
                  <a:pt x="85243" y="13203"/>
                </a:cubicBezTo>
                <a:cubicBezTo>
                  <a:pt x="80954" y="8982"/>
                  <a:pt x="75790" y="5727"/>
                  <a:pt x="69752" y="3436"/>
                </a:cubicBezTo>
                <a:cubicBezTo>
                  <a:pt x="63713" y="1145"/>
                  <a:pt x="56950" y="0"/>
                  <a:pt x="49462" y="0"/>
                </a:cubicBezTo>
                <a:cubicBezTo>
                  <a:pt x="41973" y="0"/>
                  <a:pt x="35180" y="1145"/>
                  <a:pt x="29080" y="3436"/>
                </a:cubicBezTo>
                <a:cubicBezTo>
                  <a:pt x="22979" y="5727"/>
                  <a:pt x="17785" y="8982"/>
                  <a:pt x="13498" y="13203"/>
                </a:cubicBezTo>
                <a:cubicBezTo>
                  <a:pt x="9210" y="17424"/>
                  <a:pt x="5888" y="22518"/>
                  <a:pt x="3533" y="28487"/>
                </a:cubicBezTo>
                <a:cubicBezTo>
                  <a:pt x="1178" y="34456"/>
                  <a:pt x="0" y="41118"/>
                  <a:pt x="0" y="48474"/>
                </a:cubicBezTo>
                <a:cubicBezTo>
                  <a:pt x="0" y="55828"/>
                  <a:pt x="1178" y="62460"/>
                  <a:pt x="3533" y="68369"/>
                </a:cubicBezTo>
                <a:cubicBezTo>
                  <a:pt x="5888" y="74277"/>
                  <a:pt x="9210" y="79341"/>
                  <a:pt x="13498" y="83562"/>
                </a:cubicBezTo>
                <a:cubicBezTo>
                  <a:pt x="17785" y="87783"/>
                  <a:pt x="22979" y="91039"/>
                  <a:pt x="29080" y="93329"/>
                </a:cubicBezTo>
                <a:cubicBezTo>
                  <a:pt x="35180" y="95620"/>
                  <a:pt x="41973" y="96765"/>
                  <a:pt x="49462" y="967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Text -">
            <a:extLst xmlns:a="http://schemas.openxmlformats.org/drawingml/2006/main">
              <a:ext uri="{FF2B5EF4-FFF2-40B4-BE49-F238E27FC236}">
                <a16:creationId xmlns:a16="http://schemas.microsoft.com/office/drawing/2014/main" id="{DD00295A-CA4A-4924-B7BC-E1F9614E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004" y="2273152"/>
            <a:ext cx="22079" cy="54443"/>
          </a:xfrm>
          <a:custGeom xmlns:a="http://schemas.openxmlformats.org/drawingml/2006/main">
            <a:pathLst>
              <a:path w="22079" h="54443">
                <a:moveTo>
                  <a:pt x="0" y="54443"/>
                </a:moveTo>
                <a:lnTo>
                  <a:pt x="22079" y="54443"/>
                </a:lnTo>
                <a:lnTo>
                  <a:pt x="22079" y="0"/>
                </a:lnTo>
                <a:lnTo>
                  <a:pt x="0" y="0"/>
                </a:lnTo>
                <a:lnTo>
                  <a:pt x="0" y="544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Text l">
            <a:extLst xmlns:a="http://schemas.openxmlformats.org/drawingml/2006/main">
              <a:ext uri="{FF2B5EF4-FFF2-40B4-BE49-F238E27FC236}">
                <a16:creationId xmlns:a16="http://schemas.microsoft.com/office/drawing/2014/main" id="{811D03A7-03B9-4F0C-80F1-3329846A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95" y="2227394"/>
            <a:ext cx="129116" cy="25683"/>
          </a:xfrm>
          <a:custGeom xmlns:a="http://schemas.openxmlformats.org/drawingml/2006/main">
            <a:pathLst>
              <a:path w="129116" h="25683">
                <a:moveTo>
                  <a:pt x="0" y="25683"/>
                </a:moveTo>
                <a:lnTo>
                  <a:pt x="129116" y="25683"/>
                </a:lnTo>
                <a:lnTo>
                  <a:pt x="129116" y="0"/>
                </a:lnTo>
                <a:lnTo>
                  <a:pt x="0" y="0"/>
                </a:lnTo>
                <a:lnTo>
                  <a:pt x="0" y="256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Text e">
            <a:extLst xmlns:a="http://schemas.openxmlformats.org/drawingml/2006/main">
              <a:ext uri="{FF2B5EF4-FFF2-40B4-BE49-F238E27FC236}">
                <a16:creationId xmlns:a16="http://schemas.microsoft.com/office/drawing/2014/main" id="{A709BC57-4360-4B3E-B24C-F6EA4EF7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325" y="2118027"/>
            <a:ext cx="98559" cy="93629"/>
          </a:xfrm>
          <a:custGeom xmlns:a="http://schemas.openxmlformats.org/drawingml/2006/main">
            <a:pathLst>
              <a:path w="98559" h="93629">
                <a:moveTo>
                  <a:pt x="39388" y="26168"/>
                </a:moveTo>
                <a:lnTo>
                  <a:pt x="39388" y="67946"/>
                </a:lnTo>
                <a:cubicBezTo>
                  <a:pt x="37574" y="67827"/>
                  <a:pt x="35518" y="67436"/>
                  <a:pt x="33220" y="66773"/>
                </a:cubicBezTo>
                <a:cubicBezTo>
                  <a:pt x="30920" y="66109"/>
                  <a:pt x="28743" y="64963"/>
                  <a:pt x="26688" y="63334"/>
                </a:cubicBezTo>
                <a:cubicBezTo>
                  <a:pt x="24631" y="61706"/>
                  <a:pt x="22907" y="59536"/>
                  <a:pt x="21516" y="56824"/>
                </a:cubicBezTo>
                <a:cubicBezTo>
                  <a:pt x="20125" y="54110"/>
                  <a:pt x="19429" y="50704"/>
                  <a:pt x="19429" y="46604"/>
                </a:cubicBezTo>
                <a:cubicBezTo>
                  <a:pt x="19429" y="40334"/>
                  <a:pt x="21123" y="35662"/>
                  <a:pt x="24510" y="32587"/>
                </a:cubicBezTo>
                <a:cubicBezTo>
                  <a:pt x="27897" y="29513"/>
                  <a:pt x="32857" y="27373"/>
                  <a:pt x="39388" y="26168"/>
                </a:cubicBezTo>
                <a:moveTo>
                  <a:pt x="55638" y="67946"/>
                </a:moveTo>
                <a:lnTo>
                  <a:pt x="55638" y="482"/>
                </a:lnTo>
                <a:cubicBezTo>
                  <a:pt x="48389" y="0"/>
                  <a:pt x="41442" y="603"/>
                  <a:pt x="34796" y="2293"/>
                </a:cubicBezTo>
                <a:cubicBezTo>
                  <a:pt x="28150" y="3980"/>
                  <a:pt x="22230" y="6723"/>
                  <a:pt x="17036" y="10522"/>
                </a:cubicBezTo>
                <a:cubicBezTo>
                  <a:pt x="11841" y="14320"/>
                  <a:pt x="7703" y="19173"/>
                  <a:pt x="4623" y="25083"/>
                </a:cubicBezTo>
                <a:cubicBezTo>
                  <a:pt x="1541" y="30991"/>
                  <a:pt x="0" y="37924"/>
                  <a:pt x="0" y="45881"/>
                </a:cubicBezTo>
                <a:cubicBezTo>
                  <a:pt x="0" y="52996"/>
                  <a:pt x="1269" y="59477"/>
                  <a:pt x="3806" y="65324"/>
                </a:cubicBezTo>
                <a:cubicBezTo>
                  <a:pt x="6341" y="71171"/>
                  <a:pt x="9813" y="76205"/>
                  <a:pt x="14221" y="80426"/>
                </a:cubicBezTo>
                <a:cubicBezTo>
                  <a:pt x="18630" y="84647"/>
                  <a:pt x="23854" y="87902"/>
                  <a:pt x="29894" y="90193"/>
                </a:cubicBezTo>
                <a:cubicBezTo>
                  <a:pt x="35933" y="92484"/>
                  <a:pt x="42455" y="93629"/>
                  <a:pt x="49462" y="93629"/>
                </a:cubicBezTo>
                <a:cubicBezTo>
                  <a:pt x="56707" y="93629"/>
                  <a:pt x="63350" y="92514"/>
                  <a:pt x="69390" y="90284"/>
                </a:cubicBezTo>
                <a:cubicBezTo>
                  <a:pt x="75429" y="88052"/>
                  <a:pt x="80623" y="84887"/>
                  <a:pt x="84972" y="80788"/>
                </a:cubicBezTo>
                <a:cubicBezTo>
                  <a:pt x="89320" y="76688"/>
                  <a:pt x="92671" y="71685"/>
                  <a:pt x="95027" y="65777"/>
                </a:cubicBezTo>
                <a:cubicBezTo>
                  <a:pt x="97382" y="59869"/>
                  <a:pt x="98559" y="53237"/>
                  <a:pt x="98559" y="45881"/>
                </a:cubicBezTo>
                <a:cubicBezTo>
                  <a:pt x="98559" y="35271"/>
                  <a:pt x="96150" y="26228"/>
                  <a:pt x="91331" y="18752"/>
                </a:cubicBezTo>
                <a:cubicBezTo>
                  <a:pt x="86512" y="11275"/>
                  <a:pt x="78501" y="5728"/>
                  <a:pt x="67296" y="2110"/>
                </a:cubicBezTo>
                <a:lnTo>
                  <a:pt x="67296" y="24719"/>
                </a:lnTo>
                <a:cubicBezTo>
                  <a:pt x="70164" y="25563"/>
                  <a:pt x="72883" y="27855"/>
                  <a:pt x="75454" y="31594"/>
                </a:cubicBezTo>
                <a:cubicBezTo>
                  <a:pt x="78022" y="35330"/>
                  <a:pt x="79307" y="39791"/>
                  <a:pt x="79307" y="44976"/>
                </a:cubicBezTo>
                <a:cubicBezTo>
                  <a:pt x="79307" y="52211"/>
                  <a:pt x="77440" y="57758"/>
                  <a:pt x="73707" y="61618"/>
                </a:cubicBezTo>
                <a:cubicBezTo>
                  <a:pt x="69972" y="65476"/>
                  <a:pt x="63949" y="67586"/>
                  <a:pt x="55638" y="6794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Text v">
            <a:extLst xmlns:a="http://schemas.openxmlformats.org/drawingml/2006/main">
              <a:ext uri="{FF2B5EF4-FFF2-40B4-BE49-F238E27FC236}">
                <a16:creationId xmlns:a16="http://schemas.microsoft.com/office/drawing/2014/main" id="{B7F91578-1CAE-40C4-9E13-8CB01244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974" y="2019937"/>
            <a:ext cx="93437" cy="92242"/>
          </a:xfrm>
          <a:custGeom xmlns:a="http://schemas.openxmlformats.org/drawingml/2006/main">
            <a:pathLst>
              <a:path w="93437" h="92242">
                <a:moveTo>
                  <a:pt x="93437" y="31653"/>
                </a:moveTo>
                <a:lnTo>
                  <a:pt x="0" y="0"/>
                </a:lnTo>
                <a:lnTo>
                  <a:pt x="0" y="25504"/>
                </a:lnTo>
                <a:lnTo>
                  <a:pt x="63796" y="45217"/>
                </a:lnTo>
                <a:lnTo>
                  <a:pt x="63796" y="45579"/>
                </a:lnTo>
                <a:lnTo>
                  <a:pt x="0" y="65292"/>
                </a:lnTo>
                <a:lnTo>
                  <a:pt x="0" y="92242"/>
                </a:lnTo>
                <a:lnTo>
                  <a:pt x="93437" y="60228"/>
                </a:lnTo>
                <a:lnTo>
                  <a:pt x="93437" y="3165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Text e">
            <a:extLst xmlns:a="http://schemas.openxmlformats.org/drawingml/2006/main">
              <a:ext uri="{FF2B5EF4-FFF2-40B4-BE49-F238E27FC236}">
                <a16:creationId xmlns:a16="http://schemas.microsoft.com/office/drawing/2014/main" id="{CD08BA21-333A-4DCB-B559-91686896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325" y="1920157"/>
            <a:ext cx="98559" cy="93629"/>
          </a:xfrm>
          <a:custGeom xmlns:a="http://schemas.openxmlformats.org/drawingml/2006/main">
            <a:pathLst>
              <a:path w="98559" h="93629">
                <a:moveTo>
                  <a:pt x="39388" y="26168"/>
                </a:moveTo>
                <a:lnTo>
                  <a:pt x="39388" y="67946"/>
                </a:lnTo>
                <a:cubicBezTo>
                  <a:pt x="37574" y="67827"/>
                  <a:pt x="35518" y="67436"/>
                  <a:pt x="33220" y="66773"/>
                </a:cubicBezTo>
                <a:cubicBezTo>
                  <a:pt x="30920" y="66109"/>
                  <a:pt x="28743" y="64963"/>
                  <a:pt x="26688" y="63334"/>
                </a:cubicBezTo>
                <a:cubicBezTo>
                  <a:pt x="24631" y="61706"/>
                  <a:pt x="22907" y="59536"/>
                  <a:pt x="21516" y="56824"/>
                </a:cubicBezTo>
                <a:cubicBezTo>
                  <a:pt x="20125" y="54110"/>
                  <a:pt x="19429" y="50704"/>
                  <a:pt x="19429" y="46604"/>
                </a:cubicBezTo>
                <a:cubicBezTo>
                  <a:pt x="19429" y="40334"/>
                  <a:pt x="21123" y="35662"/>
                  <a:pt x="24510" y="32587"/>
                </a:cubicBezTo>
                <a:cubicBezTo>
                  <a:pt x="27897" y="29513"/>
                  <a:pt x="32857" y="27373"/>
                  <a:pt x="39388" y="26168"/>
                </a:cubicBezTo>
                <a:moveTo>
                  <a:pt x="55638" y="67946"/>
                </a:moveTo>
                <a:lnTo>
                  <a:pt x="55638" y="482"/>
                </a:lnTo>
                <a:cubicBezTo>
                  <a:pt x="48389" y="0"/>
                  <a:pt x="41442" y="603"/>
                  <a:pt x="34796" y="2293"/>
                </a:cubicBezTo>
                <a:cubicBezTo>
                  <a:pt x="28150" y="3980"/>
                  <a:pt x="22230" y="6723"/>
                  <a:pt x="17036" y="10522"/>
                </a:cubicBezTo>
                <a:cubicBezTo>
                  <a:pt x="11841" y="14320"/>
                  <a:pt x="7703" y="19173"/>
                  <a:pt x="4623" y="25083"/>
                </a:cubicBezTo>
                <a:cubicBezTo>
                  <a:pt x="1541" y="30991"/>
                  <a:pt x="0" y="37924"/>
                  <a:pt x="0" y="45881"/>
                </a:cubicBezTo>
                <a:cubicBezTo>
                  <a:pt x="0" y="52996"/>
                  <a:pt x="1269" y="59477"/>
                  <a:pt x="3806" y="65324"/>
                </a:cubicBezTo>
                <a:cubicBezTo>
                  <a:pt x="6341" y="71171"/>
                  <a:pt x="9813" y="76205"/>
                  <a:pt x="14221" y="80426"/>
                </a:cubicBezTo>
                <a:cubicBezTo>
                  <a:pt x="18630" y="84647"/>
                  <a:pt x="23854" y="87902"/>
                  <a:pt x="29894" y="90193"/>
                </a:cubicBezTo>
                <a:cubicBezTo>
                  <a:pt x="35933" y="92484"/>
                  <a:pt x="42455" y="93629"/>
                  <a:pt x="49462" y="93629"/>
                </a:cubicBezTo>
                <a:cubicBezTo>
                  <a:pt x="56707" y="93629"/>
                  <a:pt x="63350" y="92514"/>
                  <a:pt x="69390" y="90284"/>
                </a:cubicBezTo>
                <a:cubicBezTo>
                  <a:pt x="75429" y="88052"/>
                  <a:pt x="80623" y="84887"/>
                  <a:pt x="84972" y="80788"/>
                </a:cubicBezTo>
                <a:cubicBezTo>
                  <a:pt x="89320" y="76688"/>
                  <a:pt x="92671" y="71685"/>
                  <a:pt x="95027" y="65777"/>
                </a:cubicBezTo>
                <a:cubicBezTo>
                  <a:pt x="97382" y="59869"/>
                  <a:pt x="98559" y="53237"/>
                  <a:pt x="98559" y="45881"/>
                </a:cubicBezTo>
                <a:cubicBezTo>
                  <a:pt x="98559" y="35271"/>
                  <a:pt x="96150" y="26228"/>
                  <a:pt x="91331" y="18752"/>
                </a:cubicBezTo>
                <a:cubicBezTo>
                  <a:pt x="86512" y="11275"/>
                  <a:pt x="78501" y="5728"/>
                  <a:pt x="67296" y="2110"/>
                </a:cubicBezTo>
                <a:lnTo>
                  <a:pt x="67296" y="24719"/>
                </a:lnTo>
                <a:cubicBezTo>
                  <a:pt x="70164" y="25563"/>
                  <a:pt x="72883" y="27855"/>
                  <a:pt x="75454" y="31594"/>
                </a:cubicBezTo>
                <a:cubicBezTo>
                  <a:pt x="78022" y="35330"/>
                  <a:pt x="79307" y="39791"/>
                  <a:pt x="79307" y="44976"/>
                </a:cubicBezTo>
                <a:cubicBezTo>
                  <a:pt x="79307" y="52211"/>
                  <a:pt x="77440" y="57758"/>
                  <a:pt x="73707" y="61618"/>
                </a:cubicBezTo>
                <a:cubicBezTo>
                  <a:pt x="69972" y="65476"/>
                  <a:pt x="63949" y="67586"/>
                  <a:pt x="55638" y="6794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Text l">
            <a:extLst xmlns:a="http://schemas.openxmlformats.org/drawingml/2006/main">
              <a:ext uri="{FF2B5EF4-FFF2-40B4-BE49-F238E27FC236}">
                <a16:creationId xmlns:a16="http://schemas.microsoft.com/office/drawing/2014/main" id="{FFE30239-1DC4-45DB-AF83-09B1CE42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95" y="1879041"/>
            <a:ext cx="129116" cy="25683"/>
          </a:xfrm>
          <a:custGeom xmlns:a="http://schemas.openxmlformats.org/drawingml/2006/main">
            <a:pathLst>
              <a:path w="129116" h="25683">
                <a:moveTo>
                  <a:pt x="0" y="25683"/>
                </a:moveTo>
                <a:lnTo>
                  <a:pt x="129116" y="25683"/>
                </a:lnTo>
                <a:lnTo>
                  <a:pt x="129116" y="0"/>
                </a:lnTo>
                <a:lnTo>
                  <a:pt x="0" y="0"/>
                </a:lnTo>
                <a:lnTo>
                  <a:pt x="0" y="256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Text C">
            <a:extLst xmlns:a="http://schemas.openxmlformats.org/drawingml/2006/main">
              <a:ext uri="{FF2B5EF4-FFF2-40B4-BE49-F238E27FC236}">
                <a16:creationId xmlns:a16="http://schemas.microsoft.com/office/drawing/2014/main" id="{C53F3173-3ABC-4A14-AE40-F643C2770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580" y="2426167"/>
            <a:ext cx="134945" cy="120279"/>
          </a:xfrm>
          <a:custGeom xmlns:a="http://schemas.openxmlformats.org/drawingml/2006/main">
            <a:pathLst>
              <a:path w="134945" h="120279">
                <a:moveTo>
                  <a:pt x="46453" y="28578"/>
                </a:moveTo>
                <a:lnTo>
                  <a:pt x="46453" y="1085"/>
                </a:lnTo>
                <a:cubicBezTo>
                  <a:pt x="38978" y="1929"/>
                  <a:pt x="32348" y="3980"/>
                  <a:pt x="26563" y="7236"/>
                </a:cubicBezTo>
                <a:cubicBezTo>
                  <a:pt x="20777" y="10491"/>
                  <a:pt x="15927" y="14621"/>
                  <a:pt x="12014" y="19625"/>
                </a:cubicBezTo>
                <a:cubicBezTo>
                  <a:pt x="8098" y="24630"/>
                  <a:pt x="5118" y="30297"/>
                  <a:pt x="3072" y="36628"/>
                </a:cubicBezTo>
                <a:cubicBezTo>
                  <a:pt x="1024" y="42958"/>
                  <a:pt x="0" y="49679"/>
                  <a:pt x="0" y="56792"/>
                </a:cubicBezTo>
                <a:cubicBezTo>
                  <a:pt x="0" y="66679"/>
                  <a:pt x="1746" y="75572"/>
                  <a:pt x="5238" y="83471"/>
                </a:cubicBezTo>
                <a:cubicBezTo>
                  <a:pt x="8730" y="91368"/>
                  <a:pt x="13548" y="98030"/>
                  <a:pt x="19691" y="103458"/>
                </a:cubicBezTo>
                <a:cubicBezTo>
                  <a:pt x="25833" y="108884"/>
                  <a:pt x="33029" y="113044"/>
                  <a:pt x="41279" y="115938"/>
                </a:cubicBezTo>
                <a:cubicBezTo>
                  <a:pt x="49529" y="118832"/>
                  <a:pt x="58471" y="120279"/>
                  <a:pt x="68104" y="120279"/>
                </a:cubicBezTo>
                <a:cubicBezTo>
                  <a:pt x="77499" y="120279"/>
                  <a:pt x="86260" y="118832"/>
                  <a:pt x="94389" y="115938"/>
                </a:cubicBezTo>
                <a:cubicBezTo>
                  <a:pt x="102518" y="113044"/>
                  <a:pt x="109593" y="108884"/>
                  <a:pt x="115615" y="103458"/>
                </a:cubicBezTo>
                <a:cubicBezTo>
                  <a:pt x="121637" y="98030"/>
                  <a:pt x="126364" y="91368"/>
                  <a:pt x="129798" y="83471"/>
                </a:cubicBezTo>
                <a:cubicBezTo>
                  <a:pt x="133229" y="75572"/>
                  <a:pt x="134945" y="66679"/>
                  <a:pt x="134945" y="56792"/>
                </a:cubicBezTo>
                <a:cubicBezTo>
                  <a:pt x="134945" y="48834"/>
                  <a:pt x="133741" y="41540"/>
                  <a:pt x="131332" y="34909"/>
                </a:cubicBezTo>
                <a:cubicBezTo>
                  <a:pt x="128922" y="28276"/>
                  <a:pt x="125429" y="22488"/>
                  <a:pt x="120853" y="17544"/>
                </a:cubicBezTo>
                <a:cubicBezTo>
                  <a:pt x="116275" y="12600"/>
                  <a:pt x="110732" y="8622"/>
                  <a:pt x="104222" y="5608"/>
                </a:cubicBezTo>
                <a:cubicBezTo>
                  <a:pt x="97713" y="2592"/>
                  <a:pt x="90419" y="723"/>
                  <a:pt x="82340" y="0"/>
                </a:cubicBezTo>
                <a:lnTo>
                  <a:pt x="82340" y="27493"/>
                </a:lnTo>
                <a:cubicBezTo>
                  <a:pt x="91020" y="28577"/>
                  <a:pt x="98014" y="31561"/>
                  <a:pt x="103320" y="36446"/>
                </a:cubicBezTo>
                <a:cubicBezTo>
                  <a:pt x="108624" y="41329"/>
                  <a:pt x="111276" y="48111"/>
                  <a:pt x="111276" y="56792"/>
                </a:cubicBezTo>
                <a:cubicBezTo>
                  <a:pt x="111276" y="63184"/>
                  <a:pt x="110042" y="68610"/>
                  <a:pt x="107573" y="73072"/>
                </a:cubicBezTo>
                <a:cubicBezTo>
                  <a:pt x="105104" y="77534"/>
                  <a:pt x="101822" y="81151"/>
                  <a:pt x="97728" y="83924"/>
                </a:cubicBezTo>
                <a:cubicBezTo>
                  <a:pt x="93633" y="86696"/>
                  <a:pt x="89027" y="88716"/>
                  <a:pt x="83910" y="89982"/>
                </a:cubicBezTo>
                <a:cubicBezTo>
                  <a:pt x="78791" y="91247"/>
                  <a:pt x="73522" y="91880"/>
                  <a:pt x="68102" y="91880"/>
                </a:cubicBezTo>
                <a:cubicBezTo>
                  <a:pt x="62442" y="91880"/>
                  <a:pt x="56963" y="91247"/>
                  <a:pt x="51664" y="89982"/>
                </a:cubicBezTo>
                <a:cubicBezTo>
                  <a:pt x="46365" y="88716"/>
                  <a:pt x="41638" y="86696"/>
                  <a:pt x="37484" y="83924"/>
                </a:cubicBezTo>
                <a:cubicBezTo>
                  <a:pt x="33330" y="81151"/>
                  <a:pt x="30018" y="77534"/>
                  <a:pt x="27549" y="73072"/>
                </a:cubicBezTo>
                <a:cubicBezTo>
                  <a:pt x="25080" y="68610"/>
                  <a:pt x="23845" y="63184"/>
                  <a:pt x="23845" y="56792"/>
                </a:cubicBezTo>
                <a:cubicBezTo>
                  <a:pt x="23845" y="53296"/>
                  <a:pt x="24418" y="49951"/>
                  <a:pt x="25564" y="46757"/>
                </a:cubicBezTo>
                <a:cubicBezTo>
                  <a:pt x="26709" y="43561"/>
                  <a:pt x="28306" y="40697"/>
                  <a:pt x="30355" y="38166"/>
                </a:cubicBezTo>
                <a:cubicBezTo>
                  <a:pt x="32405" y="35632"/>
                  <a:pt x="34787" y="33522"/>
                  <a:pt x="37501" y="31835"/>
                </a:cubicBezTo>
                <a:cubicBezTo>
                  <a:pt x="40213" y="30146"/>
                  <a:pt x="43197" y="29060"/>
                  <a:pt x="46453" y="285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Text a">
            <a:extLst xmlns:a="http://schemas.openxmlformats.org/drawingml/2006/main">
              <a:ext uri="{FF2B5EF4-FFF2-40B4-BE49-F238E27FC236}">
                <a16:creationId xmlns:a16="http://schemas.microsoft.com/office/drawing/2014/main" id="{D2875B8E-6750-4A9E-999A-776324044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657" y="2322349"/>
            <a:ext cx="98394" cy="91157"/>
          </a:xfrm>
          <a:custGeom xmlns:a="http://schemas.openxmlformats.org/drawingml/2006/main">
            <a:pathLst>
              <a:path w="98394" h="91157">
                <a:moveTo>
                  <a:pt x="31291" y="88262"/>
                </a:moveTo>
                <a:cubicBezTo>
                  <a:pt x="25262" y="87902"/>
                  <a:pt x="20258" y="86395"/>
                  <a:pt x="16280" y="83742"/>
                </a:cubicBezTo>
                <a:cubicBezTo>
                  <a:pt x="12301" y="81088"/>
                  <a:pt x="9105" y="77712"/>
                  <a:pt x="6693" y="73613"/>
                </a:cubicBezTo>
                <a:cubicBezTo>
                  <a:pt x="4280" y="69514"/>
                  <a:pt x="2562" y="64902"/>
                  <a:pt x="1537" y="59778"/>
                </a:cubicBezTo>
                <a:cubicBezTo>
                  <a:pt x="512" y="54652"/>
                  <a:pt x="0" y="49497"/>
                  <a:pt x="0" y="44312"/>
                </a:cubicBezTo>
                <a:cubicBezTo>
                  <a:pt x="0" y="39609"/>
                  <a:pt x="332" y="34847"/>
                  <a:pt x="996" y="30024"/>
                </a:cubicBezTo>
                <a:cubicBezTo>
                  <a:pt x="1659" y="25200"/>
                  <a:pt x="2955" y="20799"/>
                  <a:pt x="4885" y="16821"/>
                </a:cubicBezTo>
                <a:cubicBezTo>
                  <a:pt x="6813" y="12841"/>
                  <a:pt x="9496" y="9586"/>
                  <a:pt x="12933" y="7054"/>
                </a:cubicBezTo>
                <a:cubicBezTo>
                  <a:pt x="16369" y="4521"/>
                  <a:pt x="20921" y="3254"/>
                  <a:pt x="26588" y="3254"/>
                </a:cubicBezTo>
                <a:lnTo>
                  <a:pt x="75241" y="3254"/>
                </a:lnTo>
                <a:cubicBezTo>
                  <a:pt x="79462" y="3254"/>
                  <a:pt x="83501" y="3013"/>
                  <a:pt x="87360" y="2531"/>
                </a:cubicBezTo>
                <a:cubicBezTo>
                  <a:pt x="91218" y="2049"/>
                  <a:pt x="94112" y="1205"/>
                  <a:pt x="96042" y="0"/>
                </a:cubicBezTo>
                <a:lnTo>
                  <a:pt x="96042" y="26045"/>
                </a:lnTo>
                <a:cubicBezTo>
                  <a:pt x="94596" y="26527"/>
                  <a:pt x="93119" y="26918"/>
                  <a:pt x="91613" y="27220"/>
                </a:cubicBezTo>
                <a:cubicBezTo>
                  <a:pt x="90104" y="27522"/>
                  <a:pt x="88566" y="27733"/>
                  <a:pt x="86998" y="27852"/>
                </a:cubicBezTo>
                <a:cubicBezTo>
                  <a:pt x="91219" y="31951"/>
                  <a:pt x="94174" y="36775"/>
                  <a:pt x="95863" y="42322"/>
                </a:cubicBezTo>
                <a:cubicBezTo>
                  <a:pt x="97550" y="47869"/>
                  <a:pt x="98394" y="53537"/>
                  <a:pt x="98394" y="59325"/>
                </a:cubicBezTo>
                <a:cubicBezTo>
                  <a:pt x="98394" y="63785"/>
                  <a:pt x="97851" y="67945"/>
                  <a:pt x="96765" y="71805"/>
                </a:cubicBezTo>
                <a:cubicBezTo>
                  <a:pt x="95680" y="75664"/>
                  <a:pt x="93992" y="79040"/>
                  <a:pt x="91701" y="81934"/>
                </a:cubicBezTo>
                <a:cubicBezTo>
                  <a:pt x="89410" y="84826"/>
                  <a:pt x="86517" y="87086"/>
                  <a:pt x="83021" y="88715"/>
                </a:cubicBezTo>
                <a:cubicBezTo>
                  <a:pt x="79524" y="90343"/>
                  <a:pt x="75363" y="91157"/>
                  <a:pt x="70539" y="91157"/>
                </a:cubicBezTo>
                <a:cubicBezTo>
                  <a:pt x="65234" y="91157"/>
                  <a:pt x="60863" y="90223"/>
                  <a:pt x="57427" y="88353"/>
                </a:cubicBezTo>
                <a:cubicBezTo>
                  <a:pt x="53990" y="86484"/>
                  <a:pt x="51246" y="84073"/>
                  <a:pt x="49197" y="81120"/>
                </a:cubicBezTo>
                <a:cubicBezTo>
                  <a:pt x="47147" y="78165"/>
                  <a:pt x="45610" y="74789"/>
                  <a:pt x="44585" y="70991"/>
                </a:cubicBezTo>
                <a:cubicBezTo>
                  <a:pt x="43560" y="67192"/>
                  <a:pt x="42747" y="63363"/>
                  <a:pt x="42145" y="59505"/>
                </a:cubicBezTo>
                <a:cubicBezTo>
                  <a:pt x="41542" y="55646"/>
                  <a:pt x="41059" y="51849"/>
                  <a:pt x="40696" y="48112"/>
                </a:cubicBezTo>
                <a:cubicBezTo>
                  <a:pt x="40334" y="44373"/>
                  <a:pt x="39791" y="41057"/>
                  <a:pt x="39068" y="38163"/>
                </a:cubicBezTo>
                <a:cubicBezTo>
                  <a:pt x="38345" y="35269"/>
                  <a:pt x="37291" y="32978"/>
                  <a:pt x="35905" y="31291"/>
                </a:cubicBezTo>
                <a:cubicBezTo>
                  <a:pt x="34518" y="29602"/>
                  <a:pt x="32498" y="28817"/>
                  <a:pt x="29845" y="28937"/>
                </a:cubicBezTo>
                <a:cubicBezTo>
                  <a:pt x="27070" y="28937"/>
                  <a:pt x="24870" y="29389"/>
                  <a:pt x="23243" y="30295"/>
                </a:cubicBezTo>
                <a:cubicBezTo>
                  <a:pt x="21615" y="31200"/>
                  <a:pt x="20349" y="32406"/>
                  <a:pt x="19446" y="33913"/>
                </a:cubicBezTo>
                <a:cubicBezTo>
                  <a:pt x="18541" y="35420"/>
                  <a:pt x="17937" y="37168"/>
                  <a:pt x="17635" y="39159"/>
                </a:cubicBezTo>
                <a:cubicBezTo>
                  <a:pt x="17334" y="41148"/>
                  <a:pt x="17183" y="43288"/>
                  <a:pt x="17183" y="45579"/>
                </a:cubicBezTo>
                <a:cubicBezTo>
                  <a:pt x="17183" y="50642"/>
                  <a:pt x="18268" y="54621"/>
                  <a:pt x="20439" y="57515"/>
                </a:cubicBezTo>
                <a:cubicBezTo>
                  <a:pt x="22610" y="60409"/>
                  <a:pt x="26228" y="62097"/>
                  <a:pt x="31291" y="62579"/>
                </a:cubicBezTo>
                <a:lnTo>
                  <a:pt x="31291" y="88262"/>
                </a:lnTo>
                <a:moveTo>
                  <a:pt x="50281" y="28937"/>
                </a:moveTo>
                <a:cubicBezTo>
                  <a:pt x="51247" y="30022"/>
                  <a:pt x="52002" y="31379"/>
                  <a:pt x="52544" y="33008"/>
                </a:cubicBezTo>
                <a:cubicBezTo>
                  <a:pt x="53087" y="34636"/>
                  <a:pt x="53540" y="36385"/>
                  <a:pt x="53902" y="38254"/>
                </a:cubicBezTo>
                <a:cubicBezTo>
                  <a:pt x="54263" y="40122"/>
                  <a:pt x="54564" y="42081"/>
                  <a:pt x="54805" y="44132"/>
                </a:cubicBezTo>
                <a:cubicBezTo>
                  <a:pt x="55046" y="46182"/>
                  <a:pt x="55347" y="48232"/>
                  <a:pt x="55707" y="50281"/>
                </a:cubicBezTo>
                <a:cubicBezTo>
                  <a:pt x="56070" y="52210"/>
                  <a:pt x="56553" y="54108"/>
                  <a:pt x="57156" y="55978"/>
                </a:cubicBezTo>
                <a:cubicBezTo>
                  <a:pt x="57758" y="57847"/>
                  <a:pt x="58572" y="59475"/>
                  <a:pt x="59599" y="60863"/>
                </a:cubicBezTo>
                <a:cubicBezTo>
                  <a:pt x="60623" y="62248"/>
                  <a:pt x="61920" y="63363"/>
                  <a:pt x="63487" y="64207"/>
                </a:cubicBezTo>
                <a:cubicBezTo>
                  <a:pt x="65053" y="65052"/>
                  <a:pt x="67042" y="65474"/>
                  <a:pt x="69454" y="65474"/>
                </a:cubicBezTo>
                <a:cubicBezTo>
                  <a:pt x="71745" y="65474"/>
                  <a:pt x="73674" y="65052"/>
                  <a:pt x="75241" y="64207"/>
                </a:cubicBezTo>
                <a:cubicBezTo>
                  <a:pt x="76809" y="63363"/>
                  <a:pt x="78045" y="62218"/>
                  <a:pt x="78951" y="60771"/>
                </a:cubicBezTo>
                <a:cubicBezTo>
                  <a:pt x="79854" y="59324"/>
                  <a:pt x="80487" y="57635"/>
                  <a:pt x="80849" y="55707"/>
                </a:cubicBezTo>
                <a:cubicBezTo>
                  <a:pt x="81212" y="53777"/>
                  <a:pt x="81393" y="51787"/>
                  <a:pt x="81393" y="49738"/>
                </a:cubicBezTo>
                <a:cubicBezTo>
                  <a:pt x="81393" y="44674"/>
                  <a:pt x="80549" y="40756"/>
                  <a:pt x="78862" y="37984"/>
                </a:cubicBezTo>
                <a:cubicBezTo>
                  <a:pt x="77173" y="35209"/>
                  <a:pt x="75153" y="33158"/>
                  <a:pt x="72802" y="31832"/>
                </a:cubicBezTo>
                <a:cubicBezTo>
                  <a:pt x="70450" y="30505"/>
                  <a:pt x="68068" y="29691"/>
                  <a:pt x="65656" y="29389"/>
                </a:cubicBezTo>
                <a:cubicBezTo>
                  <a:pt x="63244" y="29088"/>
                  <a:pt x="61315" y="28937"/>
                  <a:pt x="59869" y="28937"/>
                </a:cubicBezTo>
                <a:lnTo>
                  <a:pt x="50281" y="289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Text c">
            <a:extLst xmlns:a="http://schemas.openxmlformats.org/drawingml/2006/main">
              <a:ext uri="{FF2B5EF4-FFF2-40B4-BE49-F238E27FC236}">
                <a16:creationId xmlns:a16="http://schemas.microsoft.com/office/drawing/2014/main" id="{A998F693-0FDE-49D2-A468-CD04045F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612" y="2216359"/>
            <a:ext cx="98559" cy="92245"/>
          </a:xfrm>
          <a:custGeom xmlns:a="http://schemas.openxmlformats.org/drawingml/2006/main">
            <a:pathLst>
              <a:path w="98559" h="92245">
                <a:moveTo>
                  <a:pt x="35502" y="25683"/>
                </a:moveTo>
                <a:lnTo>
                  <a:pt x="35502" y="544"/>
                </a:lnTo>
                <a:cubicBezTo>
                  <a:pt x="29464" y="904"/>
                  <a:pt x="24241" y="2351"/>
                  <a:pt x="19835" y="4885"/>
                </a:cubicBezTo>
                <a:cubicBezTo>
                  <a:pt x="15427" y="7417"/>
                  <a:pt x="11743" y="10703"/>
                  <a:pt x="8785" y="14743"/>
                </a:cubicBezTo>
                <a:cubicBezTo>
                  <a:pt x="5826" y="18782"/>
                  <a:pt x="3623" y="23363"/>
                  <a:pt x="2175" y="28487"/>
                </a:cubicBezTo>
                <a:cubicBezTo>
                  <a:pt x="725" y="33611"/>
                  <a:pt x="0" y="38947"/>
                  <a:pt x="0" y="44494"/>
                </a:cubicBezTo>
                <a:cubicBezTo>
                  <a:pt x="0" y="52091"/>
                  <a:pt x="1269" y="58844"/>
                  <a:pt x="3806" y="64754"/>
                </a:cubicBezTo>
                <a:cubicBezTo>
                  <a:pt x="6341" y="70662"/>
                  <a:pt x="9874" y="75665"/>
                  <a:pt x="14404" y="79765"/>
                </a:cubicBezTo>
                <a:cubicBezTo>
                  <a:pt x="18933" y="83864"/>
                  <a:pt x="24309" y="86969"/>
                  <a:pt x="30529" y="89079"/>
                </a:cubicBezTo>
                <a:cubicBezTo>
                  <a:pt x="36748" y="91189"/>
                  <a:pt x="43481" y="92245"/>
                  <a:pt x="50728" y="92245"/>
                </a:cubicBezTo>
                <a:cubicBezTo>
                  <a:pt x="57735" y="92245"/>
                  <a:pt x="64167" y="91099"/>
                  <a:pt x="70025" y="88809"/>
                </a:cubicBezTo>
                <a:cubicBezTo>
                  <a:pt x="75882" y="86518"/>
                  <a:pt x="80924" y="83323"/>
                  <a:pt x="85152" y="79224"/>
                </a:cubicBezTo>
                <a:cubicBezTo>
                  <a:pt x="89380" y="75123"/>
                  <a:pt x="92671" y="70148"/>
                  <a:pt x="95027" y="64301"/>
                </a:cubicBezTo>
                <a:cubicBezTo>
                  <a:pt x="97382" y="58452"/>
                  <a:pt x="98559" y="52031"/>
                  <a:pt x="98559" y="45038"/>
                </a:cubicBezTo>
                <a:cubicBezTo>
                  <a:pt x="98559" y="32618"/>
                  <a:pt x="95291" y="22430"/>
                  <a:pt x="88753" y="14473"/>
                </a:cubicBezTo>
                <a:cubicBezTo>
                  <a:pt x="82214" y="6513"/>
                  <a:pt x="72735" y="1689"/>
                  <a:pt x="60316" y="0"/>
                </a:cubicBezTo>
                <a:lnTo>
                  <a:pt x="60316" y="24781"/>
                </a:lnTo>
                <a:cubicBezTo>
                  <a:pt x="66104" y="25623"/>
                  <a:pt x="70717" y="27703"/>
                  <a:pt x="74154" y="31021"/>
                </a:cubicBezTo>
                <a:cubicBezTo>
                  <a:pt x="77589" y="34336"/>
                  <a:pt x="79307" y="39068"/>
                  <a:pt x="79307" y="45217"/>
                </a:cubicBezTo>
                <a:cubicBezTo>
                  <a:pt x="79307" y="49197"/>
                  <a:pt x="78402" y="52574"/>
                  <a:pt x="76594" y="55348"/>
                </a:cubicBezTo>
                <a:cubicBezTo>
                  <a:pt x="74785" y="58121"/>
                  <a:pt x="72464" y="60322"/>
                  <a:pt x="69631" y="61950"/>
                </a:cubicBezTo>
                <a:cubicBezTo>
                  <a:pt x="66795" y="63576"/>
                  <a:pt x="63629" y="64752"/>
                  <a:pt x="60131" y="65477"/>
                </a:cubicBezTo>
                <a:cubicBezTo>
                  <a:pt x="56634" y="66200"/>
                  <a:pt x="53197" y="66562"/>
                  <a:pt x="49820" y="66562"/>
                </a:cubicBezTo>
                <a:cubicBezTo>
                  <a:pt x="46323" y="66562"/>
                  <a:pt x="42796" y="66200"/>
                  <a:pt x="39239" y="65477"/>
                </a:cubicBezTo>
                <a:cubicBezTo>
                  <a:pt x="35681" y="64752"/>
                  <a:pt x="32424" y="63516"/>
                  <a:pt x="29469" y="61768"/>
                </a:cubicBezTo>
                <a:cubicBezTo>
                  <a:pt x="26515" y="60020"/>
                  <a:pt x="24103" y="57760"/>
                  <a:pt x="22233" y="54987"/>
                </a:cubicBezTo>
                <a:cubicBezTo>
                  <a:pt x="20364" y="52212"/>
                  <a:pt x="19429" y="48775"/>
                  <a:pt x="19429" y="44676"/>
                </a:cubicBezTo>
                <a:cubicBezTo>
                  <a:pt x="19429" y="33703"/>
                  <a:pt x="24787" y="27372"/>
                  <a:pt x="35502" y="2568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Text h">
            <a:extLst xmlns:a="http://schemas.openxmlformats.org/drawingml/2006/main">
              <a:ext uri="{FF2B5EF4-FFF2-40B4-BE49-F238E27FC236}">
                <a16:creationId xmlns:a16="http://schemas.microsoft.com/office/drawing/2014/main" id="{9422AB72-26FC-4AB7-AC6D-40156281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583" y="2114169"/>
            <a:ext cx="129116" cy="87721"/>
          </a:xfrm>
          <a:custGeom xmlns:a="http://schemas.openxmlformats.org/drawingml/2006/main">
            <a:pathLst>
              <a:path w="129116" h="87721">
                <a:moveTo>
                  <a:pt x="0" y="87721"/>
                </a:moveTo>
                <a:lnTo>
                  <a:pt x="129116" y="87721"/>
                </a:lnTo>
                <a:lnTo>
                  <a:pt x="129116" y="62038"/>
                </a:lnTo>
                <a:lnTo>
                  <a:pt x="80107" y="62038"/>
                </a:lnTo>
                <a:cubicBezTo>
                  <a:pt x="70582" y="62038"/>
                  <a:pt x="63740" y="60471"/>
                  <a:pt x="59582" y="57336"/>
                </a:cubicBezTo>
                <a:cubicBezTo>
                  <a:pt x="55422" y="54200"/>
                  <a:pt x="53342" y="49136"/>
                  <a:pt x="53342" y="42143"/>
                </a:cubicBezTo>
                <a:cubicBezTo>
                  <a:pt x="53342" y="35992"/>
                  <a:pt x="55241" y="31711"/>
                  <a:pt x="59038" y="29301"/>
                </a:cubicBezTo>
                <a:cubicBezTo>
                  <a:pt x="62836" y="26889"/>
                  <a:pt x="68593" y="25683"/>
                  <a:pt x="76309" y="25683"/>
                </a:cubicBezTo>
                <a:lnTo>
                  <a:pt x="129116" y="25683"/>
                </a:lnTo>
                <a:lnTo>
                  <a:pt x="129116" y="0"/>
                </a:lnTo>
                <a:lnTo>
                  <a:pt x="71573" y="0"/>
                </a:lnTo>
                <a:cubicBezTo>
                  <a:pt x="65783" y="0"/>
                  <a:pt x="60506" y="512"/>
                  <a:pt x="55740" y="1537"/>
                </a:cubicBezTo>
                <a:cubicBezTo>
                  <a:pt x="50975" y="2562"/>
                  <a:pt x="46934" y="4341"/>
                  <a:pt x="43616" y="6875"/>
                </a:cubicBezTo>
                <a:cubicBezTo>
                  <a:pt x="40299" y="9406"/>
                  <a:pt x="37706" y="12873"/>
                  <a:pt x="35836" y="17274"/>
                </a:cubicBezTo>
                <a:cubicBezTo>
                  <a:pt x="33965" y="21675"/>
                  <a:pt x="33030" y="27311"/>
                  <a:pt x="33030" y="34183"/>
                </a:cubicBezTo>
                <a:cubicBezTo>
                  <a:pt x="33030" y="39007"/>
                  <a:pt x="34269" y="43952"/>
                  <a:pt x="36747" y="49017"/>
                </a:cubicBezTo>
                <a:cubicBezTo>
                  <a:pt x="39225" y="54081"/>
                  <a:pt x="43185" y="58240"/>
                  <a:pt x="48625" y="61495"/>
                </a:cubicBezTo>
                <a:lnTo>
                  <a:pt x="48625" y="62038"/>
                </a:lnTo>
                <a:lnTo>
                  <a:pt x="0" y="62038"/>
                </a:lnTo>
                <a:lnTo>
                  <a:pt x="0" y="877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Text e">
            <a:extLst xmlns:a="http://schemas.openxmlformats.org/drawingml/2006/main">
              <a:ext uri="{FF2B5EF4-FFF2-40B4-BE49-F238E27FC236}">
                <a16:creationId xmlns:a16="http://schemas.microsoft.com/office/drawing/2014/main" id="{2ACAF12B-847B-4BD8-B6C4-498C7DCE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612" y="2005527"/>
            <a:ext cx="98559" cy="93629"/>
          </a:xfrm>
          <a:custGeom xmlns:a="http://schemas.openxmlformats.org/drawingml/2006/main">
            <a:pathLst>
              <a:path w="98559" h="93629">
                <a:moveTo>
                  <a:pt x="39388" y="26168"/>
                </a:moveTo>
                <a:lnTo>
                  <a:pt x="39388" y="67946"/>
                </a:lnTo>
                <a:cubicBezTo>
                  <a:pt x="37574" y="67827"/>
                  <a:pt x="35518" y="67436"/>
                  <a:pt x="33220" y="66773"/>
                </a:cubicBezTo>
                <a:cubicBezTo>
                  <a:pt x="30920" y="66109"/>
                  <a:pt x="28743" y="64963"/>
                  <a:pt x="26688" y="63334"/>
                </a:cubicBezTo>
                <a:cubicBezTo>
                  <a:pt x="24631" y="61706"/>
                  <a:pt x="22907" y="59536"/>
                  <a:pt x="21516" y="56824"/>
                </a:cubicBezTo>
                <a:cubicBezTo>
                  <a:pt x="20125" y="54110"/>
                  <a:pt x="19429" y="50704"/>
                  <a:pt x="19429" y="46604"/>
                </a:cubicBezTo>
                <a:cubicBezTo>
                  <a:pt x="19429" y="40334"/>
                  <a:pt x="21123" y="35662"/>
                  <a:pt x="24510" y="32587"/>
                </a:cubicBezTo>
                <a:cubicBezTo>
                  <a:pt x="27897" y="29513"/>
                  <a:pt x="32857" y="27373"/>
                  <a:pt x="39388" y="26168"/>
                </a:cubicBezTo>
                <a:moveTo>
                  <a:pt x="55638" y="67946"/>
                </a:moveTo>
                <a:lnTo>
                  <a:pt x="55638" y="482"/>
                </a:lnTo>
                <a:cubicBezTo>
                  <a:pt x="48389" y="0"/>
                  <a:pt x="41442" y="603"/>
                  <a:pt x="34796" y="2293"/>
                </a:cubicBezTo>
                <a:cubicBezTo>
                  <a:pt x="28150" y="3980"/>
                  <a:pt x="22230" y="6723"/>
                  <a:pt x="17036" y="10522"/>
                </a:cubicBezTo>
                <a:cubicBezTo>
                  <a:pt x="11841" y="14320"/>
                  <a:pt x="7703" y="19173"/>
                  <a:pt x="4623" y="25083"/>
                </a:cubicBezTo>
                <a:cubicBezTo>
                  <a:pt x="1541" y="30991"/>
                  <a:pt x="0" y="37924"/>
                  <a:pt x="0" y="45881"/>
                </a:cubicBezTo>
                <a:cubicBezTo>
                  <a:pt x="0" y="52996"/>
                  <a:pt x="1269" y="59477"/>
                  <a:pt x="3806" y="65324"/>
                </a:cubicBezTo>
                <a:cubicBezTo>
                  <a:pt x="6341" y="71171"/>
                  <a:pt x="9813" y="76205"/>
                  <a:pt x="14221" y="80426"/>
                </a:cubicBezTo>
                <a:cubicBezTo>
                  <a:pt x="18630" y="84647"/>
                  <a:pt x="23854" y="87902"/>
                  <a:pt x="29894" y="90193"/>
                </a:cubicBezTo>
                <a:cubicBezTo>
                  <a:pt x="35933" y="92484"/>
                  <a:pt x="42455" y="93629"/>
                  <a:pt x="49462" y="93629"/>
                </a:cubicBezTo>
                <a:cubicBezTo>
                  <a:pt x="56707" y="93629"/>
                  <a:pt x="63350" y="92514"/>
                  <a:pt x="69390" y="90284"/>
                </a:cubicBezTo>
                <a:cubicBezTo>
                  <a:pt x="75429" y="88052"/>
                  <a:pt x="80623" y="84887"/>
                  <a:pt x="84972" y="80788"/>
                </a:cubicBezTo>
                <a:cubicBezTo>
                  <a:pt x="89320" y="76688"/>
                  <a:pt x="92671" y="71685"/>
                  <a:pt x="95027" y="65777"/>
                </a:cubicBezTo>
                <a:cubicBezTo>
                  <a:pt x="97382" y="59869"/>
                  <a:pt x="98559" y="53237"/>
                  <a:pt x="98559" y="45881"/>
                </a:cubicBezTo>
                <a:cubicBezTo>
                  <a:pt x="98559" y="35271"/>
                  <a:pt x="96150" y="26228"/>
                  <a:pt x="91331" y="18752"/>
                </a:cubicBezTo>
                <a:cubicBezTo>
                  <a:pt x="86512" y="11275"/>
                  <a:pt x="78501" y="5728"/>
                  <a:pt x="67296" y="2110"/>
                </a:cubicBezTo>
                <a:lnTo>
                  <a:pt x="67296" y="24719"/>
                </a:lnTo>
                <a:cubicBezTo>
                  <a:pt x="70164" y="25563"/>
                  <a:pt x="72883" y="27855"/>
                  <a:pt x="75454" y="31594"/>
                </a:cubicBezTo>
                <a:cubicBezTo>
                  <a:pt x="78022" y="35330"/>
                  <a:pt x="79307" y="39791"/>
                  <a:pt x="79307" y="44976"/>
                </a:cubicBezTo>
                <a:cubicBezTo>
                  <a:pt x="79307" y="52211"/>
                  <a:pt x="77440" y="57758"/>
                  <a:pt x="73707" y="61618"/>
                </a:cubicBezTo>
                <a:cubicBezTo>
                  <a:pt x="69972" y="65476"/>
                  <a:pt x="63949" y="67586"/>
                  <a:pt x="55638" y="6794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A0574F-BD8E-4D0C-A0B5-13A0F65A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49" y="3545292"/>
            <a:ext cx="425871" cy="912"/>
          </a:xfrm>
          <a:custGeom xmlns:a="http://schemas.openxmlformats.org/drawingml/2006/main">
            <a:pathLst>
              <a:path w="425871" h="912" fill="none">
                <a:moveTo>
                  <a:pt x="0" y="912"/>
                </a:moveTo>
                <a:lnTo>
                  <a:pt x="425871" y="0"/>
                </a:lnTo>
              </a:path>
            </a:pathLst>
          </a:custGeom>
          <a:noFill xmlns:a="http://schemas.openxmlformats.org/drawingml/2006/main"/>
          <a:ln xmlns:a="http://schemas.openxmlformats.org/drawingml/2006/main" w="45217" cap="rnd">
            <a:solidFill>
              <a:srgbClr val="B34400"/>
            </a:solidFill>
            <a:round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A5B6AD-EFF4-447A-81C6-7A266D5E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915" y="3496458"/>
            <a:ext cx="130329" cy="97669"/>
          </a:xfrm>
          <a:custGeom xmlns:a="http://schemas.openxmlformats.org/drawingml/2006/main">
            <a:pathLst>
              <a:path w="130329" h="97669">
                <a:moveTo>
                  <a:pt x="130329" y="48556"/>
                </a:moveTo>
                <a:lnTo>
                  <a:pt x="0" y="0"/>
                </a:lnTo>
                <a:lnTo>
                  <a:pt x="209" y="97669"/>
                </a:lnTo>
                <a:lnTo>
                  <a:pt x="130329" y="48556"/>
                </a:lnTo>
                <a:close/>
              </a:path>
            </a:pathLst>
          </a:custGeom>
          <a:solidFill xmlns:a="http://schemas.openxmlformats.org/drawingml/2006/main">
            <a:srgbClr val="B344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A3A159-7C46-4C78-AC31-50DFB281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915" y="3496458"/>
            <a:ext cx="130329" cy="97668"/>
          </a:xfrm>
          <a:custGeom xmlns:a="http://schemas.openxmlformats.org/drawingml/2006/main">
            <a:pathLst>
              <a:path w="130329" h="97668" fill="none">
                <a:moveTo>
                  <a:pt x="130329" y="48555"/>
                </a:moveTo>
                <a:lnTo>
                  <a:pt x="0" y="0"/>
                </a:lnTo>
                <a:lnTo>
                  <a:pt x="209" y="97668"/>
                </a:lnTo>
                <a:lnTo>
                  <a:pt x="130329" y="4855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5217" cap="flat">
            <a:solidFill>
              <a:srgbClr val="B34400"/>
            </a:solidFill>
            <a:miter/>
          </a:ln>
        </p:spPr>
      </p:sp>
      <p:sp>
        <p:nvSpPr>
          <p:cNvPr id="57" name="Text RawLog">
            <a:extLst xmlns:a="http://schemas.openxmlformats.org/drawingml/2006/main">
              <a:ext uri="{FF2B5EF4-FFF2-40B4-BE49-F238E27FC236}">
                <a16:creationId xmlns:a16="http://schemas.microsoft.com/office/drawing/2014/main" id="{4E3900A9-832E-4901-ABD8-2A88451E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072" y="3169238"/>
            <a:ext cx="483641" cy="116840"/>
          </a:xfrm>
          <a:custGeom xmlns:a="http://schemas.openxmlformats.org/drawingml/2006/main">
            <a:pathLst>
              <a:path w="483641" h="116840">
                <a:moveTo>
                  <a:pt x="0" y="0"/>
                </a:moveTo>
                <a:lnTo>
                  <a:pt x="0" y="90381"/>
                </a:lnTo>
                <a:lnTo>
                  <a:pt x="12028" y="90381"/>
                </a:lnTo>
                <a:lnTo>
                  <a:pt x="12028" y="51805"/>
                </a:lnTo>
                <a:lnTo>
                  <a:pt x="41400" y="51805"/>
                </a:lnTo>
                <a:cubicBezTo>
                  <a:pt x="44355" y="51805"/>
                  <a:pt x="46718" y="52248"/>
                  <a:pt x="48490" y="53134"/>
                </a:cubicBezTo>
                <a:cubicBezTo>
                  <a:pt x="50264" y="54019"/>
                  <a:pt x="51698" y="55200"/>
                  <a:pt x="52794" y="56676"/>
                </a:cubicBezTo>
                <a:cubicBezTo>
                  <a:pt x="53892" y="58150"/>
                  <a:pt x="54694" y="59879"/>
                  <a:pt x="55200" y="61861"/>
                </a:cubicBezTo>
                <a:cubicBezTo>
                  <a:pt x="55707" y="63842"/>
                  <a:pt x="56130" y="65928"/>
                  <a:pt x="56467" y="68120"/>
                </a:cubicBezTo>
                <a:cubicBezTo>
                  <a:pt x="56889" y="70313"/>
                  <a:pt x="57143" y="72549"/>
                  <a:pt x="57226" y="74826"/>
                </a:cubicBezTo>
                <a:cubicBezTo>
                  <a:pt x="57311" y="77101"/>
                  <a:pt x="57396" y="79230"/>
                  <a:pt x="57479" y="81212"/>
                </a:cubicBezTo>
                <a:cubicBezTo>
                  <a:pt x="57564" y="83193"/>
                  <a:pt x="57754" y="84985"/>
                  <a:pt x="58049" y="86587"/>
                </a:cubicBezTo>
                <a:cubicBezTo>
                  <a:pt x="58344" y="88189"/>
                  <a:pt x="58914" y="89454"/>
                  <a:pt x="59759" y="90381"/>
                </a:cubicBezTo>
                <a:lnTo>
                  <a:pt x="73180" y="90381"/>
                </a:lnTo>
                <a:cubicBezTo>
                  <a:pt x="71914" y="88863"/>
                  <a:pt x="70964" y="87112"/>
                  <a:pt x="70330" y="85130"/>
                </a:cubicBezTo>
                <a:cubicBezTo>
                  <a:pt x="69698" y="83148"/>
                  <a:pt x="69212" y="81061"/>
                  <a:pt x="68874" y="78869"/>
                </a:cubicBezTo>
                <a:cubicBezTo>
                  <a:pt x="68536" y="76676"/>
                  <a:pt x="68325" y="74441"/>
                  <a:pt x="68240" y="72164"/>
                </a:cubicBezTo>
                <a:cubicBezTo>
                  <a:pt x="68156" y="69886"/>
                  <a:pt x="68030" y="67651"/>
                  <a:pt x="67861" y="65458"/>
                </a:cubicBezTo>
                <a:cubicBezTo>
                  <a:pt x="67608" y="63266"/>
                  <a:pt x="67249" y="61158"/>
                  <a:pt x="66785" y="59133"/>
                </a:cubicBezTo>
                <a:cubicBezTo>
                  <a:pt x="66322" y="57108"/>
                  <a:pt x="65604" y="55274"/>
                  <a:pt x="64633" y="53629"/>
                </a:cubicBezTo>
                <a:cubicBezTo>
                  <a:pt x="63662" y="51984"/>
                  <a:pt x="62353" y="50572"/>
                  <a:pt x="60707" y="49392"/>
                </a:cubicBezTo>
                <a:cubicBezTo>
                  <a:pt x="59062" y="48211"/>
                  <a:pt x="56931" y="47368"/>
                  <a:pt x="54315" y="46862"/>
                </a:cubicBezTo>
                <a:lnTo>
                  <a:pt x="54315" y="46609"/>
                </a:lnTo>
                <a:cubicBezTo>
                  <a:pt x="59801" y="45089"/>
                  <a:pt x="63789" y="42261"/>
                  <a:pt x="66279" y="38124"/>
                </a:cubicBezTo>
                <a:cubicBezTo>
                  <a:pt x="68769" y="33986"/>
                  <a:pt x="70013" y="29173"/>
                  <a:pt x="70013" y="23685"/>
                </a:cubicBezTo>
                <a:cubicBezTo>
                  <a:pt x="70013" y="16339"/>
                  <a:pt x="67586" y="10555"/>
                  <a:pt x="62732" y="6333"/>
                </a:cubicBezTo>
                <a:cubicBezTo>
                  <a:pt x="57879" y="2111"/>
                  <a:pt x="51149" y="0"/>
                  <a:pt x="42540" y="0"/>
                </a:cubicBezTo>
                <a:lnTo>
                  <a:pt x="0" y="0"/>
                </a:lnTo>
                <a:moveTo>
                  <a:pt x="37096" y="41667"/>
                </a:moveTo>
                <a:lnTo>
                  <a:pt x="12028" y="41667"/>
                </a:lnTo>
                <a:lnTo>
                  <a:pt x="12028" y="10139"/>
                </a:lnTo>
                <a:lnTo>
                  <a:pt x="41906" y="10139"/>
                </a:lnTo>
                <a:cubicBezTo>
                  <a:pt x="47562" y="10139"/>
                  <a:pt x="51655" y="11574"/>
                  <a:pt x="54187" y="14445"/>
                </a:cubicBezTo>
                <a:cubicBezTo>
                  <a:pt x="56719" y="17314"/>
                  <a:pt x="57985" y="21028"/>
                  <a:pt x="57985" y="25586"/>
                </a:cubicBezTo>
                <a:cubicBezTo>
                  <a:pt x="57985" y="28878"/>
                  <a:pt x="57416" y="31558"/>
                  <a:pt x="56276" y="33626"/>
                </a:cubicBezTo>
                <a:cubicBezTo>
                  <a:pt x="55137" y="35695"/>
                  <a:pt x="53618" y="37341"/>
                  <a:pt x="51718" y="38566"/>
                </a:cubicBezTo>
                <a:cubicBezTo>
                  <a:pt x="49820" y="39790"/>
                  <a:pt x="47604" y="40613"/>
                  <a:pt x="45071" y="41035"/>
                </a:cubicBezTo>
                <a:cubicBezTo>
                  <a:pt x="42539" y="41456"/>
                  <a:pt x="39880" y="41667"/>
                  <a:pt x="37096" y="41667"/>
                </a:cubicBezTo>
                <a:close/>
                <a:moveTo>
                  <a:pt x="142940" y="90095"/>
                </a:moveTo>
                <a:cubicBezTo>
                  <a:pt x="141083" y="91193"/>
                  <a:pt x="138508" y="91741"/>
                  <a:pt x="135217" y="91741"/>
                </a:cubicBezTo>
                <a:cubicBezTo>
                  <a:pt x="132432" y="91741"/>
                  <a:pt x="130217" y="90961"/>
                  <a:pt x="128571" y="89400"/>
                </a:cubicBezTo>
                <a:cubicBezTo>
                  <a:pt x="126925" y="87838"/>
                  <a:pt x="126102" y="85284"/>
                  <a:pt x="126102" y="81738"/>
                </a:cubicBezTo>
                <a:cubicBezTo>
                  <a:pt x="123147" y="85284"/>
                  <a:pt x="119707" y="87838"/>
                  <a:pt x="115782" y="89400"/>
                </a:cubicBezTo>
                <a:cubicBezTo>
                  <a:pt x="111858" y="90961"/>
                  <a:pt x="107616" y="91741"/>
                  <a:pt x="103058" y="91741"/>
                </a:cubicBezTo>
                <a:cubicBezTo>
                  <a:pt x="100104" y="91741"/>
                  <a:pt x="97297" y="91404"/>
                  <a:pt x="94637" y="90729"/>
                </a:cubicBezTo>
                <a:cubicBezTo>
                  <a:pt x="91979" y="90054"/>
                  <a:pt x="89680" y="88999"/>
                  <a:pt x="87739" y="87564"/>
                </a:cubicBezTo>
                <a:cubicBezTo>
                  <a:pt x="85798" y="86130"/>
                  <a:pt x="84257" y="84253"/>
                  <a:pt x="83118" y="81933"/>
                </a:cubicBezTo>
                <a:cubicBezTo>
                  <a:pt x="81978" y="79612"/>
                  <a:pt x="81408" y="76806"/>
                  <a:pt x="81408" y="73516"/>
                </a:cubicBezTo>
                <a:cubicBezTo>
                  <a:pt x="81408" y="69803"/>
                  <a:pt x="82041" y="66765"/>
                  <a:pt x="83307" y="64403"/>
                </a:cubicBezTo>
                <a:cubicBezTo>
                  <a:pt x="84573" y="62041"/>
                  <a:pt x="86239" y="60122"/>
                  <a:pt x="88307" y="58646"/>
                </a:cubicBezTo>
                <a:cubicBezTo>
                  <a:pt x="90375" y="57169"/>
                  <a:pt x="92738" y="56050"/>
                  <a:pt x="95397" y="55290"/>
                </a:cubicBezTo>
                <a:cubicBezTo>
                  <a:pt x="98056" y="54531"/>
                  <a:pt x="100779" y="53898"/>
                  <a:pt x="103565" y="53391"/>
                </a:cubicBezTo>
                <a:cubicBezTo>
                  <a:pt x="106519" y="52802"/>
                  <a:pt x="109325" y="52359"/>
                  <a:pt x="111984" y="52064"/>
                </a:cubicBezTo>
                <a:cubicBezTo>
                  <a:pt x="114642" y="51768"/>
                  <a:pt x="116984" y="51346"/>
                  <a:pt x="119010" y="50797"/>
                </a:cubicBezTo>
                <a:cubicBezTo>
                  <a:pt x="121036" y="50248"/>
                  <a:pt x="122639" y="49447"/>
                  <a:pt x="123820" y="48394"/>
                </a:cubicBezTo>
                <a:cubicBezTo>
                  <a:pt x="125003" y="47339"/>
                  <a:pt x="125594" y="45798"/>
                  <a:pt x="125594" y="43773"/>
                </a:cubicBezTo>
                <a:cubicBezTo>
                  <a:pt x="125594" y="41411"/>
                  <a:pt x="125151" y="39512"/>
                  <a:pt x="124265" y="38077"/>
                </a:cubicBezTo>
                <a:cubicBezTo>
                  <a:pt x="123379" y="36643"/>
                  <a:pt x="122239" y="35546"/>
                  <a:pt x="120845" y="34787"/>
                </a:cubicBezTo>
                <a:cubicBezTo>
                  <a:pt x="119453" y="34028"/>
                  <a:pt x="117891" y="33521"/>
                  <a:pt x="116160" y="33269"/>
                </a:cubicBezTo>
                <a:cubicBezTo>
                  <a:pt x="114431" y="33015"/>
                  <a:pt x="112722" y="32888"/>
                  <a:pt x="111035" y="32888"/>
                </a:cubicBezTo>
                <a:cubicBezTo>
                  <a:pt x="106477" y="32888"/>
                  <a:pt x="102679" y="33751"/>
                  <a:pt x="99641" y="35475"/>
                </a:cubicBezTo>
                <a:cubicBezTo>
                  <a:pt x="96603" y="37200"/>
                  <a:pt x="94957" y="40459"/>
                  <a:pt x="94703" y="45252"/>
                </a:cubicBezTo>
                <a:lnTo>
                  <a:pt x="83941" y="45252"/>
                </a:lnTo>
                <a:cubicBezTo>
                  <a:pt x="84109" y="41204"/>
                  <a:pt x="84953" y="37789"/>
                  <a:pt x="86471" y="35006"/>
                </a:cubicBezTo>
                <a:cubicBezTo>
                  <a:pt x="87991" y="32223"/>
                  <a:pt x="90017" y="29967"/>
                  <a:pt x="92549" y="28238"/>
                </a:cubicBezTo>
                <a:cubicBezTo>
                  <a:pt x="95081" y="26510"/>
                  <a:pt x="97972" y="25266"/>
                  <a:pt x="101221" y="24508"/>
                </a:cubicBezTo>
                <a:cubicBezTo>
                  <a:pt x="104472" y="23748"/>
                  <a:pt x="107954" y="23368"/>
                  <a:pt x="111667" y="23368"/>
                </a:cubicBezTo>
                <a:cubicBezTo>
                  <a:pt x="114621" y="23368"/>
                  <a:pt x="117555" y="23579"/>
                  <a:pt x="120467" y="24002"/>
                </a:cubicBezTo>
                <a:cubicBezTo>
                  <a:pt x="123379" y="24423"/>
                  <a:pt x="126016" y="25288"/>
                  <a:pt x="128380" y="26596"/>
                </a:cubicBezTo>
                <a:cubicBezTo>
                  <a:pt x="130743" y="27903"/>
                  <a:pt x="132642" y="29739"/>
                  <a:pt x="134077" y="32102"/>
                </a:cubicBezTo>
                <a:cubicBezTo>
                  <a:pt x="135512" y="34464"/>
                  <a:pt x="136229" y="37544"/>
                  <a:pt x="136229" y="41340"/>
                </a:cubicBezTo>
                <a:lnTo>
                  <a:pt x="136229" y="75003"/>
                </a:lnTo>
                <a:cubicBezTo>
                  <a:pt x="136229" y="77535"/>
                  <a:pt x="136376" y="79392"/>
                  <a:pt x="136671" y="80573"/>
                </a:cubicBezTo>
                <a:cubicBezTo>
                  <a:pt x="136968" y="81754"/>
                  <a:pt x="137960" y="82345"/>
                  <a:pt x="139648" y="82345"/>
                </a:cubicBezTo>
                <a:cubicBezTo>
                  <a:pt x="140577" y="82345"/>
                  <a:pt x="141674" y="82142"/>
                  <a:pt x="142940" y="81738"/>
                </a:cubicBezTo>
                <a:lnTo>
                  <a:pt x="142940" y="90095"/>
                </a:lnTo>
                <a:moveTo>
                  <a:pt x="125468" y="56542"/>
                </a:moveTo>
                <a:cubicBezTo>
                  <a:pt x="124117" y="57555"/>
                  <a:pt x="122344" y="58293"/>
                  <a:pt x="120150" y="58756"/>
                </a:cubicBezTo>
                <a:cubicBezTo>
                  <a:pt x="117956" y="59220"/>
                  <a:pt x="115657" y="59599"/>
                  <a:pt x="113251" y="59894"/>
                </a:cubicBezTo>
                <a:cubicBezTo>
                  <a:pt x="110845" y="60189"/>
                  <a:pt x="108418" y="60527"/>
                  <a:pt x="105970" y="60906"/>
                </a:cubicBezTo>
                <a:cubicBezTo>
                  <a:pt x="103523" y="61285"/>
                  <a:pt x="101329" y="61896"/>
                  <a:pt x="99388" y="62740"/>
                </a:cubicBezTo>
                <a:cubicBezTo>
                  <a:pt x="97447" y="63583"/>
                  <a:pt x="95864" y="64785"/>
                  <a:pt x="94639" y="66345"/>
                </a:cubicBezTo>
                <a:cubicBezTo>
                  <a:pt x="93416" y="67904"/>
                  <a:pt x="92804" y="70033"/>
                  <a:pt x="92804" y="72732"/>
                </a:cubicBezTo>
                <a:cubicBezTo>
                  <a:pt x="92804" y="74502"/>
                  <a:pt x="93163" y="76000"/>
                  <a:pt x="93880" y="77223"/>
                </a:cubicBezTo>
                <a:cubicBezTo>
                  <a:pt x="94597" y="78445"/>
                  <a:pt x="95526" y="79436"/>
                  <a:pt x="96666" y="80194"/>
                </a:cubicBezTo>
                <a:cubicBezTo>
                  <a:pt x="97806" y="80953"/>
                  <a:pt x="99135" y="81501"/>
                  <a:pt x="100653" y="81838"/>
                </a:cubicBezTo>
                <a:cubicBezTo>
                  <a:pt x="102173" y="82176"/>
                  <a:pt x="103776" y="82345"/>
                  <a:pt x="105464" y="82345"/>
                </a:cubicBezTo>
                <a:cubicBezTo>
                  <a:pt x="109009" y="82345"/>
                  <a:pt x="112048" y="81860"/>
                  <a:pt x="114580" y="80890"/>
                </a:cubicBezTo>
                <a:cubicBezTo>
                  <a:pt x="117112" y="79920"/>
                  <a:pt x="119180" y="78698"/>
                  <a:pt x="120783" y="77223"/>
                </a:cubicBezTo>
                <a:cubicBezTo>
                  <a:pt x="122387" y="75747"/>
                  <a:pt x="123569" y="74145"/>
                  <a:pt x="124328" y="72417"/>
                </a:cubicBezTo>
                <a:cubicBezTo>
                  <a:pt x="125088" y="70687"/>
                  <a:pt x="125468" y="69064"/>
                  <a:pt x="125468" y="67546"/>
                </a:cubicBezTo>
                <a:lnTo>
                  <a:pt x="125468" y="56542"/>
                </a:lnTo>
                <a:close/>
                <a:moveTo>
                  <a:pt x="217766" y="90381"/>
                </a:moveTo>
                <a:lnTo>
                  <a:pt x="238655" y="24975"/>
                </a:lnTo>
                <a:lnTo>
                  <a:pt x="227514" y="24975"/>
                </a:lnTo>
                <a:lnTo>
                  <a:pt x="212828" y="78489"/>
                </a:lnTo>
                <a:lnTo>
                  <a:pt x="212575" y="78489"/>
                </a:lnTo>
                <a:lnTo>
                  <a:pt x="198901" y="24975"/>
                </a:lnTo>
                <a:lnTo>
                  <a:pt x="187126" y="24975"/>
                </a:lnTo>
                <a:lnTo>
                  <a:pt x="173958" y="78489"/>
                </a:lnTo>
                <a:lnTo>
                  <a:pt x="173705" y="78489"/>
                </a:lnTo>
                <a:lnTo>
                  <a:pt x="158892" y="24975"/>
                </a:lnTo>
                <a:lnTo>
                  <a:pt x="146991" y="24975"/>
                </a:lnTo>
                <a:lnTo>
                  <a:pt x="168008" y="90381"/>
                </a:lnTo>
                <a:lnTo>
                  <a:pt x="179655" y="90381"/>
                </a:lnTo>
                <a:lnTo>
                  <a:pt x="192823" y="38385"/>
                </a:lnTo>
                <a:lnTo>
                  <a:pt x="193076" y="38385"/>
                </a:lnTo>
                <a:lnTo>
                  <a:pt x="206369" y="90381"/>
                </a:lnTo>
                <a:lnTo>
                  <a:pt x="217766" y="90381"/>
                </a:lnTo>
                <a:close/>
                <a:moveTo>
                  <a:pt x="285880" y="0"/>
                </a:moveTo>
                <a:lnTo>
                  <a:pt x="285880" y="90381"/>
                </a:lnTo>
                <a:lnTo>
                  <a:pt x="345765" y="90381"/>
                </a:lnTo>
                <a:lnTo>
                  <a:pt x="345765" y="80243"/>
                </a:lnTo>
                <a:lnTo>
                  <a:pt x="297908" y="80243"/>
                </a:lnTo>
                <a:lnTo>
                  <a:pt x="297908" y="0"/>
                </a:lnTo>
                <a:lnTo>
                  <a:pt x="285880" y="0"/>
                </a:lnTo>
                <a:close/>
                <a:moveTo>
                  <a:pt x="362352" y="57680"/>
                </a:moveTo>
                <a:cubicBezTo>
                  <a:pt x="362352" y="53716"/>
                  <a:pt x="362880" y="50195"/>
                  <a:pt x="363934" y="47119"/>
                </a:cubicBezTo>
                <a:cubicBezTo>
                  <a:pt x="364989" y="44040"/>
                  <a:pt x="366445" y="41447"/>
                  <a:pt x="368302" y="39339"/>
                </a:cubicBezTo>
                <a:cubicBezTo>
                  <a:pt x="370160" y="37231"/>
                  <a:pt x="372333" y="35628"/>
                  <a:pt x="374822" y="34532"/>
                </a:cubicBezTo>
                <a:cubicBezTo>
                  <a:pt x="377312" y="33436"/>
                  <a:pt x="379950" y="32888"/>
                  <a:pt x="382735" y="32888"/>
                </a:cubicBezTo>
                <a:cubicBezTo>
                  <a:pt x="385521" y="32888"/>
                  <a:pt x="388159" y="33436"/>
                  <a:pt x="390648" y="34532"/>
                </a:cubicBezTo>
                <a:cubicBezTo>
                  <a:pt x="393138" y="35628"/>
                  <a:pt x="395311" y="37231"/>
                  <a:pt x="397169" y="39339"/>
                </a:cubicBezTo>
                <a:cubicBezTo>
                  <a:pt x="399026" y="41447"/>
                  <a:pt x="400482" y="44040"/>
                  <a:pt x="401537" y="47119"/>
                </a:cubicBezTo>
                <a:cubicBezTo>
                  <a:pt x="402591" y="50195"/>
                  <a:pt x="403119" y="53716"/>
                  <a:pt x="403119" y="57680"/>
                </a:cubicBezTo>
                <a:cubicBezTo>
                  <a:pt x="403119" y="61643"/>
                  <a:pt x="402591" y="65164"/>
                  <a:pt x="401537" y="68242"/>
                </a:cubicBezTo>
                <a:cubicBezTo>
                  <a:pt x="400482" y="71320"/>
                  <a:pt x="399026" y="73892"/>
                  <a:pt x="397169" y="75958"/>
                </a:cubicBezTo>
                <a:cubicBezTo>
                  <a:pt x="395311" y="78024"/>
                  <a:pt x="393138" y="79604"/>
                  <a:pt x="390648" y="80701"/>
                </a:cubicBezTo>
                <a:cubicBezTo>
                  <a:pt x="388159" y="81797"/>
                  <a:pt x="385521" y="82345"/>
                  <a:pt x="382735" y="82345"/>
                </a:cubicBezTo>
                <a:cubicBezTo>
                  <a:pt x="379950" y="82345"/>
                  <a:pt x="377312" y="81797"/>
                  <a:pt x="374822" y="80701"/>
                </a:cubicBezTo>
                <a:cubicBezTo>
                  <a:pt x="372333" y="79604"/>
                  <a:pt x="370160" y="78024"/>
                  <a:pt x="368302" y="75958"/>
                </a:cubicBezTo>
                <a:cubicBezTo>
                  <a:pt x="366445" y="73892"/>
                  <a:pt x="364989" y="71320"/>
                  <a:pt x="363934" y="68242"/>
                </a:cubicBezTo>
                <a:cubicBezTo>
                  <a:pt x="362880" y="65164"/>
                  <a:pt x="362352" y="61643"/>
                  <a:pt x="362352" y="57680"/>
                </a:cubicBezTo>
                <a:moveTo>
                  <a:pt x="350956" y="57682"/>
                </a:moveTo>
                <a:cubicBezTo>
                  <a:pt x="350956" y="62493"/>
                  <a:pt x="351631" y="66966"/>
                  <a:pt x="352981" y="71103"/>
                </a:cubicBezTo>
                <a:cubicBezTo>
                  <a:pt x="354332" y="75238"/>
                  <a:pt x="356358" y="78847"/>
                  <a:pt x="359058" y="81929"/>
                </a:cubicBezTo>
                <a:cubicBezTo>
                  <a:pt x="361759" y="85010"/>
                  <a:pt x="365093" y="87416"/>
                  <a:pt x="369060" y="89147"/>
                </a:cubicBezTo>
                <a:cubicBezTo>
                  <a:pt x="373028" y="90876"/>
                  <a:pt x="377586" y="91741"/>
                  <a:pt x="382735" y="91741"/>
                </a:cubicBezTo>
                <a:cubicBezTo>
                  <a:pt x="387968" y="91741"/>
                  <a:pt x="392547" y="90876"/>
                  <a:pt x="396471" y="89147"/>
                </a:cubicBezTo>
                <a:cubicBezTo>
                  <a:pt x="400397" y="87416"/>
                  <a:pt x="403710" y="85010"/>
                  <a:pt x="406411" y="81929"/>
                </a:cubicBezTo>
                <a:cubicBezTo>
                  <a:pt x="409111" y="78847"/>
                  <a:pt x="411137" y="75238"/>
                  <a:pt x="412486" y="71103"/>
                </a:cubicBezTo>
                <a:cubicBezTo>
                  <a:pt x="413837" y="66966"/>
                  <a:pt x="414513" y="62493"/>
                  <a:pt x="414513" y="57682"/>
                </a:cubicBezTo>
                <a:cubicBezTo>
                  <a:pt x="414513" y="52870"/>
                  <a:pt x="413837" y="48376"/>
                  <a:pt x="412486" y="44198"/>
                </a:cubicBezTo>
                <a:cubicBezTo>
                  <a:pt x="411137" y="40018"/>
                  <a:pt x="409111" y="36388"/>
                  <a:pt x="406411" y="33308"/>
                </a:cubicBezTo>
                <a:cubicBezTo>
                  <a:pt x="403710" y="30227"/>
                  <a:pt x="400397" y="27800"/>
                  <a:pt x="396471" y="26028"/>
                </a:cubicBezTo>
                <a:cubicBezTo>
                  <a:pt x="392547" y="24255"/>
                  <a:pt x="387968" y="23368"/>
                  <a:pt x="382735" y="23368"/>
                </a:cubicBezTo>
                <a:cubicBezTo>
                  <a:pt x="377586" y="23368"/>
                  <a:pt x="373028" y="24255"/>
                  <a:pt x="369060" y="26028"/>
                </a:cubicBezTo>
                <a:cubicBezTo>
                  <a:pt x="365093" y="27800"/>
                  <a:pt x="361759" y="30227"/>
                  <a:pt x="359058" y="33308"/>
                </a:cubicBezTo>
                <a:cubicBezTo>
                  <a:pt x="356358" y="36388"/>
                  <a:pt x="354332" y="40018"/>
                  <a:pt x="352981" y="44198"/>
                </a:cubicBezTo>
                <a:cubicBezTo>
                  <a:pt x="351631" y="48376"/>
                  <a:pt x="350956" y="52870"/>
                  <a:pt x="350956" y="57682"/>
                </a:cubicBezTo>
                <a:close/>
                <a:moveTo>
                  <a:pt x="483641" y="84796"/>
                </a:moveTo>
                <a:lnTo>
                  <a:pt x="483641" y="24888"/>
                </a:lnTo>
                <a:lnTo>
                  <a:pt x="473512" y="24888"/>
                </a:lnTo>
                <a:lnTo>
                  <a:pt x="473512" y="34260"/>
                </a:lnTo>
                <a:lnTo>
                  <a:pt x="473386" y="34260"/>
                </a:lnTo>
                <a:cubicBezTo>
                  <a:pt x="471446" y="30629"/>
                  <a:pt x="468745" y="27907"/>
                  <a:pt x="465284" y="26092"/>
                </a:cubicBezTo>
                <a:cubicBezTo>
                  <a:pt x="461823" y="24276"/>
                  <a:pt x="458025" y="23368"/>
                  <a:pt x="453888" y="23368"/>
                </a:cubicBezTo>
                <a:cubicBezTo>
                  <a:pt x="448233" y="23368"/>
                  <a:pt x="443463" y="24445"/>
                  <a:pt x="439580" y="26598"/>
                </a:cubicBezTo>
                <a:cubicBezTo>
                  <a:pt x="435699" y="28750"/>
                  <a:pt x="432576" y="31494"/>
                  <a:pt x="430213" y="34830"/>
                </a:cubicBezTo>
                <a:cubicBezTo>
                  <a:pt x="427849" y="38166"/>
                  <a:pt x="426161" y="41881"/>
                  <a:pt x="425147" y="45977"/>
                </a:cubicBezTo>
                <a:cubicBezTo>
                  <a:pt x="424135" y="50071"/>
                  <a:pt x="423629" y="54060"/>
                  <a:pt x="423629" y="57943"/>
                </a:cubicBezTo>
                <a:cubicBezTo>
                  <a:pt x="423629" y="62418"/>
                  <a:pt x="424241" y="66662"/>
                  <a:pt x="425464" y="70672"/>
                </a:cubicBezTo>
                <a:cubicBezTo>
                  <a:pt x="426689" y="74683"/>
                  <a:pt x="428525" y="78187"/>
                  <a:pt x="430972" y="81185"/>
                </a:cubicBezTo>
                <a:cubicBezTo>
                  <a:pt x="433420" y="84182"/>
                  <a:pt x="436459" y="86568"/>
                  <a:pt x="440088" y="88341"/>
                </a:cubicBezTo>
                <a:cubicBezTo>
                  <a:pt x="443718" y="90113"/>
                  <a:pt x="447980" y="90999"/>
                  <a:pt x="452876" y="90999"/>
                </a:cubicBezTo>
                <a:cubicBezTo>
                  <a:pt x="457095" y="90999"/>
                  <a:pt x="461082" y="90050"/>
                  <a:pt x="464838" y="88152"/>
                </a:cubicBezTo>
                <a:cubicBezTo>
                  <a:pt x="468595" y="86252"/>
                  <a:pt x="471402" y="83276"/>
                  <a:pt x="473259" y="79225"/>
                </a:cubicBezTo>
                <a:lnTo>
                  <a:pt x="473512" y="79225"/>
                </a:lnTo>
                <a:lnTo>
                  <a:pt x="473512" y="83529"/>
                </a:lnTo>
                <a:cubicBezTo>
                  <a:pt x="473512" y="87158"/>
                  <a:pt x="473153" y="90490"/>
                  <a:pt x="472436" y="93524"/>
                </a:cubicBezTo>
                <a:cubicBezTo>
                  <a:pt x="471719" y="96559"/>
                  <a:pt x="470558" y="99150"/>
                  <a:pt x="468955" y="101298"/>
                </a:cubicBezTo>
                <a:cubicBezTo>
                  <a:pt x="467351" y="103447"/>
                  <a:pt x="465325" y="105131"/>
                  <a:pt x="462877" y="106352"/>
                </a:cubicBezTo>
                <a:cubicBezTo>
                  <a:pt x="460430" y="107574"/>
                  <a:pt x="457434" y="108185"/>
                  <a:pt x="453888" y="108185"/>
                </a:cubicBezTo>
                <a:cubicBezTo>
                  <a:pt x="452116" y="108185"/>
                  <a:pt x="450259" y="107995"/>
                  <a:pt x="448318" y="107616"/>
                </a:cubicBezTo>
                <a:cubicBezTo>
                  <a:pt x="446377" y="107236"/>
                  <a:pt x="444584" y="106623"/>
                  <a:pt x="442938" y="105778"/>
                </a:cubicBezTo>
                <a:cubicBezTo>
                  <a:pt x="441292" y="104935"/>
                  <a:pt x="439899" y="103837"/>
                  <a:pt x="438759" y="102486"/>
                </a:cubicBezTo>
                <a:cubicBezTo>
                  <a:pt x="437621" y="101137"/>
                  <a:pt x="437009" y="99491"/>
                  <a:pt x="436924" y="97550"/>
                </a:cubicBezTo>
                <a:lnTo>
                  <a:pt x="426162" y="97550"/>
                </a:lnTo>
                <a:cubicBezTo>
                  <a:pt x="426330" y="101095"/>
                  <a:pt x="427258" y="104092"/>
                  <a:pt x="428945" y="106543"/>
                </a:cubicBezTo>
                <a:cubicBezTo>
                  <a:pt x="430634" y="108996"/>
                  <a:pt x="432765" y="110985"/>
                  <a:pt x="435340" y="112513"/>
                </a:cubicBezTo>
                <a:cubicBezTo>
                  <a:pt x="437914" y="114040"/>
                  <a:pt x="440784" y="115143"/>
                  <a:pt x="443948" y="115822"/>
                </a:cubicBezTo>
                <a:cubicBezTo>
                  <a:pt x="447114" y="116501"/>
                  <a:pt x="450217" y="116840"/>
                  <a:pt x="453256" y="116840"/>
                </a:cubicBezTo>
                <a:cubicBezTo>
                  <a:pt x="463722" y="116840"/>
                  <a:pt x="471402" y="114180"/>
                  <a:pt x="476298" y="108860"/>
                </a:cubicBezTo>
                <a:cubicBezTo>
                  <a:pt x="481193" y="103541"/>
                  <a:pt x="483641" y="95519"/>
                  <a:pt x="483641" y="84796"/>
                </a:cubicBezTo>
                <a:moveTo>
                  <a:pt x="453509" y="81603"/>
                </a:moveTo>
                <a:cubicBezTo>
                  <a:pt x="449964" y="81603"/>
                  <a:pt x="447009" y="80865"/>
                  <a:pt x="444646" y="79389"/>
                </a:cubicBezTo>
                <a:cubicBezTo>
                  <a:pt x="442284" y="77913"/>
                  <a:pt x="440385" y="75973"/>
                  <a:pt x="438949" y="73568"/>
                </a:cubicBezTo>
                <a:cubicBezTo>
                  <a:pt x="437514" y="71163"/>
                  <a:pt x="436501" y="68485"/>
                  <a:pt x="435910" y="65533"/>
                </a:cubicBezTo>
                <a:cubicBezTo>
                  <a:pt x="435320" y="62581"/>
                  <a:pt x="435025" y="59629"/>
                  <a:pt x="435025" y="56676"/>
                </a:cubicBezTo>
                <a:cubicBezTo>
                  <a:pt x="435025" y="53555"/>
                  <a:pt x="435384" y="50561"/>
                  <a:pt x="436101" y="47692"/>
                </a:cubicBezTo>
                <a:cubicBezTo>
                  <a:pt x="436818" y="44824"/>
                  <a:pt x="437958" y="42293"/>
                  <a:pt x="439519" y="40100"/>
                </a:cubicBezTo>
                <a:cubicBezTo>
                  <a:pt x="441081" y="37907"/>
                  <a:pt x="443085" y="36156"/>
                  <a:pt x="445533" y="34849"/>
                </a:cubicBezTo>
                <a:cubicBezTo>
                  <a:pt x="447981" y="33542"/>
                  <a:pt x="450935" y="32888"/>
                  <a:pt x="454396" y="32888"/>
                </a:cubicBezTo>
                <a:cubicBezTo>
                  <a:pt x="457772" y="32888"/>
                  <a:pt x="460641" y="33563"/>
                  <a:pt x="463004" y="34913"/>
                </a:cubicBezTo>
                <a:cubicBezTo>
                  <a:pt x="465368" y="36263"/>
                  <a:pt x="467287" y="38056"/>
                  <a:pt x="468763" y="40291"/>
                </a:cubicBezTo>
                <a:cubicBezTo>
                  <a:pt x="470241" y="42526"/>
                  <a:pt x="471317" y="45035"/>
                  <a:pt x="471992" y="47820"/>
                </a:cubicBezTo>
                <a:cubicBezTo>
                  <a:pt x="472668" y="50603"/>
                  <a:pt x="473006" y="53429"/>
                  <a:pt x="473006" y="56297"/>
                </a:cubicBezTo>
                <a:cubicBezTo>
                  <a:pt x="473006" y="59334"/>
                  <a:pt x="472647" y="62371"/>
                  <a:pt x="471930" y="65408"/>
                </a:cubicBezTo>
                <a:cubicBezTo>
                  <a:pt x="471212" y="68443"/>
                  <a:pt x="470094" y="71163"/>
                  <a:pt x="468574" y="73568"/>
                </a:cubicBezTo>
                <a:cubicBezTo>
                  <a:pt x="467056" y="75973"/>
                  <a:pt x="465051" y="77913"/>
                  <a:pt x="462560" y="79389"/>
                </a:cubicBezTo>
                <a:cubicBezTo>
                  <a:pt x="460071" y="80865"/>
                  <a:pt x="457054" y="81603"/>
                  <a:pt x="453509" y="8160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Text (M">
            <a:extLst xmlns:a="http://schemas.openxmlformats.org/drawingml/2006/main">
              <a:ext uri="{FF2B5EF4-FFF2-40B4-BE49-F238E27FC236}">
                <a16:creationId xmlns:a16="http://schemas.microsoft.com/office/drawing/2014/main" id="{C81CEC15-D8B2-45AA-9C58-47DA1A64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974" y="3315253"/>
            <a:ext cx="126988" cy="117582"/>
          </a:xfrm>
          <a:custGeom xmlns:a="http://schemas.openxmlformats.org/drawingml/2006/main">
            <a:pathLst>
              <a:path w="126988" h="117582">
                <a:moveTo>
                  <a:pt x="19877" y="117582"/>
                </a:moveTo>
                <a:lnTo>
                  <a:pt x="28107" y="117582"/>
                </a:lnTo>
                <a:cubicBezTo>
                  <a:pt x="22114" y="107869"/>
                  <a:pt x="17831" y="98239"/>
                  <a:pt x="15256" y="88695"/>
                </a:cubicBezTo>
                <a:cubicBezTo>
                  <a:pt x="12682" y="79149"/>
                  <a:pt x="11394" y="69054"/>
                  <a:pt x="11394" y="58410"/>
                </a:cubicBezTo>
                <a:cubicBezTo>
                  <a:pt x="11394" y="48021"/>
                  <a:pt x="12660" y="38096"/>
                  <a:pt x="15192" y="28636"/>
                </a:cubicBezTo>
                <a:cubicBezTo>
                  <a:pt x="17726" y="19175"/>
                  <a:pt x="22031" y="9630"/>
                  <a:pt x="28107" y="0"/>
                </a:cubicBezTo>
                <a:lnTo>
                  <a:pt x="19877" y="0"/>
                </a:lnTo>
                <a:cubicBezTo>
                  <a:pt x="13293" y="8700"/>
                  <a:pt x="8334" y="18118"/>
                  <a:pt x="5000" y="28256"/>
                </a:cubicBezTo>
                <a:cubicBezTo>
                  <a:pt x="1667" y="38392"/>
                  <a:pt x="0" y="48443"/>
                  <a:pt x="0" y="58410"/>
                </a:cubicBezTo>
                <a:cubicBezTo>
                  <a:pt x="0" y="63986"/>
                  <a:pt x="464" y="69308"/>
                  <a:pt x="1393" y="74376"/>
                </a:cubicBezTo>
                <a:cubicBezTo>
                  <a:pt x="2321" y="79444"/>
                  <a:pt x="3651" y="84385"/>
                  <a:pt x="5380" y="89201"/>
                </a:cubicBezTo>
                <a:cubicBezTo>
                  <a:pt x="7111" y="94015"/>
                  <a:pt x="9200" y="98766"/>
                  <a:pt x="11647" y="103454"/>
                </a:cubicBezTo>
                <a:cubicBezTo>
                  <a:pt x="14096" y="108142"/>
                  <a:pt x="16839" y="112852"/>
                  <a:pt x="19877" y="117582"/>
                </a:cubicBezTo>
                <a:close/>
                <a:moveTo>
                  <a:pt x="36970" y="2226"/>
                </a:moveTo>
                <a:lnTo>
                  <a:pt x="36970" y="92607"/>
                </a:lnTo>
                <a:lnTo>
                  <a:pt x="48364" y="92607"/>
                </a:lnTo>
                <a:lnTo>
                  <a:pt x="48364" y="17416"/>
                </a:lnTo>
                <a:lnTo>
                  <a:pt x="48617" y="17416"/>
                </a:lnTo>
                <a:lnTo>
                  <a:pt x="76852" y="92607"/>
                </a:lnTo>
                <a:lnTo>
                  <a:pt x="87106" y="92607"/>
                </a:lnTo>
                <a:lnTo>
                  <a:pt x="115341" y="17416"/>
                </a:lnTo>
                <a:lnTo>
                  <a:pt x="115594" y="17416"/>
                </a:lnTo>
                <a:lnTo>
                  <a:pt x="115594" y="92607"/>
                </a:lnTo>
                <a:lnTo>
                  <a:pt x="126988" y="92607"/>
                </a:lnTo>
                <a:lnTo>
                  <a:pt x="126988" y="2226"/>
                </a:lnTo>
                <a:lnTo>
                  <a:pt x="110528" y="2226"/>
                </a:lnTo>
                <a:lnTo>
                  <a:pt x="81915" y="78176"/>
                </a:lnTo>
                <a:lnTo>
                  <a:pt x="53430" y="2226"/>
                </a:lnTo>
                <a:lnTo>
                  <a:pt x="36970" y="22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Text i">
            <a:extLst xmlns:a="http://schemas.openxmlformats.org/drawingml/2006/main">
              <a:ext uri="{FF2B5EF4-FFF2-40B4-BE49-F238E27FC236}">
                <a16:creationId xmlns:a16="http://schemas.microsoft.com/office/drawing/2014/main" id="{4EDC529C-451E-4B2F-9962-4FE521DA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827" y="3371739"/>
            <a:ext cx="10763" cy="90381"/>
          </a:xfrm>
          <a:custGeom xmlns:a="http://schemas.openxmlformats.org/drawingml/2006/main">
            <a:pathLst>
              <a:path w="10763" h="90381">
                <a:moveTo>
                  <a:pt x="10763" y="13230"/>
                </a:moveTo>
                <a:lnTo>
                  <a:pt x="10763" y="0"/>
                </a:lnTo>
                <a:lnTo>
                  <a:pt x="0" y="0"/>
                </a:lnTo>
                <a:lnTo>
                  <a:pt x="0" y="13230"/>
                </a:lnTo>
                <a:lnTo>
                  <a:pt x="10763" y="13230"/>
                </a:lnTo>
                <a:moveTo>
                  <a:pt x="0" y="24925"/>
                </a:moveTo>
                <a:lnTo>
                  <a:pt x="0" y="90381"/>
                </a:lnTo>
                <a:lnTo>
                  <a:pt x="10763" y="90381"/>
                </a:lnTo>
                <a:lnTo>
                  <a:pt x="10763" y="24925"/>
                </a:lnTo>
                <a:lnTo>
                  <a:pt x="0" y="249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Text )">
            <a:extLst xmlns:a="http://schemas.openxmlformats.org/drawingml/2006/main">
              <a:ext uri="{FF2B5EF4-FFF2-40B4-BE49-F238E27FC236}">
                <a16:creationId xmlns:a16="http://schemas.microsoft.com/office/drawing/2014/main" id="{55E53B5E-6B65-4100-B4F9-97E66318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0058" y="3315253"/>
            <a:ext cx="27981" cy="117582"/>
          </a:xfrm>
          <a:custGeom xmlns:a="http://schemas.openxmlformats.org/drawingml/2006/main">
            <a:pathLst>
              <a:path w="27981" h="117582">
                <a:moveTo>
                  <a:pt x="0" y="117582"/>
                </a:moveTo>
                <a:lnTo>
                  <a:pt x="8102" y="117582"/>
                </a:lnTo>
                <a:cubicBezTo>
                  <a:pt x="14686" y="108882"/>
                  <a:pt x="19645" y="99485"/>
                  <a:pt x="22980" y="89392"/>
                </a:cubicBezTo>
                <a:cubicBezTo>
                  <a:pt x="26314" y="79297"/>
                  <a:pt x="27981" y="69266"/>
                  <a:pt x="27981" y="59297"/>
                </a:cubicBezTo>
                <a:cubicBezTo>
                  <a:pt x="27981" y="53723"/>
                  <a:pt x="27517" y="48402"/>
                  <a:pt x="26588" y="43334"/>
                </a:cubicBezTo>
                <a:cubicBezTo>
                  <a:pt x="25660" y="38265"/>
                  <a:pt x="24330" y="33302"/>
                  <a:pt x="22599" y="28445"/>
                </a:cubicBezTo>
                <a:cubicBezTo>
                  <a:pt x="20869" y="23588"/>
                  <a:pt x="18780" y="18816"/>
                  <a:pt x="16332" y="14128"/>
                </a:cubicBezTo>
                <a:cubicBezTo>
                  <a:pt x="13885" y="9440"/>
                  <a:pt x="11142" y="4731"/>
                  <a:pt x="8102" y="0"/>
                </a:cubicBezTo>
                <a:lnTo>
                  <a:pt x="0" y="0"/>
                </a:lnTo>
                <a:cubicBezTo>
                  <a:pt x="5909" y="9714"/>
                  <a:pt x="10150" y="19364"/>
                  <a:pt x="12723" y="28951"/>
                </a:cubicBezTo>
                <a:cubicBezTo>
                  <a:pt x="15298" y="38538"/>
                  <a:pt x="16585" y="48654"/>
                  <a:pt x="16585" y="59297"/>
                </a:cubicBezTo>
                <a:cubicBezTo>
                  <a:pt x="16585" y="69603"/>
                  <a:pt x="15319" y="79508"/>
                  <a:pt x="12787" y="89011"/>
                </a:cubicBezTo>
                <a:cubicBezTo>
                  <a:pt x="10255" y="98514"/>
                  <a:pt x="5993" y="108037"/>
                  <a:pt x="0" y="1175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Text Encoded">
            <a:extLst xmlns:a="http://schemas.openxmlformats.org/drawingml/2006/main">
              <a:ext uri="{FF2B5EF4-FFF2-40B4-BE49-F238E27FC236}">
                <a16:creationId xmlns:a16="http://schemas.microsoft.com/office/drawing/2014/main" id="{FA9EB604-B8BD-4BFD-8D4C-AB318AC2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915" y="3199722"/>
            <a:ext cx="488200" cy="91741"/>
          </a:xfrm>
          <a:custGeom xmlns:a="http://schemas.openxmlformats.org/drawingml/2006/main">
            <a:pathLst>
              <a:path w="488200" h="91741">
                <a:moveTo>
                  <a:pt x="0" y="0"/>
                </a:moveTo>
                <a:lnTo>
                  <a:pt x="0" y="90381"/>
                </a:lnTo>
                <a:lnTo>
                  <a:pt x="62798" y="90381"/>
                </a:lnTo>
                <a:lnTo>
                  <a:pt x="62798" y="80243"/>
                </a:lnTo>
                <a:lnTo>
                  <a:pt x="12028" y="80243"/>
                </a:lnTo>
                <a:lnTo>
                  <a:pt x="12028" y="48962"/>
                </a:lnTo>
                <a:lnTo>
                  <a:pt x="59000" y="48962"/>
                </a:lnTo>
                <a:lnTo>
                  <a:pt x="59000" y="38823"/>
                </a:lnTo>
                <a:lnTo>
                  <a:pt x="12028" y="38823"/>
                </a:lnTo>
                <a:lnTo>
                  <a:pt x="12028" y="10139"/>
                </a:lnTo>
                <a:lnTo>
                  <a:pt x="62417" y="10139"/>
                </a:lnTo>
                <a:lnTo>
                  <a:pt x="62417" y="0"/>
                </a:lnTo>
                <a:lnTo>
                  <a:pt x="0" y="0"/>
                </a:lnTo>
                <a:close/>
                <a:moveTo>
                  <a:pt x="75584" y="24888"/>
                </a:moveTo>
                <a:lnTo>
                  <a:pt x="75584" y="90381"/>
                </a:lnTo>
                <a:lnTo>
                  <a:pt x="86346" y="90381"/>
                </a:lnTo>
                <a:lnTo>
                  <a:pt x="86346" y="53403"/>
                </a:lnTo>
                <a:cubicBezTo>
                  <a:pt x="86346" y="50449"/>
                  <a:pt x="86747" y="47726"/>
                  <a:pt x="87548" y="45235"/>
                </a:cubicBezTo>
                <a:cubicBezTo>
                  <a:pt x="88350" y="42744"/>
                  <a:pt x="89553" y="40570"/>
                  <a:pt x="91157" y="38713"/>
                </a:cubicBezTo>
                <a:cubicBezTo>
                  <a:pt x="92760" y="36856"/>
                  <a:pt x="94765" y="35421"/>
                  <a:pt x="97171" y="34409"/>
                </a:cubicBezTo>
                <a:cubicBezTo>
                  <a:pt x="99577" y="33395"/>
                  <a:pt x="102425" y="32888"/>
                  <a:pt x="105717" y="32888"/>
                </a:cubicBezTo>
                <a:cubicBezTo>
                  <a:pt x="109853" y="32888"/>
                  <a:pt x="113102" y="34071"/>
                  <a:pt x="115466" y="36435"/>
                </a:cubicBezTo>
                <a:cubicBezTo>
                  <a:pt x="117829" y="38799"/>
                  <a:pt x="119011" y="42006"/>
                  <a:pt x="119011" y="46058"/>
                </a:cubicBezTo>
                <a:lnTo>
                  <a:pt x="119011" y="90381"/>
                </a:lnTo>
                <a:lnTo>
                  <a:pt x="129773" y="90381"/>
                </a:lnTo>
                <a:lnTo>
                  <a:pt x="129773" y="47310"/>
                </a:lnTo>
                <a:cubicBezTo>
                  <a:pt x="129773" y="43763"/>
                  <a:pt x="129415" y="40533"/>
                  <a:pt x="128697" y="37620"/>
                </a:cubicBezTo>
                <a:cubicBezTo>
                  <a:pt x="127980" y="34706"/>
                  <a:pt x="126734" y="32194"/>
                  <a:pt x="124961" y="30083"/>
                </a:cubicBezTo>
                <a:cubicBezTo>
                  <a:pt x="123189" y="27971"/>
                  <a:pt x="120868" y="26324"/>
                  <a:pt x="117998" y="25142"/>
                </a:cubicBezTo>
                <a:cubicBezTo>
                  <a:pt x="115129" y="23959"/>
                  <a:pt x="111541" y="23368"/>
                  <a:pt x="107236" y="23368"/>
                </a:cubicBezTo>
                <a:cubicBezTo>
                  <a:pt x="97529" y="23368"/>
                  <a:pt x="90439" y="27337"/>
                  <a:pt x="85966" y="35276"/>
                </a:cubicBezTo>
                <a:lnTo>
                  <a:pt x="85713" y="35276"/>
                </a:lnTo>
                <a:lnTo>
                  <a:pt x="85713" y="24888"/>
                </a:lnTo>
                <a:lnTo>
                  <a:pt x="75584" y="24888"/>
                </a:lnTo>
                <a:close/>
                <a:moveTo>
                  <a:pt x="190417" y="45871"/>
                </a:moveTo>
                <a:lnTo>
                  <a:pt x="201560" y="45871"/>
                </a:lnTo>
                <a:cubicBezTo>
                  <a:pt x="201137" y="41994"/>
                  <a:pt x="200124" y="38644"/>
                  <a:pt x="198521" y="35821"/>
                </a:cubicBezTo>
                <a:cubicBezTo>
                  <a:pt x="196917" y="32997"/>
                  <a:pt x="194870" y="30658"/>
                  <a:pt x="192379" y="28804"/>
                </a:cubicBezTo>
                <a:cubicBezTo>
                  <a:pt x="189890" y="26950"/>
                  <a:pt x="187020" y="25580"/>
                  <a:pt x="183771" y="24695"/>
                </a:cubicBezTo>
                <a:cubicBezTo>
                  <a:pt x="180522" y="23810"/>
                  <a:pt x="177040" y="23368"/>
                  <a:pt x="173325" y="23368"/>
                </a:cubicBezTo>
                <a:cubicBezTo>
                  <a:pt x="168176" y="23368"/>
                  <a:pt x="163660" y="24275"/>
                  <a:pt x="159777" y="26090"/>
                </a:cubicBezTo>
                <a:cubicBezTo>
                  <a:pt x="155895" y="27905"/>
                  <a:pt x="152667" y="30395"/>
                  <a:pt x="150092" y="33561"/>
                </a:cubicBezTo>
                <a:cubicBezTo>
                  <a:pt x="147518" y="36726"/>
                  <a:pt x="145598" y="40441"/>
                  <a:pt x="144332" y="44704"/>
                </a:cubicBezTo>
                <a:cubicBezTo>
                  <a:pt x="143066" y="48965"/>
                  <a:pt x="142433" y="53545"/>
                  <a:pt x="142433" y="58441"/>
                </a:cubicBezTo>
                <a:cubicBezTo>
                  <a:pt x="142433" y="63337"/>
                  <a:pt x="143087" y="67832"/>
                  <a:pt x="144395" y="71926"/>
                </a:cubicBezTo>
                <a:cubicBezTo>
                  <a:pt x="145704" y="76020"/>
                  <a:pt x="147645" y="79545"/>
                  <a:pt x="150220" y="82499"/>
                </a:cubicBezTo>
                <a:cubicBezTo>
                  <a:pt x="152795" y="85452"/>
                  <a:pt x="156001" y="87731"/>
                  <a:pt x="159841" y="89336"/>
                </a:cubicBezTo>
                <a:cubicBezTo>
                  <a:pt x="163681" y="90939"/>
                  <a:pt x="168092" y="91741"/>
                  <a:pt x="173072" y="91741"/>
                </a:cubicBezTo>
                <a:cubicBezTo>
                  <a:pt x="181428" y="91741"/>
                  <a:pt x="188033" y="89545"/>
                  <a:pt x="192886" y="85152"/>
                </a:cubicBezTo>
                <a:cubicBezTo>
                  <a:pt x="197740" y="80758"/>
                  <a:pt x="200757" y="74506"/>
                  <a:pt x="201938" y="66395"/>
                </a:cubicBezTo>
                <a:lnTo>
                  <a:pt x="190925" y="66395"/>
                </a:lnTo>
                <a:cubicBezTo>
                  <a:pt x="190249" y="71458"/>
                  <a:pt x="188412" y="75382"/>
                  <a:pt x="185415" y="78168"/>
                </a:cubicBezTo>
                <a:cubicBezTo>
                  <a:pt x="182419" y="80952"/>
                  <a:pt x="178263" y="82345"/>
                  <a:pt x="172945" y="82345"/>
                </a:cubicBezTo>
                <a:cubicBezTo>
                  <a:pt x="169569" y="82345"/>
                  <a:pt x="166657" y="81670"/>
                  <a:pt x="164209" y="80322"/>
                </a:cubicBezTo>
                <a:cubicBezTo>
                  <a:pt x="161762" y="78972"/>
                  <a:pt x="159778" y="77180"/>
                  <a:pt x="158259" y="74945"/>
                </a:cubicBezTo>
                <a:cubicBezTo>
                  <a:pt x="156740" y="72711"/>
                  <a:pt x="155622" y="70160"/>
                  <a:pt x="154905" y="67293"/>
                </a:cubicBezTo>
                <a:cubicBezTo>
                  <a:pt x="154187" y="64426"/>
                  <a:pt x="153829" y="61475"/>
                  <a:pt x="153829" y="58439"/>
                </a:cubicBezTo>
                <a:cubicBezTo>
                  <a:pt x="153829" y="55150"/>
                  <a:pt x="154166" y="51967"/>
                  <a:pt x="154841" y="48890"/>
                </a:cubicBezTo>
                <a:cubicBezTo>
                  <a:pt x="155516" y="45812"/>
                  <a:pt x="156634" y="43093"/>
                  <a:pt x="158195" y="40732"/>
                </a:cubicBezTo>
                <a:cubicBezTo>
                  <a:pt x="159757" y="38370"/>
                  <a:pt x="161846" y="36472"/>
                  <a:pt x="164462" y="35039"/>
                </a:cubicBezTo>
                <a:cubicBezTo>
                  <a:pt x="167079" y="33605"/>
                  <a:pt x="170329" y="32888"/>
                  <a:pt x="174212" y="32888"/>
                </a:cubicBezTo>
                <a:cubicBezTo>
                  <a:pt x="178770" y="32888"/>
                  <a:pt x="182399" y="34023"/>
                  <a:pt x="185100" y="36292"/>
                </a:cubicBezTo>
                <a:cubicBezTo>
                  <a:pt x="187801" y="38560"/>
                  <a:pt x="189573" y="41753"/>
                  <a:pt x="190417" y="45871"/>
                </a:cubicBezTo>
                <a:close/>
                <a:moveTo>
                  <a:pt x="221817" y="57680"/>
                </a:moveTo>
                <a:cubicBezTo>
                  <a:pt x="221817" y="53716"/>
                  <a:pt x="222345" y="50195"/>
                  <a:pt x="223399" y="47119"/>
                </a:cubicBezTo>
                <a:cubicBezTo>
                  <a:pt x="224454" y="44040"/>
                  <a:pt x="225910" y="41447"/>
                  <a:pt x="227767" y="39339"/>
                </a:cubicBezTo>
                <a:cubicBezTo>
                  <a:pt x="229625" y="37231"/>
                  <a:pt x="231798" y="35628"/>
                  <a:pt x="234288" y="34532"/>
                </a:cubicBezTo>
                <a:cubicBezTo>
                  <a:pt x="236777" y="33436"/>
                  <a:pt x="239415" y="32888"/>
                  <a:pt x="242201" y="32888"/>
                </a:cubicBezTo>
                <a:cubicBezTo>
                  <a:pt x="244986" y="32888"/>
                  <a:pt x="247624" y="33436"/>
                  <a:pt x="250114" y="34532"/>
                </a:cubicBezTo>
                <a:cubicBezTo>
                  <a:pt x="252603" y="35628"/>
                  <a:pt x="254776" y="37231"/>
                  <a:pt x="256634" y="39339"/>
                </a:cubicBezTo>
                <a:cubicBezTo>
                  <a:pt x="258491" y="41447"/>
                  <a:pt x="259947" y="44040"/>
                  <a:pt x="261002" y="47119"/>
                </a:cubicBezTo>
                <a:cubicBezTo>
                  <a:pt x="262056" y="50195"/>
                  <a:pt x="262584" y="53716"/>
                  <a:pt x="262584" y="57680"/>
                </a:cubicBezTo>
                <a:cubicBezTo>
                  <a:pt x="262584" y="61643"/>
                  <a:pt x="262056" y="65164"/>
                  <a:pt x="261002" y="68242"/>
                </a:cubicBezTo>
                <a:cubicBezTo>
                  <a:pt x="259947" y="71320"/>
                  <a:pt x="258491" y="73892"/>
                  <a:pt x="256634" y="75958"/>
                </a:cubicBezTo>
                <a:cubicBezTo>
                  <a:pt x="254776" y="78024"/>
                  <a:pt x="252603" y="79604"/>
                  <a:pt x="250114" y="80701"/>
                </a:cubicBezTo>
                <a:cubicBezTo>
                  <a:pt x="247624" y="81797"/>
                  <a:pt x="244986" y="82345"/>
                  <a:pt x="242201" y="82345"/>
                </a:cubicBezTo>
                <a:cubicBezTo>
                  <a:pt x="239415" y="82345"/>
                  <a:pt x="236777" y="81797"/>
                  <a:pt x="234288" y="80701"/>
                </a:cubicBezTo>
                <a:cubicBezTo>
                  <a:pt x="231798" y="79604"/>
                  <a:pt x="229625" y="78024"/>
                  <a:pt x="227767" y="75958"/>
                </a:cubicBezTo>
                <a:cubicBezTo>
                  <a:pt x="225910" y="73892"/>
                  <a:pt x="224454" y="71320"/>
                  <a:pt x="223399" y="68242"/>
                </a:cubicBezTo>
                <a:cubicBezTo>
                  <a:pt x="222345" y="65164"/>
                  <a:pt x="221817" y="61643"/>
                  <a:pt x="221817" y="57680"/>
                </a:cubicBezTo>
                <a:moveTo>
                  <a:pt x="210421" y="57682"/>
                </a:moveTo>
                <a:cubicBezTo>
                  <a:pt x="210421" y="62493"/>
                  <a:pt x="211096" y="66966"/>
                  <a:pt x="212446" y="71103"/>
                </a:cubicBezTo>
                <a:cubicBezTo>
                  <a:pt x="213797" y="75238"/>
                  <a:pt x="215823" y="78847"/>
                  <a:pt x="218523" y="81929"/>
                </a:cubicBezTo>
                <a:cubicBezTo>
                  <a:pt x="221224" y="85010"/>
                  <a:pt x="224558" y="87416"/>
                  <a:pt x="228525" y="89147"/>
                </a:cubicBezTo>
                <a:cubicBezTo>
                  <a:pt x="232493" y="90876"/>
                  <a:pt x="237051" y="91741"/>
                  <a:pt x="242201" y="91741"/>
                </a:cubicBezTo>
                <a:cubicBezTo>
                  <a:pt x="247433" y="91741"/>
                  <a:pt x="252012" y="90876"/>
                  <a:pt x="255936" y="89147"/>
                </a:cubicBezTo>
                <a:cubicBezTo>
                  <a:pt x="259862" y="87416"/>
                  <a:pt x="263175" y="85010"/>
                  <a:pt x="265876" y="81929"/>
                </a:cubicBezTo>
                <a:cubicBezTo>
                  <a:pt x="268577" y="78847"/>
                  <a:pt x="270602" y="75238"/>
                  <a:pt x="271952" y="71103"/>
                </a:cubicBezTo>
                <a:cubicBezTo>
                  <a:pt x="273303" y="66966"/>
                  <a:pt x="273978" y="62493"/>
                  <a:pt x="273978" y="57682"/>
                </a:cubicBezTo>
                <a:cubicBezTo>
                  <a:pt x="273978" y="52870"/>
                  <a:pt x="273303" y="48376"/>
                  <a:pt x="271952" y="44198"/>
                </a:cubicBezTo>
                <a:cubicBezTo>
                  <a:pt x="270602" y="40018"/>
                  <a:pt x="268577" y="36388"/>
                  <a:pt x="265876" y="33308"/>
                </a:cubicBezTo>
                <a:cubicBezTo>
                  <a:pt x="263175" y="30227"/>
                  <a:pt x="259862" y="27800"/>
                  <a:pt x="255936" y="26028"/>
                </a:cubicBezTo>
                <a:cubicBezTo>
                  <a:pt x="252012" y="24255"/>
                  <a:pt x="247433" y="23368"/>
                  <a:pt x="242201" y="23368"/>
                </a:cubicBezTo>
                <a:cubicBezTo>
                  <a:pt x="237051" y="23368"/>
                  <a:pt x="232493" y="24255"/>
                  <a:pt x="228525" y="26028"/>
                </a:cubicBezTo>
                <a:cubicBezTo>
                  <a:pt x="224558" y="27800"/>
                  <a:pt x="221224" y="30227"/>
                  <a:pt x="218523" y="33308"/>
                </a:cubicBezTo>
                <a:cubicBezTo>
                  <a:pt x="215823" y="36388"/>
                  <a:pt x="213797" y="40018"/>
                  <a:pt x="212446" y="44198"/>
                </a:cubicBezTo>
                <a:cubicBezTo>
                  <a:pt x="211096" y="48376"/>
                  <a:pt x="210421" y="52870"/>
                  <a:pt x="210421" y="57682"/>
                </a:cubicBezTo>
                <a:close/>
                <a:moveTo>
                  <a:pt x="294490" y="58186"/>
                </a:moveTo>
                <a:cubicBezTo>
                  <a:pt x="294490" y="54982"/>
                  <a:pt x="294827" y="51862"/>
                  <a:pt x="295502" y="48826"/>
                </a:cubicBezTo>
                <a:cubicBezTo>
                  <a:pt x="296178" y="45791"/>
                  <a:pt x="297276" y="43093"/>
                  <a:pt x="298794" y="40732"/>
                </a:cubicBezTo>
                <a:cubicBezTo>
                  <a:pt x="300314" y="38370"/>
                  <a:pt x="302340" y="36472"/>
                  <a:pt x="304872" y="35039"/>
                </a:cubicBezTo>
                <a:cubicBezTo>
                  <a:pt x="307404" y="33605"/>
                  <a:pt x="310485" y="32888"/>
                  <a:pt x="314114" y="32888"/>
                </a:cubicBezTo>
                <a:cubicBezTo>
                  <a:pt x="317827" y="32888"/>
                  <a:pt x="320992" y="33584"/>
                  <a:pt x="323609" y="34977"/>
                </a:cubicBezTo>
                <a:cubicBezTo>
                  <a:pt x="326226" y="36368"/>
                  <a:pt x="328357" y="38202"/>
                  <a:pt x="330002" y="40479"/>
                </a:cubicBezTo>
                <a:cubicBezTo>
                  <a:pt x="331648" y="42754"/>
                  <a:pt x="332851" y="45390"/>
                  <a:pt x="333611" y="48384"/>
                </a:cubicBezTo>
                <a:cubicBezTo>
                  <a:pt x="334371" y="51377"/>
                  <a:pt x="334750" y="54476"/>
                  <a:pt x="334750" y="57680"/>
                </a:cubicBezTo>
                <a:cubicBezTo>
                  <a:pt x="334750" y="60716"/>
                  <a:pt x="334392" y="63710"/>
                  <a:pt x="333674" y="66662"/>
                </a:cubicBezTo>
                <a:cubicBezTo>
                  <a:pt x="332957" y="69612"/>
                  <a:pt x="331797" y="72247"/>
                  <a:pt x="330193" y="74567"/>
                </a:cubicBezTo>
                <a:cubicBezTo>
                  <a:pt x="328590" y="76885"/>
                  <a:pt x="326522" y="78761"/>
                  <a:pt x="323990" y="80194"/>
                </a:cubicBezTo>
                <a:cubicBezTo>
                  <a:pt x="321458" y="81628"/>
                  <a:pt x="318377" y="82345"/>
                  <a:pt x="314748" y="82345"/>
                </a:cubicBezTo>
                <a:cubicBezTo>
                  <a:pt x="311287" y="82345"/>
                  <a:pt x="308270" y="81670"/>
                  <a:pt x="305695" y="80322"/>
                </a:cubicBezTo>
                <a:cubicBezTo>
                  <a:pt x="303120" y="78972"/>
                  <a:pt x="301010" y="77159"/>
                  <a:pt x="299364" y="74882"/>
                </a:cubicBezTo>
                <a:cubicBezTo>
                  <a:pt x="297718" y="72605"/>
                  <a:pt x="296494" y="70012"/>
                  <a:pt x="295692" y="67104"/>
                </a:cubicBezTo>
                <a:cubicBezTo>
                  <a:pt x="294891" y="64195"/>
                  <a:pt x="294490" y="61222"/>
                  <a:pt x="294490" y="58186"/>
                </a:cubicBezTo>
                <a:moveTo>
                  <a:pt x="345132" y="90348"/>
                </a:moveTo>
                <a:lnTo>
                  <a:pt x="345132" y="0"/>
                </a:lnTo>
                <a:lnTo>
                  <a:pt x="334370" y="0"/>
                </a:lnTo>
                <a:lnTo>
                  <a:pt x="334370" y="33624"/>
                </a:lnTo>
                <a:lnTo>
                  <a:pt x="334117" y="33624"/>
                </a:lnTo>
                <a:cubicBezTo>
                  <a:pt x="332934" y="31684"/>
                  <a:pt x="331478" y="30059"/>
                  <a:pt x="329749" y="28750"/>
                </a:cubicBezTo>
                <a:cubicBezTo>
                  <a:pt x="328019" y="27442"/>
                  <a:pt x="326183" y="26387"/>
                  <a:pt x="324241" y="25586"/>
                </a:cubicBezTo>
                <a:cubicBezTo>
                  <a:pt x="322300" y="24783"/>
                  <a:pt x="320359" y="24214"/>
                  <a:pt x="318416" y="23876"/>
                </a:cubicBezTo>
                <a:cubicBezTo>
                  <a:pt x="316476" y="23537"/>
                  <a:pt x="314661" y="23368"/>
                  <a:pt x="312972" y="23368"/>
                </a:cubicBezTo>
                <a:cubicBezTo>
                  <a:pt x="307993" y="23368"/>
                  <a:pt x="303625" y="24275"/>
                  <a:pt x="299868" y="26090"/>
                </a:cubicBezTo>
                <a:cubicBezTo>
                  <a:pt x="296113" y="27905"/>
                  <a:pt x="292990" y="30353"/>
                  <a:pt x="290501" y="33435"/>
                </a:cubicBezTo>
                <a:cubicBezTo>
                  <a:pt x="288011" y="36516"/>
                  <a:pt x="286154" y="40125"/>
                  <a:pt x="284929" y="44261"/>
                </a:cubicBezTo>
                <a:cubicBezTo>
                  <a:pt x="283706" y="48397"/>
                  <a:pt x="283094" y="52785"/>
                  <a:pt x="283094" y="57427"/>
                </a:cubicBezTo>
                <a:cubicBezTo>
                  <a:pt x="283094" y="62070"/>
                  <a:pt x="283727" y="66460"/>
                  <a:pt x="284993" y="70597"/>
                </a:cubicBezTo>
                <a:cubicBezTo>
                  <a:pt x="286259" y="74732"/>
                  <a:pt x="288137" y="78362"/>
                  <a:pt x="290626" y="81485"/>
                </a:cubicBezTo>
                <a:cubicBezTo>
                  <a:pt x="293117" y="84608"/>
                  <a:pt x="296240" y="87098"/>
                  <a:pt x="299996" y="88955"/>
                </a:cubicBezTo>
                <a:cubicBezTo>
                  <a:pt x="303751" y="90813"/>
                  <a:pt x="308162" y="91741"/>
                  <a:pt x="313227" y="91741"/>
                </a:cubicBezTo>
                <a:cubicBezTo>
                  <a:pt x="317785" y="91741"/>
                  <a:pt x="321963" y="90940"/>
                  <a:pt x="325761" y="89338"/>
                </a:cubicBezTo>
                <a:cubicBezTo>
                  <a:pt x="329559" y="87735"/>
                  <a:pt x="332345" y="85119"/>
                  <a:pt x="334117" y="81491"/>
                </a:cubicBezTo>
                <a:lnTo>
                  <a:pt x="334370" y="81491"/>
                </a:lnTo>
                <a:lnTo>
                  <a:pt x="334370" y="90348"/>
                </a:lnTo>
                <a:lnTo>
                  <a:pt x="345132" y="90348"/>
                </a:lnTo>
                <a:close/>
                <a:moveTo>
                  <a:pt x="407171" y="51434"/>
                </a:moveTo>
                <a:lnTo>
                  <a:pt x="369569" y="51434"/>
                </a:lnTo>
                <a:cubicBezTo>
                  <a:pt x="369738" y="48893"/>
                  <a:pt x="370286" y="46501"/>
                  <a:pt x="371215" y="44257"/>
                </a:cubicBezTo>
                <a:cubicBezTo>
                  <a:pt x="372143" y="42013"/>
                  <a:pt x="373409" y="40043"/>
                  <a:pt x="375013" y="38350"/>
                </a:cubicBezTo>
                <a:cubicBezTo>
                  <a:pt x="376616" y="36656"/>
                  <a:pt x="378537" y="35323"/>
                  <a:pt x="380774" y="34349"/>
                </a:cubicBezTo>
                <a:cubicBezTo>
                  <a:pt x="383011" y="33375"/>
                  <a:pt x="385522" y="32888"/>
                  <a:pt x="388306" y="32888"/>
                </a:cubicBezTo>
                <a:cubicBezTo>
                  <a:pt x="391007" y="32888"/>
                  <a:pt x="393476" y="33375"/>
                  <a:pt x="395713" y="34349"/>
                </a:cubicBezTo>
                <a:cubicBezTo>
                  <a:pt x="397950" y="35323"/>
                  <a:pt x="399892" y="36636"/>
                  <a:pt x="401538" y="38288"/>
                </a:cubicBezTo>
                <a:cubicBezTo>
                  <a:pt x="403184" y="39939"/>
                  <a:pt x="404491" y="41908"/>
                  <a:pt x="405461" y="44194"/>
                </a:cubicBezTo>
                <a:cubicBezTo>
                  <a:pt x="406432" y="46480"/>
                  <a:pt x="407002" y="48893"/>
                  <a:pt x="407171" y="51434"/>
                </a:cubicBezTo>
                <a:moveTo>
                  <a:pt x="417553" y="69610"/>
                </a:moveTo>
                <a:lnTo>
                  <a:pt x="406918" y="69610"/>
                </a:lnTo>
                <a:cubicBezTo>
                  <a:pt x="405989" y="73897"/>
                  <a:pt x="404069" y="77092"/>
                  <a:pt x="401157" y="79194"/>
                </a:cubicBezTo>
                <a:cubicBezTo>
                  <a:pt x="398245" y="81294"/>
                  <a:pt x="394510" y="82345"/>
                  <a:pt x="389952" y="82345"/>
                </a:cubicBezTo>
                <a:cubicBezTo>
                  <a:pt x="386408" y="82345"/>
                  <a:pt x="383327" y="81757"/>
                  <a:pt x="380710" y="80583"/>
                </a:cubicBezTo>
                <a:cubicBezTo>
                  <a:pt x="378094" y="79408"/>
                  <a:pt x="375942" y="77836"/>
                  <a:pt x="374254" y="75865"/>
                </a:cubicBezTo>
                <a:cubicBezTo>
                  <a:pt x="372565" y="73893"/>
                  <a:pt x="371341" y="71628"/>
                  <a:pt x="370581" y="69071"/>
                </a:cubicBezTo>
                <a:cubicBezTo>
                  <a:pt x="369821" y="66511"/>
                  <a:pt x="369484" y="63806"/>
                  <a:pt x="369569" y="60955"/>
                </a:cubicBezTo>
                <a:lnTo>
                  <a:pt x="418565" y="60955"/>
                </a:lnTo>
                <a:cubicBezTo>
                  <a:pt x="418734" y="56976"/>
                  <a:pt x="418375" y="52786"/>
                  <a:pt x="417489" y="48384"/>
                </a:cubicBezTo>
                <a:cubicBezTo>
                  <a:pt x="416603" y="43982"/>
                  <a:pt x="414999" y="39918"/>
                  <a:pt x="412677" y="36194"/>
                </a:cubicBezTo>
                <a:cubicBezTo>
                  <a:pt x="410356" y="32469"/>
                  <a:pt x="407275" y="29401"/>
                  <a:pt x="403435" y="26988"/>
                </a:cubicBezTo>
                <a:cubicBezTo>
                  <a:pt x="399594" y="24575"/>
                  <a:pt x="394762" y="23368"/>
                  <a:pt x="388938" y="23368"/>
                </a:cubicBezTo>
                <a:cubicBezTo>
                  <a:pt x="384465" y="23368"/>
                  <a:pt x="380350" y="24212"/>
                  <a:pt x="376593" y="25901"/>
                </a:cubicBezTo>
                <a:cubicBezTo>
                  <a:pt x="372838" y="27589"/>
                  <a:pt x="369588" y="29953"/>
                  <a:pt x="366845" y="32993"/>
                </a:cubicBezTo>
                <a:cubicBezTo>
                  <a:pt x="364102" y="36031"/>
                  <a:pt x="361970" y="39618"/>
                  <a:pt x="360450" y="43755"/>
                </a:cubicBezTo>
                <a:cubicBezTo>
                  <a:pt x="358932" y="47891"/>
                  <a:pt x="358173" y="52448"/>
                  <a:pt x="358173" y="57427"/>
                </a:cubicBezTo>
                <a:cubicBezTo>
                  <a:pt x="358341" y="62408"/>
                  <a:pt x="359080" y="67008"/>
                  <a:pt x="360389" y="71229"/>
                </a:cubicBezTo>
                <a:cubicBezTo>
                  <a:pt x="361697" y="75449"/>
                  <a:pt x="363659" y="79079"/>
                  <a:pt x="366275" y="82119"/>
                </a:cubicBezTo>
                <a:cubicBezTo>
                  <a:pt x="368892" y="85157"/>
                  <a:pt x="372121" y="87520"/>
                  <a:pt x="375961" y="89209"/>
                </a:cubicBezTo>
                <a:cubicBezTo>
                  <a:pt x="379802" y="90897"/>
                  <a:pt x="384339" y="91741"/>
                  <a:pt x="389572" y="91741"/>
                </a:cubicBezTo>
                <a:cubicBezTo>
                  <a:pt x="397000" y="91741"/>
                  <a:pt x="403162" y="89887"/>
                  <a:pt x="408058" y="86177"/>
                </a:cubicBezTo>
                <a:cubicBezTo>
                  <a:pt x="412953" y="82467"/>
                  <a:pt x="416118" y="76944"/>
                  <a:pt x="417553" y="69610"/>
                </a:cubicBezTo>
                <a:close/>
                <a:moveTo>
                  <a:pt x="437557" y="58186"/>
                </a:moveTo>
                <a:cubicBezTo>
                  <a:pt x="437557" y="54982"/>
                  <a:pt x="437895" y="51862"/>
                  <a:pt x="438570" y="48826"/>
                </a:cubicBezTo>
                <a:cubicBezTo>
                  <a:pt x="439246" y="45791"/>
                  <a:pt x="440343" y="43093"/>
                  <a:pt x="441862" y="40732"/>
                </a:cubicBezTo>
                <a:cubicBezTo>
                  <a:pt x="443381" y="38370"/>
                  <a:pt x="445407" y="36472"/>
                  <a:pt x="447939" y="35039"/>
                </a:cubicBezTo>
                <a:cubicBezTo>
                  <a:pt x="450471" y="33605"/>
                  <a:pt x="453552" y="32888"/>
                  <a:pt x="457181" y="32888"/>
                </a:cubicBezTo>
                <a:cubicBezTo>
                  <a:pt x="460894" y="32888"/>
                  <a:pt x="464060" y="33584"/>
                  <a:pt x="466677" y="34977"/>
                </a:cubicBezTo>
                <a:cubicBezTo>
                  <a:pt x="469294" y="36368"/>
                  <a:pt x="471425" y="38202"/>
                  <a:pt x="473069" y="40479"/>
                </a:cubicBezTo>
                <a:cubicBezTo>
                  <a:pt x="474715" y="42754"/>
                  <a:pt x="475918" y="45390"/>
                  <a:pt x="476678" y="48384"/>
                </a:cubicBezTo>
                <a:cubicBezTo>
                  <a:pt x="477438" y="51377"/>
                  <a:pt x="477818" y="54476"/>
                  <a:pt x="477818" y="57680"/>
                </a:cubicBezTo>
                <a:cubicBezTo>
                  <a:pt x="477818" y="60716"/>
                  <a:pt x="477459" y="63710"/>
                  <a:pt x="476742" y="66662"/>
                </a:cubicBezTo>
                <a:cubicBezTo>
                  <a:pt x="476024" y="69612"/>
                  <a:pt x="474864" y="72247"/>
                  <a:pt x="473260" y="74567"/>
                </a:cubicBezTo>
                <a:cubicBezTo>
                  <a:pt x="471657" y="76885"/>
                  <a:pt x="469589" y="78761"/>
                  <a:pt x="467057" y="80194"/>
                </a:cubicBezTo>
                <a:cubicBezTo>
                  <a:pt x="464525" y="81628"/>
                  <a:pt x="461444" y="82345"/>
                  <a:pt x="457815" y="82345"/>
                </a:cubicBezTo>
                <a:cubicBezTo>
                  <a:pt x="454354" y="82345"/>
                  <a:pt x="451337" y="81670"/>
                  <a:pt x="448762" y="80322"/>
                </a:cubicBezTo>
                <a:cubicBezTo>
                  <a:pt x="446188" y="78972"/>
                  <a:pt x="444077" y="77159"/>
                  <a:pt x="442431" y="74882"/>
                </a:cubicBezTo>
                <a:cubicBezTo>
                  <a:pt x="440786" y="72605"/>
                  <a:pt x="439561" y="70012"/>
                  <a:pt x="438759" y="67104"/>
                </a:cubicBezTo>
                <a:cubicBezTo>
                  <a:pt x="437958" y="64195"/>
                  <a:pt x="437557" y="61222"/>
                  <a:pt x="437557" y="58186"/>
                </a:cubicBezTo>
                <a:moveTo>
                  <a:pt x="488200" y="90348"/>
                </a:moveTo>
                <a:lnTo>
                  <a:pt x="488200" y="0"/>
                </a:lnTo>
                <a:lnTo>
                  <a:pt x="477437" y="0"/>
                </a:lnTo>
                <a:lnTo>
                  <a:pt x="477437" y="33624"/>
                </a:lnTo>
                <a:lnTo>
                  <a:pt x="477184" y="33624"/>
                </a:lnTo>
                <a:cubicBezTo>
                  <a:pt x="476002" y="31684"/>
                  <a:pt x="474546" y="30059"/>
                  <a:pt x="472816" y="28750"/>
                </a:cubicBezTo>
                <a:cubicBezTo>
                  <a:pt x="471086" y="27442"/>
                  <a:pt x="469251" y="26387"/>
                  <a:pt x="467308" y="25586"/>
                </a:cubicBezTo>
                <a:cubicBezTo>
                  <a:pt x="465367" y="24783"/>
                  <a:pt x="463426" y="24214"/>
                  <a:pt x="461484" y="23876"/>
                </a:cubicBezTo>
                <a:cubicBezTo>
                  <a:pt x="459543" y="23537"/>
                  <a:pt x="457728" y="23368"/>
                  <a:pt x="456040" y="23368"/>
                </a:cubicBezTo>
                <a:cubicBezTo>
                  <a:pt x="451061" y="23368"/>
                  <a:pt x="446693" y="24275"/>
                  <a:pt x="442936" y="26090"/>
                </a:cubicBezTo>
                <a:cubicBezTo>
                  <a:pt x="439180" y="27905"/>
                  <a:pt x="436058" y="30353"/>
                  <a:pt x="433568" y="33435"/>
                </a:cubicBezTo>
                <a:cubicBezTo>
                  <a:pt x="431078" y="36516"/>
                  <a:pt x="429221" y="40125"/>
                  <a:pt x="427996" y="44261"/>
                </a:cubicBezTo>
                <a:cubicBezTo>
                  <a:pt x="426773" y="48397"/>
                  <a:pt x="426161" y="52785"/>
                  <a:pt x="426161" y="57427"/>
                </a:cubicBezTo>
                <a:cubicBezTo>
                  <a:pt x="426161" y="62070"/>
                  <a:pt x="426794" y="66460"/>
                  <a:pt x="428060" y="70597"/>
                </a:cubicBezTo>
                <a:cubicBezTo>
                  <a:pt x="429326" y="74732"/>
                  <a:pt x="431204" y="78362"/>
                  <a:pt x="433694" y="81485"/>
                </a:cubicBezTo>
                <a:cubicBezTo>
                  <a:pt x="436184" y="84608"/>
                  <a:pt x="439308" y="87098"/>
                  <a:pt x="443063" y="88955"/>
                </a:cubicBezTo>
                <a:cubicBezTo>
                  <a:pt x="446819" y="90813"/>
                  <a:pt x="451229" y="91741"/>
                  <a:pt x="456295" y="91741"/>
                </a:cubicBezTo>
                <a:cubicBezTo>
                  <a:pt x="460853" y="91741"/>
                  <a:pt x="465031" y="90940"/>
                  <a:pt x="468829" y="89338"/>
                </a:cubicBezTo>
                <a:cubicBezTo>
                  <a:pt x="472627" y="87735"/>
                  <a:pt x="475412" y="85119"/>
                  <a:pt x="477184" y="81491"/>
                </a:cubicBezTo>
                <a:lnTo>
                  <a:pt x="477437" y="81491"/>
                </a:lnTo>
                <a:lnTo>
                  <a:pt x="477437" y="90348"/>
                </a:lnTo>
                <a:lnTo>
                  <a:pt x="488200" y="903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Text Log">
            <a:extLst xmlns:a="http://schemas.openxmlformats.org/drawingml/2006/main">
              <a:ext uri="{FF2B5EF4-FFF2-40B4-BE49-F238E27FC236}">
                <a16:creationId xmlns:a16="http://schemas.microsoft.com/office/drawing/2014/main" id="{2C9E9B30-A189-498A-B65F-800E83DA6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3324" y="3347962"/>
            <a:ext cx="197760" cy="116840"/>
          </a:xfrm>
          <a:custGeom xmlns:a="http://schemas.openxmlformats.org/drawingml/2006/main">
            <a:pathLst>
              <a:path w="197760" h="116840">
                <a:moveTo>
                  <a:pt x="0" y="0"/>
                </a:moveTo>
                <a:lnTo>
                  <a:pt x="0" y="90381"/>
                </a:lnTo>
                <a:lnTo>
                  <a:pt x="59884" y="90381"/>
                </a:lnTo>
                <a:lnTo>
                  <a:pt x="59884" y="80243"/>
                </a:lnTo>
                <a:lnTo>
                  <a:pt x="12028" y="80243"/>
                </a:lnTo>
                <a:lnTo>
                  <a:pt x="12028" y="0"/>
                </a:lnTo>
                <a:lnTo>
                  <a:pt x="0" y="0"/>
                </a:lnTo>
                <a:close/>
                <a:moveTo>
                  <a:pt x="76472" y="57680"/>
                </a:moveTo>
                <a:cubicBezTo>
                  <a:pt x="76472" y="53716"/>
                  <a:pt x="76999" y="50195"/>
                  <a:pt x="78054" y="47119"/>
                </a:cubicBezTo>
                <a:cubicBezTo>
                  <a:pt x="79109" y="44040"/>
                  <a:pt x="80565" y="41447"/>
                  <a:pt x="82422" y="39339"/>
                </a:cubicBezTo>
                <a:cubicBezTo>
                  <a:pt x="84279" y="37231"/>
                  <a:pt x="86452" y="35628"/>
                  <a:pt x="88942" y="34532"/>
                </a:cubicBezTo>
                <a:cubicBezTo>
                  <a:pt x="91432" y="33436"/>
                  <a:pt x="94069" y="32888"/>
                  <a:pt x="96855" y="32888"/>
                </a:cubicBezTo>
                <a:cubicBezTo>
                  <a:pt x="99641" y="32888"/>
                  <a:pt x="102278" y="33436"/>
                  <a:pt x="104768" y="34532"/>
                </a:cubicBezTo>
                <a:cubicBezTo>
                  <a:pt x="107258" y="35628"/>
                  <a:pt x="109431" y="37231"/>
                  <a:pt x="111288" y="39339"/>
                </a:cubicBezTo>
                <a:cubicBezTo>
                  <a:pt x="113145" y="41447"/>
                  <a:pt x="114601" y="44040"/>
                  <a:pt x="115656" y="47119"/>
                </a:cubicBezTo>
                <a:cubicBezTo>
                  <a:pt x="116711" y="50195"/>
                  <a:pt x="117238" y="53716"/>
                  <a:pt x="117238" y="57680"/>
                </a:cubicBezTo>
                <a:cubicBezTo>
                  <a:pt x="117238" y="61643"/>
                  <a:pt x="116711" y="65164"/>
                  <a:pt x="115656" y="68242"/>
                </a:cubicBezTo>
                <a:cubicBezTo>
                  <a:pt x="114601" y="71320"/>
                  <a:pt x="113145" y="73892"/>
                  <a:pt x="111288" y="75958"/>
                </a:cubicBezTo>
                <a:cubicBezTo>
                  <a:pt x="109431" y="78024"/>
                  <a:pt x="107258" y="79604"/>
                  <a:pt x="104768" y="80701"/>
                </a:cubicBezTo>
                <a:cubicBezTo>
                  <a:pt x="102278" y="81797"/>
                  <a:pt x="99641" y="82345"/>
                  <a:pt x="96855" y="82345"/>
                </a:cubicBezTo>
                <a:cubicBezTo>
                  <a:pt x="94069" y="82345"/>
                  <a:pt x="91432" y="81797"/>
                  <a:pt x="88942" y="80701"/>
                </a:cubicBezTo>
                <a:cubicBezTo>
                  <a:pt x="86452" y="79604"/>
                  <a:pt x="84279" y="78024"/>
                  <a:pt x="82422" y="75958"/>
                </a:cubicBezTo>
                <a:cubicBezTo>
                  <a:pt x="80565" y="73892"/>
                  <a:pt x="79109" y="71320"/>
                  <a:pt x="78054" y="68242"/>
                </a:cubicBezTo>
                <a:cubicBezTo>
                  <a:pt x="76999" y="65164"/>
                  <a:pt x="76472" y="61643"/>
                  <a:pt x="76472" y="57680"/>
                </a:cubicBezTo>
                <a:moveTo>
                  <a:pt x="65076" y="57682"/>
                </a:moveTo>
                <a:cubicBezTo>
                  <a:pt x="65076" y="62493"/>
                  <a:pt x="65750" y="66966"/>
                  <a:pt x="67100" y="71103"/>
                </a:cubicBezTo>
                <a:cubicBezTo>
                  <a:pt x="68451" y="75238"/>
                  <a:pt x="70477" y="78847"/>
                  <a:pt x="73178" y="81929"/>
                </a:cubicBezTo>
                <a:cubicBezTo>
                  <a:pt x="75879" y="85010"/>
                  <a:pt x="79212" y="87416"/>
                  <a:pt x="83179" y="89147"/>
                </a:cubicBezTo>
                <a:cubicBezTo>
                  <a:pt x="87147" y="90876"/>
                  <a:pt x="91706" y="91741"/>
                  <a:pt x="96855" y="91741"/>
                </a:cubicBezTo>
                <a:cubicBezTo>
                  <a:pt x="102088" y="91741"/>
                  <a:pt x="106666" y="90876"/>
                  <a:pt x="110591" y="89147"/>
                </a:cubicBezTo>
                <a:cubicBezTo>
                  <a:pt x="114516" y="87416"/>
                  <a:pt x="117829" y="85010"/>
                  <a:pt x="120530" y="81929"/>
                </a:cubicBezTo>
                <a:cubicBezTo>
                  <a:pt x="123231" y="78847"/>
                  <a:pt x="125256" y="75238"/>
                  <a:pt x="126606" y="71103"/>
                </a:cubicBezTo>
                <a:cubicBezTo>
                  <a:pt x="127957" y="66966"/>
                  <a:pt x="128633" y="62493"/>
                  <a:pt x="128633" y="57682"/>
                </a:cubicBezTo>
                <a:cubicBezTo>
                  <a:pt x="128633" y="52870"/>
                  <a:pt x="127957" y="48376"/>
                  <a:pt x="126606" y="44198"/>
                </a:cubicBezTo>
                <a:cubicBezTo>
                  <a:pt x="125256" y="40018"/>
                  <a:pt x="123231" y="36388"/>
                  <a:pt x="120530" y="33308"/>
                </a:cubicBezTo>
                <a:cubicBezTo>
                  <a:pt x="117829" y="30227"/>
                  <a:pt x="114516" y="27800"/>
                  <a:pt x="110591" y="26028"/>
                </a:cubicBezTo>
                <a:cubicBezTo>
                  <a:pt x="106666" y="24255"/>
                  <a:pt x="102088" y="23368"/>
                  <a:pt x="96855" y="23368"/>
                </a:cubicBezTo>
                <a:cubicBezTo>
                  <a:pt x="91706" y="23368"/>
                  <a:pt x="87147" y="24255"/>
                  <a:pt x="83179" y="26028"/>
                </a:cubicBezTo>
                <a:cubicBezTo>
                  <a:pt x="79212" y="27800"/>
                  <a:pt x="75879" y="30227"/>
                  <a:pt x="73178" y="33308"/>
                </a:cubicBezTo>
                <a:cubicBezTo>
                  <a:pt x="70477" y="36388"/>
                  <a:pt x="68451" y="40018"/>
                  <a:pt x="67100" y="44198"/>
                </a:cubicBezTo>
                <a:cubicBezTo>
                  <a:pt x="65750" y="48376"/>
                  <a:pt x="65076" y="52870"/>
                  <a:pt x="65076" y="57682"/>
                </a:cubicBezTo>
                <a:close/>
                <a:moveTo>
                  <a:pt x="197760" y="84796"/>
                </a:moveTo>
                <a:lnTo>
                  <a:pt x="197760" y="24888"/>
                </a:lnTo>
                <a:lnTo>
                  <a:pt x="187631" y="24888"/>
                </a:lnTo>
                <a:lnTo>
                  <a:pt x="187631" y="34260"/>
                </a:lnTo>
                <a:lnTo>
                  <a:pt x="187506" y="34260"/>
                </a:lnTo>
                <a:cubicBezTo>
                  <a:pt x="185565" y="30629"/>
                  <a:pt x="182864" y="27907"/>
                  <a:pt x="179404" y="26092"/>
                </a:cubicBezTo>
                <a:cubicBezTo>
                  <a:pt x="175943" y="24276"/>
                  <a:pt x="172144" y="23368"/>
                  <a:pt x="168007" y="23368"/>
                </a:cubicBezTo>
                <a:cubicBezTo>
                  <a:pt x="162352" y="23368"/>
                  <a:pt x="157583" y="24445"/>
                  <a:pt x="153700" y="26598"/>
                </a:cubicBezTo>
                <a:cubicBezTo>
                  <a:pt x="149818" y="28750"/>
                  <a:pt x="146696" y="31494"/>
                  <a:pt x="144332" y="34830"/>
                </a:cubicBezTo>
                <a:cubicBezTo>
                  <a:pt x="141969" y="38166"/>
                  <a:pt x="140280" y="41881"/>
                  <a:pt x="139267" y="45977"/>
                </a:cubicBezTo>
                <a:cubicBezTo>
                  <a:pt x="138254" y="50071"/>
                  <a:pt x="137748" y="54060"/>
                  <a:pt x="137748" y="57943"/>
                </a:cubicBezTo>
                <a:cubicBezTo>
                  <a:pt x="137748" y="62418"/>
                  <a:pt x="138360" y="66662"/>
                  <a:pt x="139584" y="70672"/>
                </a:cubicBezTo>
                <a:cubicBezTo>
                  <a:pt x="140808" y="74683"/>
                  <a:pt x="142644" y="78187"/>
                  <a:pt x="145091" y="81185"/>
                </a:cubicBezTo>
                <a:cubicBezTo>
                  <a:pt x="147540" y="84182"/>
                  <a:pt x="150579" y="86568"/>
                  <a:pt x="154208" y="88341"/>
                </a:cubicBezTo>
                <a:cubicBezTo>
                  <a:pt x="157837" y="90113"/>
                  <a:pt x="162100" y="90999"/>
                  <a:pt x="166995" y="90999"/>
                </a:cubicBezTo>
                <a:cubicBezTo>
                  <a:pt x="171214" y="90999"/>
                  <a:pt x="175202" y="90050"/>
                  <a:pt x="178957" y="88152"/>
                </a:cubicBezTo>
                <a:cubicBezTo>
                  <a:pt x="182714" y="86252"/>
                  <a:pt x="185521" y="83276"/>
                  <a:pt x="187378" y="79225"/>
                </a:cubicBezTo>
                <a:lnTo>
                  <a:pt x="187631" y="79225"/>
                </a:lnTo>
                <a:lnTo>
                  <a:pt x="187631" y="83529"/>
                </a:lnTo>
                <a:cubicBezTo>
                  <a:pt x="187631" y="87158"/>
                  <a:pt x="187273" y="90490"/>
                  <a:pt x="186555" y="93524"/>
                </a:cubicBezTo>
                <a:cubicBezTo>
                  <a:pt x="185838" y="96559"/>
                  <a:pt x="184678" y="99150"/>
                  <a:pt x="183074" y="101298"/>
                </a:cubicBezTo>
                <a:cubicBezTo>
                  <a:pt x="181471" y="103447"/>
                  <a:pt x="179445" y="105131"/>
                  <a:pt x="176996" y="106352"/>
                </a:cubicBezTo>
                <a:cubicBezTo>
                  <a:pt x="174549" y="107574"/>
                  <a:pt x="171553" y="108185"/>
                  <a:pt x="168007" y="108185"/>
                </a:cubicBezTo>
                <a:cubicBezTo>
                  <a:pt x="166235" y="108185"/>
                  <a:pt x="164379" y="107995"/>
                  <a:pt x="162438" y="107616"/>
                </a:cubicBezTo>
                <a:cubicBezTo>
                  <a:pt x="160497" y="107236"/>
                  <a:pt x="158703" y="106623"/>
                  <a:pt x="157057" y="105778"/>
                </a:cubicBezTo>
                <a:cubicBezTo>
                  <a:pt x="155412" y="104935"/>
                  <a:pt x="154019" y="103837"/>
                  <a:pt x="152879" y="102486"/>
                </a:cubicBezTo>
                <a:cubicBezTo>
                  <a:pt x="151740" y="101137"/>
                  <a:pt x="151129" y="99491"/>
                  <a:pt x="151044" y="97550"/>
                </a:cubicBezTo>
                <a:lnTo>
                  <a:pt x="140281" y="97550"/>
                </a:lnTo>
                <a:cubicBezTo>
                  <a:pt x="140450" y="101095"/>
                  <a:pt x="141378" y="104092"/>
                  <a:pt x="143065" y="106543"/>
                </a:cubicBezTo>
                <a:cubicBezTo>
                  <a:pt x="144753" y="108996"/>
                  <a:pt x="146885" y="110985"/>
                  <a:pt x="149459" y="112513"/>
                </a:cubicBezTo>
                <a:cubicBezTo>
                  <a:pt x="152034" y="114040"/>
                  <a:pt x="154903" y="115143"/>
                  <a:pt x="158068" y="115822"/>
                </a:cubicBezTo>
                <a:cubicBezTo>
                  <a:pt x="161234" y="116501"/>
                  <a:pt x="164336" y="116840"/>
                  <a:pt x="167376" y="116840"/>
                </a:cubicBezTo>
                <a:cubicBezTo>
                  <a:pt x="177841" y="116840"/>
                  <a:pt x="185522" y="114180"/>
                  <a:pt x="190417" y="108860"/>
                </a:cubicBezTo>
                <a:cubicBezTo>
                  <a:pt x="195313" y="103541"/>
                  <a:pt x="197760" y="95519"/>
                  <a:pt x="197760" y="84796"/>
                </a:cubicBezTo>
                <a:moveTo>
                  <a:pt x="167629" y="81603"/>
                </a:moveTo>
                <a:cubicBezTo>
                  <a:pt x="164083" y="81603"/>
                  <a:pt x="161129" y="80865"/>
                  <a:pt x="158765" y="79389"/>
                </a:cubicBezTo>
                <a:cubicBezTo>
                  <a:pt x="156403" y="77913"/>
                  <a:pt x="154504" y="75973"/>
                  <a:pt x="153068" y="73568"/>
                </a:cubicBezTo>
                <a:cubicBezTo>
                  <a:pt x="151633" y="71163"/>
                  <a:pt x="150620" y="68485"/>
                  <a:pt x="150029" y="65533"/>
                </a:cubicBezTo>
                <a:cubicBezTo>
                  <a:pt x="149439" y="62581"/>
                  <a:pt x="149144" y="59629"/>
                  <a:pt x="149144" y="56676"/>
                </a:cubicBezTo>
                <a:cubicBezTo>
                  <a:pt x="149144" y="53555"/>
                  <a:pt x="149503" y="50561"/>
                  <a:pt x="150221" y="47692"/>
                </a:cubicBezTo>
                <a:cubicBezTo>
                  <a:pt x="150938" y="44824"/>
                  <a:pt x="152077" y="42293"/>
                  <a:pt x="153638" y="40100"/>
                </a:cubicBezTo>
                <a:cubicBezTo>
                  <a:pt x="155200" y="37907"/>
                  <a:pt x="157205" y="36156"/>
                  <a:pt x="159652" y="34849"/>
                </a:cubicBezTo>
                <a:cubicBezTo>
                  <a:pt x="162100" y="33542"/>
                  <a:pt x="165055" y="32888"/>
                  <a:pt x="168515" y="32888"/>
                </a:cubicBezTo>
                <a:cubicBezTo>
                  <a:pt x="171891" y="32888"/>
                  <a:pt x="174761" y="33563"/>
                  <a:pt x="177124" y="34913"/>
                </a:cubicBezTo>
                <a:cubicBezTo>
                  <a:pt x="179487" y="36263"/>
                  <a:pt x="181407" y="38056"/>
                  <a:pt x="182883" y="40291"/>
                </a:cubicBezTo>
                <a:cubicBezTo>
                  <a:pt x="184360" y="42526"/>
                  <a:pt x="185436" y="45035"/>
                  <a:pt x="186111" y="47820"/>
                </a:cubicBezTo>
                <a:cubicBezTo>
                  <a:pt x="186787" y="50603"/>
                  <a:pt x="187125" y="53429"/>
                  <a:pt x="187125" y="56297"/>
                </a:cubicBezTo>
                <a:cubicBezTo>
                  <a:pt x="187125" y="59334"/>
                  <a:pt x="186767" y="62371"/>
                  <a:pt x="186049" y="65408"/>
                </a:cubicBezTo>
                <a:cubicBezTo>
                  <a:pt x="185332" y="68443"/>
                  <a:pt x="184213" y="71163"/>
                  <a:pt x="182694" y="73568"/>
                </a:cubicBezTo>
                <a:cubicBezTo>
                  <a:pt x="181175" y="75973"/>
                  <a:pt x="179170" y="77913"/>
                  <a:pt x="176680" y="79389"/>
                </a:cubicBezTo>
                <a:cubicBezTo>
                  <a:pt x="174190" y="80865"/>
                  <a:pt x="171173" y="81603"/>
                  <a:pt x="167629" y="8160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Text KernelSpace">
            <a:extLst xmlns:a="http://schemas.openxmlformats.org/drawingml/2006/main">
              <a:ext uri="{FF2B5EF4-FFF2-40B4-BE49-F238E27FC236}">
                <a16:creationId xmlns:a16="http://schemas.microsoft.com/office/drawing/2014/main" id="{6DEF210B-07D8-42D0-ABF0-8AD5A331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6380" y="1131441"/>
            <a:ext cx="1365557" cy="197966"/>
          </a:xfrm>
          <a:custGeom xmlns:a="http://schemas.openxmlformats.org/drawingml/2006/main">
            <a:pathLst>
              <a:path w="1365557" h="197966">
                <a:moveTo>
                  <a:pt x="0" y="3815"/>
                </a:moveTo>
                <a:lnTo>
                  <a:pt x="0" y="158754"/>
                </a:lnTo>
                <a:lnTo>
                  <a:pt x="34075" y="158754"/>
                </a:lnTo>
                <a:lnTo>
                  <a:pt x="34075" y="108836"/>
                </a:lnTo>
                <a:lnTo>
                  <a:pt x="53608" y="89084"/>
                </a:lnTo>
                <a:lnTo>
                  <a:pt x="100275" y="158754"/>
                </a:lnTo>
                <a:lnTo>
                  <a:pt x="143030" y="158754"/>
                </a:lnTo>
                <a:lnTo>
                  <a:pt x="76615" y="65011"/>
                </a:lnTo>
                <a:lnTo>
                  <a:pt x="137171" y="3815"/>
                </a:lnTo>
                <a:lnTo>
                  <a:pt x="94631" y="3815"/>
                </a:lnTo>
                <a:lnTo>
                  <a:pt x="34075" y="68048"/>
                </a:lnTo>
                <a:lnTo>
                  <a:pt x="34075" y="3815"/>
                </a:lnTo>
                <a:lnTo>
                  <a:pt x="0" y="3815"/>
                </a:lnTo>
                <a:close/>
                <a:moveTo>
                  <a:pt x="228978" y="90717"/>
                </a:moveTo>
                <a:lnTo>
                  <a:pt x="178844" y="90717"/>
                </a:lnTo>
                <a:cubicBezTo>
                  <a:pt x="178987" y="88540"/>
                  <a:pt x="179456" y="86073"/>
                  <a:pt x="180251" y="83315"/>
                </a:cubicBezTo>
                <a:cubicBezTo>
                  <a:pt x="181048" y="80555"/>
                  <a:pt x="182424" y="77942"/>
                  <a:pt x="184378" y="75476"/>
                </a:cubicBezTo>
                <a:cubicBezTo>
                  <a:pt x="186331" y="73007"/>
                  <a:pt x="188936" y="70939"/>
                  <a:pt x="192190" y="69270"/>
                </a:cubicBezTo>
                <a:cubicBezTo>
                  <a:pt x="195447" y="67600"/>
                  <a:pt x="199535" y="66766"/>
                  <a:pt x="204454" y="66766"/>
                </a:cubicBezTo>
                <a:cubicBezTo>
                  <a:pt x="211978" y="66766"/>
                  <a:pt x="217585" y="68798"/>
                  <a:pt x="221274" y="72863"/>
                </a:cubicBezTo>
                <a:cubicBezTo>
                  <a:pt x="224964" y="76928"/>
                  <a:pt x="227531" y="82879"/>
                  <a:pt x="228978" y="90717"/>
                </a:cubicBezTo>
                <a:moveTo>
                  <a:pt x="178844" y="110217"/>
                </a:moveTo>
                <a:lnTo>
                  <a:pt x="259800" y="110217"/>
                </a:lnTo>
                <a:cubicBezTo>
                  <a:pt x="260379" y="101518"/>
                  <a:pt x="259655" y="93181"/>
                  <a:pt x="257628" y="85206"/>
                </a:cubicBezTo>
                <a:cubicBezTo>
                  <a:pt x="255603" y="77231"/>
                  <a:pt x="252311" y="70127"/>
                  <a:pt x="247752" y="63895"/>
                </a:cubicBezTo>
                <a:cubicBezTo>
                  <a:pt x="243195" y="57660"/>
                  <a:pt x="237371" y="52694"/>
                  <a:pt x="230279" y="48998"/>
                </a:cubicBezTo>
                <a:cubicBezTo>
                  <a:pt x="223190" y="45300"/>
                  <a:pt x="214870" y="43451"/>
                  <a:pt x="205321" y="43451"/>
                </a:cubicBezTo>
                <a:cubicBezTo>
                  <a:pt x="196784" y="43451"/>
                  <a:pt x="189006" y="44973"/>
                  <a:pt x="181990" y="48018"/>
                </a:cubicBezTo>
                <a:cubicBezTo>
                  <a:pt x="174973" y="51060"/>
                  <a:pt x="168932" y="55226"/>
                  <a:pt x="163868" y="60516"/>
                </a:cubicBezTo>
                <a:cubicBezTo>
                  <a:pt x="158803" y="65807"/>
                  <a:pt x="154896" y="72076"/>
                  <a:pt x="152147" y="79324"/>
                </a:cubicBezTo>
                <a:cubicBezTo>
                  <a:pt x="149398" y="86570"/>
                  <a:pt x="148024" y="94397"/>
                  <a:pt x="148024" y="102805"/>
                </a:cubicBezTo>
                <a:cubicBezTo>
                  <a:pt x="148024" y="111499"/>
                  <a:pt x="149362" y="119471"/>
                  <a:pt x="152038" y="126719"/>
                </a:cubicBezTo>
                <a:cubicBezTo>
                  <a:pt x="154716" y="133966"/>
                  <a:pt x="158515" y="140198"/>
                  <a:pt x="163434" y="145418"/>
                </a:cubicBezTo>
                <a:cubicBezTo>
                  <a:pt x="168353" y="150635"/>
                  <a:pt x="174357" y="154657"/>
                  <a:pt x="181447" y="157483"/>
                </a:cubicBezTo>
                <a:cubicBezTo>
                  <a:pt x="188536" y="160309"/>
                  <a:pt x="196494" y="161722"/>
                  <a:pt x="205321" y="161722"/>
                </a:cubicBezTo>
                <a:cubicBezTo>
                  <a:pt x="218054" y="161722"/>
                  <a:pt x="228906" y="158831"/>
                  <a:pt x="237876" y="153048"/>
                </a:cubicBezTo>
                <a:cubicBezTo>
                  <a:pt x="246849" y="147266"/>
                  <a:pt x="253506" y="137652"/>
                  <a:pt x="257846" y="124206"/>
                </a:cubicBezTo>
                <a:lnTo>
                  <a:pt x="230716" y="124206"/>
                </a:lnTo>
                <a:cubicBezTo>
                  <a:pt x="229703" y="127648"/>
                  <a:pt x="226953" y="130911"/>
                  <a:pt x="222467" y="133995"/>
                </a:cubicBezTo>
                <a:cubicBezTo>
                  <a:pt x="217982" y="137078"/>
                  <a:pt x="212629" y="138619"/>
                  <a:pt x="206408" y="138619"/>
                </a:cubicBezTo>
                <a:cubicBezTo>
                  <a:pt x="197726" y="138619"/>
                  <a:pt x="191070" y="136379"/>
                  <a:pt x="186437" y="131899"/>
                </a:cubicBezTo>
                <a:cubicBezTo>
                  <a:pt x="181808" y="127417"/>
                  <a:pt x="179276" y="120190"/>
                  <a:pt x="178844" y="110217"/>
                </a:cubicBezTo>
                <a:close/>
                <a:moveTo>
                  <a:pt x="278031" y="46461"/>
                </a:moveTo>
                <a:lnTo>
                  <a:pt x="278031" y="158754"/>
                </a:lnTo>
                <a:lnTo>
                  <a:pt x="308851" y="158754"/>
                </a:lnTo>
                <a:lnTo>
                  <a:pt x="308851" y="108130"/>
                </a:lnTo>
                <a:cubicBezTo>
                  <a:pt x="308851" y="103061"/>
                  <a:pt x="309357" y="98354"/>
                  <a:pt x="310371" y="94009"/>
                </a:cubicBezTo>
                <a:cubicBezTo>
                  <a:pt x="311384" y="89664"/>
                  <a:pt x="313084" y="85862"/>
                  <a:pt x="315471" y="82603"/>
                </a:cubicBezTo>
                <a:cubicBezTo>
                  <a:pt x="317858" y="79344"/>
                  <a:pt x="321004" y="76773"/>
                  <a:pt x="324910" y="74890"/>
                </a:cubicBezTo>
                <a:cubicBezTo>
                  <a:pt x="328818" y="73006"/>
                  <a:pt x="333593" y="72065"/>
                  <a:pt x="339236" y="72065"/>
                </a:cubicBezTo>
                <a:cubicBezTo>
                  <a:pt x="341118" y="72065"/>
                  <a:pt x="343070" y="72174"/>
                  <a:pt x="345095" y="72393"/>
                </a:cubicBezTo>
                <a:cubicBezTo>
                  <a:pt x="347122" y="72609"/>
                  <a:pt x="348858" y="72862"/>
                  <a:pt x="350304" y="73151"/>
                </a:cubicBezTo>
                <a:lnTo>
                  <a:pt x="350304" y="44534"/>
                </a:lnTo>
                <a:cubicBezTo>
                  <a:pt x="347845" y="43812"/>
                  <a:pt x="345603" y="43451"/>
                  <a:pt x="343578" y="43451"/>
                </a:cubicBezTo>
                <a:cubicBezTo>
                  <a:pt x="339670" y="43451"/>
                  <a:pt x="335908" y="44029"/>
                  <a:pt x="332292" y="45186"/>
                </a:cubicBezTo>
                <a:cubicBezTo>
                  <a:pt x="328675" y="46341"/>
                  <a:pt x="325275" y="47966"/>
                  <a:pt x="322091" y="50061"/>
                </a:cubicBezTo>
                <a:cubicBezTo>
                  <a:pt x="318908" y="52156"/>
                  <a:pt x="316086" y="54686"/>
                  <a:pt x="313626" y="57648"/>
                </a:cubicBezTo>
                <a:cubicBezTo>
                  <a:pt x="311167" y="60611"/>
                  <a:pt x="309213" y="63827"/>
                  <a:pt x="307764" y="67296"/>
                </a:cubicBezTo>
                <a:lnTo>
                  <a:pt x="307331" y="67296"/>
                </a:lnTo>
                <a:lnTo>
                  <a:pt x="307331" y="46461"/>
                </a:lnTo>
                <a:lnTo>
                  <a:pt x="278031" y="46461"/>
                </a:lnTo>
                <a:close/>
                <a:moveTo>
                  <a:pt x="366367" y="46541"/>
                </a:moveTo>
                <a:lnTo>
                  <a:pt x="366367" y="158754"/>
                </a:lnTo>
                <a:lnTo>
                  <a:pt x="397187" y="158754"/>
                </a:lnTo>
                <a:lnTo>
                  <a:pt x="397187" y="99943"/>
                </a:lnTo>
                <a:cubicBezTo>
                  <a:pt x="397187" y="88513"/>
                  <a:pt x="399068" y="80303"/>
                  <a:pt x="402830" y="75314"/>
                </a:cubicBezTo>
                <a:cubicBezTo>
                  <a:pt x="406592" y="70322"/>
                  <a:pt x="412669" y="67826"/>
                  <a:pt x="421061" y="67826"/>
                </a:cubicBezTo>
                <a:cubicBezTo>
                  <a:pt x="428442" y="67826"/>
                  <a:pt x="433579" y="70104"/>
                  <a:pt x="436471" y="74661"/>
                </a:cubicBezTo>
                <a:cubicBezTo>
                  <a:pt x="439366" y="79218"/>
                  <a:pt x="440813" y="86127"/>
                  <a:pt x="440813" y="95386"/>
                </a:cubicBezTo>
                <a:lnTo>
                  <a:pt x="440813" y="158754"/>
                </a:lnTo>
                <a:lnTo>
                  <a:pt x="471632" y="158754"/>
                </a:lnTo>
                <a:lnTo>
                  <a:pt x="471632" y="89703"/>
                </a:lnTo>
                <a:cubicBezTo>
                  <a:pt x="471632" y="82755"/>
                  <a:pt x="471018" y="76422"/>
                  <a:pt x="469788" y="70704"/>
                </a:cubicBezTo>
                <a:cubicBezTo>
                  <a:pt x="468558" y="64985"/>
                  <a:pt x="466423" y="60136"/>
                  <a:pt x="463383" y="56155"/>
                </a:cubicBezTo>
                <a:cubicBezTo>
                  <a:pt x="460345" y="52174"/>
                  <a:pt x="456185" y="49062"/>
                  <a:pt x="450904" y="46819"/>
                </a:cubicBezTo>
                <a:cubicBezTo>
                  <a:pt x="445623" y="44573"/>
                  <a:pt x="438858" y="43451"/>
                  <a:pt x="430609" y="43451"/>
                </a:cubicBezTo>
                <a:cubicBezTo>
                  <a:pt x="424098" y="43451"/>
                  <a:pt x="417732" y="44938"/>
                  <a:pt x="411510" y="47912"/>
                </a:cubicBezTo>
                <a:cubicBezTo>
                  <a:pt x="405288" y="50886"/>
                  <a:pt x="400225" y="55637"/>
                  <a:pt x="396319" y="62166"/>
                </a:cubicBezTo>
                <a:lnTo>
                  <a:pt x="395666" y="62166"/>
                </a:lnTo>
                <a:lnTo>
                  <a:pt x="395666" y="46541"/>
                </a:lnTo>
                <a:lnTo>
                  <a:pt x="366367" y="46541"/>
                </a:lnTo>
                <a:close/>
                <a:moveTo>
                  <a:pt x="570602" y="90717"/>
                </a:moveTo>
                <a:lnTo>
                  <a:pt x="520468" y="90717"/>
                </a:lnTo>
                <a:cubicBezTo>
                  <a:pt x="520611" y="88540"/>
                  <a:pt x="521081" y="86073"/>
                  <a:pt x="521875" y="83315"/>
                </a:cubicBezTo>
                <a:cubicBezTo>
                  <a:pt x="522672" y="80555"/>
                  <a:pt x="524048" y="77942"/>
                  <a:pt x="526002" y="75476"/>
                </a:cubicBezTo>
                <a:cubicBezTo>
                  <a:pt x="527956" y="73007"/>
                  <a:pt x="530560" y="70939"/>
                  <a:pt x="533814" y="69270"/>
                </a:cubicBezTo>
                <a:cubicBezTo>
                  <a:pt x="537071" y="67600"/>
                  <a:pt x="541159" y="66766"/>
                  <a:pt x="546078" y="66766"/>
                </a:cubicBezTo>
                <a:cubicBezTo>
                  <a:pt x="553602" y="66766"/>
                  <a:pt x="559209" y="68798"/>
                  <a:pt x="562899" y="72863"/>
                </a:cubicBezTo>
                <a:cubicBezTo>
                  <a:pt x="566588" y="76928"/>
                  <a:pt x="569156" y="82879"/>
                  <a:pt x="570602" y="90717"/>
                </a:cubicBezTo>
                <a:moveTo>
                  <a:pt x="520468" y="110217"/>
                </a:moveTo>
                <a:lnTo>
                  <a:pt x="601425" y="110217"/>
                </a:lnTo>
                <a:cubicBezTo>
                  <a:pt x="602003" y="101518"/>
                  <a:pt x="601279" y="93181"/>
                  <a:pt x="599252" y="85206"/>
                </a:cubicBezTo>
                <a:cubicBezTo>
                  <a:pt x="597228" y="77231"/>
                  <a:pt x="593936" y="70127"/>
                  <a:pt x="589377" y="63895"/>
                </a:cubicBezTo>
                <a:cubicBezTo>
                  <a:pt x="584819" y="57660"/>
                  <a:pt x="578995" y="52694"/>
                  <a:pt x="571903" y="48998"/>
                </a:cubicBezTo>
                <a:cubicBezTo>
                  <a:pt x="564814" y="45300"/>
                  <a:pt x="556495" y="43451"/>
                  <a:pt x="546946" y="43451"/>
                </a:cubicBezTo>
                <a:cubicBezTo>
                  <a:pt x="538408" y="43451"/>
                  <a:pt x="530631" y="44973"/>
                  <a:pt x="523614" y="48018"/>
                </a:cubicBezTo>
                <a:cubicBezTo>
                  <a:pt x="516598" y="51060"/>
                  <a:pt x="510557" y="55226"/>
                  <a:pt x="505492" y="60516"/>
                </a:cubicBezTo>
                <a:cubicBezTo>
                  <a:pt x="500427" y="65807"/>
                  <a:pt x="496520" y="72076"/>
                  <a:pt x="493772" y="79324"/>
                </a:cubicBezTo>
                <a:cubicBezTo>
                  <a:pt x="491023" y="86570"/>
                  <a:pt x="489648" y="94397"/>
                  <a:pt x="489648" y="102805"/>
                </a:cubicBezTo>
                <a:cubicBezTo>
                  <a:pt x="489648" y="111499"/>
                  <a:pt x="490986" y="119471"/>
                  <a:pt x="493662" y="126719"/>
                </a:cubicBezTo>
                <a:cubicBezTo>
                  <a:pt x="496340" y="133966"/>
                  <a:pt x="500139" y="140198"/>
                  <a:pt x="505058" y="145418"/>
                </a:cubicBezTo>
                <a:cubicBezTo>
                  <a:pt x="509977" y="150635"/>
                  <a:pt x="515982" y="154657"/>
                  <a:pt x="523071" y="157483"/>
                </a:cubicBezTo>
                <a:cubicBezTo>
                  <a:pt x="530160" y="160309"/>
                  <a:pt x="538119" y="161722"/>
                  <a:pt x="546946" y="161722"/>
                </a:cubicBezTo>
                <a:cubicBezTo>
                  <a:pt x="559679" y="161722"/>
                  <a:pt x="570530" y="158831"/>
                  <a:pt x="579501" y="153048"/>
                </a:cubicBezTo>
                <a:cubicBezTo>
                  <a:pt x="588474" y="147266"/>
                  <a:pt x="595130" y="137652"/>
                  <a:pt x="599471" y="124206"/>
                </a:cubicBezTo>
                <a:lnTo>
                  <a:pt x="572341" y="124206"/>
                </a:lnTo>
                <a:cubicBezTo>
                  <a:pt x="571327" y="127648"/>
                  <a:pt x="568577" y="130911"/>
                  <a:pt x="564091" y="133995"/>
                </a:cubicBezTo>
                <a:cubicBezTo>
                  <a:pt x="559607" y="137078"/>
                  <a:pt x="554254" y="138619"/>
                  <a:pt x="548032" y="138619"/>
                </a:cubicBezTo>
                <a:cubicBezTo>
                  <a:pt x="539351" y="138619"/>
                  <a:pt x="532694" y="136379"/>
                  <a:pt x="528062" y="131899"/>
                </a:cubicBezTo>
                <a:cubicBezTo>
                  <a:pt x="523432" y="127417"/>
                  <a:pt x="520901" y="120190"/>
                  <a:pt x="520468" y="110217"/>
                </a:cubicBezTo>
                <a:close/>
                <a:moveTo>
                  <a:pt x="620523" y="3815"/>
                </a:moveTo>
                <a:lnTo>
                  <a:pt x="620523" y="158754"/>
                </a:lnTo>
                <a:lnTo>
                  <a:pt x="651342" y="158754"/>
                </a:lnTo>
                <a:lnTo>
                  <a:pt x="651342" y="3815"/>
                </a:lnTo>
                <a:lnTo>
                  <a:pt x="620523" y="3815"/>
                </a:lnTo>
                <a:close/>
                <a:moveTo>
                  <a:pt x="762468" y="107213"/>
                </a:moveTo>
                <a:lnTo>
                  <a:pt x="729479" y="107213"/>
                </a:lnTo>
                <a:cubicBezTo>
                  <a:pt x="729333" y="116762"/>
                  <a:pt x="731068" y="125010"/>
                  <a:pt x="734685" y="131959"/>
                </a:cubicBezTo>
                <a:cubicBezTo>
                  <a:pt x="738304" y="138907"/>
                  <a:pt x="743187" y="144625"/>
                  <a:pt x="749336" y="149114"/>
                </a:cubicBezTo>
                <a:cubicBezTo>
                  <a:pt x="755487" y="153602"/>
                  <a:pt x="762578" y="156896"/>
                  <a:pt x="770608" y="158996"/>
                </a:cubicBezTo>
                <a:cubicBezTo>
                  <a:pt x="778638" y="161096"/>
                  <a:pt x="786922" y="162146"/>
                  <a:pt x="795460" y="162146"/>
                </a:cubicBezTo>
                <a:cubicBezTo>
                  <a:pt x="806022" y="162146"/>
                  <a:pt x="815318" y="160916"/>
                  <a:pt x="823348" y="158456"/>
                </a:cubicBezTo>
                <a:cubicBezTo>
                  <a:pt x="831378" y="155997"/>
                  <a:pt x="838107" y="152560"/>
                  <a:pt x="843534" y="148147"/>
                </a:cubicBezTo>
                <a:cubicBezTo>
                  <a:pt x="848961" y="143733"/>
                  <a:pt x="853049" y="138488"/>
                  <a:pt x="855797" y="132412"/>
                </a:cubicBezTo>
                <a:cubicBezTo>
                  <a:pt x="858546" y="126334"/>
                  <a:pt x="859921" y="119750"/>
                  <a:pt x="859921" y="112661"/>
                </a:cubicBezTo>
                <a:cubicBezTo>
                  <a:pt x="859921" y="103979"/>
                  <a:pt x="858076" y="96854"/>
                  <a:pt x="854387" y="91283"/>
                </a:cubicBezTo>
                <a:cubicBezTo>
                  <a:pt x="850697" y="85710"/>
                  <a:pt x="846320" y="81260"/>
                  <a:pt x="841255" y="77933"/>
                </a:cubicBezTo>
                <a:cubicBezTo>
                  <a:pt x="836190" y="74606"/>
                  <a:pt x="831089" y="72183"/>
                  <a:pt x="825951" y="70664"/>
                </a:cubicBezTo>
                <a:cubicBezTo>
                  <a:pt x="820816" y="69143"/>
                  <a:pt x="816801" y="68093"/>
                  <a:pt x="813906" y="67514"/>
                </a:cubicBezTo>
                <a:cubicBezTo>
                  <a:pt x="804212" y="65055"/>
                  <a:pt x="796362" y="63029"/>
                  <a:pt x="790356" y="61437"/>
                </a:cubicBezTo>
                <a:cubicBezTo>
                  <a:pt x="784353" y="59845"/>
                  <a:pt x="779651" y="58255"/>
                  <a:pt x="776251" y="56665"/>
                </a:cubicBezTo>
                <a:cubicBezTo>
                  <a:pt x="772851" y="55073"/>
                  <a:pt x="770572" y="53337"/>
                  <a:pt x="769412" y="51455"/>
                </a:cubicBezTo>
                <a:cubicBezTo>
                  <a:pt x="768255" y="49574"/>
                  <a:pt x="767677" y="47114"/>
                  <a:pt x="767677" y="44073"/>
                </a:cubicBezTo>
                <a:cubicBezTo>
                  <a:pt x="767677" y="40746"/>
                  <a:pt x="768400" y="37997"/>
                  <a:pt x="769846" y="35827"/>
                </a:cubicBezTo>
                <a:cubicBezTo>
                  <a:pt x="771295" y="33657"/>
                  <a:pt x="773139" y="31848"/>
                  <a:pt x="775380" y="30402"/>
                </a:cubicBezTo>
                <a:cubicBezTo>
                  <a:pt x="777623" y="28954"/>
                  <a:pt x="780119" y="27941"/>
                  <a:pt x="782868" y="27362"/>
                </a:cubicBezTo>
                <a:cubicBezTo>
                  <a:pt x="785619" y="26784"/>
                  <a:pt x="788369" y="26494"/>
                  <a:pt x="791118" y="26494"/>
                </a:cubicBezTo>
                <a:cubicBezTo>
                  <a:pt x="795315" y="26494"/>
                  <a:pt x="799185" y="26856"/>
                  <a:pt x="802729" y="27581"/>
                </a:cubicBezTo>
                <a:cubicBezTo>
                  <a:pt x="806275" y="28303"/>
                  <a:pt x="809422" y="29532"/>
                  <a:pt x="812171" y="31270"/>
                </a:cubicBezTo>
                <a:cubicBezTo>
                  <a:pt x="814922" y="33005"/>
                  <a:pt x="817129" y="35392"/>
                  <a:pt x="818791" y="38430"/>
                </a:cubicBezTo>
                <a:cubicBezTo>
                  <a:pt x="820456" y="41468"/>
                  <a:pt x="821433" y="45302"/>
                  <a:pt x="821722" y="49932"/>
                </a:cubicBezTo>
                <a:lnTo>
                  <a:pt x="854711" y="49932"/>
                </a:lnTo>
                <a:cubicBezTo>
                  <a:pt x="854711" y="40961"/>
                  <a:pt x="853011" y="33329"/>
                  <a:pt x="849611" y="27034"/>
                </a:cubicBezTo>
                <a:cubicBezTo>
                  <a:pt x="846211" y="20737"/>
                  <a:pt x="841616" y="15562"/>
                  <a:pt x="835827" y="11508"/>
                </a:cubicBezTo>
                <a:cubicBezTo>
                  <a:pt x="830040" y="7455"/>
                  <a:pt x="823421" y="4524"/>
                  <a:pt x="815970" y="2716"/>
                </a:cubicBezTo>
                <a:cubicBezTo>
                  <a:pt x="808518" y="905"/>
                  <a:pt x="800741" y="0"/>
                  <a:pt x="792638" y="0"/>
                </a:cubicBezTo>
                <a:cubicBezTo>
                  <a:pt x="785692" y="0"/>
                  <a:pt x="778746" y="941"/>
                  <a:pt x="771800" y="2822"/>
                </a:cubicBezTo>
                <a:cubicBezTo>
                  <a:pt x="764856" y="4703"/>
                  <a:pt x="758635" y="7597"/>
                  <a:pt x="753135" y="11505"/>
                </a:cubicBezTo>
                <a:cubicBezTo>
                  <a:pt x="747637" y="15411"/>
                  <a:pt x="743188" y="20294"/>
                  <a:pt x="739788" y="26153"/>
                </a:cubicBezTo>
                <a:cubicBezTo>
                  <a:pt x="736388" y="32013"/>
                  <a:pt x="734688" y="38921"/>
                  <a:pt x="734688" y="46878"/>
                </a:cubicBezTo>
                <a:cubicBezTo>
                  <a:pt x="734688" y="53968"/>
                  <a:pt x="736026" y="60009"/>
                  <a:pt x="738702" y="65001"/>
                </a:cubicBezTo>
                <a:cubicBezTo>
                  <a:pt x="741380" y="69993"/>
                  <a:pt x="744890" y="74153"/>
                  <a:pt x="749230" y="77483"/>
                </a:cubicBezTo>
                <a:cubicBezTo>
                  <a:pt x="753571" y="80810"/>
                  <a:pt x="758490" y="83522"/>
                  <a:pt x="763988" y="85620"/>
                </a:cubicBezTo>
                <a:cubicBezTo>
                  <a:pt x="769487" y="87717"/>
                  <a:pt x="775131" y="89490"/>
                  <a:pt x="780918" y="90939"/>
                </a:cubicBezTo>
                <a:cubicBezTo>
                  <a:pt x="786561" y="92528"/>
                  <a:pt x="792131" y="93974"/>
                  <a:pt x="797629" y="95277"/>
                </a:cubicBezTo>
                <a:cubicBezTo>
                  <a:pt x="803129" y="96580"/>
                  <a:pt x="808049" y="98100"/>
                  <a:pt x="812390" y="99837"/>
                </a:cubicBezTo>
                <a:cubicBezTo>
                  <a:pt x="816730" y="101573"/>
                  <a:pt x="820239" y="103743"/>
                  <a:pt x="822915" y="106348"/>
                </a:cubicBezTo>
                <a:cubicBezTo>
                  <a:pt x="825593" y="108952"/>
                  <a:pt x="826932" y="112352"/>
                  <a:pt x="826932" y="116549"/>
                </a:cubicBezTo>
                <a:cubicBezTo>
                  <a:pt x="826932" y="120454"/>
                  <a:pt x="825918" y="123674"/>
                  <a:pt x="823891" y="126206"/>
                </a:cubicBezTo>
                <a:cubicBezTo>
                  <a:pt x="821867" y="128738"/>
                  <a:pt x="819334" y="130728"/>
                  <a:pt x="816294" y="132174"/>
                </a:cubicBezTo>
                <a:cubicBezTo>
                  <a:pt x="813256" y="133620"/>
                  <a:pt x="810001" y="134597"/>
                  <a:pt x="806528" y="135105"/>
                </a:cubicBezTo>
                <a:cubicBezTo>
                  <a:pt x="803055" y="135610"/>
                  <a:pt x="799799" y="135863"/>
                  <a:pt x="796761" y="135863"/>
                </a:cubicBezTo>
                <a:cubicBezTo>
                  <a:pt x="792275" y="135863"/>
                  <a:pt x="787933" y="135321"/>
                  <a:pt x="783736" y="134237"/>
                </a:cubicBezTo>
                <a:cubicBezTo>
                  <a:pt x="779541" y="133151"/>
                  <a:pt x="775888" y="131486"/>
                  <a:pt x="772777" y="129243"/>
                </a:cubicBezTo>
                <a:cubicBezTo>
                  <a:pt x="769666" y="127000"/>
                  <a:pt x="767170" y="124070"/>
                  <a:pt x="765289" y="120453"/>
                </a:cubicBezTo>
                <a:cubicBezTo>
                  <a:pt x="763408" y="116835"/>
                  <a:pt x="762468" y="112421"/>
                  <a:pt x="762468" y="107213"/>
                </a:cubicBezTo>
                <a:close/>
                <a:moveTo>
                  <a:pt x="933498" y="138619"/>
                </a:moveTo>
                <a:cubicBezTo>
                  <a:pt x="928577" y="138619"/>
                  <a:pt x="924380" y="137606"/>
                  <a:pt x="920907" y="135582"/>
                </a:cubicBezTo>
                <a:cubicBezTo>
                  <a:pt x="917436" y="133555"/>
                  <a:pt x="914651" y="130913"/>
                  <a:pt x="912551" y="127657"/>
                </a:cubicBezTo>
                <a:cubicBezTo>
                  <a:pt x="910454" y="124400"/>
                  <a:pt x="908935" y="120601"/>
                  <a:pt x="907994" y="116261"/>
                </a:cubicBezTo>
                <a:cubicBezTo>
                  <a:pt x="907054" y="111918"/>
                  <a:pt x="906583" y="107503"/>
                  <a:pt x="906583" y="103017"/>
                </a:cubicBezTo>
                <a:cubicBezTo>
                  <a:pt x="906583" y="98387"/>
                  <a:pt x="907017" y="93902"/>
                  <a:pt x="907885" y="89561"/>
                </a:cubicBezTo>
                <a:cubicBezTo>
                  <a:pt x="908752" y="85218"/>
                  <a:pt x="910235" y="81383"/>
                  <a:pt x="912333" y="78056"/>
                </a:cubicBezTo>
                <a:cubicBezTo>
                  <a:pt x="914432" y="74726"/>
                  <a:pt x="917182" y="72013"/>
                  <a:pt x="920582" y="69915"/>
                </a:cubicBezTo>
                <a:cubicBezTo>
                  <a:pt x="923982" y="67816"/>
                  <a:pt x="928215" y="66766"/>
                  <a:pt x="933280" y="66766"/>
                </a:cubicBezTo>
                <a:cubicBezTo>
                  <a:pt x="938201" y="66766"/>
                  <a:pt x="942362" y="67816"/>
                  <a:pt x="945762" y="69915"/>
                </a:cubicBezTo>
                <a:cubicBezTo>
                  <a:pt x="949162" y="72013"/>
                  <a:pt x="951947" y="74763"/>
                  <a:pt x="954117" y="78165"/>
                </a:cubicBezTo>
                <a:cubicBezTo>
                  <a:pt x="956288" y="81565"/>
                  <a:pt x="957843" y="85436"/>
                  <a:pt x="958784" y="89776"/>
                </a:cubicBezTo>
                <a:cubicBezTo>
                  <a:pt x="959724" y="94117"/>
                  <a:pt x="960195" y="98530"/>
                  <a:pt x="960195" y="103017"/>
                </a:cubicBezTo>
                <a:cubicBezTo>
                  <a:pt x="960195" y="107503"/>
                  <a:pt x="959761" y="111918"/>
                  <a:pt x="958893" y="116261"/>
                </a:cubicBezTo>
                <a:cubicBezTo>
                  <a:pt x="958025" y="120601"/>
                  <a:pt x="956542" y="124400"/>
                  <a:pt x="954442" y="127657"/>
                </a:cubicBezTo>
                <a:cubicBezTo>
                  <a:pt x="952345" y="130913"/>
                  <a:pt x="949596" y="133555"/>
                  <a:pt x="946196" y="135582"/>
                </a:cubicBezTo>
                <a:cubicBezTo>
                  <a:pt x="942796" y="137606"/>
                  <a:pt x="938563" y="138619"/>
                  <a:pt x="933498" y="138619"/>
                </a:cubicBezTo>
                <a:moveTo>
                  <a:pt x="876850" y="46561"/>
                </a:moveTo>
                <a:lnTo>
                  <a:pt x="876850" y="197966"/>
                </a:lnTo>
                <a:lnTo>
                  <a:pt x="907670" y="197966"/>
                </a:lnTo>
                <a:lnTo>
                  <a:pt x="907670" y="144941"/>
                </a:lnTo>
                <a:lnTo>
                  <a:pt x="908103" y="144941"/>
                </a:lnTo>
                <a:cubicBezTo>
                  <a:pt x="911866" y="150463"/>
                  <a:pt x="916677" y="154640"/>
                  <a:pt x="922536" y="157473"/>
                </a:cubicBezTo>
                <a:cubicBezTo>
                  <a:pt x="928396" y="160305"/>
                  <a:pt x="934799" y="161722"/>
                  <a:pt x="941745" y="161722"/>
                </a:cubicBezTo>
                <a:cubicBezTo>
                  <a:pt x="949993" y="161722"/>
                  <a:pt x="957192" y="160128"/>
                  <a:pt x="963341" y="156939"/>
                </a:cubicBezTo>
                <a:cubicBezTo>
                  <a:pt x="969490" y="153751"/>
                  <a:pt x="974626" y="149476"/>
                  <a:pt x="978751" y="144113"/>
                </a:cubicBezTo>
                <a:cubicBezTo>
                  <a:pt x="982875" y="138750"/>
                  <a:pt x="985949" y="132590"/>
                  <a:pt x="987974" y="125633"/>
                </a:cubicBezTo>
                <a:cubicBezTo>
                  <a:pt x="990001" y="118676"/>
                  <a:pt x="991014" y="111429"/>
                  <a:pt x="991014" y="103891"/>
                </a:cubicBezTo>
                <a:cubicBezTo>
                  <a:pt x="991014" y="95918"/>
                  <a:pt x="990001" y="88273"/>
                  <a:pt x="987974" y="80954"/>
                </a:cubicBezTo>
                <a:cubicBezTo>
                  <a:pt x="985949" y="73635"/>
                  <a:pt x="982839" y="67222"/>
                  <a:pt x="978641" y="61715"/>
                </a:cubicBezTo>
                <a:cubicBezTo>
                  <a:pt x="974446" y="56207"/>
                  <a:pt x="969165" y="51785"/>
                  <a:pt x="962798" y="48452"/>
                </a:cubicBezTo>
                <a:cubicBezTo>
                  <a:pt x="956432" y="45118"/>
                  <a:pt x="948836" y="43451"/>
                  <a:pt x="940009" y="43451"/>
                </a:cubicBezTo>
                <a:cubicBezTo>
                  <a:pt x="933063" y="43451"/>
                  <a:pt x="926696" y="44831"/>
                  <a:pt x="920907" y="47591"/>
                </a:cubicBezTo>
                <a:cubicBezTo>
                  <a:pt x="915120" y="50350"/>
                  <a:pt x="910345" y="54782"/>
                  <a:pt x="906583" y="60884"/>
                </a:cubicBezTo>
                <a:lnTo>
                  <a:pt x="906149" y="60884"/>
                </a:lnTo>
                <a:lnTo>
                  <a:pt x="906149" y="46561"/>
                </a:lnTo>
                <a:lnTo>
                  <a:pt x="876850" y="46561"/>
                </a:lnTo>
                <a:close/>
                <a:moveTo>
                  <a:pt x="1008161" y="81053"/>
                </a:moveTo>
                <a:cubicBezTo>
                  <a:pt x="1008594" y="73818"/>
                  <a:pt x="1010402" y="67813"/>
                  <a:pt x="1013586" y="63040"/>
                </a:cubicBezTo>
                <a:cubicBezTo>
                  <a:pt x="1016770" y="58264"/>
                  <a:pt x="1020821" y="54429"/>
                  <a:pt x="1025740" y="51535"/>
                </a:cubicBezTo>
                <a:cubicBezTo>
                  <a:pt x="1030659" y="48640"/>
                  <a:pt x="1036193" y="46578"/>
                  <a:pt x="1042342" y="45348"/>
                </a:cubicBezTo>
                <a:cubicBezTo>
                  <a:pt x="1048493" y="44119"/>
                  <a:pt x="1054680" y="43504"/>
                  <a:pt x="1060902" y="43504"/>
                </a:cubicBezTo>
                <a:cubicBezTo>
                  <a:pt x="1066545" y="43504"/>
                  <a:pt x="1072260" y="43902"/>
                  <a:pt x="1078047" y="44699"/>
                </a:cubicBezTo>
                <a:cubicBezTo>
                  <a:pt x="1083836" y="45494"/>
                  <a:pt x="1089117" y="47050"/>
                  <a:pt x="1093890" y="49366"/>
                </a:cubicBezTo>
                <a:cubicBezTo>
                  <a:pt x="1098666" y="51679"/>
                  <a:pt x="1102573" y="54899"/>
                  <a:pt x="1105611" y="59023"/>
                </a:cubicBezTo>
                <a:cubicBezTo>
                  <a:pt x="1108651" y="63147"/>
                  <a:pt x="1110171" y="68609"/>
                  <a:pt x="1110171" y="75410"/>
                </a:cubicBezTo>
                <a:lnTo>
                  <a:pt x="1110171" y="133793"/>
                </a:lnTo>
                <a:cubicBezTo>
                  <a:pt x="1110171" y="138858"/>
                  <a:pt x="1110460" y="143706"/>
                  <a:pt x="1111039" y="148335"/>
                </a:cubicBezTo>
                <a:cubicBezTo>
                  <a:pt x="1111617" y="152965"/>
                  <a:pt x="1112630" y="156438"/>
                  <a:pt x="1114076" y="158754"/>
                </a:cubicBezTo>
                <a:lnTo>
                  <a:pt x="1082822" y="158754"/>
                </a:lnTo>
                <a:cubicBezTo>
                  <a:pt x="1082244" y="157019"/>
                  <a:pt x="1081774" y="155247"/>
                  <a:pt x="1081412" y="153439"/>
                </a:cubicBezTo>
                <a:cubicBezTo>
                  <a:pt x="1081050" y="151628"/>
                  <a:pt x="1080797" y="149783"/>
                  <a:pt x="1080653" y="147902"/>
                </a:cubicBezTo>
                <a:cubicBezTo>
                  <a:pt x="1075734" y="152966"/>
                  <a:pt x="1069946" y="156512"/>
                  <a:pt x="1063289" y="158539"/>
                </a:cubicBezTo>
                <a:cubicBezTo>
                  <a:pt x="1056633" y="160564"/>
                  <a:pt x="1049831" y="161576"/>
                  <a:pt x="1042885" y="161576"/>
                </a:cubicBezTo>
                <a:cubicBezTo>
                  <a:pt x="1037534" y="161576"/>
                  <a:pt x="1032542" y="160925"/>
                  <a:pt x="1027910" y="159622"/>
                </a:cubicBezTo>
                <a:cubicBezTo>
                  <a:pt x="1023280" y="158319"/>
                  <a:pt x="1019228" y="156294"/>
                  <a:pt x="1015755" y="153545"/>
                </a:cubicBezTo>
                <a:cubicBezTo>
                  <a:pt x="1012284" y="150796"/>
                  <a:pt x="1009572" y="147324"/>
                  <a:pt x="1007618" y="143129"/>
                </a:cubicBezTo>
                <a:cubicBezTo>
                  <a:pt x="1005664" y="138932"/>
                  <a:pt x="1004687" y="133939"/>
                  <a:pt x="1004687" y="128150"/>
                </a:cubicBezTo>
                <a:cubicBezTo>
                  <a:pt x="1004687" y="121785"/>
                  <a:pt x="1005809" y="116540"/>
                  <a:pt x="1008052" y="112416"/>
                </a:cubicBezTo>
                <a:cubicBezTo>
                  <a:pt x="1010295" y="108291"/>
                  <a:pt x="1013189" y="104999"/>
                  <a:pt x="1016732" y="102540"/>
                </a:cubicBezTo>
                <a:cubicBezTo>
                  <a:pt x="1020278" y="100080"/>
                  <a:pt x="1024329" y="98236"/>
                  <a:pt x="1028886" y="97006"/>
                </a:cubicBezTo>
                <a:cubicBezTo>
                  <a:pt x="1033446" y="95776"/>
                  <a:pt x="1038040" y="94800"/>
                  <a:pt x="1042670" y="94078"/>
                </a:cubicBezTo>
                <a:cubicBezTo>
                  <a:pt x="1047300" y="93354"/>
                  <a:pt x="1051857" y="92774"/>
                  <a:pt x="1056341" y="92340"/>
                </a:cubicBezTo>
                <a:cubicBezTo>
                  <a:pt x="1060828" y="91905"/>
                  <a:pt x="1064807" y="91253"/>
                  <a:pt x="1068280" y="90386"/>
                </a:cubicBezTo>
                <a:cubicBezTo>
                  <a:pt x="1071753" y="89518"/>
                  <a:pt x="1074502" y="88253"/>
                  <a:pt x="1076527" y="86590"/>
                </a:cubicBezTo>
                <a:cubicBezTo>
                  <a:pt x="1078554" y="84926"/>
                  <a:pt x="1079495" y="82501"/>
                  <a:pt x="1079352" y="79318"/>
                </a:cubicBezTo>
                <a:cubicBezTo>
                  <a:pt x="1079352" y="75988"/>
                  <a:pt x="1078809" y="73347"/>
                  <a:pt x="1077722" y="71396"/>
                </a:cubicBezTo>
                <a:cubicBezTo>
                  <a:pt x="1076636" y="69442"/>
                  <a:pt x="1075189" y="67923"/>
                  <a:pt x="1073380" y="66839"/>
                </a:cubicBezTo>
                <a:cubicBezTo>
                  <a:pt x="1071572" y="65752"/>
                  <a:pt x="1069474" y="65028"/>
                  <a:pt x="1067085" y="64666"/>
                </a:cubicBezTo>
                <a:cubicBezTo>
                  <a:pt x="1064698" y="64304"/>
                  <a:pt x="1062130" y="64123"/>
                  <a:pt x="1059382" y="64123"/>
                </a:cubicBezTo>
                <a:cubicBezTo>
                  <a:pt x="1053305" y="64123"/>
                  <a:pt x="1048531" y="65426"/>
                  <a:pt x="1045058" y="68031"/>
                </a:cubicBezTo>
                <a:cubicBezTo>
                  <a:pt x="1041585" y="70636"/>
                  <a:pt x="1039559" y="74977"/>
                  <a:pt x="1038981" y="81053"/>
                </a:cubicBezTo>
                <a:lnTo>
                  <a:pt x="1008161" y="81053"/>
                </a:lnTo>
                <a:moveTo>
                  <a:pt x="1079352" y="103841"/>
                </a:moveTo>
                <a:cubicBezTo>
                  <a:pt x="1078049" y="105001"/>
                  <a:pt x="1076421" y="105906"/>
                  <a:pt x="1074467" y="106557"/>
                </a:cubicBezTo>
                <a:cubicBezTo>
                  <a:pt x="1072513" y="107208"/>
                  <a:pt x="1070414" y="107752"/>
                  <a:pt x="1068171" y="108186"/>
                </a:cubicBezTo>
                <a:cubicBezTo>
                  <a:pt x="1065930" y="108619"/>
                  <a:pt x="1063579" y="108980"/>
                  <a:pt x="1061117" y="109269"/>
                </a:cubicBezTo>
                <a:cubicBezTo>
                  <a:pt x="1058657" y="109559"/>
                  <a:pt x="1056198" y="109920"/>
                  <a:pt x="1053738" y="110352"/>
                </a:cubicBezTo>
                <a:cubicBezTo>
                  <a:pt x="1051424" y="110787"/>
                  <a:pt x="1049146" y="111367"/>
                  <a:pt x="1046903" y="112091"/>
                </a:cubicBezTo>
                <a:cubicBezTo>
                  <a:pt x="1044659" y="112813"/>
                  <a:pt x="1042706" y="113790"/>
                  <a:pt x="1041041" y="115022"/>
                </a:cubicBezTo>
                <a:cubicBezTo>
                  <a:pt x="1039378" y="116252"/>
                  <a:pt x="1038040" y="117807"/>
                  <a:pt x="1037027" y="119688"/>
                </a:cubicBezTo>
                <a:cubicBezTo>
                  <a:pt x="1036013" y="121567"/>
                  <a:pt x="1035507" y="123954"/>
                  <a:pt x="1035507" y="126848"/>
                </a:cubicBezTo>
                <a:cubicBezTo>
                  <a:pt x="1035507" y="129597"/>
                  <a:pt x="1036013" y="131912"/>
                  <a:pt x="1037027" y="133793"/>
                </a:cubicBezTo>
                <a:cubicBezTo>
                  <a:pt x="1038040" y="135674"/>
                  <a:pt x="1039415" y="137158"/>
                  <a:pt x="1041150" y="138244"/>
                </a:cubicBezTo>
                <a:cubicBezTo>
                  <a:pt x="1042888" y="139328"/>
                  <a:pt x="1044913" y="140088"/>
                  <a:pt x="1047227" y="140523"/>
                </a:cubicBezTo>
                <a:cubicBezTo>
                  <a:pt x="1049543" y="140958"/>
                  <a:pt x="1051931" y="141175"/>
                  <a:pt x="1054391" y="141175"/>
                </a:cubicBezTo>
                <a:cubicBezTo>
                  <a:pt x="1060467" y="141175"/>
                  <a:pt x="1065168" y="140163"/>
                  <a:pt x="1068496" y="138138"/>
                </a:cubicBezTo>
                <a:cubicBezTo>
                  <a:pt x="1071825" y="136112"/>
                  <a:pt x="1074286" y="133687"/>
                  <a:pt x="1075878" y="130866"/>
                </a:cubicBezTo>
                <a:cubicBezTo>
                  <a:pt x="1077469" y="128044"/>
                  <a:pt x="1078446" y="125186"/>
                  <a:pt x="1078809" y="122291"/>
                </a:cubicBezTo>
                <a:cubicBezTo>
                  <a:pt x="1079171" y="119397"/>
                  <a:pt x="1079352" y="117082"/>
                  <a:pt x="1079352" y="115347"/>
                </a:cubicBezTo>
                <a:lnTo>
                  <a:pt x="1079352" y="103841"/>
                </a:lnTo>
                <a:close/>
                <a:moveTo>
                  <a:pt x="1210444" y="86054"/>
                </a:moveTo>
                <a:lnTo>
                  <a:pt x="1240611" y="86054"/>
                </a:lnTo>
                <a:cubicBezTo>
                  <a:pt x="1240179" y="78808"/>
                  <a:pt x="1238442" y="72541"/>
                  <a:pt x="1235402" y="67253"/>
                </a:cubicBezTo>
                <a:cubicBezTo>
                  <a:pt x="1232364" y="61963"/>
                  <a:pt x="1228421" y="57542"/>
                  <a:pt x="1223572" y="53992"/>
                </a:cubicBezTo>
                <a:cubicBezTo>
                  <a:pt x="1218726" y="50442"/>
                  <a:pt x="1213228" y="47798"/>
                  <a:pt x="1207079" y="46060"/>
                </a:cubicBezTo>
                <a:cubicBezTo>
                  <a:pt x="1200931" y="44321"/>
                  <a:pt x="1194528" y="43451"/>
                  <a:pt x="1187871" y="43451"/>
                </a:cubicBezTo>
                <a:cubicBezTo>
                  <a:pt x="1178755" y="43451"/>
                  <a:pt x="1170651" y="44973"/>
                  <a:pt x="1163559" y="48018"/>
                </a:cubicBezTo>
                <a:cubicBezTo>
                  <a:pt x="1156470" y="51060"/>
                  <a:pt x="1150465" y="55299"/>
                  <a:pt x="1145546" y="60735"/>
                </a:cubicBezTo>
                <a:cubicBezTo>
                  <a:pt x="1140627" y="66171"/>
                  <a:pt x="1136901" y="72621"/>
                  <a:pt x="1134369" y="80086"/>
                </a:cubicBezTo>
                <a:cubicBezTo>
                  <a:pt x="1131836" y="87548"/>
                  <a:pt x="1130570" y="95628"/>
                  <a:pt x="1130570" y="104325"/>
                </a:cubicBezTo>
                <a:cubicBezTo>
                  <a:pt x="1130570" y="112732"/>
                  <a:pt x="1131945" y="120451"/>
                  <a:pt x="1134693" y="127481"/>
                </a:cubicBezTo>
                <a:cubicBezTo>
                  <a:pt x="1137442" y="134509"/>
                  <a:pt x="1141276" y="140559"/>
                  <a:pt x="1146195" y="145633"/>
                </a:cubicBezTo>
                <a:cubicBezTo>
                  <a:pt x="1151117" y="150707"/>
                  <a:pt x="1157086" y="154657"/>
                  <a:pt x="1164102" y="157483"/>
                </a:cubicBezTo>
                <a:cubicBezTo>
                  <a:pt x="1171121" y="160309"/>
                  <a:pt x="1178826" y="161722"/>
                  <a:pt x="1187219" y="161722"/>
                </a:cubicBezTo>
                <a:cubicBezTo>
                  <a:pt x="1202122" y="161722"/>
                  <a:pt x="1214348" y="157799"/>
                  <a:pt x="1223897" y="149955"/>
                </a:cubicBezTo>
                <a:cubicBezTo>
                  <a:pt x="1233448" y="142108"/>
                  <a:pt x="1239237" y="130733"/>
                  <a:pt x="1241264" y="115830"/>
                </a:cubicBezTo>
                <a:lnTo>
                  <a:pt x="1211527" y="115830"/>
                </a:lnTo>
                <a:cubicBezTo>
                  <a:pt x="1210516" y="122776"/>
                  <a:pt x="1208020" y="128311"/>
                  <a:pt x="1204039" y="132435"/>
                </a:cubicBezTo>
                <a:cubicBezTo>
                  <a:pt x="1200061" y="136558"/>
                  <a:pt x="1194382" y="138619"/>
                  <a:pt x="1187003" y="138619"/>
                </a:cubicBezTo>
                <a:cubicBezTo>
                  <a:pt x="1182228" y="138619"/>
                  <a:pt x="1178175" y="137533"/>
                  <a:pt x="1174846" y="135363"/>
                </a:cubicBezTo>
                <a:cubicBezTo>
                  <a:pt x="1171518" y="133193"/>
                  <a:pt x="1168878" y="130408"/>
                  <a:pt x="1166924" y="127007"/>
                </a:cubicBezTo>
                <a:cubicBezTo>
                  <a:pt x="1164972" y="123605"/>
                  <a:pt x="1163561" y="119805"/>
                  <a:pt x="1162691" y="115608"/>
                </a:cubicBezTo>
                <a:cubicBezTo>
                  <a:pt x="1161824" y="111411"/>
                  <a:pt x="1161390" y="107287"/>
                  <a:pt x="1161390" y="103235"/>
                </a:cubicBezTo>
                <a:cubicBezTo>
                  <a:pt x="1161390" y="99038"/>
                  <a:pt x="1161824" y="94806"/>
                  <a:pt x="1162691" y="90538"/>
                </a:cubicBezTo>
                <a:cubicBezTo>
                  <a:pt x="1163561" y="86268"/>
                  <a:pt x="1165045" y="82360"/>
                  <a:pt x="1167142" y="78814"/>
                </a:cubicBezTo>
                <a:cubicBezTo>
                  <a:pt x="1169240" y="75268"/>
                  <a:pt x="1171952" y="72374"/>
                  <a:pt x="1175280" y="70131"/>
                </a:cubicBezTo>
                <a:cubicBezTo>
                  <a:pt x="1178609" y="67887"/>
                  <a:pt x="1182733" y="66766"/>
                  <a:pt x="1187652" y="66766"/>
                </a:cubicBezTo>
                <a:cubicBezTo>
                  <a:pt x="1200820" y="66766"/>
                  <a:pt x="1208417" y="73195"/>
                  <a:pt x="1210444" y="86054"/>
                </a:cubicBezTo>
                <a:close/>
                <a:moveTo>
                  <a:pt x="1334156" y="90717"/>
                </a:moveTo>
                <a:lnTo>
                  <a:pt x="1284022" y="90717"/>
                </a:lnTo>
                <a:cubicBezTo>
                  <a:pt x="1284165" y="88540"/>
                  <a:pt x="1284634" y="86073"/>
                  <a:pt x="1285429" y="83315"/>
                </a:cubicBezTo>
                <a:cubicBezTo>
                  <a:pt x="1286226" y="80555"/>
                  <a:pt x="1287602" y="77942"/>
                  <a:pt x="1289556" y="75476"/>
                </a:cubicBezTo>
                <a:cubicBezTo>
                  <a:pt x="1291510" y="73007"/>
                  <a:pt x="1294114" y="70939"/>
                  <a:pt x="1297368" y="69270"/>
                </a:cubicBezTo>
                <a:cubicBezTo>
                  <a:pt x="1300625" y="67600"/>
                  <a:pt x="1304713" y="66766"/>
                  <a:pt x="1309632" y="66766"/>
                </a:cubicBezTo>
                <a:cubicBezTo>
                  <a:pt x="1317156" y="66766"/>
                  <a:pt x="1322763" y="68798"/>
                  <a:pt x="1326452" y="72863"/>
                </a:cubicBezTo>
                <a:cubicBezTo>
                  <a:pt x="1330142" y="76928"/>
                  <a:pt x="1332710" y="82879"/>
                  <a:pt x="1334156" y="90717"/>
                </a:cubicBezTo>
                <a:moveTo>
                  <a:pt x="1284022" y="110217"/>
                </a:moveTo>
                <a:lnTo>
                  <a:pt x="1364979" y="110217"/>
                </a:lnTo>
                <a:cubicBezTo>
                  <a:pt x="1365557" y="101518"/>
                  <a:pt x="1364833" y="93181"/>
                  <a:pt x="1362806" y="85206"/>
                </a:cubicBezTo>
                <a:cubicBezTo>
                  <a:pt x="1360781" y="77231"/>
                  <a:pt x="1357489" y="70127"/>
                  <a:pt x="1352930" y="63895"/>
                </a:cubicBezTo>
                <a:cubicBezTo>
                  <a:pt x="1348373" y="57660"/>
                  <a:pt x="1342549" y="52694"/>
                  <a:pt x="1335457" y="48998"/>
                </a:cubicBezTo>
                <a:cubicBezTo>
                  <a:pt x="1328368" y="45300"/>
                  <a:pt x="1320048" y="43451"/>
                  <a:pt x="1310499" y="43451"/>
                </a:cubicBezTo>
                <a:cubicBezTo>
                  <a:pt x="1301962" y="43451"/>
                  <a:pt x="1294184" y="44973"/>
                  <a:pt x="1287168" y="48018"/>
                </a:cubicBezTo>
                <a:cubicBezTo>
                  <a:pt x="1280151" y="51060"/>
                  <a:pt x="1274111" y="55226"/>
                  <a:pt x="1269046" y="60516"/>
                </a:cubicBezTo>
                <a:cubicBezTo>
                  <a:pt x="1263981" y="65807"/>
                  <a:pt x="1260074" y="72076"/>
                  <a:pt x="1257325" y="79324"/>
                </a:cubicBezTo>
                <a:cubicBezTo>
                  <a:pt x="1254576" y="86570"/>
                  <a:pt x="1253202" y="94397"/>
                  <a:pt x="1253202" y="102805"/>
                </a:cubicBezTo>
                <a:cubicBezTo>
                  <a:pt x="1253202" y="111499"/>
                  <a:pt x="1254540" y="119471"/>
                  <a:pt x="1257216" y="126719"/>
                </a:cubicBezTo>
                <a:cubicBezTo>
                  <a:pt x="1259894" y="133966"/>
                  <a:pt x="1263693" y="140198"/>
                  <a:pt x="1268612" y="145418"/>
                </a:cubicBezTo>
                <a:cubicBezTo>
                  <a:pt x="1273531" y="150635"/>
                  <a:pt x="1279535" y="154657"/>
                  <a:pt x="1286625" y="157483"/>
                </a:cubicBezTo>
                <a:cubicBezTo>
                  <a:pt x="1293714" y="160309"/>
                  <a:pt x="1301672" y="161722"/>
                  <a:pt x="1310499" y="161722"/>
                </a:cubicBezTo>
                <a:cubicBezTo>
                  <a:pt x="1323232" y="161722"/>
                  <a:pt x="1334084" y="158831"/>
                  <a:pt x="1343054" y="153048"/>
                </a:cubicBezTo>
                <a:cubicBezTo>
                  <a:pt x="1352027" y="147266"/>
                  <a:pt x="1358684" y="137652"/>
                  <a:pt x="1363025" y="124206"/>
                </a:cubicBezTo>
                <a:lnTo>
                  <a:pt x="1335894" y="124206"/>
                </a:lnTo>
                <a:cubicBezTo>
                  <a:pt x="1334881" y="127648"/>
                  <a:pt x="1332131" y="130911"/>
                  <a:pt x="1327645" y="133995"/>
                </a:cubicBezTo>
                <a:cubicBezTo>
                  <a:pt x="1323160" y="137078"/>
                  <a:pt x="1317808" y="138619"/>
                  <a:pt x="1311586" y="138619"/>
                </a:cubicBezTo>
                <a:cubicBezTo>
                  <a:pt x="1302904" y="138619"/>
                  <a:pt x="1296248" y="136379"/>
                  <a:pt x="1291616" y="131899"/>
                </a:cubicBezTo>
                <a:cubicBezTo>
                  <a:pt x="1286986" y="127417"/>
                  <a:pt x="1284454" y="120190"/>
                  <a:pt x="1284022" y="11021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Text Padded">
            <a:extLst xmlns:a="http://schemas.openxmlformats.org/drawingml/2006/main">
              <a:ext uri="{FF2B5EF4-FFF2-40B4-BE49-F238E27FC236}">
                <a16:creationId xmlns:a16="http://schemas.microsoft.com/office/drawing/2014/main" id="{08118EB9-6AD1-448D-987D-D88A3BCD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023" y="2884032"/>
            <a:ext cx="424896" cy="91741"/>
          </a:xfrm>
          <a:custGeom xmlns:a="http://schemas.openxmlformats.org/drawingml/2006/main">
            <a:pathLst>
              <a:path w="424896" h="91741">
                <a:moveTo>
                  <a:pt x="12028" y="43274"/>
                </a:moveTo>
                <a:lnTo>
                  <a:pt x="12028" y="10139"/>
                </a:lnTo>
                <a:lnTo>
                  <a:pt x="35578" y="10139"/>
                </a:lnTo>
                <a:cubicBezTo>
                  <a:pt x="42414" y="10139"/>
                  <a:pt x="47414" y="11551"/>
                  <a:pt x="50579" y="14375"/>
                </a:cubicBezTo>
                <a:cubicBezTo>
                  <a:pt x="53744" y="17200"/>
                  <a:pt x="55327" y="21310"/>
                  <a:pt x="55327" y="26706"/>
                </a:cubicBezTo>
                <a:cubicBezTo>
                  <a:pt x="55327" y="32103"/>
                  <a:pt x="53744" y="36234"/>
                  <a:pt x="50579" y="39101"/>
                </a:cubicBezTo>
                <a:cubicBezTo>
                  <a:pt x="47414" y="41967"/>
                  <a:pt x="42414" y="43358"/>
                  <a:pt x="35578" y="43274"/>
                </a:cubicBezTo>
                <a:lnTo>
                  <a:pt x="12028" y="43274"/>
                </a:lnTo>
                <a:moveTo>
                  <a:pt x="0" y="0"/>
                </a:moveTo>
                <a:lnTo>
                  <a:pt x="0" y="90381"/>
                </a:lnTo>
                <a:lnTo>
                  <a:pt x="12028" y="90381"/>
                </a:lnTo>
                <a:lnTo>
                  <a:pt x="12028" y="53413"/>
                </a:lnTo>
                <a:lnTo>
                  <a:pt x="39629" y="53413"/>
                </a:lnTo>
                <a:cubicBezTo>
                  <a:pt x="48745" y="53498"/>
                  <a:pt x="55645" y="51177"/>
                  <a:pt x="60329" y="46452"/>
                </a:cubicBezTo>
                <a:cubicBezTo>
                  <a:pt x="65013" y="41727"/>
                  <a:pt x="67355" y="35145"/>
                  <a:pt x="67355" y="26706"/>
                </a:cubicBezTo>
                <a:cubicBezTo>
                  <a:pt x="67355" y="18268"/>
                  <a:pt x="65013" y="11707"/>
                  <a:pt x="60329" y="7024"/>
                </a:cubicBezTo>
                <a:cubicBezTo>
                  <a:pt x="55645" y="2341"/>
                  <a:pt x="48745" y="0"/>
                  <a:pt x="39629" y="0"/>
                </a:cubicBezTo>
                <a:lnTo>
                  <a:pt x="0" y="0"/>
                </a:lnTo>
                <a:close/>
                <a:moveTo>
                  <a:pt x="138256" y="90095"/>
                </a:moveTo>
                <a:cubicBezTo>
                  <a:pt x="136399" y="91193"/>
                  <a:pt x="133824" y="91741"/>
                  <a:pt x="130533" y="91741"/>
                </a:cubicBezTo>
                <a:cubicBezTo>
                  <a:pt x="127748" y="91741"/>
                  <a:pt x="125533" y="90961"/>
                  <a:pt x="123887" y="89400"/>
                </a:cubicBezTo>
                <a:cubicBezTo>
                  <a:pt x="122241" y="87838"/>
                  <a:pt x="121418" y="85284"/>
                  <a:pt x="121418" y="81738"/>
                </a:cubicBezTo>
                <a:cubicBezTo>
                  <a:pt x="118463" y="85284"/>
                  <a:pt x="115023" y="87838"/>
                  <a:pt x="111098" y="89400"/>
                </a:cubicBezTo>
                <a:cubicBezTo>
                  <a:pt x="107173" y="90961"/>
                  <a:pt x="102932" y="91741"/>
                  <a:pt x="98374" y="91741"/>
                </a:cubicBezTo>
                <a:cubicBezTo>
                  <a:pt x="95420" y="91741"/>
                  <a:pt x="92613" y="91404"/>
                  <a:pt x="89953" y="90729"/>
                </a:cubicBezTo>
                <a:cubicBezTo>
                  <a:pt x="87295" y="90054"/>
                  <a:pt x="84995" y="88999"/>
                  <a:pt x="83055" y="87564"/>
                </a:cubicBezTo>
                <a:cubicBezTo>
                  <a:pt x="81114" y="86130"/>
                  <a:pt x="79573" y="84253"/>
                  <a:pt x="78433" y="81933"/>
                </a:cubicBezTo>
                <a:cubicBezTo>
                  <a:pt x="77294" y="79612"/>
                  <a:pt x="76724" y="76806"/>
                  <a:pt x="76724" y="73516"/>
                </a:cubicBezTo>
                <a:cubicBezTo>
                  <a:pt x="76724" y="69803"/>
                  <a:pt x="77357" y="66765"/>
                  <a:pt x="78623" y="64403"/>
                </a:cubicBezTo>
                <a:cubicBezTo>
                  <a:pt x="79889" y="62041"/>
                  <a:pt x="81555" y="60122"/>
                  <a:pt x="83623" y="58646"/>
                </a:cubicBezTo>
                <a:cubicBezTo>
                  <a:pt x="85691" y="57169"/>
                  <a:pt x="88054" y="56050"/>
                  <a:pt x="90713" y="55290"/>
                </a:cubicBezTo>
                <a:cubicBezTo>
                  <a:pt x="93372" y="54531"/>
                  <a:pt x="96095" y="53898"/>
                  <a:pt x="98881" y="53391"/>
                </a:cubicBezTo>
                <a:cubicBezTo>
                  <a:pt x="101835" y="52802"/>
                  <a:pt x="104641" y="52359"/>
                  <a:pt x="107300" y="52064"/>
                </a:cubicBezTo>
                <a:cubicBezTo>
                  <a:pt x="109958" y="51768"/>
                  <a:pt x="112300" y="51346"/>
                  <a:pt x="114326" y="50797"/>
                </a:cubicBezTo>
                <a:cubicBezTo>
                  <a:pt x="116352" y="50248"/>
                  <a:pt x="117955" y="49447"/>
                  <a:pt x="119136" y="48394"/>
                </a:cubicBezTo>
                <a:cubicBezTo>
                  <a:pt x="120319" y="47339"/>
                  <a:pt x="120910" y="45798"/>
                  <a:pt x="120910" y="43773"/>
                </a:cubicBezTo>
                <a:cubicBezTo>
                  <a:pt x="120910" y="41411"/>
                  <a:pt x="120467" y="39512"/>
                  <a:pt x="119581" y="38077"/>
                </a:cubicBezTo>
                <a:cubicBezTo>
                  <a:pt x="118695" y="36643"/>
                  <a:pt x="117555" y="35546"/>
                  <a:pt x="116161" y="34787"/>
                </a:cubicBezTo>
                <a:cubicBezTo>
                  <a:pt x="114769" y="34028"/>
                  <a:pt x="113207" y="33521"/>
                  <a:pt x="111476" y="33269"/>
                </a:cubicBezTo>
                <a:cubicBezTo>
                  <a:pt x="109747" y="33015"/>
                  <a:pt x="108038" y="32888"/>
                  <a:pt x="106351" y="32888"/>
                </a:cubicBezTo>
                <a:cubicBezTo>
                  <a:pt x="101793" y="32888"/>
                  <a:pt x="97995" y="33751"/>
                  <a:pt x="94957" y="35475"/>
                </a:cubicBezTo>
                <a:cubicBezTo>
                  <a:pt x="91919" y="37200"/>
                  <a:pt x="90273" y="40459"/>
                  <a:pt x="90019" y="45252"/>
                </a:cubicBezTo>
                <a:lnTo>
                  <a:pt x="79256" y="45252"/>
                </a:lnTo>
                <a:cubicBezTo>
                  <a:pt x="79425" y="41204"/>
                  <a:pt x="80269" y="37789"/>
                  <a:pt x="81787" y="35006"/>
                </a:cubicBezTo>
                <a:cubicBezTo>
                  <a:pt x="83307" y="32223"/>
                  <a:pt x="85333" y="29967"/>
                  <a:pt x="87865" y="28238"/>
                </a:cubicBezTo>
                <a:cubicBezTo>
                  <a:pt x="90397" y="26510"/>
                  <a:pt x="93288" y="25266"/>
                  <a:pt x="96537" y="24508"/>
                </a:cubicBezTo>
                <a:cubicBezTo>
                  <a:pt x="99788" y="23748"/>
                  <a:pt x="103270" y="23368"/>
                  <a:pt x="106983" y="23368"/>
                </a:cubicBezTo>
                <a:cubicBezTo>
                  <a:pt x="109937" y="23368"/>
                  <a:pt x="112871" y="23579"/>
                  <a:pt x="115783" y="24002"/>
                </a:cubicBezTo>
                <a:cubicBezTo>
                  <a:pt x="118695" y="24423"/>
                  <a:pt x="121332" y="25288"/>
                  <a:pt x="123696" y="26596"/>
                </a:cubicBezTo>
                <a:cubicBezTo>
                  <a:pt x="126059" y="27903"/>
                  <a:pt x="127958" y="29739"/>
                  <a:pt x="129393" y="32102"/>
                </a:cubicBezTo>
                <a:cubicBezTo>
                  <a:pt x="130827" y="34464"/>
                  <a:pt x="131545" y="37544"/>
                  <a:pt x="131545" y="41340"/>
                </a:cubicBezTo>
                <a:lnTo>
                  <a:pt x="131545" y="75003"/>
                </a:lnTo>
                <a:cubicBezTo>
                  <a:pt x="131545" y="77535"/>
                  <a:pt x="131692" y="79392"/>
                  <a:pt x="131987" y="80573"/>
                </a:cubicBezTo>
                <a:cubicBezTo>
                  <a:pt x="132283" y="81754"/>
                  <a:pt x="133276" y="82345"/>
                  <a:pt x="134964" y="82345"/>
                </a:cubicBezTo>
                <a:cubicBezTo>
                  <a:pt x="135893" y="82345"/>
                  <a:pt x="136990" y="82142"/>
                  <a:pt x="138256" y="81738"/>
                </a:cubicBezTo>
                <a:lnTo>
                  <a:pt x="138256" y="90095"/>
                </a:lnTo>
                <a:moveTo>
                  <a:pt x="120784" y="56542"/>
                </a:moveTo>
                <a:cubicBezTo>
                  <a:pt x="119433" y="57555"/>
                  <a:pt x="117660" y="58293"/>
                  <a:pt x="115466" y="58756"/>
                </a:cubicBezTo>
                <a:cubicBezTo>
                  <a:pt x="113272" y="59220"/>
                  <a:pt x="110973" y="59599"/>
                  <a:pt x="108567" y="59894"/>
                </a:cubicBezTo>
                <a:cubicBezTo>
                  <a:pt x="106161" y="60189"/>
                  <a:pt x="103734" y="60527"/>
                  <a:pt x="101286" y="60906"/>
                </a:cubicBezTo>
                <a:cubicBezTo>
                  <a:pt x="98839" y="61285"/>
                  <a:pt x="96645" y="61896"/>
                  <a:pt x="94704" y="62740"/>
                </a:cubicBezTo>
                <a:cubicBezTo>
                  <a:pt x="92763" y="63583"/>
                  <a:pt x="91180" y="64785"/>
                  <a:pt x="89955" y="66345"/>
                </a:cubicBezTo>
                <a:cubicBezTo>
                  <a:pt x="88732" y="67904"/>
                  <a:pt x="88120" y="70033"/>
                  <a:pt x="88120" y="72732"/>
                </a:cubicBezTo>
                <a:cubicBezTo>
                  <a:pt x="88120" y="74502"/>
                  <a:pt x="88479" y="76000"/>
                  <a:pt x="89196" y="77223"/>
                </a:cubicBezTo>
                <a:cubicBezTo>
                  <a:pt x="89913" y="78445"/>
                  <a:pt x="90842" y="79436"/>
                  <a:pt x="91982" y="80194"/>
                </a:cubicBezTo>
                <a:cubicBezTo>
                  <a:pt x="93122" y="80953"/>
                  <a:pt x="94451" y="81501"/>
                  <a:pt x="95969" y="81838"/>
                </a:cubicBezTo>
                <a:cubicBezTo>
                  <a:pt x="97489" y="82176"/>
                  <a:pt x="99092" y="82345"/>
                  <a:pt x="100780" y="82345"/>
                </a:cubicBezTo>
                <a:cubicBezTo>
                  <a:pt x="104325" y="82345"/>
                  <a:pt x="107364" y="81860"/>
                  <a:pt x="109896" y="80890"/>
                </a:cubicBezTo>
                <a:cubicBezTo>
                  <a:pt x="112428" y="79920"/>
                  <a:pt x="114496" y="78698"/>
                  <a:pt x="116099" y="77223"/>
                </a:cubicBezTo>
                <a:cubicBezTo>
                  <a:pt x="117703" y="75747"/>
                  <a:pt x="118885" y="74145"/>
                  <a:pt x="119644" y="72417"/>
                </a:cubicBezTo>
                <a:cubicBezTo>
                  <a:pt x="120404" y="70687"/>
                  <a:pt x="120784" y="69064"/>
                  <a:pt x="120784" y="67546"/>
                </a:cubicBezTo>
                <a:lnTo>
                  <a:pt x="120784" y="56542"/>
                </a:lnTo>
                <a:close/>
                <a:moveTo>
                  <a:pt x="156108" y="58186"/>
                </a:moveTo>
                <a:cubicBezTo>
                  <a:pt x="156108" y="54982"/>
                  <a:pt x="156446" y="51862"/>
                  <a:pt x="157120" y="48826"/>
                </a:cubicBezTo>
                <a:cubicBezTo>
                  <a:pt x="157797" y="45791"/>
                  <a:pt x="158894" y="43093"/>
                  <a:pt x="160412" y="40732"/>
                </a:cubicBezTo>
                <a:cubicBezTo>
                  <a:pt x="161932" y="38370"/>
                  <a:pt x="163958" y="36472"/>
                  <a:pt x="166490" y="35039"/>
                </a:cubicBezTo>
                <a:cubicBezTo>
                  <a:pt x="169022" y="33605"/>
                  <a:pt x="172103" y="32888"/>
                  <a:pt x="175732" y="32888"/>
                </a:cubicBezTo>
                <a:cubicBezTo>
                  <a:pt x="179445" y="32888"/>
                  <a:pt x="182610" y="33584"/>
                  <a:pt x="185227" y="34977"/>
                </a:cubicBezTo>
                <a:cubicBezTo>
                  <a:pt x="187844" y="36368"/>
                  <a:pt x="189975" y="38202"/>
                  <a:pt x="191620" y="40479"/>
                </a:cubicBezTo>
                <a:cubicBezTo>
                  <a:pt x="193266" y="42754"/>
                  <a:pt x="194469" y="45390"/>
                  <a:pt x="195229" y="48384"/>
                </a:cubicBezTo>
                <a:cubicBezTo>
                  <a:pt x="195989" y="51377"/>
                  <a:pt x="196369" y="54476"/>
                  <a:pt x="196369" y="57680"/>
                </a:cubicBezTo>
                <a:cubicBezTo>
                  <a:pt x="196369" y="60716"/>
                  <a:pt x="196010" y="63710"/>
                  <a:pt x="195293" y="66662"/>
                </a:cubicBezTo>
                <a:cubicBezTo>
                  <a:pt x="194575" y="69612"/>
                  <a:pt x="193415" y="72247"/>
                  <a:pt x="191811" y="74567"/>
                </a:cubicBezTo>
                <a:cubicBezTo>
                  <a:pt x="190208" y="76885"/>
                  <a:pt x="188140" y="78761"/>
                  <a:pt x="185608" y="80194"/>
                </a:cubicBezTo>
                <a:cubicBezTo>
                  <a:pt x="183076" y="81628"/>
                  <a:pt x="179995" y="82345"/>
                  <a:pt x="176366" y="82345"/>
                </a:cubicBezTo>
                <a:cubicBezTo>
                  <a:pt x="172905" y="82345"/>
                  <a:pt x="169888" y="81670"/>
                  <a:pt x="167313" y="80322"/>
                </a:cubicBezTo>
                <a:cubicBezTo>
                  <a:pt x="164739" y="78972"/>
                  <a:pt x="162628" y="77159"/>
                  <a:pt x="160982" y="74882"/>
                </a:cubicBezTo>
                <a:cubicBezTo>
                  <a:pt x="159336" y="72605"/>
                  <a:pt x="158112" y="70012"/>
                  <a:pt x="157310" y="67104"/>
                </a:cubicBezTo>
                <a:cubicBezTo>
                  <a:pt x="156509" y="64195"/>
                  <a:pt x="156108" y="61222"/>
                  <a:pt x="156108" y="58186"/>
                </a:cubicBezTo>
                <a:moveTo>
                  <a:pt x="206751" y="90348"/>
                </a:moveTo>
                <a:lnTo>
                  <a:pt x="206751" y="0"/>
                </a:lnTo>
                <a:lnTo>
                  <a:pt x="195988" y="0"/>
                </a:lnTo>
                <a:lnTo>
                  <a:pt x="195988" y="33624"/>
                </a:lnTo>
                <a:lnTo>
                  <a:pt x="195735" y="33624"/>
                </a:lnTo>
                <a:cubicBezTo>
                  <a:pt x="194553" y="31684"/>
                  <a:pt x="193097" y="30059"/>
                  <a:pt x="191367" y="28750"/>
                </a:cubicBezTo>
                <a:cubicBezTo>
                  <a:pt x="189637" y="27442"/>
                  <a:pt x="187801" y="26387"/>
                  <a:pt x="185859" y="25586"/>
                </a:cubicBezTo>
                <a:cubicBezTo>
                  <a:pt x="183918" y="24783"/>
                  <a:pt x="181977" y="24214"/>
                  <a:pt x="180035" y="23876"/>
                </a:cubicBezTo>
                <a:cubicBezTo>
                  <a:pt x="178094" y="23537"/>
                  <a:pt x="176279" y="23368"/>
                  <a:pt x="174590" y="23368"/>
                </a:cubicBezTo>
                <a:cubicBezTo>
                  <a:pt x="169611" y="23368"/>
                  <a:pt x="165243" y="24275"/>
                  <a:pt x="161487" y="26090"/>
                </a:cubicBezTo>
                <a:cubicBezTo>
                  <a:pt x="157731" y="27905"/>
                  <a:pt x="154608" y="30353"/>
                  <a:pt x="152119" y="33435"/>
                </a:cubicBezTo>
                <a:cubicBezTo>
                  <a:pt x="149629" y="36516"/>
                  <a:pt x="147772" y="40125"/>
                  <a:pt x="146547" y="44261"/>
                </a:cubicBezTo>
                <a:cubicBezTo>
                  <a:pt x="145324" y="48397"/>
                  <a:pt x="144712" y="52785"/>
                  <a:pt x="144712" y="57427"/>
                </a:cubicBezTo>
                <a:cubicBezTo>
                  <a:pt x="144712" y="62070"/>
                  <a:pt x="145345" y="66460"/>
                  <a:pt x="146611" y="70597"/>
                </a:cubicBezTo>
                <a:cubicBezTo>
                  <a:pt x="147877" y="74732"/>
                  <a:pt x="149755" y="78362"/>
                  <a:pt x="152244" y="81485"/>
                </a:cubicBezTo>
                <a:cubicBezTo>
                  <a:pt x="154735" y="84608"/>
                  <a:pt x="157858" y="87098"/>
                  <a:pt x="161614" y="88955"/>
                </a:cubicBezTo>
                <a:cubicBezTo>
                  <a:pt x="165370" y="90813"/>
                  <a:pt x="169780" y="91741"/>
                  <a:pt x="174845" y="91741"/>
                </a:cubicBezTo>
                <a:cubicBezTo>
                  <a:pt x="179403" y="91741"/>
                  <a:pt x="183581" y="90940"/>
                  <a:pt x="187380" y="89338"/>
                </a:cubicBezTo>
                <a:cubicBezTo>
                  <a:pt x="191178" y="87735"/>
                  <a:pt x="193963" y="85119"/>
                  <a:pt x="195735" y="81491"/>
                </a:cubicBezTo>
                <a:lnTo>
                  <a:pt x="195988" y="81491"/>
                </a:lnTo>
                <a:lnTo>
                  <a:pt x="195988" y="90348"/>
                </a:lnTo>
                <a:lnTo>
                  <a:pt x="206751" y="90348"/>
                </a:lnTo>
                <a:close/>
                <a:moveTo>
                  <a:pt x="231187" y="58186"/>
                </a:moveTo>
                <a:cubicBezTo>
                  <a:pt x="231187" y="54982"/>
                  <a:pt x="231524" y="51862"/>
                  <a:pt x="232199" y="48826"/>
                </a:cubicBezTo>
                <a:cubicBezTo>
                  <a:pt x="232875" y="45791"/>
                  <a:pt x="233973" y="43093"/>
                  <a:pt x="235491" y="40732"/>
                </a:cubicBezTo>
                <a:cubicBezTo>
                  <a:pt x="237011" y="38370"/>
                  <a:pt x="239037" y="36472"/>
                  <a:pt x="241569" y="35039"/>
                </a:cubicBezTo>
                <a:cubicBezTo>
                  <a:pt x="244101" y="33605"/>
                  <a:pt x="247182" y="32888"/>
                  <a:pt x="250811" y="32888"/>
                </a:cubicBezTo>
                <a:cubicBezTo>
                  <a:pt x="254524" y="32888"/>
                  <a:pt x="257689" y="33584"/>
                  <a:pt x="260306" y="34977"/>
                </a:cubicBezTo>
                <a:cubicBezTo>
                  <a:pt x="262923" y="36368"/>
                  <a:pt x="265054" y="38202"/>
                  <a:pt x="266699" y="40479"/>
                </a:cubicBezTo>
                <a:cubicBezTo>
                  <a:pt x="268345" y="42754"/>
                  <a:pt x="269548" y="45390"/>
                  <a:pt x="270308" y="48384"/>
                </a:cubicBezTo>
                <a:cubicBezTo>
                  <a:pt x="271067" y="51377"/>
                  <a:pt x="271447" y="54476"/>
                  <a:pt x="271447" y="57680"/>
                </a:cubicBezTo>
                <a:cubicBezTo>
                  <a:pt x="271447" y="60716"/>
                  <a:pt x="271089" y="63710"/>
                  <a:pt x="270371" y="66662"/>
                </a:cubicBezTo>
                <a:cubicBezTo>
                  <a:pt x="269654" y="69612"/>
                  <a:pt x="268494" y="72247"/>
                  <a:pt x="266890" y="74567"/>
                </a:cubicBezTo>
                <a:cubicBezTo>
                  <a:pt x="265287" y="76885"/>
                  <a:pt x="263219" y="78761"/>
                  <a:pt x="260687" y="80194"/>
                </a:cubicBezTo>
                <a:cubicBezTo>
                  <a:pt x="258155" y="81628"/>
                  <a:pt x="255074" y="82345"/>
                  <a:pt x="251445" y="82345"/>
                </a:cubicBezTo>
                <a:cubicBezTo>
                  <a:pt x="247984" y="82345"/>
                  <a:pt x="244966" y="81670"/>
                  <a:pt x="242392" y="80322"/>
                </a:cubicBezTo>
                <a:cubicBezTo>
                  <a:pt x="239817" y="78972"/>
                  <a:pt x="237707" y="77159"/>
                  <a:pt x="236061" y="74882"/>
                </a:cubicBezTo>
                <a:cubicBezTo>
                  <a:pt x="234415" y="72605"/>
                  <a:pt x="233191" y="70012"/>
                  <a:pt x="232389" y="67104"/>
                </a:cubicBezTo>
                <a:cubicBezTo>
                  <a:pt x="231588" y="64195"/>
                  <a:pt x="231187" y="61222"/>
                  <a:pt x="231187" y="58186"/>
                </a:cubicBezTo>
                <a:moveTo>
                  <a:pt x="281829" y="90348"/>
                </a:moveTo>
                <a:lnTo>
                  <a:pt x="281829" y="0"/>
                </a:lnTo>
                <a:lnTo>
                  <a:pt x="271067" y="0"/>
                </a:lnTo>
                <a:lnTo>
                  <a:pt x="271067" y="33624"/>
                </a:lnTo>
                <a:lnTo>
                  <a:pt x="270814" y="33624"/>
                </a:lnTo>
                <a:cubicBezTo>
                  <a:pt x="269631" y="31684"/>
                  <a:pt x="268175" y="30059"/>
                  <a:pt x="266446" y="28750"/>
                </a:cubicBezTo>
                <a:cubicBezTo>
                  <a:pt x="264716" y="27442"/>
                  <a:pt x="262880" y="26387"/>
                  <a:pt x="260938" y="25586"/>
                </a:cubicBezTo>
                <a:cubicBezTo>
                  <a:pt x="258997" y="24783"/>
                  <a:pt x="257056" y="24214"/>
                  <a:pt x="255113" y="23876"/>
                </a:cubicBezTo>
                <a:cubicBezTo>
                  <a:pt x="253172" y="23537"/>
                  <a:pt x="251358" y="23368"/>
                  <a:pt x="249669" y="23368"/>
                </a:cubicBezTo>
                <a:cubicBezTo>
                  <a:pt x="244690" y="23368"/>
                  <a:pt x="240322" y="24275"/>
                  <a:pt x="236565" y="26090"/>
                </a:cubicBezTo>
                <a:cubicBezTo>
                  <a:pt x="232810" y="27905"/>
                  <a:pt x="229687" y="30353"/>
                  <a:pt x="227198" y="33435"/>
                </a:cubicBezTo>
                <a:cubicBezTo>
                  <a:pt x="224708" y="36516"/>
                  <a:pt x="222851" y="40125"/>
                  <a:pt x="221626" y="44261"/>
                </a:cubicBezTo>
                <a:cubicBezTo>
                  <a:pt x="220403" y="48397"/>
                  <a:pt x="219791" y="52785"/>
                  <a:pt x="219791" y="57427"/>
                </a:cubicBezTo>
                <a:cubicBezTo>
                  <a:pt x="219791" y="62070"/>
                  <a:pt x="220424" y="66460"/>
                  <a:pt x="221690" y="70597"/>
                </a:cubicBezTo>
                <a:cubicBezTo>
                  <a:pt x="222956" y="74732"/>
                  <a:pt x="224834" y="78362"/>
                  <a:pt x="227323" y="81485"/>
                </a:cubicBezTo>
                <a:cubicBezTo>
                  <a:pt x="229814" y="84608"/>
                  <a:pt x="232937" y="87098"/>
                  <a:pt x="236693" y="88955"/>
                </a:cubicBezTo>
                <a:cubicBezTo>
                  <a:pt x="240448" y="90813"/>
                  <a:pt x="244859" y="91741"/>
                  <a:pt x="249924" y="91741"/>
                </a:cubicBezTo>
                <a:cubicBezTo>
                  <a:pt x="254482" y="91741"/>
                  <a:pt x="258660" y="90940"/>
                  <a:pt x="262458" y="89338"/>
                </a:cubicBezTo>
                <a:cubicBezTo>
                  <a:pt x="266256" y="87735"/>
                  <a:pt x="269042" y="85119"/>
                  <a:pt x="270814" y="81491"/>
                </a:cubicBezTo>
                <a:lnTo>
                  <a:pt x="271067" y="81491"/>
                </a:lnTo>
                <a:lnTo>
                  <a:pt x="271067" y="90348"/>
                </a:lnTo>
                <a:lnTo>
                  <a:pt x="281829" y="90348"/>
                </a:lnTo>
                <a:close/>
                <a:moveTo>
                  <a:pt x="343867" y="51434"/>
                </a:moveTo>
                <a:lnTo>
                  <a:pt x="306265" y="51434"/>
                </a:lnTo>
                <a:cubicBezTo>
                  <a:pt x="306434" y="48893"/>
                  <a:pt x="306983" y="46501"/>
                  <a:pt x="307911" y="44257"/>
                </a:cubicBezTo>
                <a:cubicBezTo>
                  <a:pt x="308840" y="42013"/>
                  <a:pt x="310106" y="40043"/>
                  <a:pt x="311709" y="38350"/>
                </a:cubicBezTo>
                <a:cubicBezTo>
                  <a:pt x="313313" y="36656"/>
                  <a:pt x="315233" y="35323"/>
                  <a:pt x="317470" y="34349"/>
                </a:cubicBezTo>
                <a:cubicBezTo>
                  <a:pt x="319707" y="33375"/>
                  <a:pt x="322218" y="32888"/>
                  <a:pt x="325003" y="32888"/>
                </a:cubicBezTo>
                <a:cubicBezTo>
                  <a:pt x="327703" y="32888"/>
                  <a:pt x="330172" y="33375"/>
                  <a:pt x="332409" y="34349"/>
                </a:cubicBezTo>
                <a:cubicBezTo>
                  <a:pt x="334647" y="35323"/>
                  <a:pt x="336588" y="36636"/>
                  <a:pt x="338234" y="38288"/>
                </a:cubicBezTo>
                <a:cubicBezTo>
                  <a:pt x="339880" y="39939"/>
                  <a:pt x="341188" y="41908"/>
                  <a:pt x="342158" y="44194"/>
                </a:cubicBezTo>
                <a:cubicBezTo>
                  <a:pt x="343129" y="46480"/>
                  <a:pt x="343699" y="48893"/>
                  <a:pt x="343867" y="51434"/>
                </a:cubicBezTo>
                <a:moveTo>
                  <a:pt x="354249" y="69610"/>
                </a:moveTo>
                <a:lnTo>
                  <a:pt x="343614" y="69610"/>
                </a:lnTo>
                <a:cubicBezTo>
                  <a:pt x="342686" y="73897"/>
                  <a:pt x="340765" y="77092"/>
                  <a:pt x="337853" y="79194"/>
                </a:cubicBezTo>
                <a:cubicBezTo>
                  <a:pt x="334941" y="81294"/>
                  <a:pt x="331206" y="82345"/>
                  <a:pt x="326649" y="82345"/>
                </a:cubicBezTo>
                <a:cubicBezTo>
                  <a:pt x="323104" y="82345"/>
                  <a:pt x="320023" y="81757"/>
                  <a:pt x="317406" y="80583"/>
                </a:cubicBezTo>
                <a:cubicBezTo>
                  <a:pt x="314791" y="79408"/>
                  <a:pt x="312639" y="77836"/>
                  <a:pt x="310950" y="75865"/>
                </a:cubicBezTo>
                <a:cubicBezTo>
                  <a:pt x="309262" y="73893"/>
                  <a:pt x="308037" y="71628"/>
                  <a:pt x="307278" y="69071"/>
                </a:cubicBezTo>
                <a:cubicBezTo>
                  <a:pt x="306518" y="66511"/>
                  <a:pt x="306180" y="63806"/>
                  <a:pt x="306265" y="60955"/>
                </a:cubicBezTo>
                <a:lnTo>
                  <a:pt x="355262" y="60955"/>
                </a:lnTo>
                <a:cubicBezTo>
                  <a:pt x="355430" y="56976"/>
                  <a:pt x="355072" y="52786"/>
                  <a:pt x="354186" y="48384"/>
                </a:cubicBezTo>
                <a:cubicBezTo>
                  <a:pt x="353299" y="43982"/>
                  <a:pt x="351695" y="39918"/>
                  <a:pt x="349373" y="36194"/>
                </a:cubicBezTo>
                <a:cubicBezTo>
                  <a:pt x="347052" y="32469"/>
                  <a:pt x="343972" y="29401"/>
                  <a:pt x="340131" y="26988"/>
                </a:cubicBezTo>
                <a:cubicBezTo>
                  <a:pt x="336291" y="24575"/>
                  <a:pt x="331458" y="23368"/>
                  <a:pt x="325634" y="23368"/>
                </a:cubicBezTo>
                <a:cubicBezTo>
                  <a:pt x="321161" y="23368"/>
                  <a:pt x="317046" y="24212"/>
                  <a:pt x="313290" y="25901"/>
                </a:cubicBezTo>
                <a:cubicBezTo>
                  <a:pt x="309534" y="27589"/>
                  <a:pt x="306285" y="29953"/>
                  <a:pt x="303541" y="32993"/>
                </a:cubicBezTo>
                <a:cubicBezTo>
                  <a:pt x="300798" y="36031"/>
                  <a:pt x="298666" y="39618"/>
                  <a:pt x="297147" y="43755"/>
                </a:cubicBezTo>
                <a:cubicBezTo>
                  <a:pt x="295628" y="47891"/>
                  <a:pt x="294869" y="52448"/>
                  <a:pt x="294869" y="57427"/>
                </a:cubicBezTo>
                <a:cubicBezTo>
                  <a:pt x="295038" y="62408"/>
                  <a:pt x="295776" y="67008"/>
                  <a:pt x="297085" y="71229"/>
                </a:cubicBezTo>
                <a:cubicBezTo>
                  <a:pt x="298393" y="75449"/>
                  <a:pt x="300356" y="79079"/>
                  <a:pt x="302971" y="82119"/>
                </a:cubicBezTo>
                <a:cubicBezTo>
                  <a:pt x="305588" y="85157"/>
                  <a:pt x="308817" y="87520"/>
                  <a:pt x="312658" y="89209"/>
                </a:cubicBezTo>
                <a:cubicBezTo>
                  <a:pt x="316498" y="90897"/>
                  <a:pt x="321035" y="91741"/>
                  <a:pt x="326268" y="91741"/>
                </a:cubicBezTo>
                <a:cubicBezTo>
                  <a:pt x="333697" y="91741"/>
                  <a:pt x="339859" y="89887"/>
                  <a:pt x="344754" y="86177"/>
                </a:cubicBezTo>
                <a:cubicBezTo>
                  <a:pt x="349650" y="82467"/>
                  <a:pt x="352815" y="76944"/>
                  <a:pt x="354249" y="69610"/>
                </a:cubicBezTo>
                <a:close/>
                <a:moveTo>
                  <a:pt x="374254" y="58186"/>
                </a:moveTo>
                <a:cubicBezTo>
                  <a:pt x="374254" y="54982"/>
                  <a:pt x="374591" y="51862"/>
                  <a:pt x="375266" y="48826"/>
                </a:cubicBezTo>
                <a:cubicBezTo>
                  <a:pt x="375942" y="45791"/>
                  <a:pt x="377039" y="43093"/>
                  <a:pt x="378558" y="40732"/>
                </a:cubicBezTo>
                <a:cubicBezTo>
                  <a:pt x="380078" y="38370"/>
                  <a:pt x="382104" y="36472"/>
                  <a:pt x="384636" y="35039"/>
                </a:cubicBezTo>
                <a:cubicBezTo>
                  <a:pt x="387168" y="33605"/>
                  <a:pt x="390248" y="32888"/>
                  <a:pt x="393878" y="32888"/>
                </a:cubicBezTo>
                <a:cubicBezTo>
                  <a:pt x="397591" y="32888"/>
                  <a:pt x="400756" y="33584"/>
                  <a:pt x="403373" y="34977"/>
                </a:cubicBezTo>
                <a:cubicBezTo>
                  <a:pt x="405990" y="36368"/>
                  <a:pt x="408121" y="38202"/>
                  <a:pt x="409766" y="40479"/>
                </a:cubicBezTo>
                <a:cubicBezTo>
                  <a:pt x="411412" y="42754"/>
                  <a:pt x="412614" y="45390"/>
                  <a:pt x="413374" y="48384"/>
                </a:cubicBezTo>
                <a:cubicBezTo>
                  <a:pt x="414134" y="51377"/>
                  <a:pt x="414514" y="54476"/>
                  <a:pt x="414514" y="57680"/>
                </a:cubicBezTo>
                <a:cubicBezTo>
                  <a:pt x="414514" y="60716"/>
                  <a:pt x="414155" y="63710"/>
                  <a:pt x="413438" y="66662"/>
                </a:cubicBezTo>
                <a:cubicBezTo>
                  <a:pt x="412721" y="69612"/>
                  <a:pt x="411560" y="72247"/>
                  <a:pt x="409957" y="74567"/>
                </a:cubicBezTo>
                <a:cubicBezTo>
                  <a:pt x="408353" y="76885"/>
                  <a:pt x="406286" y="78761"/>
                  <a:pt x="403754" y="80194"/>
                </a:cubicBezTo>
                <a:cubicBezTo>
                  <a:pt x="401222" y="81628"/>
                  <a:pt x="398141" y="82345"/>
                  <a:pt x="394511" y="82345"/>
                </a:cubicBezTo>
                <a:cubicBezTo>
                  <a:pt x="391051" y="82345"/>
                  <a:pt x="388033" y="81670"/>
                  <a:pt x="385459" y="80322"/>
                </a:cubicBezTo>
                <a:cubicBezTo>
                  <a:pt x="382884" y="78972"/>
                  <a:pt x="380774" y="77159"/>
                  <a:pt x="379128" y="74882"/>
                </a:cubicBezTo>
                <a:cubicBezTo>
                  <a:pt x="377482" y="72605"/>
                  <a:pt x="376258" y="70012"/>
                  <a:pt x="375455" y="67104"/>
                </a:cubicBezTo>
                <a:cubicBezTo>
                  <a:pt x="374654" y="64195"/>
                  <a:pt x="374254" y="61222"/>
                  <a:pt x="374254" y="58186"/>
                </a:cubicBezTo>
                <a:moveTo>
                  <a:pt x="424896" y="90348"/>
                </a:moveTo>
                <a:lnTo>
                  <a:pt x="424896" y="0"/>
                </a:lnTo>
                <a:lnTo>
                  <a:pt x="414134" y="0"/>
                </a:lnTo>
                <a:lnTo>
                  <a:pt x="414134" y="33624"/>
                </a:lnTo>
                <a:lnTo>
                  <a:pt x="413880" y="33624"/>
                </a:lnTo>
                <a:cubicBezTo>
                  <a:pt x="412698" y="31684"/>
                  <a:pt x="411242" y="30059"/>
                  <a:pt x="409513" y="28750"/>
                </a:cubicBezTo>
                <a:cubicBezTo>
                  <a:pt x="407783" y="27442"/>
                  <a:pt x="405947" y="26387"/>
                  <a:pt x="404005" y="25586"/>
                </a:cubicBezTo>
                <a:cubicBezTo>
                  <a:pt x="402064" y="24783"/>
                  <a:pt x="400122" y="24214"/>
                  <a:pt x="398180" y="23876"/>
                </a:cubicBezTo>
                <a:cubicBezTo>
                  <a:pt x="396239" y="23537"/>
                  <a:pt x="394425" y="23368"/>
                  <a:pt x="392736" y="23368"/>
                </a:cubicBezTo>
                <a:cubicBezTo>
                  <a:pt x="387757" y="23368"/>
                  <a:pt x="383389" y="24275"/>
                  <a:pt x="379632" y="26090"/>
                </a:cubicBezTo>
                <a:cubicBezTo>
                  <a:pt x="375876" y="27905"/>
                  <a:pt x="372754" y="30353"/>
                  <a:pt x="370264" y="33435"/>
                </a:cubicBezTo>
                <a:cubicBezTo>
                  <a:pt x="367775" y="36516"/>
                  <a:pt x="365918" y="40125"/>
                  <a:pt x="364693" y="44261"/>
                </a:cubicBezTo>
                <a:cubicBezTo>
                  <a:pt x="363469" y="48397"/>
                  <a:pt x="362858" y="52785"/>
                  <a:pt x="362858" y="57427"/>
                </a:cubicBezTo>
                <a:cubicBezTo>
                  <a:pt x="362858" y="62070"/>
                  <a:pt x="363491" y="66460"/>
                  <a:pt x="364757" y="70597"/>
                </a:cubicBezTo>
                <a:cubicBezTo>
                  <a:pt x="366023" y="74732"/>
                  <a:pt x="367900" y="78362"/>
                  <a:pt x="370390" y="81485"/>
                </a:cubicBezTo>
                <a:cubicBezTo>
                  <a:pt x="372881" y="84608"/>
                  <a:pt x="376004" y="87098"/>
                  <a:pt x="379760" y="88955"/>
                </a:cubicBezTo>
                <a:cubicBezTo>
                  <a:pt x="383515" y="90813"/>
                  <a:pt x="387926" y="91741"/>
                  <a:pt x="392991" y="91741"/>
                </a:cubicBezTo>
                <a:cubicBezTo>
                  <a:pt x="397549" y="91741"/>
                  <a:pt x="401727" y="90940"/>
                  <a:pt x="405525" y="89338"/>
                </a:cubicBezTo>
                <a:cubicBezTo>
                  <a:pt x="409323" y="87735"/>
                  <a:pt x="412108" y="85119"/>
                  <a:pt x="413880" y="81491"/>
                </a:cubicBezTo>
                <a:lnTo>
                  <a:pt x="414134" y="81491"/>
                </a:lnTo>
                <a:lnTo>
                  <a:pt x="414134" y="90348"/>
                </a:lnTo>
                <a:lnTo>
                  <a:pt x="424896" y="903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Text Blocks">
            <a:extLst xmlns:a="http://schemas.openxmlformats.org/drawingml/2006/main">
              <a:ext uri="{FF2B5EF4-FFF2-40B4-BE49-F238E27FC236}">
                <a16:creationId xmlns:a16="http://schemas.microsoft.com/office/drawing/2014/main" id="{E2693AD5-BCB6-49E6-82DD-C4291B56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396" y="3032272"/>
            <a:ext cx="370834" cy="91741"/>
          </a:xfrm>
          <a:custGeom xmlns:a="http://schemas.openxmlformats.org/drawingml/2006/main">
            <a:pathLst>
              <a:path w="370834" h="91741">
                <a:moveTo>
                  <a:pt x="12028" y="38823"/>
                </a:moveTo>
                <a:lnTo>
                  <a:pt x="12028" y="10139"/>
                </a:lnTo>
                <a:lnTo>
                  <a:pt x="36084" y="10139"/>
                </a:lnTo>
                <a:cubicBezTo>
                  <a:pt x="38699" y="10139"/>
                  <a:pt x="41168" y="10286"/>
                  <a:pt x="43489" y="10581"/>
                </a:cubicBezTo>
                <a:cubicBezTo>
                  <a:pt x="45811" y="10876"/>
                  <a:pt x="47858" y="11529"/>
                  <a:pt x="49630" y="12540"/>
                </a:cubicBezTo>
                <a:cubicBezTo>
                  <a:pt x="51402" y="13551"/>
                  <a:pt x="52794" y="14983"/>
                  <a:pt x="53807" y="16836"/>
                </a:cubicBezTo>
                <a:cubicBezTo>
                  <a:pt x="54820" y="18690"/>
                  <a:pt x="55327" y="21217"/>
                  <a:pt x="55327" y="24417"/>
                </a:cubicBezTo>
                <a:cubicBezTo>
                  <a:pt x="55327" y="29220"/>
                  <a:pt x="53829" y="32821"/>
                  <a:pt x="50832" y="35222"/>
                </a:cubicBezTo>
                <a:cubicBezTo>
                  <a:pt x="47836" y="37623"/>
                  <a:pt x="42920" y="38823"/>
                  <a:pt x="36084" y="38823"/>
                </a:cubicBezTo>
                <a:lnTo>
                  <a:pt x="12028" y="38823"/>
                </a:lnTo>
                <a:moveTo>
                  <a:pt x="0" y="0"/>
                </a:moveTo>
                <a:lnTo>
                  <a:pt x="0" y="90381"/>
                </a:lnTo>
                <a:lnTo>
                  <a:pt x="43680" y="90381"/>
                </a:lnTo>
                <a:cubicBezTo>
                  <a:pt x="48153" y="90381"/>
                  <a:pt x="52098" y="89643"/>
                  <a:pt x="55517" y="88165"/>
                </a:cubicBezTo>
                <a:cubicBezTo>
                  <a:pt x="58936" y="86687"/>
                  <a:pt x="61806" y="84745"/>
                  <a:pt x="64127" y="82339"/>
                </a:cubicBezTo>
                <a:cubicBezTo>
                  <a:pt x="66448" y="79932"/>
                  <a:pt x="68199" y="77166"/>
                  <a:pt x="69380" y="74041"/>
                </a:cubicBezTo>
                <a:cubicBezTo>
                  <a:pt x="70562" y="70916"/>
                  <a:pt x="71153" y="67706"/>
                  <a:pt x="71153" y="64413"/>
                </a:cubicBezTo>
                <a:cubicBezTo>
                  <a:pt x="71153" y="58840"/>
                  <a:pt x="69676" y="54111"/>
                  <a:pt x="66721" y="50227"/>
                </a:cubicBezTo>
                <a:cubicBezTo>
                  <a:pt x="63767" y="46341"/>
                  <a:pt x="59505" y="43807"/>
                  <a:pt x="53934" y="42625"/>
                </a:cubicBezTo>
                <a:lnTo>
                  <a:pt x="53934" y="42372"/>
                </a:lnTo>
                <a:cubicBezTo>
                  <a:pt x="58239" y="40686"/>
                  <a:pt x="61551" y="38094"/>
                  <a:pt x="63872" y="34594"/>
                </a:cubicBezTo>
                <a:cubicBezTo>
                  <a:pt x="66194" y="31094"/>
                  <a:pt x="67355" y="26941"/>
                  <a:pt x="67355" y="22136"/>
                </a:cubicBezTo>
                <a:cubicBezTo>
                  <a:pt x="67355" y="17581"/>
                  <a:pt x="66321" y="13745"/>
                  <a:pt x="64252" y="10625"/>
                </a:cubicBezTo>
                <a:cubicBezTo>
                  <a:pt x="62185" y="7505"/>
                  <a:pt x="59675" y="5059"/>
                  <a:pt x="56720" y="3288"/>
                </a:cubicBezTo>
                <a:cubicBezTo>
                  <a:pt x="55369" y="2446"/>
                  <a:pt x="53744" y="1814"/>
                  <a:pt x="51844" y="1393"/>
                </a:cubicBezTo>
                <a:cubicBezTo>
                  <a:pt x="49946" y="970"/>
                  <a:pt x="47899" y="654"/>
                  <a:pt x="45704" y="442"/>
                </a:cubicBezTo>
                <a:cubicBezTo>
                  <a:pt x="43510" y="231"/>
                  <a:pt x="41294" y="105"/>
                  <a:pt x="39057" y="64"/>
                </a:cubicBezTo>
                <a:cubicBezTo>
                  <a:pt x="36821" y="21"/>
                  <a:pt x="34733" y="0"/>
                  <a:pt x="32792" y="0"/>
                </a:cubicBezTo>
                <a:lnTo>
                  <a:pt x="0" y="0"/>
                </a:lnTo>
                <a:moveTo>
                  <a:pt x="12028" y="80243"/>
                </a:moveTo>
                <a:lnTo>
                  <a:pt x="12028" y="48962"/>
                </a:lnTo>
                <a:lnTo>
                  <a:pt x="39501" y="48962"/>
                </a:lnTo>
                <a:cubicBezTo>
                  <a:pt x="42033" y="48962"/>
                  <a:pt x="44481" y="49194"/>
                  <a:pt x="46844" y="49659"/>
                </a:cubicBezTo>
                <a:cubicBezTo>
                  <a:pt x="49208" y="50123"/>
                  <a:pt x="51297" y="50924"/>
                  <a:pt x="53111" y="52064"/>
                </a:cubicBezTo>
                <a:cubicBezTo>
                  <a:pt x="54926" y="53204"/>
                  <a:pt x="56382" y="54745"/>
                  <a:pt x="57479" y="56687"/>
                </a:cubicBezTo>
                <a:cubicBezTo>
                  <a:pt x="58577" y="58629"/>
                  <a:pt x="59125" y="61078"/>
                  <a:pt x="59125" y="64032"/>
                </a:cubicBezTo>
                <a:cubicBezTo>
                  <a:pt x="59125" y="69098"/>
                  <a:pt x="57627" y="73066"/>
                  <a:pt x="54630" y="75936"/>
                </a:cubicBezTo>
                <a:cubicBezTo>
                  <a:pt x="51634" y="78807"/>
                  <a:pt x="47477" y="80243"/>
                  <a:pt x="42159" y="80243"/>
                </a:cubicBezTo>
                <a:lnTo>
                  <a:pt x="12028" y="80243"/>
                </a:lnTo>
                <a:close/>
                <a:moveTo>
                  <a:pt x="85587" y="0"/>
                </a:moveTo>
                <a:lnTo>
                  <a:pt x="85587" y="90381"/>
                </a:lnTo>
                <a:lnTo>
                  <a:pt x="96349" y="90381"/>
                </a:lnTo>
                <a:lnTo>
                  <a:pt x="96349" y="0"/>
                </a:lnTo>
                <a:lnTo>
                  <a:pt x="85587" y="0"/>
                </a:lnTo>
                <a:close/>
                <a:moveTo>
                  <a:pt x="120911" y="57680"/>
                </a:moveTo>
                <a:cubicBezTo>
                  <a:pt x="120911" y="53716"/>
                  <a:pt x="121438" y="50195"/>
                  <a:pt x="122493" y="47119"/>
                </a:cubicBezTo>
                <a:cubicBezTo>
                  <a:pt x="123548" y="44040"/>
                  <a:pt x="125004" y="41447"/>
                  <a:pt x="126861" y="39339"/>
                </a:cubicBezTo>
                <a:cubicBezTo>
                  <a:pt x="128718" y="37231"/>
                  <a:pt x="130891" y="35628"/>
                  <a:pt x="133381" y="34532"/>
                </a:cubicBezTo>
                <a:cubicBezTo>
                  <a:pt x="135870" y="33436"/>
                  <a:pt x="138508" y="32888"/>
                  <a:pt x="141294" y="32888"/>
                </a:cubicBezTo>
                <a:cubicBezTo>
                  <a:pt x="144080" y="32888"/>
                  <a:pt x="146717" y="33436"/>
                  <a:pt x="149207" y="34532"/>
                </a:cubicBezTo>
                <a:cubicBezTo>
                  <a:pt x="151696" y="35628"/>
                  <a:pt x="153870" y="37231"/>
                  <a:pt x="155727" y="39339"/>
                </a:cubicBezTo>
                <a:cubicBezTo>
                  <a:pt x="157584" y="41447"/>
                  <a:pt x="159040" y="44040"/>
                  <a:pt x="160095" y="47119"/>
                </a:cubicBezTo>
                <a:cubicBezTo>
                  <a:pt x="161150" y="50195"/>
                  <a:pt x="161677" y="53716"/>
                  <a:pt x="161677" y="57680"/>
                </a:cubicBezTo>
                <a:cubicBezTo>
                  <a:pt x="161677" y="61643"/>
                  <a:pt x="161150" y="65164"/>
                  <a:pt x="160095" y="68242"/>
                </a:cubicBezTo>
                <a:cubicBezTo>
                  <a:pt x="159040" y="71320"/>
                  <a:pt x="157584" y="73892"/>
                  <a:pt x="155727" y="75958"/>
                </a:cubicBezTo>
                <a:cubicBezTo>
                  <a:pt x="153870" y="78024"/>
                  <a:pt x="151696" y="79604"/>
                  <a:pt x="149207" y="80701"/>
                </a:cubicBezTo>
                <a:cubicBezTo>
                  <a:pt x="146717" y="81797"/>
                  <a:pt x="144080" y="82345"/>
                  <a:pt x="141294" y="82345"/>
                </a:cubicBezTo>
                <a:cubicBezTo>
                  <a:pt x="138508" y="82345"/>
                  <a:pt x="135870" y="81797"/>
                  <a:pt x="133381" y="80701"/>
                </a:cubicBezTo>
                <a:cubicBezTo>
                  <a:pt x="130891" y="79604"/>
                  <a:pt x="128718" y="78024"/>
                  <a:pt x="126861" y="75958"/>
                </a:cubicBezTo>
                <a:cubicBezTo>
                  <a:pt x="125004" y="73892"/>
                  <a:pt x="123548" y="71320"/>
                  <a:pt x="122493" y="68242"/>
                </a:cubicBezTo>
                <a:cubicBezTo>
                  <a:pt x="121438" y="65164"/>
                  <a:pt x="120911" y="61643"/>
                  <a:pt x="120911" y="57680"/>
                </a:cubicBezTo>
                <a:moveTo>
                  <a:pt x="109514" y="57682"/>
                </a:moveTo>
                <a:cubicBezTo>
                  <a:pt x="109514" y="62493"/>
                  <a:pt x="110189" y="66966"/>
                  <a:pt x="111539" y="71103"/>
                </a:cubicBezTo>
                <a:cubicBezTo>
                  <a:pt x="112890" y="75238"/>
                  <a:pt x="114916" y="78847"/>
                  <a:pt x="117617" y="81929"/>
                </a:cubicBezTo>
                <a:cubicBezTo>
                  <a:pt x="120318" y="85010"/>
                  <a:pt x="123651" y="87416"/>
                  <a:pt x="127618" y="89147"/>
                </a:cubicBezTo>
                <a:cubicBezTo>
                  <a:pt x="131586" y="90876"/>
                  <a:pt x="136145" y="91741"/>
                  <a:pt x="141294" y="91741"/>
                </a:cubicBezTo>
                <a:cubicBezTo>
                  <a:pt x="146527" y="91741"/>
                  <a:pt x="151105" y="90876"/>
                  <a:pt x="155030" y="89147"/>
                </a:cubicBezTo>
                <a:cubicBezTo>
                  <a:pt x="158955" y="87416"/>
                  <a:pt x="162268" y="85010"/>
                  <a:pt x="164969" y="81929"/>
                </a:cubicBezTo>
                <a:cubicBezTo>
                  <a:pt x="167670" y="78847"/>
                  <a:pt x="169695" y="75238"/>
                  <a:pt x="171045" y="71103"/>
                </a:cubicBezTo>
                <a:cubicBezTo>
                  <a:pt x="172396" y="66966"/>
                  <a:pt x="173071" y="62493"/>
                  <a:pt x="173071" y="57682"/>
                </a:cubicBezTo>
                <a:cubicBezTo>
                  <a:pt x="173071" y="52870"/>
                  <a:pt x="172396" y="48376"/>
                  <a:pt x="171045" y="44198"/>
                </a:cubicBezTo>
                <a:cubicBezTo>
                  <a:pt x="169695" y="40018"/>
                  <a:pt x="167670" y="36388"/>
                  <a:pt x="164969" y="33308"/>
                </a:cubicBezTo>
                <a:cubicBezTo>
                  <a:pt x="162268" y="30227"/>
                  <a:pt x="158955" y="27800"/>
                  <a:pt x="155030" y="26028"/>
                </a:cubicBezTo>
                <a:cubicBezTo>
                  <a:pt x="151105" y="24255"/>
                  <a:pt x="146527" y="23368"/>
                  <a:pt x="141294" y="23368"/>
                </a:cubicBezTo>
                <a:cubicBezTo>
                  <a:pt x="136145" y="23368"/>
                  <a:pt x="131586" y="24255"/>
                  <a:pt x="127618" y="26028"/>
                </a:cubicBezTo>
                <a:cubicBezTo>
                  <a:pt x="123651" y="27800"/>
                  <a:pt x="120318" y="30227"/>
                  <a:pt x="117617" y="33308"/>
                </a:cubicBezTo>
                <a:cubicBezTo>
                  <a:pt x="114916" y="36388"/>
                  <a:pt x="112890" y="40018"/>
                  <a:pt x="111539" y="44198"/>
                </a:cubicBezTo>
                <a:cubicBezTo>
                  <a:pt x="110189" y="48376"/>
                  <a:pt x="109514" y="52870"/>
                  <a:pt x="109514" y="57682"/>
                </a:cubicBezTo>
                <a:close/>
                <a:moveTo>
                  <a:pt x="230172" y="45871"/>
                </a:moveTo>
                <a:lnTo>
                  <a:pt x="241315" y="45871"/>
                </a:lnTo>
                <a:cubicBezTo>
                  <a:pt x="240893" y="41994"/>
                  <a:pt x="239880" y="38644"/>
                  <a:pt x="238276" y="35821"/>
                </a:cubicBezTo>
                <a:cubicBezTo>
                  <a:pt x="236673" y="32997"/>
                  <a:pt x="234626" y="30658"/>
                  <a:pt x="232135" y="28804"/>
                </a:cubicBezTo>
                <a:cubicBezTo>
                  <a:pt x="229645" y="26950"/>
                  <a:pt x="226776" y="25580"/>
                  <a:pt x="223526" y="24695"/>
                </a:cubicBezTo>
                <a:cubicBezTo>
                  <a:pt x="220277" y="23810"/>
                  <a:pt x="216795" y="23368"/>
                  <a:pt x="213081" y="23368"/>
                </a:cubicBezTo>
                <a:cubicBezTo>
                  <a:pt x="207931" y="23368"/>
                  <a:pt x="203415" y="24275"/>
                  <a:pt x="199532" y="26090"/>
                </a:cubicBezTo>
                <a:cubicBezTo>
                  <a:pt x="195650" y="27905"/>
                  <a:pt x="192422" y="30395"/>
                  <a:pt x="189848" y="33561"/>
                </a:cubicBezTo>
                <a:cubicBezTo>
                  <a:pt x="187273" y="36726"/>
                  <a:pt x="185353" y="40441"/>
                  <a:pt x="184087" y="44704"/>
                </a:cubicBezTo>
                <a:cubicBezTo>
                  <a:pt x="182821" y="48965"/>
                  <a:pt x="182188" y="53545"/>
                  <a:pt x="182188" y="58441"/>
                </a:cubicBezTo>
                <a:cubicBezTo>
                  <a:pt x="182188" y="63337"/>
                  <a:pt x="182842" y="67832"/>
                  <a:pt x="184151" y="71926"/>
                </a:cubicBezTo>
                <a:cubicBezTo>
                  <a:pt x="185459" y="76020"/>
                  <a:pt x="187401" y="79545"/>
                  <a:pt x="189975" y="82499"/>
                </a:cubicBezTo>
                <a:cubicBezTo>
                  <a:pt x="192550" y="85452"/>
                  <a:pt x="195757" y="87731"/>
                  <a:pt x="199596" y="89336"/>
                </a:cubicBezTo>
                <a:cubicBezTo>
                  <a:pt x="203437" y="90939"/>
                  <a:pt x="207847" y="91741"/>
                  <a:pt x="212827" y="91741"/>
                </a:cubicBezTo>
                <a:cubicBezTo>
                  <a:pt x="221184" y="91741"/>
                  <a:pt x="227788" y="89545"/>
                  <a:pt x="232641" y="85152"/>
                </a:cubicBezTo>
                <a:cubicBezTo>
                  <a:pt x="237495" y="80758"/>
                  <a:pt x="240513" y="74506"/>
                  <a:pt x="241694" y="66395"/>
                </a:cubicBezTo>
                <a:lnTo>
                  <a:pt x="230680" y="66395"/>
                </a:lnTo>
                <a:cubicBezTo>
                  <a:pt x="230004" y="71458"/>
                  <a:pt x="228167" y="75382"/>
                  <a:pt x="225170" y="78168"/>
                </a:cubicBezTo>
                <a:cubicBezTo>
                  <a:pt x="222175" y="80952"/>
                  <a:pt x="218018" y="82345"/>
                  <a:pt x="212700" y="82345"/>
                </a:cubicBezTo>
                <a:cubicBezTo>
                  <a:pt x="209324" y="82345"/>
                  <a:pt x="206412" y="81670"/>
                  <a:pt x="203964" y="80322"/>
                </a:cubicBezTo>
                <a:cubicBezTo>
                  <a:pt x="201517" y="78972"/>
                  <a:pt x="199534" y="77180"/>
                  <a:pt x="198014" y="74945"/>
                </a:cubicBezTo>
                <a:cubicBezTo>
                  <a:pt x="196495" y="72711"/>
                  <a:pt x="195377" y="70160"/>
                  <a:pt x="194660" y="67293"/>
                </a:cubicBezTo>
                <a:cubicBezTo>
                  <a:pt x="193943" y="64426"/>
                  <a:pt x="193584" y="61475"/>
                  <a:pt x="193584" y="58439"/>
                </a:cubicBezTo>
                <a:cubicBezTo>
                  <a:pt x="193584" y="55150"/>
                  <a:pt x="193921" y="51967"/>
                  <a:pt x="194596" y="48890"/>
                </a:cubicBezTo>
                <a:cubicBezTo>
                  <a:pt x="195271" y="45812"/>
                  <a:pt x="196389" y="43093"/>
                  <a:pt x="197950" y="40732"/>
                </a:cubicBezTo>
                <a:cubicBezTo>
                  <a:pt x="199512" y="38370"/>
                  <a:pt x="201601" y="36472"/>
                  <a:pt x="204217" y="35039"/>
                </a:cubicBezTo>
                <a:cubicBezTo>
                  <a:pt x="206834" y="33605"/>
                  <a:pt x="210084" y="32888"/>
                  <a:pt x="213967" y="32888"/>
                </a:cubicBezTo>
                <a:cubicBezTo>
                  <a:pt x="218525" y="32888"/>
                  <a:pt x="222155" y="34023"/>
                  <a:pt x="224855" y="36292"/>
                </a:cubicBezTo>
                <a:cubicBezTo>
                  <a:pt x="227556" y="38560"/>
                  <a:pt x="229328" y="41753"/>
                  <a:pt x="230172" y="45871"/>
                </a:cubicBezTo>
                <a:close/>
                <a:moveTo>
                  <a:pt x="254355" y="0"/>
                </a:moveTo>
                <a:lnTo>
                  <a:pt x="254355" y="90381"/>
                </a:lnTo>
                <a:lnTo>
                  <a:pt x="265117" y="90381"/>
                </a:lnTo>
                <a:lnTo>
                  <a:pt x="265117" y="65566"/>
                </a:lnTo>
                <a:lnTo>
                  <a:pt x="275244" y="56197"/>
                </a:lnTo>
                <a:lnTo>
                  <a:pt x="297654" y="90381"/>
                </a:lnTo>
                <a:lnTo>
                  <a:pt x="311328" y="90381"/>
                </a:lnTo>
                <a:lnTo>
                  <a:pt x="283474" y="48736"/>
                </a:lnTo>
                <a:lnTo>
                  <a:pt x="309429" y="24937"/>
                </a:lnTo>
                <a:lnTo>
                  <a:pt x="294996" y="24937"/>
                </a:lnTo>
                <a:lnTo>
                  <a:pt x="265117" y="53546"/>
                </a:lnTo>
                <a:lnTo>
                  <a:pt x="265117" y="0"/>
                </a:lnTo>
                <a:lnTo>
                  <a:pt x="254355" y="0"/>
                </a:lnTo>
                <a:close/>
                <a:moveTo>
                  <a:pt x="326014" y="69733"/>
                </a:moveTo>
                <a:lnTo>
                  <a:pt x="315254" y="69733"/>
                </a:lnTo>
                <a:cubicBezTo>
                  <a:pt x="315422" y="73781"/>
                  <a:pt x="316266" y="77217"/>
                  <a:pt x="317784" y="80042"/>
                </a:cubicBezTo>
                <a:cubicBezTo>
                  <a:pt x="319304" y="82866"/>
                  <a:pt x="321330" y="85143"/>
                  <a:pt x="323862" y="86873"/>
                </a:cubicBezTo>
                <a:cubicBezTo>
                  <a:pt x="326394" y="88601"/>
                  <a:pt x="329306" y="89845"/>
                  <a:pt x="332598" y="90603"/>
                </a:cubicBezTo>
                <a:cubicBezTo>
                  <a:pt x="335890" y="91362"/>
                  <a:pt x="339351" y="91741"/>
                  <a:pt x="342980" y="91741"/>
                </a:cubicBezTo>
                <a:cubicBezTo>
                  <a:pt x="346272" y="91741"/>
                  <a:pt x="349584" y="91424"/>
                  <a:pt x="352918" y="90791"/>
                </a:cubicBezTo>
                <a:cubicBezTo>
                  <a:pt x="356252" y="90158"/>
                  <a:pt x="359248" y="89041"/>
                  <a:pt x="361907" y="87439"/>
                </a:cubicBezTo>
                <a:cubicBezTo>
                  <a:pt x="364566" y="85835"/>
                  <a:pt x="366719" y="83726"/>
                  <a:pt x="368365" y="81110"/>
                </a:cubicBezTo>
                <a:cubicBezTo>
                  <a:pt x="370011" y="78494"/>
                  <a:pt x="370834" y="75204"/>
                  <a:pt x="370834" y="71238"/>
                </a:cubicBezTo>
                <a:cubicBezTo>
                  <a:pt x="370834" y="68116"/>
                  <a:pt x="370222" y="65500"/>
                  <a:pt x="368997" y="63391"/>
                </a:cubicBezTo>
                <a:cubicBezTo>
                  <a:pt x="367773" y="61281"/>
                  <a:pt x="366170" y="59530"/>
                  <a:pt x="364186" y="58138"/>
                </a:cubicBezTo>
                <a:cubicBezTo>
                  <a:pt x="362203" y="56746"/>
                  <a:pt x="359924" y="55628"/>
                  <a:pt x="357349" y="54784"/>
                </a:cubicBezTo>
                <a:cubicBezTo>
                  <a:pt x="354776" y="53941"/>
                  <a:pt x="352139" y="53223"/>
                  <a:pt x="349438" y="52632"/>
                </a:cubicBezTo>
                <a:cubicBezTo>
                  <a:pt x="346905" y="52042"/>
                  <a:pt x="344372" y="51473"/>
                  <a:pt x="341840" y="50924"/>
                </a:cubicBezTo>
                <a:cubicBezTo>
                  <a:pt x="339308" y="50376"/>
                  <a:pt x="337029" y="49701"/>
                  <a:pt x="335003" y="48900"/>
                </a:cubicBezTo>
                <a:cubicBezTo>
                  <a:pt x="332979" y="48097"/>
                  <a:pt x="331312" y="47084"/>
                  <a:pt x="330004" y="45861"/>
                </a:cubicBezTo>
                <a:cubicBezTo>
                  <a:pt x="328695" y="44637"/>
                  <a:pt x="328041" y="43098"/>
                  <a:pt x="328041" y="41242"/>
                </a:cubicBezTo>
                <a:cubicBezTo>
                  <a:pt x="328041" y="39555"/>
                  <a:pt x="328463" y="38184"/>
                  <a:pt x="329306" y="37129"/>
                </a:cubicBezTo>
                <a:cubicBezTo>
                  <a:pt x="330151" y="36074"/>
                  <a:pt x="331248" y="35230"/>
                  <a:pt x="332598" y="34598"/>
                </a:cubicBezTo>
                <a:cubicBezTo>
                  <a:pt x="333949" y="33964"/>
                  <a:pt x="335448" y="33521"/>
                  <a:pt x="337094" y="33269"/>
                </a:cubicBezTo>
                <a:cubicBezTo>
                  <a:pt x="338740" y="33015"/>
                  <a:pt x="340364" y="32888"/>
                  <a:pt x="341968" y="32888"/>
                </a:cubicBezTo>
                <a:cubicBezTo>
                  <a:pt x="343740" y="32888"/>
                  <a:pt x="345491" y="33078"/>
                  <a:pt x="347221" y="33458"/>
                </a:cubicBezTo>
                <a:cubicBezTo>
                  <a:pt x="348951" y="33837"/>
                  <a:pt x="350534" y="34448"/>
                  <a:pt x="351969" y="35292"/>
                </a:cubicBezTo>
                <a:cubicBezTo>
                  <a:pt x="353404" y="36135"/>
                  <a:pt x="354586" y="37252"/>
                  <a:pt x="355514" y="38643"/>
                </a:cubicBezTo>
                <a:cubicBezTo>
                  <a:pt x="356443" y="40034"/>
                  <a:pt x="356991" y="41784"/>
                  <a:pt x="357160" y="43892"/>
                </a:cubicBezTo>
                <a:lnTo>
                  <a:pt x="367923" y="43892"/>
                </a:lnTo>
                <a:cubicBezTo>
                  <a:pt x="367669" y="39923"/>
                  <a:pt x="366825" y="36608"/>
                  <a:pt x="365390" y="33947"/>
                </a:cubicBezTo>
                <a:cubicBezTo>
                  <a:pt x="363955" y="31286"/>
                  <a:pt x="362035" y="29175"/>
                  <a:pt x="359629" y="27612"/>
                </a:cubicBezTo>
                <a:cubicBezTo>
                  <a:pt x="357224" y="26050"/>
                  <a:pt x="354461" y="24952"/>
                  <a:pt x="351337" y="24319"/>
                </a:cubicBezTo>
                <a:cubicBezTo>
                  <a:pt x="348214" y="23685"/>
                  <a:pt x="344795" y="23368"/>
                  <a:pt x="341081" y="23368"/>
                </a:cubicBezTo>
                <a:cubicBezTo>
                  <a:pt x="338212" y="23368"/>
                  <a:pt x="335321" y="23727"/>
                  <a:pt x="332409" y="24444"/>
                </a:cubicBezTo>
                <a:cubicBezTo>
                  <a:pt x="329497" y="25161"/>
                  <a:pt x="326880" y="26259"/>
                  <a:pt x="324560" y="27736"/>
                </a:cubicBezTo>
                <a:cubicBezTo>
                  <a:pt x="322239" y="29212"/>
                  <a:pt x="320340" y="31131"/>
                  <a:pt x="318862" y="33493"/>
                </a:cubicBezTo>
                <a:cubicBezTo>
                  <a:pt x="317385" y="35855"/>
                  <a:pt x="316647" y="38681"/>
                  <a:pt x="316647" y="41972"/>
                </a:cubicBezTo>
                <a:cubicBezTo>
                  <a:pt x="316647" y="46191"/>
                  <a:pt x="317701" y="49482"/>
                  <a:pt x="319811" y="51844"/>
                </a:cubicBezTo>
                <a:cubicBezTo>
                  <a:pt x="321922" y="54206"/>
                  <a:pt x="324560" y="56041"/>
                  <a:pt x="327724" y="57350"/>
                </a:cubicBezTo>
                <a:cubicBezTo>
                  <a:pt x="330890" y="58657"/>
                  <a:pt x="334329" y="59669"/>
                  <a:pt x="338042" y="60387"/>
                </a:cubicBezTo>
                <a:cubicBezTo>
                  <a:pt x="341757" y="61104"/>
                  <a:pt x="345196" y="61906"/>
                  <a:pt x="348360" y="62792"/>
                </a:cubicBezTo>
                <a:cubicBezTo>
                  <a:pt x="351526" y="63677"/>
                  <a:pt x="354164" y="64837"/>
                  <a:pt x="356273" y="66271"/>
                </a:cubicBezTo>
                <a:cubicBezTo>
                  <a:pt x="358384" y="67706"/>
                  <a:pt x="359440" y="69816"/>
                  <a:pt x="359440" y="72600"/>
                </a:cubicBezTo>
                <a:cubicBezTo>
                  <a:pt x="359440" y="74625"/>
                  <a:pt x="358933" y="76291"/>
                  <a:pt x="357919" y="77600"/>
                </a:cubicBezTo>
                <a:cubicBezTo>
                  <a:pt x="356907" y="78907"/>
                  <a:pt x="355620" y="79898"/>
                  <a:pt x="354057" y="80573"/>
                </a:cubicBezTo>
                <a:cubicBezTo>
                  <a:pt x="352496" y="81248"/>
                  <a:pt x="350787" y="81712"/>
                  <a:pt x="348930" y="81966"/>
                </a:cubicBezTo>
                <a:cubicBezTo>
                  <a:pt x="347074" y="82218"/>
                  <a:pt x="345302" y="82345"/>
                  <a:pt x="343614" y="82345"/>
                </a:cubicBezTo>
                <a:cubicBezTo>
                  <a:pt x="341419" y="82345"/>
                  <a:pt x="339288" y="82135"/>
                  <a:pt x="337219" y="81715"/>
                </a:cubicBezTo>
                <a:cubicBezTo>
                  <a:pt x="335151" y="81294"/>
                  <a:pt x="333294" y="80600"/>
                  <a:pt x="331648" y="79634"/>
                </a:cubicBezTo>
                <a:cubicBezTo>
                  <a:pt x="330002" y="78667"/>
                  <a:pt x="328673" y="77364"/>
                  <a:pt x="327660" y="75724"/>
                </a:cubicBezTo>
                <a:cubicBezTo>
                  <a:pt x="326648" y="74084"/>
                  <a:pt x="326099" y="72088"/>
                  <a:pt x="326014" y="6973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Text Filtered">
            <a:extLst xmlns:a="http://schemas.openxmlformats.org/drawingml/2006/main">
              <a:ext uri="{FF2B5EF4-FFF2-40B4-BE49-F238E27FC236}">
                <a16:creationId xmlns:a16="http://schemas.microsoft.com/office/drawing/2014/main" id="{4A28E9EB-0924-4FDC-B08B-7FC3C04A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0686" y="3223499"/>
            <a:ext cx="401346" cy="91741"/>
          </a:xfrm>
          <a:custGeom xmlns:a="http://schemas.openxmlformats.org/drawingml/2006/main">
            <a:pathLst>
              <a:path w="401346" h="91741">
                <a:moveTo>
                  <a:pt x="0" y="0"/>
                </a:moveTo>
                <a:lnTo>
                  <a:pt x="0" y="90381"/>
                </a:lnTo>
                <a:lnTo>
                  <a:pt x="12028" y="90381"/>
                </a:lnTo>
                <a:lnTo>
                  <a:pt x="12028" y="48962"/>
                </a:lnTo>
                <a:lnTo>
                  <a:pt x="53556" y="48962"/>
                </a:lnTo>
                <a:lnTo>
                  <a:pt x="53556" y="38823"/>
                </a:lnTo>
                <a:lnTo>
                  <a:pt x="12028" y="38823"/>
                </a:lnTo>
                <a:lnTo>
                  <a:pt x="12028" y="10139"/>
                </a:lnTo>
                <a:lnTo>
                  <a:pt x="59378" y="10139"/>
                </a:lnTo>
                <a:lnTo>
                  <a:pt x="59378" y="0"/>
                </a:lnTo>
                <a:lnTo>
                  <a:pt x="0" y="0"/>
                </a:lnTo>
                <a:close/>
                <a:moveTo>
                  <a:pt x="82296" y="13230"/>
                </a:moveTo>
                <a:lnTo>
                  <a:pt x="82296" y="0"/>
                </a:lnTo>
                <a:lnTo>
                  <a:pt x="71533" y="0"/>
                </a:lnTo>
                <a:lnTo>
                  <a:pt x="71533" y="13230"/>
                </a:lnTo>
                <a:lnTo>
                  <a:pt x="82296" y="13230"/>
                </a:lnTo>
                <a:moveTo>
                  <a:pt x="71533" y="24925"/>
                </a:moveTo>
                <a:lnTo>
                  <a:pt x="71533" y="90381"/>
                </a:lnTo>
                <a:lnTo>
                  <a:pt x="82296" y="90381"/>
                </a:lnTo>
                <a:lnTo>
                  <a:pt x="82296" y="24925"/>
                </a:lnTo>
                <a:lnTo>
                  <a:pt x="71533" y="24925"/>
                </a:lnTo>
                <a:close/>
                <a:moveTo>
                  <a:pt x="99640" y="0"/>
                </a:moveTo>
                <a:lnTo>
                  <a:pt x="99640" y="90381"/>
                </a:lnTo>
                <a:lnTo>
                  <a:pt x="110402" y="90381"/>
                </a:lnTo>
                <a:lnTo>
                  <a:pt x="110402" y="0"/>
                </a:lnTo>
                <a:lnTo>
                  <a:pt x="99640" y="0"/>
                </a:lnTo>
                <a:close/>
                <a:moveTo>
                  <a:pt x="142054" y="24852"/>
                </a:moveTo>
                <a:lnTo>
                  <a:pt x="142054" y="5317"/>
                </a:lnTo>
                <a:lnTo>
                  <a:pt x="131292" y="5317"/>
                </a:lnTo>
                <a:lnTo>
                  <a:pt x="131292" y="24852"/>
                </a:lnTo>
                <a:lnTo>
                  <a:pt x="120150" y="24852"/>
                </a:lnTo>
                <a:lnTo>
                  <a:pt x="120150" y="34372"/>
                </a:lnTo>
                <a:lnTo>
                  <a:pt x="131292" y="34372"/>
                </a:lnTo>
                <a:lnTo>
                  <a:pt x="131292" y="76062"/>
                </a:lnTo>
                <a:cubicBezTo>
                  <a:pt x="131292" y="79103"/>
                  <a:pt x="131587" y="81552"/>
                  <a:pt x="132178" y="83411"/>
                </a:cubicBezTo>
                <a:cubicBezTo>
                  <a:pt x="132769" y="85269"/>
                  <a:pt x="133677" y="86706"/>
                  <a:pt x="134900" y="87721"/>
                </a:cubicBezTo>
                <a:cubicBezTo>
                  <a:pt x="136124" y="88735"/>
                  <a:pt x="137727" y="89431"/>
                  <a:pt x="139711" y="89811"/>
                </a:cubicBezTo>
                <a:cubicBezTo>
                  <a:pt x="141694" y="90191"/>
                  <a:pt x="144079" y="90381"/>
                  <a:pt x="146864" y="90381"/>
                </a:cubicBezTo>
                <a:lnTo>
                  <a:pt x="155094" y="90381"/>
                </a:lnTo>
                <a:lnTo>
                  <a:pt x="155094" y="80861"/>
                </a:lnTo>
                <a:lnTo>
                  <a:pt x="150156" y="80861"/>
                </a:lnTo>
                <a:cubicBezTo>
                  <a:pt x="148468" y="80861"/>
                  <a:pt x="147096" y="80798"/>
                  <a:pt x="146042" y="80672"/>
                </a:cubicBezTo>
                <a:cubicBezTo>
                  <a:pt x="144987" y="80544"/>
                  <a:pt x="144164" y="80270"/>
                  <a:pt x="143573" y="79849"/>
                </a:cubicBezTo>
                <a:cubicBezTo>
                  <a:pt x="142983" y="79426"/>
                  <a:pt x="142582" y="78835"/>
                  <a:pt x="142371" y="78075"/>
                </a:cubicBezTo>
                <a:cubicBezTo>
                  <a:pt x="142160" y="77314"/>
                  <a:pt x="142054" y="76300"/>
                  <a:pt x="142054" y="75034"/>
                </a:cubicBezTo>
                <a:lnTo>
                  <a:pt x="142054" y="34372"/>
                </a:lnTo>
                <a:lnTo>
                  <a:pt x="155094" y="34372"/>
                </a:lnTo>
                <a:lnTo>
                  <a:pt x="155094" y="24852"/>
                </a:lnTo>
                <a:lnTo>
                  <a:pt x="142054" y="24852"/>
                </a:lnTo>
                <a:close/>
                <a:moveTo>
                  <a:pt x="212447" y="51434"/>
                </a:moveTo>
                <a:lnTo>
                  <a:pt x="174845" y="51434"/>
                </a:lnTo>
                <a:cubicBezTo>
                  <a:pt x="175014" y="48893"/>
                  <a:pt x="175562" y="46501"/>
                  <a:pt x="176491" y="44257"/>
                </a:cubicBezTo>
                <a:cubicBezTo>
                  <a:pt x="177420" y="42013"/>
                  <a:pt x="178686" y="40043"/>
                  <a:pt x="180289" y="38350"/>
                </a:cubicBezTo>
                <a:cubicBezTo>
                  <a:pt x="181893" y="36656"/>
                  <a:pt x="183813" y="35323"/>
                  <a:pt x="186050" y="34349"/>
                </a:cubicBezTo>
                <a:cubicBezTo>
                  <a:pt x="188287" y="33375"/>
                  <a:pt x="190798" y="32888"/>
                  <a:pt x="193582" y="32888"/>
                </a:cubicBezTo>
                <a:cubicBezTo>
                  <a:pt x="196283" y="32888"/>
                  <a:pt x="198752" y="33375"/>
                  <a:pt x="200989" y="34349"/>
                </a:cubicBezTo>
                <a:cubicBezTo>
                  <a:pt x="203226" y="35323"/>
                  <a:pt x="205168" y="36636"/>
                  <a:pt x="206814" y="38288"/>
                </a:cubicBezTo>
                <a:cubicBezTo>
                  <a:pt x="208460" y="39939"/>
                  <a:pt x="209768" y="41908"/>
                  <a:pt x="210738" y="44194"/>
                </a:cubicBezTo>
                <a:cubicBezTo>
                  <a:pt x="211709" y="46480"/>
                  <a:pt x="212279" y="48893"/>
                  <a:pt x="212447" y="51434"/>
                </a:cubicBezTo>
                <a:moveTo>
                  <a:pt x="222829" y="69610"/>
                </a:moveTo>
                <a:lnTo>
                  <a:pt x="212194" y="69610"/>
                </a:lnTo>
                <a:cubicBezTo>
                  <a:pt x="211266" y="73897"/>
                  <a:pt x="209345" y="77092"/>
                  <a:pt x="206433" y="79194"/>
                </a:cubicBezTo>
                <a:cubicBezTo>
                  <a:pt x="203521" y="81294"/>
                  <a:pt x="199786" y="82345"/>
                  <a:pt x="195228" y="82345"/>
                </a:cubicBezTo>
                <a:cubicBezTo>
                  <a:pt x="191684" y="82345"/>
                  <a:pt x="188603" y="81757"/>
                  <a:pt x="185986" y="80583"/>
                </a:cubicBezTo>
                <a:cubicBezTo>
                  <a:pt x="183370" y="79408"/>
                  <a:pt x="181218" y="77836"/>
                  <a:pt x="179530" y="75865"/>
                </a:cubicBezTo>
                <a:cubicBezTo>
                  <a:pt x="177841" y="73893"/>
                  <a:pt x="176617" y="71628"/>
                  <a:pt x="175857" y="69071"/>
                </a:cubicBezTo>
                <a:cubicBezTo>
                  <a:pt x="175098" y="66511"/>
                  <a:pt x="174760" y="63806"/>
                  <a:pt x="174845" y="60955"/>
                </a:cubicBezTo>
                <a:lnTo>
                  <a:pt x="223841" y="60955"/>
                </a:lnTo>
                <a:cubicBezTo>
                  <a:pt x="224010" y="56976"/>
                  <a:pt x="223652" y="52786"/>
                  <a:pt x="222765" y="48384"/>
                </a:cubicBezTo>
                <a:cubicBezTo>
                  <a:pt x="221879" y="43982"/>
                  <a:pt x="220275" y="39918"/>
                  <a:pt x="217953" y="36194"/>
                </a:cubicBezTo>
                <a:cubicBezTo>
                  <a:pt x="215632" y="32469"/>
                  <a:pt x="212552" y="29401"/>
                  <a:pt x="208711" y="26988"/>
                </a:cubicBezTo>
                <a:cubicBezTo>
                  <a:pt x="204870" y="24575"/>
                  <a:pt x="200038" y="23368"/>
                  <a:pt x="194214" y="23368"/>
                </a:cubicBezTo>
                <a:cubicBezTo>
                  <a:pt x="189741" y="23368"/>
                  <a:pt x="185626" y="24212"/>
                  <a:pt x="181869" y="25901"/>
                </a:cubicBezTo>
                <a:cubicBezTo>
                  <a:pt x="178114" y="27589"/>
                  <a:pt x="174864" y="29953"/>
                  <a:pt x="172121" y="32993"/>
                </a:cubicBezTo>
                <a:cubicBezTo>
                  <a:pt x="169378" y="36031"/>
                  <a:pt x="167246" y="39618"/>
                  <a:pt x="165727" y="43755"/>
                </a:cubicBezTo>
                <a:cubicBezTo>
                  <a:pt x="164208" y="47891"/>
                  <a:pt x="163449" y="52448"/>
                  <a:pt x="163449" y="57427"/>
                </a:cubicBezTo>
                <a:cubicBezTo>
                  <a:pt x="163618" y="62408"/>
                  <a:pt x="164356" y="67008"/>
                  <a:pt x="165665" y="71229"/>
                </a:cubicBezTo>
                <a:cubicBezTo>
                  <a:pt x="166973" y="75449"/>
                  <a:pt x="168935" y="79079"/>
                  <a:pt x="171551" y="82119"/>
                </a:cubicBezTo>
                <a:cubicBezTo>
                  <a:pt x="174168" y="85157"/>
                  <a:pt x="177397" y="87520"/>
                  <a:pt x="181238" y="89209"/>
                </a:cubicBezTo>
                <a:cubicBezTo>
                  <a:pt x="185078" y="90897"/>
                  <a:pt x="189615" y="91741"/>
                  <a:pt x="194848" y="91741"/>
                </a:cubicBezTo>
                <a:cubicBezTo>
                  <a:pt x="202277" y="91741"/>
                  <a:pt x="208439" y="89887"/>
                  <a:pt x="213334" y="86177"/>
                </a:cubicBezTo>
                <a:cubicBezTo>
                  <a:pt x="218229" y="82467"/>
                  <a:pt x="221394" y="76944"/>
                  <a:pt x="222829" y="69610"/>
                </a:cubicBezTo>
                <a:close/>
                <a:moveTo>
                  <a:pt x="234604" y="24888"/>
                </a:moveTo>
                <a:lnTo>
                  <a:pt x="234604" y="90381"/>
                </a:lnTo>
                <a:lnTo>
                  <a:pt x="245365" y="90381"/>
                </a:lnTo>
                <a:lnTo>
                  <a:pt x="245365" y="61231"/>
                </a:lnTo>
                <a:cubicBezTo>
                  <a:pt x="245365" y="57007"/>
                  <a:pt x="245786" y="53268"/>
                  <a:pt x="246630" y="50016"/>
                </a:cubicBezTo>
                <a:cubicBezTo>
                  <a:pt x="247475" y="46763"/>
                  <a:pt x="248826" y="43996"/>
                  <a:pt x="250683" y="41715"/>
                </a:cubicBezTo>
                <a:cubicBezTo>
                  <a:pt x="252540" y="39433"/>
                  <a:pt x="254988" y="37701"/>
                  <a:pt x="258026" y="36518"/>
                </a:cubicBezTo>
                <a:cubicBezTo>
                  <a:pt x="261064" y="35335"/>
                  <a:pt x="264736" y="34743"/>
                  <a:pt x="269040" y="34743"/>
                </a:cubicBezTo>
                <a:lnTo>
                  <a:pt x="269040" y="23368"/>
                </a:lnTo>
                <a:cubicBezTo>
                  <a:pt x="263217" y="23199"/>
                  <a:pt x="258406" y="24382"/>
                  <a:pt x="254607" y="26915"/>
                </a:cubicBezTo>
                <a:cubicBezTo>
                  <a:pt x="250809" y="29448"/>
                  <a:pt x="247602" y="33375"/>
                  <a:pt x="244986" y="38696"/>
                </a:cubicBezTo>
                <a:lnTo>
                  <a:pt x="244733" y="38696"/>
                </a:lnTo>
                <a:lnTo>
                  <a:pt x="244733" y="24888"/>
                </a:lnTo>
                <a:lnTo>
                  <a:pt x="234604" y="24888"/>
                </a:lnTo>
                <a:close/>
                <a:moveTo>
                  <a:pt x="320317" y="51434"/>
                </a:moveTo>
                <a:lnTo>
                  <a:pt x="282715" y="51434"/>
                </a:lnTo>
                <a:cubicBezTo>
                  <a:pt x="282884" y="48893"/>
                  <a:pt x="283432" y="46501"/>
                  <a:pt x="284361" y="44257"/>
                </a:cubicBezTo>
                <a:cubicBezTo>
                  <a:pt x="285289" y="42013"/>
                  <a:pt x="286555" y="40043"/>
                  <a:pt x="288159" y="38350"/>
                </a:cubicBezTo>
                <a:cubicBezTo>
                  <a:pt x="289762" y="36656"/>
                  <a:pt x="291683" y="35323"/>
                  <a:pt x="293920" y="34349"/>
                </a:cubicBezTo>
                <a:cubicBezTo>
                  <a:pt x="296157" y="33375"/>
                  <a:pt x="298668" y="32888"/>
                  <a:pt x="301452" y="32888"/>
                </a:cubicBezTo>
                <a:cubicBezTo>
                  <a:pt x="304153" y="32888"/>
                  <a:pt x="306622" y="33375"/>
                  <a:pt x="308859" y="34349"/>
                </a:cubicBezTo>
                <a:cubicBezTo>
                  <a:pt x="311096" y="35323"/>
                  <a:pt x="313038" y="36636"/>
                  <a:pt x="314684" y="38288"/>
                </a:cubicBezTo>
                <a:cubicBezTo>
                  <a:pt x="316330" y="39939"/>
                  <a:pt x="317637" y="41908"/>
                  <a:pt x="318607" y="44194"/>
                </a:cubicBezTo>
                <a:cubicBezTo>
                  <a:pt x="319578" y="46480"/>
                  <a:pt x="320148" y="48893"/>
                  <a:pt x="320317" y="51434"/>
                </a:cubicBezTo>
                <a:moveTo>
                  <a:pt x="330699" y="69610"/>
                </a:moveTo>
                <a:lnTo>
                  <a:pt x="320064" y="69610"/>
                </a:lnTo>
                <a:cubicBezTo>
                  <a:pt x="319135" y="73897"/>
                  <a:pt x="317215" y="77092"/>
                  <a:pt x="314303" y="79194"/>
                </a:cubicBezTo>
                <a:cubicBezTo>
                  <a:pt x="311391" y="81294"/>
                  <a:pt x="307656" y="82345"/>
                  <a:pt x="303098" y="82345"/>
                </a:cubicBezTo>
                <a:cubicBezTo>
                  <a:pt x="299554" y="82345"/>
                  <a:pt x="296473" y="81757"/>
                  <a:pt x="293856" y="80583"/>
                </a:cubicBezTo>
                <a:cubicBezTo>
                  <a:pt x="291240" y="79408"/>
                  <a:pt x="289088" y="77836"/>
                  <a:pt x="287400" y="75865"/>
                </a:cubicBezTo>
                <a:cubicBezTo>
                  <a:pt x="285711" y="73893"/>
                  <a:pt x="284487" y="71628"/>
                  <a:pt x="283727" y="69071"/>
                </a:cubicBezTo>
                <a:cubicBezTo>
                  <a:pt x="282967" y="66511"/>
                  <a:pt x="282630" y="63806"/>
                  <a:pt x="282715" y="60955"/>
                </a:cubicBezTo>
                <a:lnTo>
                  <a:pt x="331711" y="60955"/>
                </a:lnTo>
                <a:cubicBezTo>
                  <a:pt x="331880" y="56976"/>
                  <a:pt x="331521" y="52786"/>
                  <a:pt x="330635" y="48384"/>
                </a:cubicBezTo>
                <a:cubicBezTo>
                  <a:pt x="329749" y="43982"/>
                  <a:pt x="328145" y="39918"/>
                  <a:pt x="325823" y="36194"/>
                </a:cubicBezTo>
                <a:cubicBezTo>
                  <a:pt x="323502" y="32469"/>
                  <a:pt x="320421" y="29401"/>
                  <a:pt x="316581" y="26988"/>
                </a:cubicBezTo>
                <a:cubicBezTo>
                  <a:pt x="312740" y="24575"/>
                  <a:pt x="307908" y="23368"/>
                  <a:pt x="302084" y="23368"/>
                </a:cubicBezTo>
                <a:cubicBezTo>
                  <a:pt x="297611" y="23368"/>
                  <a:pt x="293496" y="24212"/>
                  <a:pt x="289739" y="25901"/>
                </a:cubicBezTo>
                <a:cubicBezTo>
                  <a:pt x="285984" y="27589"/>
                  <a:pt x="282734" y="29953"/>
                  <a:pt x="279991" y="32993"/>
                </a:cubicBezTo>
                <a:cubicBezTo>
                  <a:pt x="277248" y="36031"/>
                  <a:pt x="275116" y="39618"/>
                  <a:pt x="273596" y="43755"/>
                </a:cubicBezTo>
                <a:cubicBezTo>
                  <a:pt x="272078" y="47891"/>
                  <a:pt x="271319" y="52448"/>
                  <a:pt x="271319" y="57427"/>
                </a:cubicBezTo>
                <a:cubicBezTo>
                  <a:pt x="271487" y="62408"/>
                  <a:pt x="272226" y="67008"/>
                  <a:pt x="273535" y="71229"/>
                </a:cubicBezTo>
                <a:cubicBezTo>
                  <a:pt x="274843" y="75449"/>
                  <a:pt x="276805" y="79079"/>
                  <a:pt x="279421" y="82119"/>
                </a:cubicBezTo>
                <a:cubicBezTo>
                  <a:pt x="282038" y="85157"/>
                  <a:pt x="285267" y="87520"/>
                  <a:pt x="289107" y="89209"/>
                </a:cubicBezTo>
                <a:cubicBezTo>
                  <a:pt x="292948" y="90897"/>
                  <a:pt x="297485" y="91741"/>
                  <a:pt x="302718" y="91741"/>
                </a:cubicBezTo>
                <a:cubicBezTo>
                  <a:pt x="310146" y="91741"/>
                  <a:pt x="316308" y="89887"/>
                  <a:pt x="321204" y="86177"/>
                </a:cubicBezTo>
                <a:cubicBezTo>
                  <a:pt x="326099" y="82467"/>
                  <a:pt x="329264" y="76944"/>
                  <a:pt x="330699" y="69610"/>
                </a:cubicBezTo>
                <a:close/>
                <a:moveTo>
                  <a:pt x="350703" y="58186"/>
                </a:moveTo>
                <a:cubicBezTo>
                  <a:pt x="350703" y="54982"/>
                  <a:pt x="351041" y="51862"/>
                  <a:pt x="351716" y="48826"/>
                </a:cubicBezTo>
                <a:cubicBezTo>
                  <a:pt x="352392" y="45791"/>
                  <a:pt x="353489" y="43093"/>
                  <a:pt x="355008" y="40732"/>
                </a:cubicBezTo>
                <a:cubicBezTo>
                  <a:pt x="356527" y="38370"/>
                  <a:pt x="358553" y="36472"/>
                  <a:pt x="361085" y="35039"/>
                </a:cubicBezTo>
                <a:cubicBezTo>
                  <a:pt x="363617" y="33605"/>
                  <a:pt x="366698" y="32888"/>
                  <a:pt x="370327" y="32888"/>
                </a:cubicBezTo>
                <a:cubicBezTo>
                  <a:pt x="374040" y="32888"/>
                  <a:pt x="377206" y="33584"/>
                  <a:pt x="379823" y="34977"/>
                </a:cubicBezTo>
                <a:cubicBezTo>
                  <a:pt x="382440" y="36368"/>
                  <a:pt x="384571" y="38202"/>
                  <a:pt x="386215" y="40479"/>
                </a:cubicBezTo>
                <a:cubicBezTo>
                  <a:pt x="387861" y="42754"/>
                  <a:pt x="389064" y="45390"/>
                  <a:pt x="389824" y="48384"/>
                </a:cubicBezTo>
                <a:cubicBezTo>
                  <a:pt x="390584" y="51377"/>
                  <a:pt x="390964" y="54476"/>
                  <a:pt x="390964" y="57680"/>
                </a:cubicBezTo>
                <a:cubicBezTo>
                  <a:pt x="390964" y="60716"/>
                  <a:pt x="390605" y="63710"/>
                  <a:pt x="389888" y="66662"/>
                </a:cubicBezTo>
                <a:cubicBezTo>
                  <a:pt x="389170" y="69612"/>
                  <a:pt x="388010" y="72247"/>
                  <a:pt x="386406" y="74567"/>
                </a:cubicBezTo>
                <a:cubicBezTo>
                  <a:pt x="384803" y="76885"/>
                  <a:pt x="382735" y="78761"/>
                  <a:pt x="380203" y="80194"/>
                </a:cubicBezTo>
                <a:cubicBezTo>
                  <a:pt x="377671" y="81628"/>
                  <a:pt x="374590" y="82345"/>
                  <a:pt x="370961" y="82345"/>
                </a:cubicBezTo>
                <a:cubicBezTo>
                  <a:pt x="367500" y="82345"/>
                  <a:pt x="364483" y="81670"/>
                  <a:pt x="361908" y="80322"/>
                </a:cubicBezTo>
                <a:cubicBezTo>
                  <a:pt x="359334" y="78972"/>
                  <a:pt x="357223" y="77159"/>
                  <a:pt x="355577" y="74882"/>
                </a:cubicBezTo>
                <a:cubicBezTo>
                  <a:pt x="353932" y="72605"/>
                  <a:pt x="352707" y="70012"/>
                  <a:pt x="351905" y="67104"/>
                </a:cubicBezTo>
                <a:cubicBezTo>
                  <a:pt x="351104" y="64195"/>
                  <a:pt x="350703" y="61222"/>
                  <a:pt x="350703" y="58186"/>
                </a:cubicBezTo>
                <a:moveTo>
                  <a:pt x="401346" y="90348"/>
                </a:moveTo>
                <a:lnTo>
                  <a:pt x="401346" y="0"/>
                </a:lnTo>
                <a:lnTo>
                  <a:pt x="390583" y="0"/>
                </a:lnTo>
                <a:lnTo>
                  <a:pt x="390583" y="33624"/>
                </a:lnTo>
                <a:lnTo>
                  <a:pt x="390330" y="33624"/>
                </a:lnTo>
                <a:cubicBezTo>
                  <a:pt x="389148" y="31684"/>
                  <a:pt x="387692" y="30059"/>
                  <a:pt x="385962" y="28750"/>
                </a:cubicBezTo>
                <a:cubicBezTo>
                  <a:pt x="384232" y="27442"/>
                  <a:pt x="382397" y="26387"/>
                  <a:pt x="380454" y="25586"/>
                </a:cubicBezTo>
                <a:cubicBezTo>
                  <a:pt x="378513" y="24783"/>
                  <a:pt x="376572" y="24214"/>
                  <a:pt x="374630" y="23876"/>
                </a:cubicBezTo>
                <a:cubicBezTo>
                  <a:pt x="372689" y="23537"/>
                  <a:pt x="370874" y="23368"/>
                  <a:pt x="369186" y="23368"/>
                </a:cubicBezTo>
                <a:cubicBezTo>
                  <a:pt x="364207" y="23368"/>
                  <a:pt x="359839" y="24275"/>
                  <a:pt x="356082" y="26090"/>
                </a:cubicBezTo>
                <a:cubicBezTo>
                  <a:pt x="352326" y="27905"/>
                  <a:pt x="349204" y="30353"/>
                  <a:pt x="346714" y="33435"/>
                </a:cubicBezTo>
                <a:cubicBezTo>
                  <a:pt x="344224" y="36516"/>
                  <a:pt x="342367" y="40125"/>
                  <a:pt x="341142" y="44261"/>
                </a:cubicBezTo>
                <a:cubicBezTo>
                  <a:pt x="339919" y="48397"/>
                  <a:pt x="339307" y="52785"/>
                  <a:pt x="339307" y="57427"/>
                </a:cubicBezTo>
                <a:cubicBezTo>
                  <a:pt x="339307" y="62070"/>
                  <a:pt x="339940" y="66460"/>
                  <a:pt x="341206" y="70597"/>
                </a:cubicBezTo>
                <a:cubicBezTo>
                  <a:pt x="342472" y="74732"/>
                  <a:pt x="344350" y="78362"/>
                  <a:pt x="346840" y="81485"/>
                </a:cubicBezTo>
                <a:cubicBezTo>
                  <a:pt x="349330" y="84608"/>
                  <a:pt x="352454" y="87098"/>
                  <a:pt x="356209" y="88955"/>
                </a:cubicBezTo>
                <a:cubicBezTo>
                  <a:pt x="359965" y="90813"/>
                  <a:pt x="364375" y="91741"/>
                  <a:pt x="369441" y="91741"/>
                </a:cubicBezTo>
                <a:cubicBezTo>
                  <a:pt x="373999" y="91741"/>
                  <a:pt x="378177" y="90940"/>
                  <a:pt x="381975" y="89338"/>
                </a:cubicBezTo>
                <a:cubicBezTo>
                  <a:pt x="385773" y="87735"/>
                  <a:pt x="388558" y="85119"/>
                  <a:pt x="390330" y="81491"/>
                </a:cubicBezTo>
                <a:lnTo>
                  <a:pt x="390583" y="81491"/>
                </a:lnTo>
                <a:lnTo>
                  <a:pt x="390583" y="90348"/>
                </a:lnTo>
                <a:lnTo>
                  <a:pt x="401346" y="903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Text Log">
            <a:extLst xmlns:a="http://schemas.openxmlformats.org/drawingml/2006/main">
              <a:ext uri="{FF2B5EF4-FFF2-40B4-BE49-F238E27FC236}">
                <a16:creationId xmlns:a16="http://schemas.microsoft.com/office/drawing/2014/main" id="{912B51B8-FB20-4717-8A2C-BD9031A9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669" y="3371739"/>
            <a:ext cx="197760" cy="116840"/>
          </a:xfrm>
          <a:custGeom xmlns:a="http://schemas.openxmlformats.org/drawingml/2006/main">
            <a:pathLst>
              <a:path w="197760" h="116840">
                <a:moveTo>
                  <a:pt x="0" y="0"/>
                </a:moveTo>
                <a:lnTo>
                  <a:pt x="0" y="90381"/>
                </a:lnTo>
                <a:lnTo>
                  <a:pt x="59884" y="90381"/>
                </a:lnTo>
                <a:lnTo>
                  <a:pt x="59884" y="80243"/>
                </a:lnTo>
                <a:lnTo>
                  <a:pt x="12028" y="80243"/>
                </a:lnTo>
                <a:lnTo>
                  <a:pt x="12028" y="0"/>
                </a:lnTo>
                <a:lnTo>
                  <a:pt x="0" y="0"/>
                </a:lnTo>
                <a:close/>
                <a:moveTo>
                  <a:pt x="76472" y="57680"/>
                </a:moveTo>
                <a:cubicBezTo>
                  <a:pt x="76472" y="53716"/>
                  <a:pt x="76999" y="50195"/>
                  <a:pt x="78054" y="47119"/>
                </a:cubicBezTo>
                <a:cubicBezTo>
                  <a:pt x="79109" y="44040"/>
                  <a:pt x="80565" y="41447"/>
                  <a:pt x="82422" y="39339"/>
                </a:cubicBezTo>
                <a:cubicBezTo>
                  <a:pt x="84279" y="37231"/>
                  <a:pt x="86453" y="35628"/>
                  <a:pt x="88942" y="34532"/>
                </a:cubicBezTo>
                <a:cubicBezTo>
                  <a:pt x="91432" y="33436"/>
                  <a:pt x="94069" y="32888"/>
                  <a:pt x="96855" y="32888"/>
                </a:cubicBezTo>
                <a:cubicBezTo>
                  <a:pt x="99641" y="32888"/>
                  <a:pt x="102279" y="33436"/>
                  <a:pt x="104768" y="34532"/>
                </a:cubicBezTo>
                <a:cubicBezTo>
                  <a:pt x="107258" y="35628"/>
                  <a:pt x="109431" y="37231"/>
                  <a:pt x="111288" y="39339"/>
                </a:cubicBezTo>
                <a:cubicBezTo>
                  <a:pt x="113145" y="41447"/>
                  <a:pt x="114601" y="44040"/>
                  <a:pt x="115656" y="47119"/>
                </a:cubicBezTo>
                <a:cubicBezTo>
                  <a:pt x="116711" y="50195"/>
                  <a:pt x="117239" y="53716"/>
                  <a:pt x="117239" y="57680"/>
                </a:cubicBezTo>
                <a:cubicBezTo>
                  <a:pt x="117239" y="61643"/>
                  <a:pt x="116711" y="65164"/>
                  <a:pt x="115656" y="68242"/>
                </a:cubicBezTo>
                <a:cubicBezTo>
                  <a:pt x="114601" y="71320"/>
                  <a:pt x="113145" y="73892"/>
                  <a:pt x="111288" y="75958"/>
                </a:cubicBezTo>
                <a:cubicBezTo>
                  <a:pt x="109431" y="78024"/>
                  <a:pt x="107258" y="79604"/>
                  <a:pt x="104768" y="80701"/>
                </a:cubicBezTo>
                <a:cubicBezTo>
                  <a:pt x="102279" y="81797"/>
                  <a:pt x="99641" y="82345"/>
                  <a:pt x="96855" y="82345"/>
                </a:cubicBezTo>
                <a:cubicBezTo>
                  <a:pt x="94069" y="82345"/>
                  <a:pt x="91432" y="81797"/>
                  <a:pt x="88942" y="80701"/>
                </a:cubicBezTo>
                <a:cubicBezTo>
                  <a:pt x="86453" y="79604"/>
                  <a:pt x="84279" y="78024"/>
                  <a:pt x="82422" y="75958"/>
                </a:cubicBezTo>
                <a:cubicBezTo>
                  <a:pt x="80565" y="73892"/>
                  <a:pt x="79109" y="71320"/>
                  <a:pt x="78054" y="68242"/>
                </a:cubicBezTo>
                <a:cubicBezTo>
                  <a:pt x="76999" y="65164"/>
                  <a:pt x="76472" y="61643"/>
                  <a:pt x="76472" y="57680"/>
                </a:cubicBezTo>
                <a:moveTo>
                  <a:pt x="65076" y="57682"/>
                </a:moveTo>
                <a:cubicBezTo>
                  <a:pt x="65076" y="62493"/>
                  <a:pt x="65751" y="66966"/>
                  <a:pt x="67100" y="71103"/>
                </a:cubicBezTo>
                <a:cubicBezTo>
                  <a:pt x="68451" y="75238"/>
                  <a:pt x="70477" y="78847"/>
                  <a:pt x="73178" y="81929"/>
                </a:cubicBezTo>
                <a:cubicBezTo>
                  <a:pt x="75879" y="85010"/>
                  <a:pt x="79213" y="87416"/>
                  <a:pt x="83179" y="89147"/>
                </a:cubicBezTo>
                <a:cubicBezTo>
                  <a:pt x="87148" y="90876"/>
                  <a:pt x="91706" y="91741"/>
                  <a:pt x="96855" y="91741"/>
                </a:cubicBezTo>
                <a:cubicBezTo>
                  <a:pt x="102088" y="91741"/>
                  <a:pt x="106667" y="90876"/>
                  <a:pt x="110591" y="89147"/>
                </a:cubicBezTo>
                <a:cubicBezTo>
                  <a:pt x="114516" y="87416"/>
                  <a:pt x="117830" y="85010"/>
                  <a:pt x="120530" y="81929"/>
                </a:cubicBezTo>
                <a:cubicBezTo>
                  <a:pt x="123231" y="78847"/>
                  <a:pt x="125256" y="75238"/>
                  <a:pt x="126606" y="71103"/>
                </a:cubicBezTo>
                <a:cubicBezTo>
                  <a:pt x="127957" y="66966"/>
                  <a:pt x="128633" y="62493"/>
                  <a:pt x="128633" y="57682"/>
                </a:cubicBezTo>
                <a:cubicBezTo>
                  <a:pt x="128633" y="52870"/>
                  <a:pt x="127957" y="48376"/>
                  <a:pt x="126606" y="44198"/>
                </a:cubicBezTo>
                <a:cubicBezTo>
                  <a:pt x="125256" y="40018"/>
                  <a:pt x="123231" y="36388"/>
                  <a:pt x="120530" y="33308"/>
                </a:cubicBezTo>
                <a:cubicBezTo>
                  <a:pt x="117830" y="30227"/>
                  <a:pt x="114516" y="27800"/>
                  <a:pt x="110591" y="26028"/>
                </a:cubicBezTo>
                <a:cubicBezTo>
                  <a:pt x="106667" y="24255"/>
                  <a:pt x="102088" y="23368"/>
                  <a:pt x="96855" y="23368"/>
                </a:cubicBezTo>
                <a:cubicBezTo>
                  <a:pt x="91706" y="23368"/>
                  <a:pt x="87148" y="24255"/>
                  <a:pt x="83179" y="26028"/>
                </a:cubicBezTo>
                <a:cubicBezTo>
                  <a:pt x="79213" y="27800"/>
                  <a:pt x="75879" y="30227"/>
                  <a:pt x="73178" y="33308"/>
                </a:cubicBezTo>
                <a:cubicBezTo>
                  <a:pt x="70477" y="36388"/>
                  <a:pt x="68451" y="40018"/>
                  <a:pt x="67100" y="44198"/>
                </a:cubicBezTo>
                <a:cubicBezTo>
                  <a:pt x="65751" y="48376"/>
                  <a:pt x="65076" y="52870"/>
                  <a:pt x="65076" y="57682"/>
                </a:cubicBezTo>
                <a:close/>
                <a:moveTo>
                  <a:pt x="197760" y="84796"/>
                </a:moveTo>
                <a:lnTo>
                  <a:pt x="197760" y="24888"/>
                </a:lnTo>
                <a:lnTo>
                  <a:pt x="187631" y="24888"/>
                </a:lnTo>
                <a:lnTo>
                  <a:pt x="187631" y="34260"/>
                </a:lnTo>
                <a:lnTo>
                  <a:pt x="187506" y="34260"/>
                </a:lnTo>
                <a:cubicBezTo>
                  <a:pt x="185565" y="30629"/>
                  <a:pt x="182864" y="27907"/>
                  <a:pt x="179404" y="26092"/>
                </a:cubicBezTo>
                <a:cubicBezTo>
                  <a:pt x="175943" y="24276"/>
                  <a:pt x="172144" y="23368"/>
                  <a:pt x="168007" y="23368"/>
                </a:cubicBezTo>
                <a:cubicBezTo>
                  <a:pt x="162352" y="23368"/>
                  <a:pt x="157583" y="24445"/>
                  <a:pt x="153700" y="26598"/>
                </a:cubicBezTo>
                <a:cubicBezTo>
                  <a:pt x="149818" y="28750"/>
                  <a:pt x="146695" y="31494"/>
                  <a:pt x="144332" y="34830"/>
                </a:cubicBezTo>
                <a:cubicBezTo>
                  <a:pt x="141969" y="38166"/>
                  <a:pt x="140280" y="41881"/>
                  <a:pt x="139267" y="45977"/>
                </a:cubicBezTo>
                <a:cubicBezTo>
                  <a:pt x="138254" y="50071"/>
                  <a:pt x="137748" y="54060"/>
                  <a:pt x="137748" y="57943"/>
                </a:cubicBezTo>
                <a:cubicBezTo>
                  <a:pt x="137748" y="62418"/>
                  <a:pt x="138360" y="66662"/>
                  <a:pt x="139584" y="70672"/>
                </a:cubicBezTo>
                <a:cubicBezTo>
                  <a:pt x="140808" y="74683"/>
                  <a:pt x="142644" y="78187"/>
                  <a:pt x="145091" y="81185"/>
                </a:cubicBezTo>
                <a:cubicBezTo>
                  <a:pt x="147540" y="84182"/>
                  <a:pt x="150579" y="86568"/>
                  <a:pt x="154208" y="88341"/>
                </a:cubicBezTo>
                <a:cubicBezTo>
                  <a:pt x="157837" y="90113"/>
                  <a:pt x="162100" y="90999"/>
                  <a:pt x="166995" y="90999"/>
                </a:cubicBezTo>
                <a:cubicBezTo>
                  <a:pt x="171214" y="90999"/>
                  <a:pt x="175202" y="90050"/>
                  <a:pt x="178957" y="88152"/>
                </a:cubicBezTo>
                <a:cubicBezTo>
                  <a:pt x="182714" y="86252"/>
                  <a:pt x="185521" y="83276"/>
                  <a:pt x="187378" y="79225"/>
                </a:cubicBezTo>
                <a:lnTo>
                  <a:pt x="187631" y="79225"/>
                </a:lnTo>
                <a:lnTo>
                  <a:pt x="187631" y="83529"/>
                </a:lnTo>
                <a:cubicBezTo>
                  <a:pt x="187631" y="87158"/>
                  <a:pt x="187273" y="90490"/>
                  <a:pt x="186555" y="93524"/>
                </a:cubicBezTo>
                <a:cubicBezTo>
                  <a:pt x="185838" y="96559"/>
                  <a:pt x="184678" y="99150"/>
                  <a:pt x="183074" y="101298"/>
                </a:cubicBezTo>
                <a:cubicBezTo>
                  <a:pt x="181471" y="103447"/>
                  <a:pt x="179445" y="105131"/>
                  <a:pt x="176996" y="106352"/>
                </a:cubicBezTo>
                <a:cubicBezTo>
                  <a:pt x="174549" y="107574"/>
                  <a:pt x="171553" y="108185"/>
                  <a:pt x="168007" y="108185"/>
                </a:cubicBezTo>
                <a:cubicBezTo>
                  <a:pt x="166235" y="108185"/>
                  <a:pt x="164379" y="107995"/>
                  <a:pt x="162438" y="107616"/>
                </a:cubicBezTo>
                <a:cubicBezTo>
                  <a:pt x="160497" y="107236"/>
                  <a:pt x="158703" y="106623"/>
                  <a:pt x="157057" y="105778"/>
                </a:cubicBezTo>
                <a:cubicBezTo>
                  <a:pt x="155411" y="104935"/>
                  <a:pt x="154019" y="103837"/>
                  <a:pt x="152879" y="102486"/>
                </a:cubicBezTo>
                <a:cubicBezTo>
                  <a:pt x="151740" y="101137"/>
                  <a:pt x="151128" y="99491"/>
                  <a:pt x="151043" y="97550"/>
                </a:cubicBezTo>
                <a:lnTo>
                  <a:pt x="140281" y="97550"/>
                </a:lnTo>
                <a:cubicBezTo>
                  <a:pt x="140450" y="101095"/>
                  <a:pt x="141378" y="104092"/>
                  <a:pt x="143065" y="106543"/>
                </a:cubicBezTo>
                <a:cubicBezTo>
                  <a:pt x="144753" y="108996"/>
                  <a:pt x="146885" y="110985"/>
                  <a:pt x="149459" y="112513"/>
                </a:cubicBezTo>
                <a:cubicBezTo>
                  <a:pt x="152034" y="114040"/>
                  <a:pt x="154903" y="115143"/>
                  <a:pt x="158068" y="115822"/>
                </a:cubicBezTo>
                <a:cubicBezTo>
                  <a:pt x="161234" y="116501"/>
                  <a:pt x="164336" y="116840"/>
                  <a:pt x="167376" y="116840"/>
                </a:cubicBezTo>
                <a:cubicBezTo>
                  <a:pt x="177841" y="116840"/>
                  <a:pt x="185522" y="114180"/>
                  <a:pt x="190417" y="108860"/>
                </a:cubicBezTo>
                <a:cubicBezTo>
                  <a:pt x="195313" y="103541"/>
                  <a:pt x="197760" y="95519"/>
                  <a:pt x="197760" y="84796"/>
                </a:cubicBezTo>
                <a:moveTo>
                  <a:pt x="167629" y="81603"/>
                </a:moveTo>
                <a:cubicBezTo>
                  <a:pt x="164083" y="81603"/>
                  <a:pt x="161129" y="80865"/>
                  <a:pt x="158765" y="79389"/>
                </a:cubicBezTo>
                <a:cubicBezTo>
                  <a:pt x="156403" y="77913"/>
                  <a:pt x="154504" y="75973"/>
                  <a:pt x="153068" y="73568"/>
                </a:cubicBezTo>
                <a:cubicBezTo>
                  <a:pt x="151633" y="71163"/>
                  <a:pt x="150620" y="68485"/>
                  <a:pt x="150029" y="65533"/>
                </a:cubicBezTo>
                <a:cubicBezTo>
                  <a:pt x="149439" y="62581"/>
                  <a:pt x="149144" y="59629"/>
                  <a:pt x="149144" y="56676"/>
                </a:cubicBezTo>
                <a:cubicBezTo>
                  <a:pt x="149144" y="53555"/>
                  <a:pt x="149503" y="50561"/>
                  <a:pt x="150220" y="47692"/>
                </a:cubicBezTo>
                <a:cubicBezTo>
                  <a:pt x="150938" y="44824"/>
                  <a:pt x="152077" y="42293"/>
                  <a:pt x="153638" y="40100"/>
                </a:cubicBezTo>
                <a:cubicBezTo>
                  <a:pt x="155200" y="37907"/>
                  <a:pt x="157205" y="36156"/>
                  <a:pt x="159652" y="34849"/>
                </a:cubicBezTo>
                <a:cubicBezTo>
                  <a:pt x="162100" y="33542"/>
                  <a:pt x="165055" y="32888"/>
                  <a:pt x="168515" y="32888"/>
                </a:cubicBezTo>
                <a:cubicBezTo>
                  <a:pt x="171891" y="32888"/>
                  <a:pt x="174761" y="33563"/>
                  <a:pt x="177124" y="34913"/>
                </a:cubicBezTo>
                <a:cubicBezTo>
                  <a:pt x="179487" y="36263"/>
                  <a:pt x="181407" y="38056"/>
                  <a:pt x="182883" y="40291"/>
                </a:cubicBezTo>
                <a:cubicBezTo>
                  <a:pt x="184360" y="42526"/>
                  <a:pt x="185436" y="45035"/>
                  <a:pt x="186111" y="47820"/>
                </a:cubicBezTo>
                <a:cubicBezTo>
                  <a:pt x="186787" y="50603"/>
                  <a:pt x="187125" y="53429"/>
                  <a:pt x="187125" y="56297"/>
                </a:cubicBezTo>
                <a:cubicBezTo>
                  <a:pt x="187125" y="59334"/>
                  <a:pt x="186767" y="62371"/>
                  <a:pt x="186049" y="65408"/>
                </a:cubicBezTo>
                <a:cubicBezTo>
                  <a:pt x="185332" y="68443"/>
                  <a:pt x="184213" y="71163"/>
                  <a:pt x="182694" y="73568"/>
                </a:cubicBezTo>
                <a:cubicBezTo>
                  <a:pt x="181175" y="75973"/>
                  <a:pt x="179170" y="77913"/>
                  <a:pt x="176680" y="79389"/>
                </a:cubicBezTo>
                <a:cubicBezTo>
                  <a:pt x="174190" y="80865"/>
                  <a:pt x="171173" y="81603"/>
                  <a:pt x="167629" y="8160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Text ParallelMAC">
            <a:extLst xmlns:a="http://schemas.openxmlformats.org/drawingml/2006/main">
              <a:ext uri="{FF2B5EF4-FFF2-40B4-BE49-F238E27FC236}">
                <a16:creationId xmlns:a16="http://schemas.microsoft.com/office/drawing/2014/main" id="{6A177EF5-60B0-4AED-B16D-15450A5D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2226" y="1440091"/>
            <a:ext cx="716474" cy="94585"/>
          </a:xfrm>
          <a:custGeom xmlns:a="http://schemas.openxmlformats.org/drawingml/2006/main">
            <a:pathLst>
              <a:path w="716474" h="94585">
                <a:moveTo>
                  <a:pt x="12028" y="45500"/>
                </a:moveTo>
                <a:lnTo>
                  <a:pt x="12028" y="12364"/>
                </a:lnTo>
                <a:lnTo>
                  <a:pt x="35578" y="12364"/>
                </a:lnTo>
                <a:cubicBezTo>
                  <a:pt x="42414" y="12364"/>
                  <a:pt x="47414" y="13776"/>
                  <a:pt x="50579" y="16601"/>
                </a:cubicBezTo>
                <a:cubicBezTo>
                  <a:pt x="53744" y="19425"/>
                  <a:pt x="55327" y="23535"/>
                  <a:pt x="55327" y="28932"/>
                </a:cubicBezTo>
                <a:cubicBezTo>
                  <a:pt x="55327" y="34328"/>
                  <a:pt x="53744" y="38460"/>
                  <a:pt x="50579" y="41327"/>
                </a:cubicBezTo>
                <a:cubicBezTo>
                  <a:pt x="47414" y="44192"/>
                  <a:pt x="42414" y="45583"/>
                  <a:pt x="35578" y="45500"/>
                </a:cubicBezTo>
                <a:lnTo>
                  <a:pt x="12028" y="45500"/>
                </a:lnTo>
                <a:moveTo>
                  <a:pt x="0" y="2226"/>
                </a:moveTo>
                <a:lnTo>
                  <a:pt x="0" y="92607"/>
                </a:lnTo>
                <a:lnTo>
                  <a:pt x="12028" y="92607"/>
                </a:lnTo>
                <a:lnTo>
                  <a:pt x="12028" y="55638"/>
                </a:lnTo>
                <a:lnTo>
                  <a:pt x="39629" y="55638"/>
                </a:lnTo>
                <a:cubicBezTo>
                  <a:pt x="48745" y="55723"/>
                  <a:pt x="55645" y="53403"/>
                  <a:pt x="60329" y="48678"/>
                </a:cubicBezTo>
                <a:cubicBezTo>
                  <a:pt x="65013" y="43952"/>
                  <a:pt x="67355" y="37370"/>
                  <a:pt x="67355" y="28932"/>
                </a:cubicBezTo>
                <a:cubicBezTo>
                  <a:pt x="67355" y="20493"/>
                  <a:pt x="65013" y="13933"/>
                  <a:pt x="60329" y="9250"/>
                </a:cubicBezTo>
                <a:cubicBezTo>
                  <a:pt x="55645" y="4567"/>
                  <a:pt x="48745" y="2226"/>
                  <a:pt x="39629" y="2226"/>
                </a:cubicBezTo>
                <a:lnTo>
                  <a:pt x="0" y="2226"/>
                </a:lnTo>
                <a:close/>
                <a:moveTo>
                  <a:pt x="138256" y="92321"/>
                </a:moveTo>
                <a:cubicBezTo>
                  <a:pt x="136398" y="93418"/>
                  <a:pt x="133824" y="93967"/>
                  <a:pt x="130532" y="93967"/>
                </a:cubicBezTo>
                <a:cubicBezTo>
                  <a:pt x="127747" y="93967"/>
                  <a:pt x="125532" y="93186"/>
                  <a:pt x="123886" y="91625"/>
                </a:cubicBezTo>
                <a:cubicBezTo>
                  <a:pt x="122240" y="90063"/>
                  <a:pt x="121417" y="87509"/>
                  <a:pt x="121417" y="83963"/>
                </a:cubicBezTo>
                <a:cubicBezTo>
                  <a:pt x="118463" y="87509"/>
                  <a:pt x="115023" y="90063"/>
                  <a:pt x="111097" y="91625"/>
                </a:cubicBezTo>
                <a:cubicBezTo>
                  <a:pt x="107173" y="93186"/>
                  <a:pt x="102932" y="93967"/>
                  <a:pt x="98374" y="93967"/>
                </a:cubicBezTo>
                <a:cubicBezTo>
                  <a:pt x="95419" y="93967"/>
                  <a:pt x="92612" y="93629"/>
                  <a:pt x="89953" y="92954"/>
                </a:cubicBezTo>
                <a:cubicBezTo>
                  <a:pt x="87294" y="92280"/>
                  <a:pt x="84995" y="91225"/>
                  <a:pt x="83054" y="89790"/>
                </a:cubicBezTo>
                <a:cubicBezTo>
                  <a:pt x="81113" y="88355"/>
                  <a:pt x="79573" y="86478"/>
                  <a:pt x="78433" y="84159"/>
                </a:cubicBezTo>
                <a:cubicBezTo>
                  <a:pt x="77293" y="81838"/>
                  <a:pt x="76723" y="79032"/>
                  <a:pt x="76723" y="75741"/>
                </a:cubicBezTo>
                <a:cubicBezTo>
                  <a:pt x="76723" y="72028"/>
                  <a:pt x="77356" y="68991"/>
                  <a:pt x="78622" y="66629"/>
                </a:cubicBezTo>
                <a:cubicBezTo>
                  <a:pt x="79888" y="64267"/>
                  <a:pt x="81555" y="62348"/>
                  <a:pt x="83622" y="60872"/>
                </a:cubicBezTo>
                <a:cubicBezTo>
                  <a:pt x="85690" y="59394"/>
                  <a:pt x="88054" y="58276"/>
                  <a:pt x="90712" y="57516"/>
                </a:cubicBezTo>
                <a:cubicBezTo>
                  <a:pt x="93372" y="56756"/>
                  <a:pt x="96094" y="56123"/>
                  <a:pt x="98880" y="55617"/>
                </a:cubicBezTo>
                <a:cubicBezTo>
                  <a:pt x="101834" y="55027"/>
                  <a:pt x="104641" y="54585"/>
                  <a:pt x="107299" y="54290"/>
                </a:cubicBezTo>
                <a:cubicBezTo>
                  <a:pt x="109957" y="53994"/>
                  <a:pt x="112299" y="53571"/>
                  <a:pt x="114325" y="53022"/>
                </a:cubicBezTo>
                <a:cubicBezTo>
                  <a:pt x="116351" y="52474"/>
                  <a:pt x="117955" y="51673"/>
                  <a:pt x="119136" y="50619"/>
                </a:cubicBezTo>
                <a:cubicBezTo>
                  <a:pt x="120318" y="49564"/>
                  <a:pt x="120909" y="48024"/>
                  <a:pt x="120909" y="45998"/>
                </a:cubicBezTo>
                <a:cubicBezTo>
                  <a:pt x="120909" y="43636"/>
                  <a:pt x="120466" y="41738"/>
                  <a:pt x="119580" y="40303"/>
                </a:cubicBezTo>
                <a:cubicBezTo>
                  <a:pt x="118694" y="38868"/>
                  <a:pt x="117554" y="37772"/>
                  <a:pt x="116161" y="37013"/>
                </a:cubicBezTo>
                <a:cubicBezTo>
                  <a:pt x="114768" y="36253"/>
                  <a:pt x="113207" y="35747"/>
                  <a:pt x="111476" y="35494"/>
                </a:cubicBezTo>
                <a:cubicBezTo>
                  <a:pt x="109746" y="35241"/>
                  <a:pt x="108038" y="35114"/>
                  <a:pt x="106351" y="35114"/>
                </a:cubicBezTo>
                <a:cubicBezTo>
                  <a:pt x="101793" y="35114"/>
                  <a:pt x="97995" y="35976"/>
                  <a:pt x="94956" y="37701"/>
                </a:cubicBezTo>
                <a:cubicBezTo>
                  <a:pt x="91918" y="39425"/>
                  <a:pt x="90272" y="42684"/>
                  <a:pt x="90018" y="47478"/>
                </a:cubicBezTo>
                <a:lnTo>
                  <a:pt x="79256" y="47478"/>
                </a:lnTo>
                <a:cubicBezTo>
                  <a:pt x="79425" y="43430"/>
                  <a:pt x="80268" y="40014"/>
                  <a:pt x="81787" y="37231"/>
                </a:cubicBezTo>
                <a:cubicBezTo>
                  <a:pt x="83306" y="34448"/>
                  <a:pt x="85332" y="32192"/>
                  <a:pt x="87864" y="30464"/>
                </a:cubicBezTo>
                <a:cubicBezTo>
                  <a:pt x="90396" y="28735"/>
                  <a:pt x="93287" y="27492"/>
                  <a:pt x="96537" y="26733"/>
                </a:cubicBezTo>
                <a:cubicBezTo>
                  <a:pt x="99787" y="25974"/>
                  <a:pt x="103269" y="25594"/>
                  <a:pt x="106982" y="25594"/>
                </a:cubicBezTo>
                <a:cubicBezTo>
                  <a:pt x="109937" y="25594"/>
                  <a:pt x="112870" y="25805"/>
                  <a:pt x="115782" y="26227"/>
                </a:cubicBezTo>
                <a:cubicBezTo>
                  <a:pt x="118694" y="26648"/>
                  <a:pt x="121332" y="27513"/>
                  <a:pt x="123695" y="28822"/>
                </a:cubicBezTo>
                <a:cubicBezTo>
                  <a:pt x="126058" y="30129"/>
                  <a:pt x="127957" y="31964"/>
                  <a:pt x="129392" y="34328"/>
                </a:cubicBezTo>
                <a:cubicBezTo>
                  <a:pt x="130827" y="36690"/>
                  <a:pt x="131544" y="39769"/>
                  <a:pt x="131544" y="43566"/>
                </a:cubicBezTo>
                <a:lnTo>
                  <a:pt x="131544" y="77229"/>
                </a:lnTo>
                <a:cubicBezTo>
                  <a:pt x="131544" y="79761"/>
                  <a:pt x="131692" y="81618"/>
                  <a:pt x="131987" y="82799"/>
                </a:cubicBezTo>
                <a:cubicBezTo>
                  <a:pt x="132283" y="83980"/>
                  <a:pt x="133275" y="84570"/>
                  <a:pt x="134964" y="84570"/>
                </a:cubicBezTo>
                <a:cubicBezTo>
                  <a:pt x="135892" y="84570"/>
                  <a:pt x="136990" y="84368"/>
                  <a:pt x="138256" y="83963"/>
                </a:cubicBezTo>
                <a:lnTo>
                  <a:pt x="138256" y="92321"/>
                </a:lnTo>
                <a:moveTo>
                  <a:pt x="120784" y="58768"/>
                </a:moveTo>
                <a:cubicBezTo>
                  <a:pt x="119433" y="59780"/>
                  <a:pt x="117660" y="60518"/>
                  <a:pt x="115465" y="60982"/>
                </a:cubicBezTo>
                <a:cubicBezTo>
                  <a:pt x="113272" y="61445"/>
                  <a:pt x="110972" y="61825"/>
                  <a:pt x="108566" y="62120"/>
                </a:cubicBezTo>
                <a:cubicBezTo>
                  <a:pt x="106161" y="62415"/>
                  <a:pt x="103734" y="62752"/>
                  <a:pt x="101285" y="63132"/>
                </a:cubicBezTo>
                <a:cubicBezTo>
                  <a:pt x="98838" y="63511"/>
                  <a:pt x="96644" y="64122"/>
                  <a:pt x="94703" y="64965"/>
                </a:cubicBezTo>
                <a:cubicBezTo>
                  <a:pt x="92762" y="65809"/>
                  <a:pt x="91179" y="67011"/>
                  <a:pt x="89955" y="68570"/>
                </a:cubicBezTo>
                <a:cubicBezTo>
                  <a:pt x="88731" y="70130"/>
                  <a:pt x="88119" y="72259"/>
                  <a:pt x="88119" y="74957"/>
                </a:cubicBezTo>
                <a:cubicBezTo>
                  <a:pt x="88119" y="76728"/>
                  <a:pt x="88478" y="78225"/>
                  <a:pt x="89195" y="79449"/>
                </a:cubicBezTo>
                <a:cubicBezTo>
                  <a:pt x="89913" y="80671"/>
                  <a:pt x="90841" y="81661"/>
                  <a:pt x="91981" y="82420"/>
                </a:cubicBezTo>
                <a:cubicBezTo>
                  <a:pt x="93121" y="83178"/>
                  <a:pt x="94450" y="83726"/>
                  <a:pt x="95969" y="84064"/>
                </a:cubicBezTo>
                <a:cubicBezTo>
                  <a:pt x="97488" y="84401"/>
                  <a:pt x="99092" y="84570"/>
                  <a:pt x="100779" y="84570"/>
                </a:cubicBezTo>
                <a:cubicBezTo>
                  <a:pt x="104325" y="84570"/>
                  <a:pt x="107364" y="84085"/>
                  <a:pt x="109896" y="83115"/>
                </a:cubicBezTo>
                <a:cubicBezTo>
                  <a:pt x="112428" y="82146"/>
                  <a:pt x="114495" y="80923"/>
                  <a:pt x="116099" y="79449"/>
                </a:cubicBezTo>
                <a:cubicBezTo>
                  <a:pt x="117702" y="77973"/>
                  <a:pt x="118884" y="76371"/>
                  <a:pt x="119644" y="74642"/>
                </a:cubicBezTo>
                <a:cubicBezTo>
                  <a:pt x="120404" y="72912"/>
                  <a:pt x="120784" y="71289"/>
                  <a:pt x="120784" y="69772"/>
                </a:cubicBezTo>
                <a:lnTo>
                  <a:pt x="120784" y="58768"/>
                </a:lnTo>
                <a:close/>
                <a:moveTo>
                  <a:pt x="147878" y="27114"/>
                </a:moveTo>
                <a:lnTo>
                  <a:pt x="147878" y="92607"/>
                </a:lnTo>
                <a:lnTo>
                  <a:pt x="158639" y="92607"/>
                </a:lnTo>
                <a:lnTo>
                  <a:pt x="158639" y="63457"/>
                </a:lnTo>
                <a:cubicBezTo>
                  <a:pt x="158639" y="59232"/>
                  <a:pt x="159060" y="55494"/>
                  <a:pt x="159904" y="52242"/>
                </a:cubicBezTo>
                <a:cubicBezTo>
                  <a:pt x="160749" y="48989"/>
                  <a:pt x="162100" y="46222"/>
                  <a:pt x="163957" y="43941"/>
                </a:cubicBezTo>
                <a:cubicBezTo>
                  <a:pt x="165814" y="41658"/>
                  <a:pt x="168262" y="39926"/>
                  <a:pt x="171300" y="38744"/>
                </a:cubicBezTo>
                <a:cubicBezTo>
                  <a:pt x="174338" y="37560"/>
                  <a:pt x="178010" y="36968"/>
                  <a:pt x="182314" y="36968"/>
                </a:cubicBezTo>
                <a:lnTo>
                  <a:pt x="182314" y="25594"/>
                </a:lnTo>
                <a:cubicBezTo>
                  <a:pt x="176491" y="25425"/>
                  <a:pt x="171680" y="26607"/>
                  <a:pt x="167881" y="29141"/>
                </a:cubicBezTo>
                <a:cubicBezTo>
                  <a:pt x="164083" y="31674"/>
                  <a:pt x="160876" y="35601"/>
                  <a:pt x="158260" y="40921"/>
                </a:cubicBezTo>
                <a:lnTo>
                  <a:pt x="158007" y="40921"/>
                </a:lnTo>
                <a:lnTo>
                  <a:pt x="158007" y="27114"/>
                </a:lnTo>
                <a:lnTo>
                  <a:pt x="147878" y="27114"/>
                </a:lnTo>
                <a:close/>
                <a:moveTo>
                  <a:pt x="248405" y="92321"/>
                </a:moveTo>
                <a:cubicBezTo>
                  <a:pt x="246548" y="93418"/>
                  <a:pt x="243973" y="93967"/>
                  <a:pt x="240681" y="93967"/>
                </a:cubicBezTo>
                <a:cubicBezTo>
                  <a:pt x="237897" y="93967"/>
                  <a:pt x="235681" y="93186"/>
                  <a:pt x="234035" y="91625"/>
                </a:cubicBezTo>
                <a:cubicBezTo>
                  <a:pt x="232389" y="90063"/>
                  <a:pt x="231567" y="87509"/>
                  <a:pt x="231567" y="83963"/>
                </a:cubicBezTo>
                <a:cubicBezTo>
                  <a:pt x="228612" y="87509"/>
                  <a:pt x="225172" y="90063"/>
                  <a:pt x="221246" y="91625"/>
                </a:cubicBezTo>
                <a:cubicBezTo>
                  <a:pt x="217322" y="93186"/>
                  <a:pt x="213081" y="93967"/>
                  <a:pt x="208523" y="93967"/>
                </a:cubicBezTo>
                <a:cubicBezTo>
                  <a:pt x="205569" y="93967"/>
                  <a:pt x="202761" y="93629"/>
                  <a:pt x="200102" y="92954"/>
                </a:cubicBezTo>
                <a:cubicBezTo>
                  <a:pt x="197444" y="92280"/>
                  <a:pt x="195144" y="91225"/>
                  <a:pt x="193203" y="89790"/>
                </a:cubicBezTo>
                <a:cubicBezTo>
                  <a:pt x="191262" y="88355"/>
                  <a:pt x="189722" y="86478"/>
                  <a:pt x="188582" y="84159"/>
                </a:cubicBezTo>
                <a:cubicBezTo>
                  <a:pt x="187442" y="81838"/>
                  <a:pt x="186872" y="79032"/>
                  <a:pt x="186872" y="75741"/>
                </a:cubicBezTo>
                <a:cubicBezTo>
                  <a:pt x="186872" y="72028"/>
                  <a:pt x="187505" y="68991"/>
                  <a:pt x="188771" y="66629"/>
                </a:cubicBezTo>
                <a:cubicBezTo>
                  <a:pt x="190037" y="64267"/>
                  <a:pt x="191704" y="62348"/>
                  <a:pt x="193771" y="60872"/>
                </a:cubicBezTo>
                <a:cubicBezTo>
                  <a:pt x="195840" y="59394"/>
                  <a:pt x="198203" y="58276"/>
                  <a:pt x="200861" y="57516"/>
                </a:cubicBezTo>
                <a:cubicBezTo>
                  <a:pt x="203521" y="56756"/>
                  <a:pt x="206243" y="56123"/>
                  <a:pt x="209029" y="55617"/>
                </a:cubicBezTo>
                <a:cubicBezTo>
                  <a:pt x="211984" y="55027"/>
                  <a:pt x="214790" y="54585"/>
                  <a:pt x="217448" y="54290"/>
                </a:cubicBezTo>
                <a:cubicBezTo>
                  <a:pt x="220107" y="53994"/>
                  <a:pt x="222449" y="53571"/>
                  <a:pt x="224475" y="53022"/>
                </a:cubicBezTo>
                <a:cubicBezTo>
                  <a:pt x="226500" y="52474"/>
                  <a:pt x="228104" y="51673"/>
                  <a:pt x="229285" y="50619"/>
                </a:cubicBezTo>
                <a:cubicBezTo>
                  <a:pt x="230467" y="49564"/>
                  <a:pt x="231058" y="48024"/>
                  <a:pt x="231058" y="45998"/>
                </a:cubicBezTo>
                <a:cubicBezTo>
                  <a:pt x="231058" y="43636"/>
                  <a:pt x="230615" y="41738"/>
                  <a:pt x="229729" y="40303"/>
                </a:cubicBezTo>
                <a:cubicBezTo>
                  <a:pt x="228843" y="38868"/>
                  <a:pt x="227703" y="37772"/>
                  <a:pt x="226310" y="37013"/>
                </a:cubicBezTo>
                <a:cubicBezTo>
                  <a:pt x="224918" y="36253"/>
                  <a:pt x="223356" y="35747"/>
                  <a:pt x="221625" y="35494"/>
                </a:cubicBezTo>
                <a:cubicBezTo>
                  <a:pt x="219895" y="35241"/>
                  <a:pt x="218187" y="35114"/>
                  <a:pt x="216500" y="35114"/>
                </a:cubicBezTo>
                <a:cubicBezTo>
                  <a:pt x="211942" y="35114"/>
                  <a:pt x="208144" y="35976"/>
                  <a:pt x="205106" y="37701"/>
                </a:cubicBezTo>
                <a:cubicBezTo>
                  <a:pt x="202067" y="39425"/>
                  <a:pt x="200421" y="42684"/>
                  <a:pt x="200168" y="47478"/>
                </a:cubicBezTo>
                <a:lnTo>
                  <a:pt x="189405" y="47478"/>
                </a:lnTo>
                <a:cubicBezTo>
                  <a:pt x="189574" y="43430"/>
                  <a:pt x="190417" y="40014"/>
                  <a:pt x="191936" y="37231"/>
                </a:cubicBezTo>
                <a:cubicBezTo>
                  <a:pt x="193456" y="34448"/>
                  <a:pt x="195482" y="32192"/>
                  <a:pt x="198014" y="30464"/>
                </a:cubicBezTo>
                <a:cubicBezTo>
                  <a:pt x="200546" y="28735"/>
                  <a:pt x="203436" y="27492"/>
                  <a:pt x="206686" y="26733"/>
                </a:cubicBezTo>
                <a:cubicBezTo>
                  <a:pt x="209937" y="25974"/>
                  <a:pt x="213418" y="25594"/>
                  <a:pt x="217131" y="25594"/>
                </a:cubicBezTo>
                <a:cubicBezTo>
                  <a:pt x="220086" y="25594"/>
                  <a:pt x="223019" y="25805"/>
                  <a:pt x="225931" y="26227"/>
                </a:cubicBezTo>
                <a:cubicBezTo>
                  <a:pt x="228843" y="26648"/>
                  <a:pt x="231481" y="27513"/>
                  <a:pt x="233844" y="28822"/>
                </a:cubicBezTo>
                <a:cubicBezTo>
                  <a:pt x="236208" y="30129"/>
                  <a:pt x="238107" y="31964"/>
                  <a:pt x="239541" y="34328"/>
                </a:cubicBezTo>
                <a:cubicBezTo>
                  <a:pt x="240976" y="36690"/>
                  <a:pt x="241693" y="39769"/>
                  <a:pt x="241693" y="43566"/>
                </a:cubicBezTo>
                <a:lnTo>
                  <a:pt x="241693" y="77229"/>
                </a:lnTo>
                <a:cubicBezTo>
                  <a:pt x="241693" y="79761"/>
                  <a:pt x="241841" y="81618"/>
                  <a:pt x="242136" y="82799"/>
                </a:cubicBezTo>
                <a:cubicBezTo>
                  <a:pt x="242432" y="83980"/>
                  <a:pt x="243424" y="84570"/>
                  <a:pt x="245113" y="84570"/>
                </a:cubicBezTo>
                <a:cubicBezTo>
                  <a:pt x="246041" y="84570"/>
                  <a:pt x="247139" y="84368"/>
                  <a:pt x="248405" y="83963"/>
                </a:cubicBezTo>
                <a:lnTo>
                  <a:pt x="248405" y="92321"/>
                </a:lnTo>
                <a:moveTo>
                  <a:pt x="230933" y="58768"/>
                </a:moveTo>
                <a:cubicBezTo>
                  <a:pt x="229582" y="59780"/>
                  <a:pt x="227809" y="60518"/>
                  <a:pt x="225614" y="60982"/>
                </a:cubicBezTo>
                <a:cubicBezTo>
                  <a:pt x="223421" y="61445"/>
                  <a:pt x="221121" y="61825"/>
                  <a:pt x="218716" y="62120"/>
                </a:cubicBezTo>
                <a:cubicBezTo>
                  <a:pt x="216310" y="62415"/>
                  <a:pt x="213883" y="62752"/>
                  <a:pt x="211434" y="63132"/>
                </a:cubicBezTo>
                <a:cubicBezTo>
                  <a:pt x="208987" y="63511"/>
                  <a:pt x="206793" y="64122"/>
                  <a:pt x="204852" y="64965"/>
                </a:cubicBezTo>
                <a:cubicBezTo>
                  <a:pt x="202912" y="65809"/>
                  <a:pt x="201329" y="67011"/>
                  <a:pt x="200104" y="68570"/>
                </a:cubicBezTo>
                <a:cubicBezTo>
                  <a:pt x="198880" y="70130"/>
                  <a:pt x="198269" y="72259"/>
                  <a:pt x="198269" y="74957"/>
                </a:cubicBezTo>
                <a:cubicBezTo>
                  <a:pt x="198269" y="76728"/>
                  <a:pt x="198627" y="78225"/>
                  <a:pt x="199345" y="79449"/>
                </a:cubicBezTo>
                <a:cubicBezTo>
                  <a:pt x="200062" y="80671"/>
                  <a:pt x="200991" y="81661"/>
                  <a:pt x="202130" y="82420"/>
                </a:cubicBezTo>
                <a:cubicBezTo>
                  <a:pt x="203270" y="83178"/>
                  <a:pt x="204599" y="83726"/>
                  <a:pt x="206118" y="84064"/>
                </a:cubicBezTo>
                <a:cubicBezTo>
                  <a:pt x="207638" y="84401"/>
                  <a:pt x="209241" y="84570"/>
                  <a:pt x="210928" y="84570"/>
                </a:cubicBezTo>
                <a:cubicBezTo>
                  <a:pt x="214474" y="84570"/>
                  <a:pt x="217513" y="84085"/>
                  <a:pt x="220045" y="83115"/>
                </a:cubicBezTo>
                <a:cubicBezTo>
                  <a:pt x="222577" y="82146"/>
                  <a:pt x="224645" y="80923"/>
                  <a:pt x="226248" y="79449"/>
                </a:cubicBezTo>
                <a:cubicBezTo>
                  <a:pt x="227851" y="77973"/>
                  <a:pt x="229033" y="76371"/>
                  <a:pt x="229793" y="74642"/>
                </a:cubicBezTo>
                <a:cubicBezTo>
                  <a:pt x="230553" y="72912"/>
                  <a:pt x="230933" y="71289"/>
                  <a:pt x="230933" y="69772"/>
                </a:cubicBezTo>
                <a:lnTo>
                  <a:pt x="230933" y="58768"/>
                </a:lnTo>
                <a:close/>
                <a:moveTo>
                  <a:pt x="259039" y="2226"/>
                </a:moveTo>
                <a:lnTo>
                  <a:pt x="259039" y="92607"/>
                </a:lnTo>
                <a:lnTo>
                  <a:pt x="269802" y="92607"/>
                </a:lnTo>
                <a:lnTo>
                  <a:pt x="269802" y="2226"/>
                </a:lnTo>
                <a:lnTo>
                  <a:pt x="259039" y="2226"/>
                </a:lnTo>
                <a:close/>
                <a:moveTo>
                  <a:pt x="287146" y="2226"/>
                </a:moveTo>
                <a:lnTo>
                  <a:pt x="287146" y="92607"/>
                </a:lnTo>
                <a:lnTo>
                  <a:pt x="297909" y="92607"/>
                </a:lnTo>
                <a:lnTo>
                  <a:pt x="297909" y="2226"/>
                </a:lnTo>
                <a:lnTo>
                  <a:pt x="287146" y="2226"/>
                </a:lnTo>
                <a:close/>
                <a:moveTo>
                  <a:pt x="360073" y="53660"/>
                </a:moveTo>
                <a:lnTo>
                  <a:pt x="322471" y="53660"/>
                </a:lnTo>
                <a:cubicBezTo>
                  <a:pt x="322639" y="51119"/>
                  <a:pt x="323188" y="48727"/>
                  <a:pt x="324117" y="46483"/>
                </a:cubicBezTo>
                <a:cubicBezTo>
                  <a:pt x="325045" y="44238"/>
                  <a:pt x="326311" y="42269"/>
                  <a:pt x="327915" y="40575"/>
                </a:cubicBezTo>
                <a:cubicBezTo>
                  <a:pt x="329518" y="38882"/>
                  <a:pt x="331438" y="37548"/>
                  <a:pt x="333676" y="36574"/>
                </a:cubicBezTo>
                <a:cubicBezTo>
                  <a:pt x="335913" y="35601"/>
                  <a:pt x="338424" y="35114"/>
                  <a:pt x="341208" y="35114"/>
                </a:cubicBezTo>
                <a:cubicBezTo>
                  <a:pt x="343909" y="35114"/>
                  <a:pt x="346378" y="35601"/>
                  <a:pt x="348615" y="36574"/>
                </a:cubicBezTo>
                <a:cubicBezTo>
                  <a:pt x="350852" y="37548"/>
                  <a:pt x="352793" y="38861"/>
                  <a:pt x="354439" y="40514"/>
                </a:cubicBezTo>
                <a:cubicBezTo>
                  <a:pt x="356085" y="42165"/>
                  <a:pt x="357393" y="44133"/>
                  <a:pt x="358363" y="46419"/>
                </a:cubicBezTo>
                <a:cubicBezTo>
                  <a:pt x="359334" y="48705"/>
                  <a:pt x="359904" y="51119"/>
                  <a:pt x="360073" y="53660"/>
                </a:cubicBezTo>
                <a:moveTo>
                  <a:pt x="370455" y="71835"/>
                </a:moveTo>
                <a:lnTo>
                  <a:pt x="359820" y="71835"/>
                </a:lnTo>
                <a:cubicBezTo>
                  <a:pt x="358891" y="76123"/>
                  <a:pt x="356971" y="79317"/>
                  <a:pt x="354059" y="81419"/>
                </a:cubicBezTo>
                <a:cubicBezTo>
                  <a:pt x="351147" y="83520"/>
                  <a:pt x="347412" y="84570"/>
                  <a:pt x="342854" y="84570"/>
                </a:cubicBezTo>
                <a:cubicBezTo>
                  <a:pt x="339310" y="84570"/>
                  <a:pt x="336229" y="83983"/>
                  <a:pt x="333612" y="82808"/>
                </a:cubicBezTo>
                <a:cubicBezTo>
                  <a:pt x="330996" y="81634"/>
                  <a:pt x="328844" y="80061"/>
                  <a:pt x="327155" y="78091"/>
                </a:cubicBezTo>
                <a:cubicBezTo>
                  <a:pt x="325467" y="76119"/>
                  <a:pt x="324243" y="73854"/>
                  <a:pt x="323483" y="71296"/>
                </a:cubicBezTo>
                <a:cubicBezTo>
                  <a:pt x="322723" y="68737"/>
                  <a:pt x="322386" y="66032"/>
                  <a:pt x="322471" y="63180"/>
                </a:cubicBezTo>
                <a:lnTo>
                  <a:pt x="371467" y="63180"/>
                </a:lnTo>
                <a:cubicBezTo>
                  <a:pt x="371636" y="59202"/>
                  <a:pt x="371277" y="55012"/>
                  <a:pt x="370391" y="50610"/>
                </a:cubicBezTo>
                <a:cubicBezTo>
                  <a:pt x="369505" y="46207"/>
                  <a:pt x="367901" y="42144"/>
                  <a:pt x="365579" y="38419"/>
                </a:cubicBezTo>
                <a:cubicBezTo>
                  <a:pt x="363258" y="34695"/>
                  <a:pt x="360177" y="31626"/>
                  <a:pt x="356337" y="29214"/>
                </a:cubicBezTo>
                <a:cubicBezTo>
                  <a:pt x="352496" y="26800"/>
                  <a:pt x="347664" y="25594"/>
                  <a:pt x="341840" y="25594"/>
                </a:cubicBezTo>
                <a:cubicBezTo>
                  <a:pt x="337367" y="25594"/>
                  <a:pt x="333252" y="26438"/>
                  <a:pt x="329495" y="28126"/>
                </a:cubicBezTo>
                <a:cubicBezTo>
                  <a:pt x="325739" y="29815"/>
                  <a:pt x="322490" y="32179"/>
                  <a:pt x="319747" y="35218"/>
                </a:cubicBezTo>
                <a:cubicBezTo>
                  <a:pt x="317003" y="38256"/>
                  <a:pt x="314872" y="41844"/>
                  <a:pt x="313352" y="45981"/>
                </a:cubicBezTo>
                <a:cubicBezTo>
                  <a:pt x="311834" y="50116"/>
                  <a:pt x="311075" y="54674"/>
                  <a:pt x="311075" y="59653"/>
                </a:cubicBezTo>
                <a:cubicBezTo>
                  <a:pt x="311243" y="64633"/>
                  <a:pt x="311982" y="69234"/>
                  <a:pt x="313290" y="73454"/>
                </a:cubicBezTo>
                <a:cubicBezTo>
                  <a:pt x="314599" y="77675"/>
                  <a:pt x="316561" y="81305"/>
                  <a:pt x="319177" y="84344"/>
                </a:cubicBezTo>
                <a:cubicBezTo>
                  <a:pt x="321794" y="87382"/>
                  <a:pt x="325023" y="89746"/>
                  <a:pt x="328863" y="91434"/>
                </a:cubicBezTo>
                <a:cubicBezTo>
                  <a:pt x="332704" y="93123"/>
                  <a:pt x="337241" y="93967"/>
                  <a:pt x="342473" y="93967"/>
                </a:cubicBezTo>
                <a:cubicBezTo>
                  <a:pt x="349902" y="93967"/>
                  <a:pt x="356064" y="92112"/>
                  <a:pt x="360960" y="88403"/>
                </a:cubicBezTo>
                <a:cubicBezTo>
                  <a:pt x="365855" y="84692"/>
                  <a:pt x="369020" y="79170"/>
                  <a:pt x="370455" y="71835"/>
                </a:cubicBezTo>
                <a:close/>
                <a:moveTo>
                  <a:pt x="383241" y="2226"/>
                </a:moveTo>
                <a:lnTo>
                  <a:pt x="383241" y="92607"/>
                </a:lnTo>
                <a:lnTo>
                  <a:pt x="394004" y="92607"/>
                </a:lnTo>
                <a:lnTo>
                  <a:pt x="394004" y="2226"/>
                </a:lnTo>
                <a:lnTo>
                  <a:pt x="383241" y="2226"/>
                </a:lnTo>
                <a:close/>
                <a:moveTo>
                  <a:pt x="447938" y="2226"/>
                </a:moveTo>
                <a:lnTo>
                  <a:pt x="447938" y="92607"/>
                </a:lnTo>
                <a:lnTo>
                  <a:pt x="459332" y="92607"/>
                </a:lnTo>
                <a:lnTo>
                  <a:pt x="459332" y="17416"/>
                </a:lnTo>
                <a:lnTo>
                  <a:pt x="459585" y="17416"/>
                </a:lnTo>
                <a:lnTo>
                  <a:pt x="487820" y="92607"/>
                </a:lnTo>
                <a:lnTo>
                  <a:pt x="498074" y="92607"/>
                </a:lnTo>
                <a:lnTo>
                  <a:pt x="526309" y="17416"/>
                </a:lnTo>
                <a:lnTo>
                  <a:pt x="526562" y="17416"/>
                </a:lnTo>
                <a:lnTo>
                  <a:pt x="526562" y="92607"/>
                </a:lnTo>
                <a:lnTo>
                  <a:pt x="537956" y="92607"/>
                </a:lnTo>
                <a:lnTo>
                  <a:pt x="537956" y="2226"/>
                </a:lnTo>
                <a:lnTo>
                  <a:pt x="521497" y="2226"/>
                </a:lnTo>
                <a:lnTo>
                  <a:pt x="492883" y="78176"/>
                </a:lnTo>
                <a:lnTo>
                  <a:pt x="464398" y="2226"/>
                </a:lnTo>
                <a:lnTo>
                  <a:pt x="447938" y="2226"/>
                </a:lnTo>
                <a:close/>
                <a:moveTo>
                  <a:pt x="573534" y="55267"/>
                </a:moveTo>
                <a:lnTo>
                  <a:pt x="588854" y="13112"/>
                </a:lnTo>
                <a:lnTo>
                  <a:pt x="589107" y="13112"/>
                </a:lnTo>
                <a:lnTo>
                  <a:pt x="604172" y="55267"/>
                </a:lnTo>
                <a:lnTo>
                  <a:pt x="573534" y="55267"/>
                </a:lnTo>
                <a:moveTo>
                  <a:pt x="582523" y="2226"/>
                </a:moveTo>
                <a:lnTo>
                  <a:pt x="547326" y="92607"/>
                </a:lnTo>
                <a:lnTo>
                  <a:pt x="559607" y="92607"/>
                </a:lnTo>
                <a:lnTo>
                  <a:pt x="569736" y="65406"/>
                </a:lnTo>
                <a:lnTo>
                  <a:pt x="607972" y="65406"/>
                </a:lnTo>
                <a:lnTo>
                  <a:pt x="617845" y="92607"/>
                </a:lnTo>
                <a:lnTo>
                  <a:pt x="631141" y="92607"/>
                </a:lnTo>
                <a:lnTo>
                  <a:pt x="595816" y="2226"/>
                </a:lnTo>
                <a:lnTo>
                  <a:pt x="582523" y="2226"/>
                </a:lnTo>
                <a:close/>
                <a:moveTo>
                  <a:pt x="703560" y="29384"/>
                </a:moveTo>
                <a:lnTo>
                  <a:pt x="715588" y="29384"/>
                </a:lnTo>
                <a:cubicBezTo>
                  <a:pt x="714913" y="24572"/>
                  <a:pt x="713478" y="20330"/>
                  <a:pt x="711284" y="16659"/>
                </a:cubicBezTo>
                <a:cubicBezTo>
                  <a:pt x="709089" y="12987"/>
                  <a:pt x="706346" y="9926"/>
                  <a:pt x="703054" y="7476"/>
                </a:cubicBezTo>
                <a:cubicBezTo>
                  <a:pt x="699762" y="5027"/>
                  <a:pt x="696006" y="3168"/>
                  <a:pt x="691785" y="1901"/>
                </a:cubicBezTo>
                <a:cubicBezTo>
                  <a:pt x="687565" y="634"/>
                  <a:pt x="683091" y="0"/>
                  <a:pt x="678364" y="0"/>
                </a:cubicBezTo>
                <a:cubicBezTo>
                  <a:pt x="671443" y="0"/>
                  <a:pt x="665302" y="1245"/>
                  <a:pt x="659942" y="3736"/>
                </a:cubicBezTo>
                <a:cubicBezTo>
                  <a:pt x="654583" y="6226"/>
                  <a:pt x="650110" y="9623"/>
                  <a:pt x="646523" y="13929"/>
                </a:cubicBezTo>
                <a:cubicBezTo>
                  <a:pt x="642936" y="18233"/>
                  <a:pt x="640214" y="23277"/>
                  <a:pt x="638357" y="29059"/>
                </a:cubicBezTo>
                <a:cubicBezTo>
                  <a:pt x="636500" y="34842"/>
                  <a:pt x="635571" y="41025"/>
                  <a:pt x="635571" y="47609"/>
                </a:cubicBezTo>
                <a:cubicBezTo>
                  <a:pt x="635571" y="54193"/>
                  <a:pt x="636436" y="60355"/>
                  <a:pt x="638166" y="66095"/>
                </a:cubicBezTo>
                <a:cubicBezTo>
                  <a:pt x="639897" y="71836"/>
                  <a:pt x="642492" y="76816"/>
                  <a:pt x="645953" y="81037"/>
                </a:cubicBezTo>
                <a:cubicBezTo>
                  <a:pt x="649414" y="85257"/>
                  <a:pt x="653760" y="88570"/>
                  <a:pt x="658993" y="90976"/>
                </a:cubicBezTo>
                <a:cubicBezTo>
                  <a:pt x="664226" y="93382"/>
                  <a:pt x="670346" y="94585"/>
                  <a:pt x="677352" y="94585"/>
                </a:cubicBezTo>
                <a:cubicBezTo>
                  <a:pt x="688915" y="94585"/>
                  <a:pt x="698030" y="91418"/>
                  <a:pt x="704698" y="85084"/>
                </a:cubicBezTo>
                <a:cubicBezTo>
                  <a:pt x="711367" y="78749"/>
                  <a:pt x="715292" y="69884"/>
                  <a:pt x="716474" y="58490"/>
                </a:cubicBezTo>
                <a:lnTo>
                  <a:pt x="704447" y="58490"/>
                </a:lnTo>
                <a:cubicBezTo>
                  <a:pt x="704193" y="62203"/>
                  <a:pt x="703433" y="65663"/>
                  <a:pt x="702167" y="68872"/>
                </a:cubicBezTo>
                <a:cubicBezTo>
                  <a:pt x="700901" y="72079"/>
                  <a:pt x="699149" y="74843"/>
                  <a:pt x="696912" y="77165"/>
                </a:cubicBezTo>
                <a:cubicBezTo>
                  <a:pt x="694676" y="79486"/>
                  <a:pt x="692017" y="81301"/>
                  <a:pt x="688935" y="82609"/>
                </a:cubicBezTo>
                <a:cubicBezTo>
                  <a:pt x="685855" y="83916"/>
                  <a:pt x="682331" y="84570"/>
                  <a:pt x="678364" y="84570"/>
                </a:cubicBezTo>
                <a:cubicBezTo>
                  <a:pt x="672963" y="84570"/>
                  <a:pt x="668320" y="83558"/>
                  <a:pt x="664437" y="81533"/>
                </a:cubicBezTo>
                <a:cubicBezTo>
                  <a:pt x="660555" y="79507"/>
                  <a:pt x="657369" y="76785"/>
                  <a:pt x="654878" y="73367"/>
                </a:cubicBezTo>
                <a:cubicBezTo>
                  <a:pt x="652389" y="69949"/>
                  <a:pt x="650553" y="65940"/>
                  <a:pt x="649371" y="61341"/>
                </a:cubicBezTo>
                <a:cubicBezTo>
                  <a:pt x="648190" y="56742"/>
                  <a:pt x="647599" y="51868"/>
                  <a:pt x="647599" y="46721"/>
                </a:cubicBezTo>
                <a:cubicBezTo>
                  <a:pt x="647599" y="41995"/>
                  <a:pt x="648190" y="37439"/>
                  <a:pt x="649371" y="33051"/>
                </a:cubicBezTo>
                <a:cubicBezTo>
                  <a:pt x="650553" y="28663"/>
                  <a:pt x="652389" y="24760"/>
                  <a:pt x="654878" y="21341"/>
                </a:cubicBezTo>
                <a:cubicBezTo>
                  <a:pt x="657369" y="17923"/>
                  <a:pt x="660534" y="15202"/>
                  <a:pt x="664374" y="13177"/>
                </a:cubicBezTo>
                <a:cubicBezTo>
                  <a:pt x="668214" y="11151"/>
                  <a:pt x="672836" y="10139"/>
                  <a:pt x="678239" y="10139"/>
                </a:cubicBezTo>
                <a:cubicBezTo>
                  <a:pt x="684569" y="10139"/>
                  <a:pt x="690033" y="11743"/>
                  <a:pt x="694633" y="14951"/>
                </a:cubicBezTo>
                <a:cubicBezTo>
                  <a:pt x="699233" y="18158"/>
                  <a:pt x="702209" y="22969"/>
                  <a:pt x="703560" y="2938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Text T">
            <a:extLst xmlns:a="http://schemas.openxmlformats.org/drawingml/2006/main">
              <a:ext uri="{FF2B5EF4-FFF2-40B4-BE49-F238E27FC236}">
                <a16:creationId xmlns:a16="http://schemas.microsoft.com/office/drawing/2014/main" id="{997AD5F1-FB68-441B-8851-917DC72C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6238" y="1590557"/>
            <a:ext cx="72293" cy="90381"/>
          </a:xfrm>
          <a:custGeom xmlns:a="http://schemas.openxmlformats.org/drawingml/2006/main">
            <a:pathLst>
              <a:path w="72293" h="90381">
                <a:moveTo>
                  <a:pt x="30134" y="10139"/>
                </a:moveTo>
                <a:lnTo>
                  <a:pt x="30134" y="90381"/>
                </a:lnTo>
                <a:lnTo>
                  <a:pt x="42161" y="90381"/>
                </a:lnTo>
                <a:lnTo>
                  <a:pt x="42161" y="10139"/>
                </a:lnTo>
                <a:lnTo>
                  <a:pt x="72293" y="10139"/>
                </a:lnTo>
                <a:lnTo>
                  <a:pt x="72293" y="0"/>
                </a:lnTo>
                <a:lnTo>
                  <a:pt x="0" y="0"/>
                </a:lnTo>
                <a:lnTo>
                  <a:pt x="0" y="10139"/>
                </a:lnTo>
                <a:lnTo>
                  <a:pt x="30134" y="101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Text ags(T">
            <a:extLst xmlns:a="http://schemas.openxmlformats.org/drawingml/2006/main">
              <a:ext uri="{FF2B5EF4-FFF2-40B4-BE49-F238E27FC236}">
                <a16:creationId xmlns:a16="http://schemas.microsoft.com/office/drawing/2014/main" id="{569A7F3A-A197-429B-8019-DE1D3BA33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9162" y="1588331"/>
            <a:ext cx="339943" cy="119066"/>
          </a:xfrm>
          <a:custGeom xmlns:a="http://schemas.openxmlformats.org/drawingml/2006/main">
            <a:pathLst>
              <a:path w="339943" h="119066">
                <a:moveTo>
                  <a:pt x="61532" y="92321"/>
                </a:moveTo>
                <a:cubicBezTo>
                  <a:pt x="59675" y="93418"/>
                  <a:pt x="57101" y="93967"/>
                  <a:pt x="53809" y="93967"/>
                </a:cubicBezTo>
                <a:cubicBezTo>
                  <a:pt x="51024" y="93967"/>
                  <a:pt x="48809" y="93186"/>
                  <a:pt x="47163" y="91625"/>
                </a:cubicBezTo>
                <a:cubicBezTo>
                  <a:pt x="45517" y="90063"/>
                  <a:pt x="44694" y="87509"/>
                  <a:pt x="44694" y="83963"/>
                </a:cubicBezTo>
                <a:cubicBezTo>
                  <a:pt x="41740" y="87509"/>
                  <a:pt x="38300" y="90063"/>
                  <a:pt x="34374" y="91625"/>
                </a:cubicBezTo>
                <a:cubicBezTo>
                  <a:pt x="30450" y="93186"/>
                  <a:pt x="26209" y="93967"/>
                  <a:pt x="21651" y="93967"/>
                </a:cubicBezTo>
                <a:cubicBezTo>
                  <a:pt x="18696" y="93967"/>
                  <a:pt x="15889" y="93629"/>
                  <a:pt x="13230" y="92954"/>
                </a:cubicBezTo>
                <a:cubicBezTo>
                  <a:pt x="10571" y="92280"/>
                  <a:pt x="8272" y="91225"/>
                  <a:pt x="6331" y="89790"/>
                </a:cubicBezTo>
                <a:cubicBezTo>
                  <a:pt x="4390" y="88355"/>
                  <a:pt x="2850" y="86478"/>
                  <a:pt x="1710" y="84159"/>
                </a:cubicBezTo>
                <a:cubicBezTo>
                  <a:pt x="570" y="81838"/>
                  <a:pt x="0" y="79032"/>
                  <a:pt x="0" y="75741"/>
                </a:cubicBezTo>
                <a:cubicBezTo>
                  <a:pt x="0" y="72028"/>
                  <a:pt x="633" y="68991"/>
                  <a:pt x="1899" y="66629"/>
                </a:cubicBezTo>
                <a:cubicBezTo>
                  <a:pt x="3165" y="64267"/>
                  <a:pt x="4832" y="62348"/>
                  <a:pt x="6899" y="60872"/>
                </a:cubicBezTo>
                <a:cubicBezTo>
                  <a:pt x="8967" y="59394"/>
                  <a:pt x="11330" y="58276"/>
                  <a:pt x="13989" y="57516"/>
                </a:cubicBezTo>
                <a:cubicBezTo>
                  <a:pt x="16648" y="56756"/>
                  <a:pt x="19371" y="56123"/>
                  <a:pt x="22157" y="55617"/>
                </a:cubicBezTo>
                <a:cubicBezTo>
                  <a:pt x="25111" y="55027"/>
                  <a:pt x="27918" y="54585"/>
                  <a:pt x="30576" y="54290"/>
                </a:cubicBezTo>
                <a:cubicBezTo>
                  <a:pt x="33234" y="53994"/>
                  <a:pt x="35576" y="53571"/>
                  <a:pt x="37602" y="53022"/>
                </a:cubicBezTo>
                <a:cubicBezTo>
                  <a:pt x="39628" y="52474"/>
                  <a:pt x="41232" y="51673"/>
                  <a:pt x="42413" y="50619"/>
                </a:cubicBezTo>
                <a:cubicBezTo>
                  <a:pt x="43595" y="49564"/>
                  <a:pt x="44186" y="48024"/>
                  <a:pt x="44186" y="45998"/>
                </a:cubicBezTo>
                <a:cubicBezTo>
                  <a:pt x="44186" y="43636"/>
                  <a:pt x="43743" y="41738"/>
                  <a:pt x="42857" y="40303"/>
                </a:cubicBezTo>
                <a:cubicBezTo>
                  <a:pt x="41971" y="38868"/>
                  <a:pt x="40831" y="37772"/>
                  <a:pt x="39437" y="37013"/>
                </a:cubicBezTo>
                <a:cubicBezTo>
                  <a:pt x="38045" y="36253"/>
                  <a:pt x="36484" y="35747"/>
                  <a:pt x="34753" y="35494"/>
                </a:cubicBezTo>
                <a:cubicBezTo>
                  <a:pt x="33023" y="35241"/>
                  <a:pt x="31315" y="35114"/>
                  <a:pt x="29627" y="35114"/>
                </a:cubicBezTo>
                <a:cubicBezTo>
                  <a:pt x="25069" y="35114"/>
                  <a:pt x="21271" y="35976"/>
                  <a:pt x="18233" y="37701"/>
                </a:cubicBezTo>
                <a:cubicBezTo>
                  <a:pt x="15195" y="39425"/>
                  <a:pt x="13549" y="42684"/>
                  <a:pt x="13295" y="47478"/>
                </a:cubicBezTo>
                <a:lnTo>
                  <a:pt x="2533" y="47478"/>
                </a:lnTo>
                <a:cubicBezTo>
                  <a:pt x="2701" y="43430"/>
                  <a:pt x="3545" y="40014"/>
                  <a:pt x="5063" y="37231"/>
                </a:cubicBezTo>
                <a:cubicBezTo>
                  <a:pt x="6583" y="34448"/>
                  <a:pt x="8609" y="32192"/>
                  <a:pt x="11141" y="30464"/>
                </a:cubicBezTo>
                <a:cubicBezTo>
                  <a:pt x="13673" y="28735"/>
                  <a:pt x="16564" y="27492"/>
                  <a:pt x="19813" y="26733"/>
                </a:cubicBezTo>
                <a:cubicBezTo>
                  <a:pt x="23064" y="25974"/>
                  <a:pt x="26546" y="25594"/>
                  <a:pt x="30259" y="25594"/>
                </a:cubicBezTo>
                <a:cubicBezTo>
                  <a:pt x="33214" y="25594"/>
                  <a:pt x="36147" y="25805"/>
                  <a:pt x="39059" y="26227"/>
                </a:cubicBezTo>
                <a:cubicBezTo>
                  <a:pt x="41971" y="26648"/>
                  <a:pt x="44608" y="27513"/>
                  <a:pt x="46972" y="28822"/>
                </a:cubicBezTo>
                <a:cubicBezTo>
                  <a:pt x="49335" y="30129"/>
                  <a:pt x="51234" y="31964"/>
                  <a:pt x="52669" y="34328"/>
                </a:cubicBezTo>
                <a:cubicBezTo>
                  <a:pt x="54104" y="36690"/>
                  <a:pt x="54821" y="39769"/>
                  <a:pt x="54821" y="43566"/>
                </a:cubicBezTo>
                <a:lnTo>
                  <a:pt x="54821" y="77229"/>
                </a:lnTo>
                <a:cubicBezTo>
                  <a:pt x="54821" y="79761"/>
                  <a:pt x="54968" y="81618"/>
                  <a:pt x="55263" y="82799"/>
                </a:cubicBezTo>
                <a:cubicBezTo>
                  <a:pt x="55560" y="83980"/>
                  <a:pt x="56552" y="84570"/>
                  <a:pt x="58240" y="84570"/>
                </a:cubicBezTo>
                <a:cubicBezTo>
                  <a:pt x="59169" y="84570"/>
                  <a:pt x="60266" y="84368"/>
                  <a:pt x="61532" y="83963"/>
                </a:cubicBezTo>
                <a:lnTo>
                  <a:pt x="61532" y="92321"/>
                </a:lnTo>
                <a:moveTo>
                  <a:pt x="44060" y="58768"/>
                </a:moveTo>
                <a:cubicBezTo>
                  <a:pt x="42709" y="59780"/>
                  <a:pt x="40937" y="60518"/>
                  <a:pt x="38742" y="60982"/>
                </a:cubicBezTo>
                <a:cubicBezTo>
                  <a:pt x="36549" y="61445"/>
                  <a:pt x="34249" y="61825"/>
                  <a:pt x="31843" y="62120"/>
                </a:cubicBezTo>
                <a:cubicBezTo>
                  <a:pt x="29437" y="62415"/>
                  <a:pt x="27010" y="62752"/>
                  <a:pt x="24562" y="63132"/>
                </a:cubicBezTo>
                <a:cubicBezTo>
                  <a:pt x="22115" y="63511"/>
                  <a:pt x="19921" y="64122"/>
                  <a:pt x="17980" y="64965"/>
                </a:cubicBezTo>
                <a:cubicBezTo>
                  <a:pt x="16039" y="65809"/>
                  <a:pt x="14456" y="67011"/>
                  <a:pt x="13231" y="68570"/>
                </a:cubicBezTo>
                <a:cubicBezTo>
                  <a:pt x="12008" y="70130"/>
                  <a:pt x="11396" y="72259"/>
                  <a:pt x="11396" y="74957"/>
                </a:cubicBezTo>
                <a:cubicBezTo>
                  <a:pt x="11396" y="76728"/>
                  <a:pt x="11755" y="78225"/>
                  <a:pt x="12472" y="79449"/>
                </a:cubicBezTo>
                <a:cubicBezTo>
                  <a:pt x="13190" y="80671"/>
                  <a:pt x="14118" y="81661"/>
                  <a:pt x="15258" y="82420"/>
                </a:cubicBezTo>
                <a:cubicBezTo>
                  <a:pt x="16398" y="83178"/>
                  <a:pt x="17727" y="83726"/>
                  <a:pt x="19245" y="84064"/>
                </a:cubicBezTo>
                <a:cubicBezTo>
                  <a:pt x="20765" y="84401"/>
                  <a:pt x="22369" y="84570"/>
                  <a:pt x="24056" y="84570"/>
                </a:cubicBezTo>
                <a:cubicBezTo>
                  <a:pt x="27601" y="84570"/>
                  <a:pt x="30640" y="84085"/>
                  <a:pt x="33172" y="83115"/>
                </a:cubicBezTo>
                <a:cubicBezTo>
                  <a:pt x="35704" y="82146"/>
                  <a:pt x="37772" y="80923"/>
                  <a:pt x="39376" y="79449"/>
                </a:cubicBezTo>
                <a:cubicBezTo>
                  <a:pt x="40979" y="77973"/>
                  <a:pt x="42161" y="76371"/>
                  <a:pt x="42921" y="74642"/>
                </a:cubicBezTo>
                <a:cubicBezTo>
                  <a:pt x="43681" y="72912"/>
                  <a:pt x="44060" y="71289"/>
                  <a:pt x="44060" y="69772"/>
                </a:cubicBezTo>
                <a:lnTo>
                  <a:pt x="44060" y="58768"/>
                </a:lnTo>
                <a:close/>
                <a:moveTo>
                  <a:pt x="128000" y="87022"/>
                </a:moveTo>
                <a:lnTo>
                  <a:pt x="128000" y="27114"/>
                </a:lnTo>
                <a:lnTo>
                  <a:pt x="117872" y="27114"/>
                </a:lnTo>
                <a:lnTo>
                  <a:pt x="117872" y="36486"/>
                </a:lnTo>
                <a:lnTo>
                  <a:pt x="117746" y="36486"/>
                </a:lnTo>
                <a:cubicBezTo>
                  <a:pt x="115805" y="32855"/>
                  <a:pt x="113104" y="30132"/>
                  <a:pt x="109644" y="28318"/>
                </a:cubicBezTo>
                <a:cubicBezTo>
                  <a:pt x="106183" y="26502"/>
                  <a:pt x="102384" y="25594"/>
                  <a:pt x="98248" y="25594"/>
                </a:cubicBezTo>
                <a:cubicBezTo>
                  <a:pt x="92592" y="25594"/>
                  <a:pt x="87823" y="26670"/>
                  <a:pt x="83940" y="28824"/>
                </a:cubicBezTo>
                <a:cubicBezTo>
                  <a:pt x="80058" y="30976"/>
                  <a:pt x="76936" y="33720"/>
                  <a:pt x="74572" y="37055"/>
                </a:cubicBezTo>
                <a:cubicBezTo>
                  <a:pt x="72209" y="40391"/>
                  <a:pt x="70521" y="44107"/>
                  <a:pt x="69507" y="48202"/>
                </a:cubicBezTo>
                <a:cubicBezTo>
                  <a:pt x="68495" y="52297"/>
                  <a:pt x="67988" y="56285"/>
                  <a:pt x="67988" y="60168"/>
                </a:cubicBezTo>
                <a:cubicBezTo>
                  <a:pt x="67988" y="64644"/>
                  <a:pt x="68600" y="68887"/>
                  <a:pt x="69824" y="72898"/>
                </a:cubicBezTo>
                <a:cubicBezTo>
                  <a:pt x="71049" y="76908"/>
                  <a:pt x="72885" y="80413"/>
                  <a:pt x="75332" y="83411"/>
                </a:cubicBezTo>
                <a:cubicBezTo>
                  <a:pt x="77780" y="86408"/>
                  <a:pt x="80819" y="88793"/>
                  <a:pt x="84448" y="90567"/>
                </a:cubicBezTo>
                <a:cubicBezTo>
                  <a:pt x="88077" y="92339"/>
                  <a:pt x="92340" y="93225"/>
                  <a:pt x="97235" y="93225"/>
                </a:cubicBezTo>
                <a:cubicBezTo>
                  <a:pt x="101454" y="93225"/>
                  <a:pt x="105442" y="92276"/>
                  <a:pt x="109197" y="90377"/>
                </a:cubicBezTo>
                <a:cubicBezTo>
                  <a:pt x="112954" y="88478"/>
                  <a:pt x="115761" y="85502"/>
                  <a:pt x="117619" y="81450"/>
                </a:cubicBezTo>
                <a:lnTo>
                  <a:pt x="117872" y="81450"/>
                </a:lnTo>
                <a:lnTo>
                  <a:pt x="117872" y="85754"/>
                </a:lnTo>
                <a:cubicBezTo>
                  <a:pt x="117872" y="89384"/>
                  <a:pt x="117513" y="92716"/>
                  <a:pt x="116796" y="95750"/>
                </a:cubicBezTo>
                <a:cubicBezTo>
                  <a:pt x="116078" y="98784"/>
                  <a:pt x="114918" y="101376"/>
                  <a:pt x="113314" y="103524"/>
                </a:cubicBezTo>
                <a:cubicBezTo>
                  <a:pt x="111711" y="105672"/>
                  <a:pt x="109685" y="107357"/>
                  <a:pt x="107237" y="108578"/>
                </a:cubicBezTo>
                <a:cubicBezTo>
                  <a:pt x="104790" y="109800"/>
                  <a:pt x="101793" y="110411"/>
                  <a:pt x="98248" y="110411"/>
                </a:cubicBezTo>
                <a:cubicBezTo>
                  <a:pt x="96475" y="110411"/>
                  <a:pt x="94619" y="110221"/>
                  <a:pt x="92678" y="109841"/>
                </a:cubicBezTo>
                <a:cubicBezTo>
                  <a:pt x="90737" y="109461"/>
                  <a:pt x="88944" y="108849"/>
                  <a:pt x="87298" y="108004"/>
                </a:cubicBezTo>
                <a:cubicBezTo>
                  <a:pt x="85652" y="107160"/>
                  <a:pt x="84259" y="106063"/>
                  <a:pt x="83119" y="104712"/>
                </a:cubicBezTo>
                <a:cubicBezTo>
                  <a:pt x="81980" y="103362"/>
                  <a:pt x="81369" y="101717"/>
                  <a:pt x="81284" y="99776"/>
                </a:cubicBezTo>
                <a:lnTo>
                  <a:pt x="70521" y="99776"/>
                </a:lnTo>
                <a:cubicBezTo>
                  <a:pt x="70690" y="103320"/>
                  <a:pt x="71618" y="106318"/>
                  <a:pt x="73305" y="108769"/>
                </a:cubicBezTo>
                <a:cubicBezTo>
                  <a:pt x="74994" y="111221"/>
                  <a:pt x="77125" y="113211"/>
                  <a:pt x="79700" y="114738"/>
                </a:cubicBezTo>
                <a:cubicBezTo>
                  <a:pt x="82274" y="116266"/>
                  <a:pt x="85144" y="117369"/>
                  <a:pt x="88308" y="118048"/>
                </a:cubicBezTo>
                <a:cubicBezTo>
                  <a:pt x="91474" y="118726"/>
                  <a:pt x="94576" y="119066"/>
                  <a:pt x="97616" y="119066"/>
                </a:cubicBezTo>
                <a:cubicBezTo>
                  <a:pt x="108081" y="119066"/>
                  <a:pt x="115762" y="116406"/>
                  <a:pt x="120657" y="111085"/>
                </a:cubicBezTo>
                <a:cubicBezTo>
                  <a:pt x="125553" y="105766"/>
                  <a:pt x="128000" y="97745"/>
                  <a:pt x="128000" y="87022"/>
                </a:cubicBezTo>
                <a:moveTo>
                  <a:pt x="97869" y="83828"/>
                </a:moveTo>
                <a:cubicBezTo>
                  <a:pt x="94323" y="83828"/>
                  <a:pt x="91369" y="83090"/>
                  <a:pt x="89005" y="81614"/>
                </a:cubicBezTo>
                <a:cubicBezTo>
                  <a:pt x="86643" y="80138"/>
                  <a:pt x="84744" y="78198"/>
                  <a:pt x="83308" y="75794"/>
                </a:cubicBezTo>
                <a:cubicBezTo>
                  <a:pt x="81874" y="73389"/>
                  <a:pt x="80861" y="70711"/>
                  <a:pt x="80269" y="67759"/>
                </a:cubicBezTo>
                <a:cubicBezTo>
                  <a:pt x="79680" y="64807"/>
                  <a:pt x="79385" y="61854"/>
                  <a:pt x="79385" y="58901"/>
                </a:cubicBezTo>
                <a:cubicBezTo>
                  <a:pt x="79385" y="55781"/>
                  <a:pt x="79743" y="52786"/>
                  <a:pt x="80461" y="49918"/>
                </a:cubicBezTo>
                <a:cubicBezTo>
                  <a:pt x="81178" y="47050"/>
                  <a:pt x="82317" y="44519"/>
                  <a:pt x="83878" y="42326"/>
                </a:cubicBezTo>
                <a:cubicBezTo>
                  <a:pt x="85440" y="40132"/>
                  <a:pt x="87445" y="38382"/>
                  <a:pt x="89892" y="37075"/>
                </a:cubicBezTo>
                <a:cubicBezTo>
                  <a:pt x="92341" y="35768"/>
                  <a:pt x="95295" y="35114"/>
                  <a:pt x="98756" y="35114"/>
                </a:cubicBezTo>
                <a:cubicBezTo>
                  <a:pt x="102131" y="35114"/>
                  <a:pt x="105001" y="35789"/>
                  <a:pt x="107364" y="37139"/>
                </a:cubicBezTo>
                <a:cubicBezTo>
                  <a:pt x="109727" y="38488"/>
                  <a:pt x="111647" y="40281"/>
                  <a:pt x="113123" y="42517"/>
                </a:cubicBezTo>
                <a:cubicBezTo>
                  <a:pt x="114600" y="44751"/>
                  <a:pt x="115676" y="47261"/>
                  <a:pt x="116351" y="50045"/>
                </a:cubicBezTo>
                <a:cubicBezTo>
                  <a:pt x="117027" y="52829"/>
                  <a:pt x="117365" y="55654"/>
                  <a:pt x="117365" y="58523"/>
                </a:cubicBezTo>
                <a:cubicBezTo>
                  <a:pt x="117365" y="61559"/>
                  <a:pt x="117007" y="64596"/>
                  <a:pt x="116289" y="67633"/>
                </a:cubicBezTo>
                <a:cubicBezTo>
                  <a:pt x="115572" y="70669"/>
                  <a:pt x="114453" y="73389"/>
                  <a:pt x="112934" y="75794"/>
                </a:cubicBezTo>
                <a:cubicBezTo>
                  <a:pt x="111415" y="78198"/>
                  <a:pt x="109411" y="80138"/>
                  <a:pt x="106920" y="81614"/>
                </a:cubicBezTo>
                <a:cubicBezTo>
                  <a:pt x="104430" y="83090"/>
                  <a:pt x="101413" y="83828"/>
                  <a:pt x="97869" y="83828"/>
                </a:cubicBezTo>
                <a:close/>
                <a:moveTo>
                  <a:pt x="150790" y="71959"/>
                </a:moveTo>
                <a:lnTo>
                  <a:pt x="140030" y="71959"/>
                </a:lnTo>
                <a:cubicBezTo>
                  <a:pt x="140199" y="76007"/>
                  <a:pt x="141042" y="79443"/>
                  <a:pt x="142561" y="82267"/>
                </a:cubicBezTo>
                <a:cubicBezTo>
                  <a:pt x="144080" y="85092"/>
                  <a:pt x="146106" y="87369"/>
                  <a:pt x="148638" y="89098"/>
                </a:cubicBezTo>
                <a:cubicBezTo>
                  <a:pt x="151170" y="90827"/>
                  <a:pt x="154082" y="92070"/>
                  <a:pt x="157374" y="92829"/>
                </a:cubicBezTo>
                <a:cubicBezTo>
                  <a:pt x="160666" y="93587"/>
                  <a:pt x="164127" y="93967"/>
                  <a:pt x="167756" y="93967"/>
                </a:cubicBezTo>
                <a:cubicBezTo>
                  <a:pt x="171048" y="93967"/>
                  <a:pt x="174361" y="93650"/>
                  <a:pt x="177694" y="93016"/>
                </a:cubicBezTo>
                <a:cubicBezTo>
                  <a:pt x="181028" y="92384"/>
                  <a:pt x="184025" y="91267"/>
                  <a:pt x="186683" y="89664"/>
                </a:cubicBezTo>
                <a:cubicBezTo>
                  <a:pt x="189342" y="88061"/>
                  <a:pt x="191495" y="85951"/>
                  <a:pt x="193141" y="83336"/>
                </a:cubicBezTo>
                <a:cubicBezTo>
                  <a:pt x="194787" y="80720"/>
                  <a:pt x="195610" y="77429"/>
                  <a:pt x="195610" y="73464"/>
                </a:cubicBezTo>
                <a:cubicBezTo>
                  <a:pt x="195610" y="70342"/>
                  <a:pt x="194998" y="67726"/>
                  <a:pt x="193773" y="65616"/>
                </a:cubicBezTo>
                <a:cubicBezTo>
                  <a:pt x="192549" y="63507"/>
                  <a:pt x="190946" y="61756"/>
                  <a:pt x="188963" y="60364"/>
                </a:cubicBezTo>
                <a:cubicBezTo>
                  <a:pt x="186979" y="58971"/>
                  <a:pt x="184700" y="57853"/>
                  <a:pt x="182126" y="57010"/>
                </a:cubicBezTo>
                <a:cubicBezTo>
                  <a:pt x="179552" y="56166"/>
                  <a:pt x="176915" y="55449"/>
                  <a:pt x="174215" y="54858"/>
                </a:cubicBezTo>
                <a:cubicBezTo>
                  <a:pt x="171681" y="54268"/>
                  <a:pt x="169148" y="53699"/>
                  <a:pt x="166616" y="53150"/>
                </a:cubicBezTo>
                <a:cubicBezTo>
                  <a:pt x="164084" y="52601"/>
                  <a:pt x="161805" y="51926"/>
                  <a:pt x="159779" y="51125"/>
                </a:cubicBezTo>
                <a:cubicBezTo>
                  <a:pt x="157755" y="50323"/>
                  <a:pt x="156088" y="49310"/>
                  <a:pt x="154780" y="48086"/>
                </a:cubicBezTo>
                <a:cubicBezTo>
                  <a:pt x="153471" y="46863"/>
                  <a:pt x="152817" y="45323"/>
                  <a:pt x="152817" y="43467"/>
                </a:cubicBezTo>
                <a:cubicBezTo>
                  <a:pt x="152817" y="41780"/>
                  <a:pt x="153239" y="40409"/>
                  <a:pt x="154082" y="39354"/>
                </a:cubicBezTo>
                <a:cubicBezTo>
                  <a:pt x="154927" y="38300"/>
                  <a:pt x="156025" y="37456"/>
                  <a:pt x="157374" y="36824"/>
                </a:cubicBezTo>
                <a:cubicBezTo>
                  <a:pt x="158725" y="36190"/>
                  <a:pt x="160224" y="35747"/>
                  <a:pt x="161870" y="35494"/>
                </a:cubicBezTo>
                <a:cubicBezTo>
                  <a:pt x="163516" y="35241"/>
                  <a:pt x="165140" y="35114"/>
                  <a:pt x="166744" y="35114"/>
                </a:cubicBezTo>
                <a:cubicBezTo>
                  <a:pt x="168516" y="35114"/>
                  <a:pt x="170267" y="35304"/>
                  <a:pt x="171997" y="35684"/>
                </a:cubicBezTo>
                <a:cubicBezTo>
                  <a:pt x="173728" y="36062"/>
                  <a:pt x="175311" y="36674"/>
                  <a:pt x="176745" y="37517"/>
                </a:cubicBezTo>
                <a:cubicBezTo>
                  <a:pt x="178180" y="38361"/>
                  <a:pt x="179362" y="39478"/>
                  <a:pt x="180290" y="40869"/>
                </a:cubicBezTo>
                <a:cubicBezTo>
                  <a:pt x="181219" y="42260"/>
                  <a:pt x="181768" y="44010"/>
                  <a:pt x="181936" y="46118"/>
                </a:cubicBezTo>
                <a:lnTo>
                  <a:pt x="192699" y="46118"/>
                </a:lnTo>
                <a:cubicBezTo>
                  <a:pt x="192445" y="42149"/>
                  <a:pt x="191601" y="38833"/>
                  <a:pt x="190166" y="36173"/>
                </a:cubicBezTo>
                <a:cubicBezTo>
                  <a:pt x="188731" y="33512"/>
                  <a:pt x="186811" y="31400"/>
                  <a:pt x="184405" y="29838"/>
                </a:cubicBezTo>
                <a:cubicBezTo>
                  <a:pt x="182001" y="28276"/>
                  <a:pt x="179237" y="27178"/>
                  <a:pt x="176114" y="26544"/>
                </a:cubicBezTo>
                <a:cubicBezTo>
                  <a:pt x="172990" y="25910"/>
                  <a:pt x="169572" y="25594"/>
                  <a:pt x="165857" y="25594"/>
                </a:cubicBezTo>
                <a:cubicBezTo>
                  <a:pt x="162988" y="25594"/>
                  <a:pt x="160097" y="25952"/>
                  <a:pt x="157185" y="26670"/>
                </a:cubicBezTo>
                <a:cubicBezTo>
                  <a:pt x="154273" y="27387"/>
                  <a:pt x="151657" y="28484"/>
                  <a:pt x="149336" y="29962"/>
                </a:cubicBezTo>
                <a:cubicBezTo>
                  <a:pt x="147015" y="31438"/>
                  <a:pt x="145116" y="33357"/>
                  <a:pt x="143639" y="35719"/>
                </a:cubicBezTo>
                <a:cubicBezTo>
                  <a:pt x="142161" y="38081"/>
                  <a:pt x="141423" y="40907"/>
                  <a:pt x="141423" y="44198"/>
                </a:cubicBezTo>
                <a:cubicBezTo>
                  <a:pt x="141423" y="48417"/>
                  <a:pt x="142478" y="51707"/>
                  <a:pt x="144587" y="54070"/>
                </a:cubicBezTo>
                <a:cubicBezTo>
                  <a:pt x="146698" y="56432"/>
                  <a:pt x="149336" y="58267"/>
                  <a:pt x="152500" y="59575"/>
                </a:cubicBezTo>
                <a:cubicBezTo>
                  <a:pt x="155666" y="60883"/>
                  <a:pt x="159105" y="61895"/>
                  <a:pt x="162818" y="62612"/>
                </a:cubicBezTo>
                <a:cubicBezTo>
                  <a:pt x="166533" y="63330"/>
                  <a:pt x="169972" y="64131"/>
                  <a:pt x="173137" y="65017"/>
                </a:cubicBezTo>
                <a:cubicBezTo>
                  <a:pt x="176302" y="65902"/>
                  <a:pt x="178940" y="67062"/>
                  <a:pt x="181050" y="68497"/>
                </a:cubicBezTo>
                <a:cubicBezTo>
                  <a:pt x="183160" y="69932"/>
                  <a:pt x="184216" y="72041"/>
                  <a:pt x="184216" y="74826"/>
                </a:cubicBezTo>
                <a:cubicBezTo>
                  <a:pt x="184216" y="76850"/>
                  <a:pt x="183709" y="78517"/>
                  <a:pt x="182695" y="79825"/>
                </a:cubicBezTo>
                <a:cubicBezTo>
                  <a:pt x="181683" y="81133"/>
                  <a:pt x="180396" y="82124"/>
                  <a:pt x="178834" y="82799"/>
                </a:cubicBezTo>
                <a:cubicBezTo>
                  <a:pt x="177273" y="83473"/>
                  <a:pt x="175564" y="83938"/>
                  <a:pt x="173706" y="84191"/>
                </a:cubicBezTo>
                <a:cubicBezTo>
                  <a:pt x="171851" y="84444"/>
                  <a:pt x="170078" y="84570"/>
                  <a:pt x="168390" y="84570"/>
                </a:cubicBezTo>
                <a:cubicBezTo>
                  <a:pt x="166195" y="84570"/>
                  <a:pt x="164064" y="84360"/>
                  <a:pt x="161995" y="83940"/>
                </a:cubicBezTo>
                <a:cubicBezTo>
                  <a:pt x="159927" y="83519"/>
                  <a:pt x="158070" y="82826"/>
                  <a:pt x="156424" y="81860"/>
                </a:cubicBezTo>
                <a:cubicBezTo>
                  <a:pt x="154778" y="80892"/>
                  <a:pt x="153449" y="79589"/>
                  <a:pt x="152436" y="77950"/>
                </a:cubicBezTo>
                <a:cubicBezTo>
                  <a:pt x="151424" y="76310"/>
                  <a:pt x="150875" y="74313"/>
                  <a:pt x="150790" y="71959"/>
                </a:cubicBezTo>
                <a:close/>
                <a:moveTo>
                  <a:pt x="260433" y="117582"/>
                </a:moveTo>
                <a:lnTo>
                  <a:pt x="268663" y="117582"/>
                </a:lnTo>
                <a:cubicBezTo>
                  <a:pt x="262670" y="107869"/>
                  <a:pt x="258387" y="98239"/>
                  <a:pt x="255812" y="88695"/>
                </a:cubicBezTo>
                <a:cubicBezTo>
                  <a:pt x="253237" y="79149"/>
                  <a:pt x="251950" y="69054"/>
                  <a:pt x="251950" y="58410"/>
                </a:cubicBezTo>
                <a:cubicBezTo>
                  <a:pt x="251950" y="48021"/>
                  <a:pt x="253216" y="38096"/>
                  <a:pt x="255748" y="28636"/>
                </a:cubicBezTo>
                <a:cubicBezTo>
                  <a:pt x="258282" y="19175"/>
                  <a:pt x="262586" y="9630"/>
                  <a:pt x="268663" y="0"/>
                </a:cubicBezTo>
                <a:lnTo>
                  <a:pt x="260433" y="0"/>
                </a:lnTo>
                <a:cubicBezTo>
                  <a:pt x="253849" y="8700"/>
                  <a:pt x="248890" y="18118"/>
                  <a:pt x="245556" y="28256"/>
                </a:cubicBezTo>
                <a:cubicBezTo>
                  <a:pt x="242222" y="38392"/>
                  <a:pt x="240556" y="48443"/>
                  <a:pt x="240556" y="58410"/>
                </a:cubicBezTo>
                <a:cubicBezTo>
                  <a:pt x="240556" y="63986"/>
                  <a:pt x="241020" y="69308"/>
                  <a:pt x="241949" y="74376"/>
                </a:cubicBezTo>
                <a:cubicBezTo>
                  <a:pt x="242877" y="79444"/>
                  <a:pt x="244207" y="84385"/>
                  <a:pt x="245936" y="89201"/>
                </a:cubicBezTo>
                <a:cubicBezTo>
                  <a:pt x="247667" y="94015"/>
                  <a:pt x="249756" y="98766"/>
                  <a:pt x="252203" y="103454"/>
                </a:cubicBezTo>
                <a:cubicBezTo>
                  <a:pt x="254652" y="108142"/>
                  <a:pt x="257395" y="112852"/>
                  <a:pt x="260433" y="117582"/>
                </a:cubicBezTo>
                <a:close/>
                <a:moveTo>
                  <a:pt x="297784" y="12364"/>
                </a:moveTo>
                <a:lnTo>
                  <a:pt x="297784" y="92607"/>
                </a:lnTo>
                <a:lnTo>
                  <a:pt x="309811" y="92607"/>
                </a:lnTo>
                <a:lnTo>
                  <a:pt x="309811" y="12364"/>
                </a:lnTo>
                <a:lnTo>
                  <a:pt x="339943" y="12364"/>
                </a:lnTo>
                <a:lnTo>
                  <a:pt x="339943" y="2226"/>
                </a:lnTo>
                <a:lnTo>
                  <a:pt x="267650" y="2226"/>
                </a:lnTo>
                <a:lnTo>
                  <a:pt x="267650" y="12364"/>
                </a:lnTo>
                <a:lnTo>
                  <a:pt x="297784" y="123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Text i">
            <a:extLst xmlns:a="http://schemas.openxmlformats.org/drawingml/2006/main">
              <a:ext uri="{FF2B5EF4-FFF2-40B4-BE49-F238E27FC236}">
                <a16:creationId xmlns:a16="http://schemas.microsoft.com/office/drawing/2014/main" id="{605C2F22-67CD-4AFC-96AB-48A7999EE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967" y="1644817"/>
            <a:ext cx="10763" cy="90381"/>
          </a:xfrm>
          <a:custGeom xmlns:a="http://schemas.openxmlformats.org/drawingml/2006/main">
            <a:pathLst>
              <a:path w="10763" h="90381">
                <a:moveTo>
                  <a:pt x="10763" y="13230"/>
                </a:moveTo>
                <a:lnTo>
                  <a:pt x="10763" y="0"/>
                </a:lnTo>
                <a:lnTo>
                  <a:pt x="0" y="0"/>
                </a:lnTo>
                <a:lnTo>
                  <a:pt x="0" y="13230"/>
                </a:lnTo>
                <a:lnTo>
                  <a:pt x="10763" y="13230"/>
                </a:lnTo>
                <a:moveTo>
                  <a:pt x="0" y="24925"/>
                </a:moveTo>
                <a:lnTo>
                  <a:pt x="0" y="90381"/>
                </a:lnTo>
                <a:lnTo>
                  <a:pt x="10763" y="90381"/>
                </a:lnTo>
                <a:lnTo>
                  <a:pt x="10763" y="24925"/>
                </a:lnTo>
                <a:lnTo>
                  <a:pt x="0" y="249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Text )">
            <a:extLst xmlns:a="http://schemas.openxmlformats.org/drawingml/2006/main">
              <a:ext uri="{FF2B5EF4-FFF2-40B4-BE49-F238E27FC236}">
                <a16:creationId xmlns:a16="http://schemas.microsoft.com/office/drawing/2014/main" id="{646FBBD7-0AC0-4FCC-BF19-9AA1335B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198" y="1588331"/>
            <a:ext cx="27981" cy="117582"/>
          </a:xfrm>
          <a:custGeom xmlns:a="http://schemas.openxmlformats.org/drawingml/2006/main">
            <a:pathLst>
              <a:path w="27981" h="117582">
                <a:moveTo>
                  <a:pt x="0" y="117582"/>
                </a:moveTo>
                <a:lnTo>
                  <a:pt x="8102" y="117582"/>
                </a:lnTo>
                <a:cubicBezTo>
                  <a:pt x="14686" y="108882"/>
                  <a:pt x="19645" y="99485"/>
                  <a:pt x="22980" y="89392"/>
                </a:cubicBezTo>
                <a:cubicBezTo>
                  <a:pt x="26314" y="79297"/>
                  <a:pt x="27981" y="69266"/>
                  <a:pt x="27981" y="59297"/>
                </a:cubicBezTo>
                <a:cubicBezTo>
                  <a:pt x="27981" y="53723"/>
                  <a:pt x="27517" y="48402"/>
                  <a:pt x="26588" y="43334"/>
                </a:cubicBezTo>
                <a:cubicBezTo>
                  <a:pt x="25660" y="38265"/>
                  <a:pt x="24330" y="33302"/>
                  <a:pt x="22599" y="28445"/>
                </a:cubicBezTo>
                <a:cubicBezTo>
                  <a:pt x="20869" y="23588"/>
                  <a:pt x="18780" y="18816"/>
                  <a:pt x="16332" y="14128"/>
                </a:cubicBezTo>
                <a:cubicBezTo>
                  <a:pt x="13885" y="9440"/>
                  <a:pt x="11142" y="4731"/>
                  <a:pt x="8102" y="0"/>
                </a:cubicBezTo>
                <a:lnTo>
                  <a:pt x="0" y="0"/>
                </a:lnTo>
                <a:cubicBezTo>
                  <a:pt x="5909" y="9714"/>
                  <a:pt x="10150" y="19364"/>
                  <a:pt x="12723" y="28951"/>
                </a:cubicBezTo>
                <a:cubicBezTo>
                  <a:pt x="15298" y="38538"/>
                  <a:pt x="16585" y="48654"/>
                  <a:pt x="16585" y="59297"/>
                </a:cubicBezTo>
                <a:cubicBezTo>
                  <a:pt x="16585" y="69603"/>
                  <a:pt x="15319" y="79508"/>
                  <a:pt x="12787" y="89011"/>
                </a:cubicBezTo>
                <a:cubicBezTo>
                  <a:pt x="10255" y="98514"/>
                  <a:pt x="5993" y="108037"/>
                  <a:pt x="0" y="1175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727BA9-964A-4D69-8953-1D41A116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2046" y="3544026"/>
            <a:ext cx="588782" cy="10"/>
          </a:xfrm>
          <a:custGeom xmlns:a="http://schemas.openxmlformats.org/drawingml/2006/main">
            <a:pathLst>
              <a:path w="588782" h="1" fill="none">
                <a:moveTo>
                  <a:pt x="0" y="0"/>
                </a:moveTo>
                <a:lnTo>
                  <a:pt x="5887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45217" cap="rnd">
            <a:solidFill>
              <a:srgbClr val="B34400"/>
            </a:solidFill>
            <a:round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AFD4D1-49BD-4D50-9D66-08F9A18E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0827" y="3495192"/>
            <a:ext cx="130225" cy="97669"/>
          </a:xfrm>
          <a:custGeom xmlns:a="http://schemas.openxmlformats.org/drawingml/2006/main">
            <a:pathLst>
              <a:path w="130225" h="97669">
                <a:moveTo>
                  <a:pt x="130225" y="48834"/>
                </a:moveTo>
                <a:lnTo>
                  <a:pt x="0" y="0"/>
                </a:lnTo>
                <a:lnTo>
                  <a:pt x="0" y="97669"/>
                </a:lnTo>
                <a:lnTo>
                  <a:pt x="130225" y="48834"/>
                </a:lnTo>
                <a:close/>
              </a:path>
            </a:pathLst>
          </a:custGeom>
          <a:solidFill xmlns:a="http://schemas.openxmlformats.org/drawingml/2006/main">
            <a:srgbClr val="B344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C5301F-9ECE-4BCF-B6E6-A419A443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0828" y="3495191"/>
            <a:ext cx="130224" cy="97669"/>
          </a:xfrm>
          <a:custGeom xmlns:a="http://schemas.openxmlformats.org/drawingml/2006/main">
            <a:pathLst>
              <a:path w="130224" h="97669" fill="none">
                <a:moveTo>
                  <a:pt x="130224" y="48834"/>
                </a:moveTo>
                <a:lnTo>
                  <a:pt x="0" y="0"/>
                </a:lnTo>
                <a:lnTo>
                  <a:pt x="0" y="97669"/>
                </a:lnTo>
                <a:lnTo>
                  <a:pt x="130224" y="4883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5217" cap="flat">
            <a:solidFill>
              <a:srgbClr val="B34400"/>
            </a:solidFill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9B39FE-CBFA-45E7-8099-9C413C81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4707" y="2447723"/>
            <a:ext cx="961161" cy="1099648"/>
          </a:xfrm>
          <a:custGeom xmlns:a="http://schemas.openxmlformats.org/drawingml/2006/main">
            <a:pathLst>
              <a:path w="961161" h="1099648" fill="none">
                <a:moveTo>
                  <a:pt x="948049" y="1099648"/>
                </a:moveTo>
                <a:lnTo>
                  <a:pt x="961161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5217" cap="rnd">
            <a:solidFill>
              <a:srgbClr val="B34400"/>
            </a:solidFill>
            <a:round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F303BF-122F-4F36-BD9F-21257792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4483" y="2398889"/>
            <a:ext cx="130225" cy="97669"/>
          </a:xfrm>
          <a:custGeom xmlns:a="http://schemas.openxmlformats.org/drawingml/2006/main">
            <a:pathLst>
              <a:path w="130225" h="97669">
                <a:moveTo>
                  <a:pt x="0" y="48834"/>
                </a:moveTo>
                <a:lnTo>
                  <a:pt x="130225" y="97669"/>
                </a:lnTo>
                <a:lnTo>
                  <a:pt x="130225" y="0"/>
                </a:lnTo>
                <a:lnTo>
                  <a:pt x="0" y="48834"/>
                </a:lnTo>
                <a:close/>
              </a:path>
            </a:pathLst>
          </a:custGeom>
          <a:solidFill xmlns:a="http://schemas.openxmlformats.org/drawingml/2006/main">
            <a:srgbClr val="B344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E3B212-0187-4AAF-89D4-08599527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4482" y="2398890"/>
            <a:ext cx="130225" cy="97669"/>
          </a:xfrm>
          <a:custGeom xmlns:a="http://schemas.openxmlformats.org/drawingml/2006/main">
            <a:pathLst>
              <a:path w="130225" h="97669" fill="none">
                <a:moveTo>
                  <a:pt x="0" y="48834"/>
                </a:moveTo>
                <a:lnTo>
                  <a:pt x="130225" y="97669"/>
                </a:lnTo>
                <a:lnTo>
                  <a:pt x="130225" y="0"/>
                </a:lnTo>
                <a:lnTo>
                  <a:pt x="0" y="4883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5217" cap="flat">
            <a:solidFill>
              <a:srgbClr val="B34400"/>
            </a:solidFill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3D569A-8BDB-49B7-B572-ACEE0C70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6202" y="3547371"/>
            <a:ext cx="570527" cy="10"/>
          </a:xfrm>
          <a:custGeom xmlns:a="http://schemas.openxmlformats.org/drawingml/2006/main">
            <a:pathLst>
              <a:path w="570527" h="1" fill="none">
                <a:moveTo>
                  <a:pt x="0" y="0"/>
                </a:moveTo>
                <a:lnTo>
                  <a:pt x="570527" y="0"/>
                </a:lnTo>
              </a:path>
            </a:pathLst>
          </a:custGeom>
          <a:noFill xmlns:a="http://schemas.openxmlformats.org/drawingml/2006/main"/>
          <a:ln xmlns:a="http://schemas.openxmlformats.org/drawingml/2006/main" w="45217" cap="rnd">
            <a:solidFill>
              <a:srgbClr val="B34400"/>
            </a:solidFill>
            <a:round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43DBEF-C8A7-4FDA-9BDA-E07F5F97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6727" y="3498537"/>
            <a:ext cx="130225" cy="97669"/>
          </a:xfrm>
          <a:custGeom xmlns:a="http://schemas.openxmlformats.org/drawingml/2006/main">
            <a:pathLst>
              <a:path w="130225" h="97669">
                <a:moveTo>
                  <a:pt x="130225" y="48834"/>
                </a:moveTo>
                <a:lnTo>
                  <a:pt x="0" y="0"/>
                </a:lnTo>
                <a:lnTo>
                  <a:pt x="0" y="97669"/>
                </a:lnTo>
                <a:lnTo>
                  <a:pt x="130225" y="48834"/>
                </a:lnTo>
                <a:close/>
              </a:path>
            </a:pathLst>
          </a:custGeom>
          <a:solidFill xmlns:a="http://schemas.openxmlformats.org/drawingml/2006/main">
            <a:srgbClr val="B344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0AAA5E-2064-49A9-A8B0-BE24D85D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6729" y="3498537"/>
            <a:ext cx="130224" cy="97669"/>
          </a:xfrm>
          <a:custGeom xmlns:a="http://schemas.openxmlformats.org/drawingml/2006/main">
            <a:pathLst>
              <a:path w="130224" h="97669" fill="none">
                <a:moveTo>
                  <a:pt x="130224" y="48834"/>
                </a:moveTo>
                <a:lnTo>
                  <a:pt x="0" y="0"/>
                </a:lnTo>
                <a:lnTo>
                  <a:pt x="0" y="97669"/>
                </a:lnTo>
                <a:lnTo>
                  <a:pt x="130224" y="4883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5217" cap="flat">
            <a:solidFill>
              <a:srgbClr val="B34400"/>
            </a:solidFill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4D2662-B260-43E2-9B17-23F20998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711" y="2953760"/>
            <a:ext cx="10" cy="340395"/>
          </a:xfrm>
          <a:custGeom xmlns:a="http://schemas.openxmlformats.org/drawingml/2006/main">
            <a:pathLst>
              <a:path w="1" h="340395" fill="none">
                <a:moveTo>
                  <a:pt x="0" y="3403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5217" cap="rnd">
            <a:solidFill>
              <a:srgbClr val="B34400"/>
            </a:solidFill>
            <a:round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D6829F-3806-467B-8952-70319E60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6881" y="2823536"/>
            <a:ext cx="97669" cy="130225"/>
          </a:xfrm>
          <a:custGeom xmlns:a="http://schemas.openxmlformats.org/drawingml/2006/main">
            <a:pathLst>
              <a:path w="97669" h="130225">
                <a:moveTo>
                  <a:pt x="48834" y="0"/>
                </a:moveTo>
                <a:lnTo>
                  <a:pt x="0" y="130225"/>
                </a:lnTo>
                <a:lnTo>
                  <a:pt x="97669" y="130225"/>
                </a:lnTo>
                <a:lnTo>
                  <a:pt x="48834" y="0"/>
                </a:lnTo>
                <a:close/>
              </a:path>
            </a:pathLst>
          </a:custGeom>
          <a:solidFill xmlns:a="http://schemas.openxmlformats.org/drawingml/2006/main">
            <a:srgbClr val="B344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C40A70-F56A-4BC9-8884-7B132DA7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6876" y="2823535"/>
            <a:ext cx="97670" cy="130225"/>
          </a:xfrm>
          <a:custGeom xmlns:a="http://schemas.openxmlformats.org/drawingml/2006/main">
            <a:pathLst>
              <a:path w="97670" h="130225" fill="none">
                <a:moveTo>
                  <a:pt x="48835" y="0"/>
                </a:moveTo>
                <a:lnTo>
                  <a:pt x="0" y="130225"/>
                </a:lnTo>
                <a:lnTo>
                  <a:pt x="97670" y="130225"/>
                </a:lnTo>
                <a:lnTo>
                  <a:pt x="48835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5217" cap="flat">
            <a:solidFill>
              <a:srgbClr val="B34400"/>
            </a:solidFill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F49DBF-B09F-4D69-A995-AA8D9AD2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0094" y="1986392"/>
            <a:ext cx="199191" cy="10"/>
          </a:xfrm>
          <a:custGeom xmlns:a="http://schemas.openxmlformats.org/drawingml/2006/main">
            <a:pathLst>
              <a:path w="199191" h="1" fill="none">
                <a:moveTo>
                  <a:pt x="19919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5217" cap="rnd">
            <a:solidFill>
              <a:srgbClr val="005C5D"/>
            </a:solidFill>
            <a:round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E3C5D5-426A-48EF-8D5E-EA622423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9866" y="1937558"/>
            <a:ext cx="130225" cy="97669"/>
          </a:xfrm>
          <a:custGeom xmlns:a="http://schemas.openxmlformats.org/drawingml/2006/main">
            <a:pathLst>
              <a:path w="130225" h="97669">
                <a:moveTo>
                  <a:pt x="0" y="48834"/>
                </a:moveTo>
                <a:lnTo>
                  <a:pt x="130225" y="97669"/>
                </a:lnTo>
                <a:lnTo>
                  <a:pt x="130225" y="0"/>
                </a:lnTo>
                <a:lnTo>
                  <a:pt x="0" y="48834"/>
                </a:lnTo>
                <a:close/>
              </a:path>
            </a:pathLst>
          </a:custGeom>
          <a:solidFill xmlns:a="http://schemas.openxmlformats.org/drawingml/2006/main">
            <a:srgbClr val="005C5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EBB2A5-2EBB-4BF3-9B23-77962FBF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9866" y="1937558"/>
            <a:ext cx="130228" cy="97669"/>
          </a:xfrm>
          <a:custGeom xmlns:a="http://schemas.openxmlformats.org/drawingml/2006/main">
            <a:pathLst>
              <a:path w="130228" h="97669" fill="none">
                <a:moveTo>
                  <a:pt x="0" y="48834"/>
                </a:moveTo>
                <a:lnTo>
                  <a:pt x="130228" y="97669"/>
                </a:lnTo>
                <a:lnTo>
                  <a:pt x="130228" y="0"/>
                </a:lnTo>
                <a:lnTo>
                  <a:pt x="0" y="4883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5217" cap="flat">
            <a:solidFill>
              <a:srgbClr val="005C5D"/>
            </a:solidFill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13C80B-AB2F-4ED4-8E09-7439B49F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4517" y="2043583"/>
            <a:ext cx="226856" cy="10"/>
          </a:xfrm>
          <a:custGeom xmlns:a="http://schemas.openxmlformats.org/drawingml/2006/main">
            <a:pathLst>
              <a:path w="226856" h="1" fill="none">
                <a:moveTo>
                  <a:pt x="226856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5217" cap="rnd">
            <a:solidFill>
              <a:srgbClr val="235E00"/>
            </a:solidFill>
            <a:round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C128F9-7170-442E-8343-EA0370C66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292" y="1994749"/>
            <a:ext cx="130225" cy="97669"/>
          </a:xfrm>
          <a:custGeom xmlns:a="http://schemas.openxmlformats.org/drawingml/2006/main">
            <a:pathLst>
              <a:path w="130225" h="97669">
                <a:moveTo>
                  <a:pt x="0" y="48834"/>
                </a:moveTo>
                <a:lnTo>
                  <a:pt x="130225" y="97669"/>
                </a:lnTo>
                <a:lnTo>
                  <a:pt x="130225" y="0"/>
                </a:lnTo>
                <a:lnTo>
                  <a:pt x="0" y="48834"/>
                </a:lnTo>
                <a:close/>
              </a:path>
            </a:pathLst>
          </a:custGeom>
          <a:solidFill xmlns:a="http://schemas.openxmlformats.org/drawingml/2006/main">
            <a:srgbClr val="235E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6C0B07-CF6D-4A97-BA2B-6DC475D9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292" y="1994748"/>
            <a:ext cx="130225" cy="97669"/>
          </a:xfrm>
          <a:custGeom xmlns:a="http://schemas.openxmlformats.org/drawingml/2006/main">
            <a:pathLst>
              <a:path w="130225" h="97669" fill="none">
                <a:moveTo>
                  <a:pt x="0" y="48834"/>
                </a:moveTo>
                <a:lnTo>
                  <a:pt x="130225" y="97669"/>
                </a:lnTo>
                <a:lnTo>
                  <a:pt x="130225" y="0"/>
                </a:lnTo>
                <a:lnTo>
                  <a:pt x="0" y="4883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5217" cap="flat">
            <a:solidFill>
              <a:srgbClr val="235E00"/>
            </a:solidFill>
            <a:miter/>
          </a:ln>
        </p:spPr>
      </p:sp>
      <p:pic>
        <p:nvPicPr>
          <p:cNvPr id="2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33354036e54334"/>
          <a:stretch xmlns:a="http://schemas.openxmlformats.org/drawingml/2006/main"/>
        </p:blipFill>
        <p:spPr>
          <a:xfrm xmlns:a="http://schemas.openxmlformats.org/drawingml/2006/main">
            <a:off x="4238480" y="1776410"/>
            <a:ext cx="931472" cy="558883"/>
          </a:xfrm>
          <a:prstGeom xmlns:a="http://schemas.openxmlformats.org/drawingml/2006/main" prst="rect">
            <a:avLst/>
          </a:prstGeom>
        </p:spPr>
      </p:pic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719F83-247A-4DA0-95E1-EF0E8EA0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1373" y="1782451"/>
            <a:ext cx="870668" cy="506431"/>
          </a:xfrm>
          <a:custGeom xmlns:a="http://schemas.openxmlformats.org/drawingml/2006/main">
            <a:pathLst>
              <a:path w="870668" h="506431">
                <a:moveTo>
                  <a:pt x="0" y="506431"/>
                </a:moveTo>
                <a:lnTo>
                  <a:pt x="870668" y="506431"/>
                </a:lnTo>
                <a:lnTo>
                  <a:pt x="870668" y="0"/>
                </a:lnTo>
                <a:lnTo>
                  <a:pt x="0" y="0"/>
                </a:lnTo>
                <a:lnTo>
                  <a:pt x="0" y="50643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1D225A91-E23C-4ECF-9C95-55DDBFA0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1373" y="1782451"/>
            <a:ext cx="870668" cy="506431"/>
          </a:xfrm>
          <a:custGeom xmlns:a="http://schemas.openxmlformats.org/drawingml/2006/main">
            <a:pathLst>
              <a:path w="870668" h="506431">
                <a:moveTo>
                  <a:pt x="0" y="506431"/>
                </a:moveTo>
                <a:lnTo>
                  <a:pt x="0" y="0"/>
                </a:lnTo>
                <a:lnTo>
                  <a:pt x="870668" y="0"/>
                </a:lnTo>
                <a:lnTo>
                  <a:pt x="870668" y="506431"/>
                </a:lnTo>
                <a:lnTo>
                  <a:pt x="0" y="506431"/>
                </a:lnTo>
                <a:close/>
                <a:moveTo>
                  <a:pt x="857103" y="13565"/>
                </a:moveTo>
                <a:lnTo>
                  <a:pt x="13565" y="13565"/>
                </a:lnTo>
                <a:lnTo>
                  <a:pt x="13565" y="492866"/>
                </a:lnTo>
                <a:lnTo>
                  <a:pt x="857103" y="492866"/>
                </a:lnTo>
                <a:lnTo>
                  <a:pt x="857103" y="135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B604EB-80EF-4C86-A862-052D8255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9136" y="1881854"/>
            <a:ext cx="162891" cy="266000"/>
          </a:xfrm>
          <a:custGeom xmlns:a="http://schemas.openxmlformats.org/drawingml/2006/main">
            <a:pathLst>
              <a:path w="162891" h="266000">
                <a:moveTo>
                  <a:pt x="0" y="266000"/>
                </a:moveTo>
                <a:lnTo>
                  <a:pt x="162891" y="266000"/>
                </a:lnTo>
                <a:lnTo>
                  <a:pt x="162891" y="0"/>
                </a:lnTo>
                <a:lnTo>
                  <a:pt x="0" y="0"/>
                </a:lnTo>
                <a:lnTo>
                  <a:pt x="0" y="266000"/>
                </a:lnTo>
                <a:close/>
              </a:path>
            </a:pathLst>
          </a:custGeom>
          <a:solidFill xmlns:a="http://schemas.openxmlformats.org/drawingml/2006/main">
            <a:srgbClr val="BDBD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35BE10-7E60-489B-A65C-5D4DABEB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9136" y="1881852"/>
            <a:ext cx="162891" cy="265999"/>
          </a:xfrm>
          <a:custGeom xmlns:a="http://schemas.openxmlformats.org/drawingml/2006/main">
            <a:pathLst>
              <a:path w="162891" h="265999" fill="none">
                <a:moveTo>
                  <a:pt x="0" y="0"/>
                </a:moveTo>
                <a:lnTo>
                  <a:pt x="162891" y="0"/>
                </a:lnTo>
                <a:lnTo>
                  <a:pt x="162891" y="265999"/>
                </a:lnTo>
                <a:lnTo>
                  <a:pt x="0" y="26599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565" cap="rnd">
            <a:solidFill>
              <a:srgbClr val="000000"/>
            </a:solidFill>
            <a:round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5756DE-A6FF-4D02-B9F8-FFCBD776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5261" y="1881854"/>
            <a:ext cx="162891" cy="266000"/>
          </a:xfrm>
          <a:custGeom xmlns:a="http://schemas.openxmlformats.org/drawingml/2006/main">
            <a:pathLst>
              <a:path w="162891" h="266000">
                <a:moveTo>
                  <a:pt x="0" y="266000"/>
                </a:moveTo>
                <a:lnTo>
                  <a:pt x="162891" y="266000"/>
                </a:lnTo>
                <a:lnTo>
                  <a:pt x="162891" y="0"/>
                </a:lnTo>
                <a:lnTo>
                  <a:pt x="0" y="0"/>
                </a:lnTo>
                <a:lnTo>
                  <a:pt x="0" y="266000"/>
                </a:lnTo>
                <a:close/>
              </a:path>
            </a:pathLst>
          </a:custGeom>
          <a:solidFill xmlns:a="http://schemas.openxmlformats.org/drawingml/2006/main">
            <a:srgbClr val="BDBD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ABB20A-24A2-4E4E-806D-13DDBFBAE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5261" y="1881852"/>
            <a:ext cx="162891" cy="265999"/>
          </a:xfrm>
          <a:custGeom xmlns:a="http://schemas.openxmlformats.org/drawingml/2006/main">
            <a:pathLst>
              <a:path w="162891" h="265999" fill="none">
                <a:moveTo>
                  <a:pt x="0" y="0"/>
                </a:moveTo>
                <a:lnTo>
                  <a:pt x="162891" y="0"/>
                </a:lnTo>
                <a:lnTo>
                  <a:pt x="162891" y="265999"/>
                </a:lnTo>
                <a:lnTo>
                  <a:pt x="0" y="26599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565" cap="rnd">
            <a:solidFill>
              <a:srgbClr val="000000"/>
            </a:solidFill>
            <a:round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D49A9F-F232-417A-B22D-3F6C6576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1387" y="1881854"/>
            <a:ext cx="162891" cy="266000"/>
          </a:xfrm>
          <a:custGeom xmlns:a="http://schemas.openxmlformats.org/drawingml/2006/main">
            <a:pathLst>
              <a:path w="162891" h="266000">
                <a:moveTo>
                  <a:pt x="0" y="266000"/>
                </a:moveTo>
                <a:lnTo>
                  <a:pt x="162891" y="266000"/>
                </a:lnTo>
                <a:lnTo>
                  <a:pt x="162891" y="0"/>
                </a:lnTo>
                <a:lnTo>
                  <a:pt x="0" y="0"/>
                </a:lnTo>
                <a:lnTo>
                  <a:pt x="0" y="266000"/>
                </a:lnTo>
                <a:close/>
              </a:path>
            </a:pathLst>
          </a:custGeom>
          <a:solidFill xmlns:a="http://schemas.openxmlformats.org/drawingml/2006/main">
            <a:srgbClr val="BDBD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9D35F5-731B-4B42-A528-ADDC4A20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1386" y="1881852"/>
            <a:ext cx="162891" cy="265999"/>
          </a:xfrm>
          <a:custGeom xmlns:a="http://schemas.openxmlformats.org/drawingml/2006/main">
            <a:pathLst>
              <a:path w="162891" h="265999" fill="none">
                <a:moveTo>
                  <a:pt x="0" y="0"/>
                </a:moveTo>
                <a:lnTo>
                  <a:pt x="162891" y="0"/>
                </a:lnTo>
                <a:lnTo>
                  <a:pt x="162891" y="265999"/>
                </a:lnTo>
                <a:lnTo>
                  <a:pt x="0" y="26599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565" cap="rnd">
            <a:solidFill>
              <a:srgbClr val="000000"/>
            </a:solidFill>
            <a:round/>
          </a:ln>
        </p:spPr>
      </p:sp>
      <p:pic>
        <p:nvPicPr>
          <p:cNvPr id="3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466fbd1bed4bb6"/>
          <a:stretch xmlns:a="http://schemas.openxmlformats.org/drawingml/2006/main"/>
        </p:blipFill>
        <p:spPr>
          <a:xfrm xmlns:a="http://schemas.openxmlformats.org/drawingml/2006/main">
            <a:off x="858104" y="1748375"/>
            <a:ext cx="855401" cy="1211818"/>
          </a:xfrm>
          <a:prstGeom xmlns:a="http://schemas.openxmlformats.org/drawingml/2006/main" prst="rect">
            <a:avLst/>
          </a:prstGeom>
        </p:spPr>
      </p:pic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B59A42-6660-4695-81ED-FB649A60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70" y="1758203"/>
            <a:ext cx="786976" cy="1148514"/>
          </a:xfrm>
          <a:custGeom xmlns:a="http://schemas.openxmlformats.org/drawingml/2006/main">
            <a:pathLst>
              <a:path w="786976" h="1148514">
                <a:moveTo>
                  <a:pt x="54260" y="0"/>
                </a:moveTo>
                <a:lnTo>
                  <a:pt x="732716" y="0"/>
                </a:lnTo>
                <a:cubicBezTo>
                  <a:pt x="762683" y="0"/>
                  <a:pt x="786976" y="24293"/>
                  <a:pt x="786976" y="54260"/>
                </a:cubicBezTo>
                <a:lnTo>
                  <a:pt x="786976" y="1094253"/>
                </a:lnTo>
                <a:cubicBezTo>
                  <a:pt x="786976" y="1124221"/>
                  <a:pt x="762683" y="1148514"/>
                  <a:pt x="732716" y="1148514"/>
                </a:cubicBezTo>
                <a:lnTo>
                  <a:pt x="54260" y="1148514"/>
                </a:lnTo>
                <a:cubicBezTo>
                  <a:pt x="24293" y="1148514"/>
                  <a:pt x="0" y="1124221"/>
                  <a:pt x="0" y="1094253"/>
                </a:cubicBezTo>
                <a:lnTo>
                  <a:pt x="0" y="54260"/>
                </a:lnTo>
                <a:cubicBezTo>
                  <a:pt x="0" y="24293"/>
                  <a:pt x="24293" y="0"/>
                  <a:pt x="5426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EB0579-0641-4F96-844C-50AD25FE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70" y="1758203"/>
            <a:ext cx="786977" cy="1148514"/>
          </a:xfrm>
          <a:custGeom xmlns:a="http://schemas.openxmlformats.org/drawingml/2006/main">
            <a:pathLst>
              <a:path w="786977" h="1148514" fill="none">
                <a:moveTo>
                  <a:pt x="54260" y="0"/>
                </a:moveTo>
                <a:lnTo>
                  <a:pt x="732717" y="0"/>
                </a:lnTo>
                <a:cubicBezTo>
                  <a:pt x="762683" y="0"/>
                  <a:pt x="786977" y="24293"/>
                  <a:pt x="786977" y="54260"/>
                </a:cubicBezTo>
                <a:lnTo>
                  <a:pt x="786977" y="1094253"/>
                </a:lnTo>
                <a:cubicBezTo>
                  <a:pt x="786977" y="1124221"/>
                  <a:pt x="762683" y="1148514"/>
                  <a:pt x="732717" y="1148514"/>
                </a:cubicBezTo>
                <a:lnTo>
                  <a:pt x="54260" y="1148514"/>
                </a:lnTo>
                <a:cubicBezTo>
                  <a:pt x="24294" y="1148514"/>
                  <a:pt x="0" y="1124221"/>
                  <a:pt x="0" y="1094253"/>
                </a:cubicBezTo>
                <a:lnTo>
                  <a:pt x="0" y="54260"/>
                </a:lnTo>
                <a:cubicBezTo>
                  <a:pt x="0" y="24293"/>
                  <a:pt x="24294" y="0"/>
                  <a:pt x="5426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043" cap="rnd">
            <a:solidFill>
              <a:srgbClr val="000000"/>
            </a:solidFill>
            <a:round/>
          </a:ln>
        </p:spPr>
      </p:sp>
      <p:pic>
        <p:nvPicPr>
          <p:cNvPr id="3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d9f6a1620c4f29"/>
          <a:stretch xmlns:a="http://schemas.openxmlformats.org/drawingml/2006/main"/>
        </p:blipFill>
        <p:spPr>
          <a:xfrm xmlns:a="http://schemas.openxmlformats.org/drawingml/2006/main">
            <a:off x="1085735" y="1769320"/>
            <a:ext cx="424907" cy="424907"/>
          </a:xfrm>
          <a:prstGeom xmlns:a="http://schemas.openxmlformats.org/drawingml/2006/main" prst="rect">
            <a:avLst/>
          </a:prstGeom>
        </p:spPr>
      </p:pic>
      <p:sp>
        <p:nvSpPr>
          <p:cNvPr id="104" name="Text RingBuﬀer">
            <a:extLst xmlns:a="http://schemas.openxmlformats.org/drawingml/2006/main">
              <a:ext uri="{FF2B5EF4-FFF2-40B4-BE49-F238E27FC236}">
                <a16:creationId xmlns:a16="http://schemas.microsoft.com/office/drawing/2014/main" id="{2156C754-F82F-4C41-B76A-6158D78B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069" y="2231391"/>
            <a:ext cx="712620" cy="134662"/>
          </a:xfrm>
          <a:custGeom xmlns:a="http://schemas.openxmlformats.org/drawingml/2006/main">
            <a:pathLst>
              <a:path w="712620" h="134662">
                <a:moveTo>
                  <a:pt x="0" y="1130"/>
                </a:moveTo>
                <a:lnTo>
                  <a:pt x="0" y="104423"/>
                </a:lnTo>
                <a:lnTo>
                  <a:pt x="13746" y="104423"/>
                </a:lnTo>
                <a:lnTo>
                  <a:pt x="13746" y="60337"/>
                </a:lnTo>
                <a:lnTo>
                  <a:pt x="47315" y="60337"/>
                </a:lnTo>
                <a:cubicBezTo>
                  <a:pt x="50691" y="60337"/>
                  <a:pt x="53392" y="60843"/>
                  <a:pt x="55417" y="61856"/>
                </a:cubicBezTo>
                <a:cubicBezTo>
                  <a:pt x="57444" y="62867"/>
                  <a:pt x="59084" y="64216"/>
                  <a:pt x="60337" y="65903"/>
                </a:cubicBezTo>
                <a:cubicBezTo>
                  <a:pt x="61591" y="67588"/>
                  <a:pt x="62507" y="69563"/>
                  <a:pt x="63085" y="71828"/>
                </a:cubicBezTo>
                <a:cubicBezTo>
                  <a:pt x="63665" y="74092"/>
                  <a:pt x="64148" y="76477"/>
                  <a:pt x="64534" y="78982"/>
                </a:cubicBezTo>
                <a:cubicBezTo>
                  <a:pt x="65016" y="81489"/>
                  <a:pt x="65306" y="84043"/>
                  <a:pt x="65401" y="86645"/>
                </a:cubicBezTo>
                <a:cubicBezTo>
                  <a:pt x="65499" y="89246"/>
                  <a:pt x="65595" y="91679"/>
                  <a:pt x="65691" y="93945"/>
                </a:cubicBezTo>
                <a:cubicBezTo>
                  <a:pt x="65788" y="96208"/>
                  <a:pt x="66005" y="98256"/>
                  <a:pt x="66342" y="100087"/>
                </a:cubicBezTo>
                <a:cubicBezTo>
                  <a:pt x="66679" y="101918"/>
                  <a:pt x="67330" y="103363"/>
                  <a:pt x="68296" y="104423"/>
                </a:cubicBezTo>
                <a:lnTo>
                  <a:pt x="83634" y="104423"/>
                </a:lnTo>
                <a:cubicBezTo>
                  <a:pt x="82187" y="102688"/>
                  <a:pt x="81102" y="100687"/>
                  <a:pt x="80377" y="98422"/>
                </a:cubicBezTo>
                <a:cubicBezTo>
                  <a:pt x="79655" y="96157"/>
                  <a:pt x="79100" y="93772"/>
                  <a:pt x="78713" y="91267"/>
                </a:cubicBezTo>
                <a:cubicBezTo>
                  <a:pt x="78327" y="88760"/>
                  <a:pt x="78086" y="86205"/>
                  <a:pt x="77988" y="83603"/>
                </a:cubicBezTo>
                <a:cubicBezTo>
                  <a:pt x="77893" y="81001"/>
                  <a:pt x="77749" y="78446"/>
                  <a:pt x="77556" y="75940"/>
                </a:cubicBezTo>
                <a:cubicBezTo>
                  <a:pt x="77266" y="73434"/>
                  <a:pt x="76856" y="71025"/>
                  <a:pt x="76326" y="68711"/>
                </a:cubicBezTo>
                <a:cubicBezTo>
                  <a:pt x="75796" y="66397"/>
                  <a:pt x="74976" y="64300"/>
                  <a:pt x="73866" y="62421"/>
                </a:cubicBezTo>
                <a:cubicBezTo>
                  <a:pt x="72757" y="60541"/>
                  <a:pt x="71261" y="58927"/>
                  <a:pt x="69380" y="57579"/>
                </a:cubicBezTo>
                <a:cubicBezTo>
                  <a:pt x="67499" y="56229"/>
                  <a:pt x="65064" y="55265"/>
                  <a:pt x="62074" y="54687"/>
                </a:cubicBezTo>
                <a:lnTo>
                  <a:pt x="62074" y="54397"/>
                </a:lnTo>
                <a:cubicBezTo>
                  <a:pt x="68344" y="52661"/>
                  <a:pt x="72902" y="49428"/>
                  <a:pt x="75747" y="44700"/>
                </a:cubicBezTo>
                <a:cubicBezTo>
                  <a:pt x="78593" y="39971"/>
                  <a:pt x="80015" y="34471"/>
                  <a:pt x="80015" y="28199"/>
                </a:cubicBezTo>
                <a:cubicBezTo>
                  <a:pt x="80015" y="19803"/>
                  <a:pt x="77241" y="13193"/>
                  <a:pt x="71694" y="8368"/>
                </a:cubicBezTo>
                <a:cubicBezTo>
                  <a:pt x="66148" y="3543"/>
                  <a:pt x="58455" y="1130"/>
                  <a:pt x="48617" y="1130"/>
                </a:cubicBezTo>
                <a:lnTo>
                  <a:pt x="0" y="1130"/>
                </a:lnTo>
                <a:moveTo>
                  <a:pt x="42395" y="48750"/>
                </a:moveTo>
                <a:lnTo>
                  <a:pt x="13746" y="48750"/>
                </a:lnTo>
                <a:lnTo>
                  <a:pt x="13746" y="12717"/>
                </a:lnTo>
                <a:lnTo>
                  <a:pt x="47893" y="12717"/>
                </a:lnTo>
                <a:cubicBezTo>
                  <a:pt x="54356" y="12717"/>
                  <a:pt x="59035" y="14358"/>
                  <a:pt x="61928" y="17639"/>
                </a:cubicBezTo>
                <a:cubicBezTo>
                  <a:pt x="64822" y="20918"/>
                  <a:pt x="66269" y="25162"/>
                  <a:pt x="66269" y="30371"/>
                </a:cubicBezTo>
                <a:cubicBezTo>
                  <a:pt x="66269" y="34134"/>
                  <a:pt x="65618" y="37197"/>
                  <a:pt x="64315" y="39561"/>
                </a:cubicBezTo>
                <a:cubicBezTo>
                  <a:pt x="63014" y="41924"/>
                  <a:pt x="61278" y="43806"/>
                  <a:pt x="59107" y="45206"/>
                </a:cubicBezTo>
                <a:cubicBezTo>
                  <a:pt x="56937" y="46604"/>
                  <a:pt x="54405" y="47545"/>
                  <a:pt x="51509" y="48028"/>
                </a:cubicBezTo>
                <a:cubicBezTo>
                  <a:pt x="48616" y="48509"/>
                  <a:pt x="45578" y="48750"/>
                  <a:pt x="42395" y="48750"/>
                </a:cubicBezTo>
                <a:close/>
                <a:moveTo>
                  <a:pt x="110113" y="16250"/>
                </a:moveTo>
                <a:lnTo>
                  <a:pt x="110113" y="1130"/>
                </a:lnTo>
                <a:lnTo>
                  <a:pt x="97813" y="1130"/>
                </a:lnTo>
                <a:lnTo>
                  <a:pt x="97813" y="16250"/>
                </a:lnTo>
                <a:lnTo>
                  <a:pt x="110113" y="16250"/>
                </a:lnTo>
                <a:moveTo>
                  <a:pt x="97813" y="29616"/>
                </a:moveTo>
                <a:lnTo>
                  <a:pt x="97813" y="104423"/>
                </a:lnTo>
                <a:lnTo>
                  <a:pt x="110113" y="104423"/>
                </a:lnTo>
                <a:lnTo>
                  <a:pt x="110113" y="29616"/>
                </a:lnTo>
                <a:lnTo>
                  <a:pt x="97813" y="29616"/>
                </a:lnTo>
                <a:close/>
                <a:moveTo>
                  <a:pt x="129211" y="29574"/>
                </a:moveTo>
                <a:lnTo>
                  <a:pt x="129211" y="104423"/>
                </a:lnTo>
                <a:lnTo>
                  <a:pt x="141511" y="104423"/>
                </a:lnTo>
                <a:lnTo>
                  <a:pt x="141511" y="62162"/>
                </a:lnTo>
                <a:cubicBezTo>
                  <a:pt x="141511" y="58786"/>
                  <a:pt x="141969" y="55674"/>
                  <a:pt x="142885" y="52828"/>
                </a:cubicBezTo>
                <a:cubicBezTo>
                  <a:pt x="143802" y="49981"/>
                  <a:pt x="145176" y="47496"/>
                  <a:pt x="147009" y="45374"/>
                </a:cubicBezTo>
                <a:cubicBezTo>
                  <a:pt x="148841" y="43251"/>
                  <a:pt x="151132" y="41612"/>
                  <a:pt x="153882" y="40455"/>
                </a:cubicBezTo>
                <a:cubicBezTo>
                  <a:pt x="156632" y="39296"/>
                  <a:pt x="159887" y="38717"/>
                  <a:pt x="163650" y="38717"/>
                </a:cubicBezTo>
                <a:cubicBezTo>
                  <a:pt x="168376" y="38717"/>
                  <a:pt x="172090" y="40068"/>
                  <a:pt x="174790" y="42771"/>
                </a:cubicBezTo>
                <a:cubicBezTo>
                  <a:pt x="177491" y="45472"/>
                  <a:pt x="178842" y="49138"/>
                  <a:pt x="178842" y="53768"/>
                </a:cubicBezTo>
                <a:lnTo>
                  <a:pt x="178842" y="104423"/>
                </a:lnTo>
                <a:lnTo>
                  <a:pt x="191142" y="104423"/>
                </a:lnTo>
                <a:lnTo>
                  <a:pt x="191142" y="55199"/>
                </a:lnTo>
                <a:cubicBezTo>
                  <a:pt x="191142" y="51145"/>
                  <a:pt x="190732" y="47454"/>
                  <a:pt x="189912" y="44124"/>
                </a:cubicBezTo>
                <a:cubicBezTo>
                  <a:pt x="189092" y="40795"/>
                  <a:pt x="187669" y="37924"/>
                  <a:pt x="185642" y="35511"/>
                </a:cubicBezTo>
                <a:cubicBezTo>
                  <a:pt x="183617" y="33097"/>
                  <a:pt x="180964" y="31215"/>
                  <a:pt x="177685" y="29864"/>
                </a:cubicBezTo>
                <a:cubicBezTo>
                  <a:pt x="174406" y="28512"/>
                  <a:pt x="170306" y="27837"/>
                  <a:pt x="165385" y="27837"/>
                </a:cubicBezTo>
                <a:cubicBezTo>
                  <a:pt x="154291" y="27837"/>
                  <a:pt x="146188" y="32373"/>
                  <a:pt x="141076" y="41446"/>
                </a:cubicBezTo>
                <a:lnTo>
                  <a:pt x="140787" y="41446"/>
                </a:lnTo>
                <a:lnTo>
                  <a:pt x="140787" y="29574"/>
                </a:lnTo>
                <a:lnTo>
                  <a:pt x="129211" y="29574"/>
                </a:lnTo>
                <a:close/>
                <a:moveTo>
                  <a:pt x="274195" y="98040"/>
                </a:moveTo>
                <a:lnTo>
                  <a:pt x="274195" y="29574"/>
                </a:lnTo>
                <a:lnTo>
                  <a:pt x="262619" y="29574"/>
                </a:lnTo>
                <a:lnTo>
                  <a:pt x="262619" y="40285"/>
                </a:lnTo>
                <a:lnTo>
                  <a:pt x="262476" y="40285"/>
                </a:lnTo>
                <a:cubicBezTo>
                  <a:pt x="260258" y="36135"/>
                  <a:pt x="257171" y="33024"/>
                  <a:pt x="253216" y="30950"/>
                </a:cubicBezTo>
                <a:cubicBezTo>
                  <a:pt x="249261" y="28874"/>
                  <a:pt x="244920" y="27837"/>
                  <a:pt x="240192" y="27837"/>
                </a:cubicBezTo>
                <a:cubicBezTo>
                  <a:pt x="233729" y="27837"/>
                  <a:pt x="228278" y="29067"/>
                  <a:pt x="223841" y="31528"/>
                </a:cubicBezTo>
                <a:cubicBezTo>
                  <a:pt x="219404" y="33988"/>
                  <a:pt x="215836" y="37124"/>
                  <a:pt x="213135" y="40936"/>
                </a:cubicBezTo>
                <a:cubicBezTo>
                  <a:pt x="210434" y="44748"/>
                  <a:pt x="208504" y="48995"/>
                  <a:pt x="207346" y="53675"/>
                </a:cubicBezTo>
                <a:cubicBezTo>
                  <a:pt x="206189" y="58355"/>
                  <a:pt x="205610" y="62913"/>
                  <a:pt x="205610" y="67351"/>
                </a:cubicBezTo>
                <a:cubicBezTo>
                  <a:pt x="205610" y="72466"/>
                  <a:pt x="206309" y="77315"/>
                  <a:pt x="207708" y="81899"/>
                </a:cubicBezTo>
                <a:cubicBezTo>
                  <a:pt x="209107" y="86482"/>
                  <a:pt x="211206" y="90487"/>
                  <a:pt x="214002" y="93914"/>
                </a:cubicBezTo>
                <a:cubicBezTo>
                  <a:pt x="216800" y="97339"/>
                  <a:pt x="220273" y="100065"/>
                  <a:pt x="224421" y="102092"/>
                </a:cubicBezTo>
                <a:cubicBezTo>
                  <a:pt x="228569" y="104117"/>
                  <a:pt x="233440" y="105130"/>
                  <a:pt x="239035" y="105130"/>
                </a:cubicBezTo>
                <a:cubicBezTo>
                  <a:pt x="243857" y="105130"/>
                  <a:pt x="248414" y="104045"/>
                  <a:pt x="252706" y="101875"/>
                </a:cubicBezTo>
                <a:cubicBezTo>
                  <a:pt x="257000" y="99704"/>
                  <a:pt x="260208" y="96303"/>
                  <a:pt x="262330" y="91673"/>
                </a:cubicBezTo>
                <a:lnTo>
                  <a:pt x="262619" y="91673"/>
                </a:lnTo>
                <a:lnTo>
                  <a:pt x="262619" y="96592"/>
                </a:lnTo>
                <a:cubicBezTo>
                  <a:pt x="262619" y="100740"/>
                  <a:pt x="262210" y="104548"/>
                  <a:pt x="261390" y="108015"/>
                </a:cubicBezTo>
                <a:cubicBezTo>
                  <a:pt x="260570" y="111483"/>
                  <a:pt x="259244" y="114445"/>
                  <a:pt x="257411" y="116900"/>
                </a:cubicBezTo>
                <a:cubicBezTo>
                  <a:pt x="255579" y="119355"/>
                  <a:pt x="253263" y="121280"/>
                  <a:pt x="250465" y="122676"/>
                </a:cubicBezTo>
                <a:cubicBezTo>
                  <a:pt x="247669" y="124072"/>
                  <a:pt x="244244" y="124771"/>
                  <a:pt x="240192" y="124771"/>
                </a:cubicBezTo>
                <a:cubicBezTo>
                  <a:pt x="238167" y="124771"/>
                  <a:pt x="236045" y="124554"/>
                  <a:pt x="233827" y="124120"/>
                </a:cubicBezTo>
                <a:cubicBezTo>
                  <a:pt x="231609" y="123685"/>
                  <a:pt x="229559" y="122985"/>
                  <a:pt x="227678" y="122020"/>
                </a:cubicBezTo>
                <a:cubicBezTo>
                  <a:pt x="225797" y="121056"/>
                  <a:pt x="224205" y="119802"/>
                  <a:pt x="222902" y="118258"/>
                </a:cubicBezTo>
                <a:cubicBezTo>
                  <a:pt x="221601" y="116715"/>
                  <a:pt x="220902" y="114835"/>
                  <a:pt x="220805" y="112617"/>
                </a:cubicBezTo>
                <a:lnTo>
                  <a:pt x="208505" y="112617"/>
                </a:lnTo>
                <a:cubicBezTo>
                  <a:pt x="208698" y="116667"/>
                  <a:pt x="209758" y="120093"/>
                  <a:pt x="211686" y="122894"/>
                </a:cubicBezTo>
                <a:cubicBezTo>
                  <a:pt x="213616" y="125697"/>
                  <a:pt x="216052" y="127971"/>
                  <a:pt x="218994" y="129717"/>
                </a:cubicBezTo>
                <a:cubicBezTo>
                  <a:pt x="221937" y="131462"/>
                  <a:pt x="225216" y="132723"/>
                  <a:pt x="228833" y="133499"/>
                </a:cubicBezTo>
                <a:cubicBezTo>
                  <a:pt x="232450" y="134274"/>
                  <a:pt x="235996" y="134662"/>
                  <a:pt x="239470" y="134662"/>
                </a:cubicBezTo>
                <a:cubicBezTo>
                  <a:pt x="251431" y="134662"/>
                  <a:pt x="260208" y="131622"/>
                  <a:pt x="265803" y="125541"/>
                </a:cubicBezTo>
                <a:cubicBezTo>
                  <a:pt x="271398" y="119462"/>
                  <a:pt x="274195" y="110295"/>
                  <a:pt x="274195" y="98040"/>
                </a:cubicBezTo>
                <a:moveTo>
                  <a:pt x="239759" y="94391"/>
                </a:moveTo>
                <a:cubicBezTo>
                  <a:pt x="235707" y="94391"/>
                  <a:pt x="232330" y="93547"/>
                  <a:pt x="229630" y="91860"/>
                </a:cubicBezTo>
                <a:cubicBezTo>
                  <a:pt x="226930" y="90174"/>
                  <a:pt x="224760" y="87956"/>
                  <a:pt x="223119" y="85208"/>
                </a:cubicBezTo>
                <a:cubicBezTo>
                  <a:pt x="221479" y="82460"/>
                  <a:pt x="220321" y="79399"/>
                  <a:pt x="219646" y="76026"/>
                </a:cubicBezTo>
                <a:cubicBezTo>
                  <a:pt x="218971" y="72652"/>
                  <a:pt x="218634" y="69278"/>
                  <a:pt x="218634" y="65903"/>
                </a:cubicBezTo>
                <a:cubicBezTo>
                  <a:pt x="218634" y="62336"/>
                  <a:pt x="219044" y="58914"/>
                  <a:pt x="219864" y="55636"/>
                </a:cubicBezTo>
                <a:cubicBezTo>
                  <a:pt x="220684" y="52358"/>
                  <a:pt x="221986" y="49466"/>
                  <a:pt x="223770" y="46959"/>
                </a:cubicBezTo>
                <a:cubicBezTo>
                  <a:pt x="225555" y="44452"/>
                  <a:pt x="227846" y="42452"/>
                  <a:pt x="230643" y="40958"/>
                </a:cubicBezTo>
                <a:cubicBezTo>
                  <a:pt x="233441" y="39464"/>
                  <a:pt x="236818" y="38717"/>
                  <a:pt x="240773" y="38717"/>
                </a:cubicBezTo>
                <a:cubicBezTo>
                  <a:pt x="244631" y="38717"/>
                  <a:pt x="247910" y="39488"/>
                  <a:pt x="250611" y="41031"/>
                </a:cubicBezTo>
                <a:cubicBezTo>
                  <a:pt x="253312" y="42574"/>
                  <a:pt x="255506" y="44622"/>
                  <a:pt x="257193" y="47178"/>
                </a:cubicBezTo>
                <a:cubicBezTo>
                  <a:pt x="258881" y="49731"/>
                  <a:pt x="260111" y="52599"/>
                  <a:pt x="260882" y="55782"/>
                </a:cubicBezTo>
                <a:cubicBezTo>
                  <a:pt x="261655" y="58963"/>
                  <a:pt x="262041" y="62192"/>
                  <a:pt x="262041" y="65470"/>
                </a:cubicBezTo>
                <a:cubicBezTo>
                  <a:pt x="262041" y="68941"/>
                  <a:pt x="261631" y="72411"/>
                  <a:pt x="260811" y="75882"/>
                </a:cubicBezTo>
                <a:cubicBezTo>
                  <a:pt x="259991" y="79351"/>
                  <a:pt x="258713" y="82460"/>
                  <a:pt x="256976" y="85208"/>
                </a:cubicBezTo>
                <a:cubicBezTo>
                  <a:pt x="255241" y="87956"/>
                  <a:pt x="252950" y="90174"/>
                  <a:pt x="250103" y="91860"/>
                </a:cubicBezTo>
                <a:cubicBezTo>
                  <a:pt x="247258" y="93547"/>
                  <a:pt x="243810" y="94391"/>
                  <a:pt x="239759" y="94391"/>
                </a:cubicBezTo>
                <a:close/>
                <a:moveTo>
                  <a:pt x="348714" y="45500"/>
                </a:moveTo>
                <a:lnTo>
                  <a:pt x="348714" y="12717"/>
                </a:lnTo>
                <a:lnTo>
                  <a:pt x="376207" y="12717"/>
                </a:lnTo>
                <a:cubicBezTo>
                  <a:pt x="379196" y="12717"/>
                  <a:pt x="382017" y="12886"/>
                  <a:pt x="384669" y="13223"/>
                </a:cubicBezTo>
                <a:cubicBezTo>
                  <a:pt x="387323" y="13560"/>
                  <a:pt x="389663" y="14306"/>
                  <a:pt x="391688" y="15462"/>
                </a:cubicBezTo>
                <a:cubicBezTo>
                  <a:pt x="393714" y="16617"/>
                  <a:pt x="395305" y="18254"/>
                  <a:pt x="396462" y="20372"/>
                </a:cubicBezTo>
                <a:cubicBezTo>
                  <a:pt x="397620" y="22490"/>
                  <a:pt x="398199" y="25378"/>
                  <a:pt x="398199" y="29036"/>
                </a:cubicBezTo>
                <a:cubicBezTo>
                  <a:pt x="398199" y="34524"/>
                  <a:pt x="396487" y="38641"/>
                  <a:pt x="393062" y="41384"/>
                </a:cubicBezTo>
                <a:cubicBezTo>
                  <a:pt x="389638" y="44128"/>
                  <a:pt x="384020" y="45500"/>
                  <a:pt x="376207" y="45500"/>
                </a:cubicBezTo>
                <a:lnTo>
                  <a:pt x="348714" y="45500"/>
                </a:lnTo>
                <a:moveTo>
                  <a:pt x="334968" y="1130"/>
                </a:moveTo>
                <a:lnTo>
                  <a:pt x="334968" y="104423"/>
                </a:lnTo>
                <a:lnTo>
                  <a:pt x="384888" y="104423"/>
                </a:lnTo>
                <a:cubicBezTo>
                  <a:pt x="390000" y="104423"/>
                  <a:pt x="394509" y="103579"/>
                  <a:pt x="398416" y="101891"/>
                </a:cubicBezTo>
                <a:cubicBezTo>
                  <a:pt x="402324" y="100201"/>
                  <a:pt x="405604" y="97981"/>
                  <a:pt x="408256" y="95232"/>
                </a:cubicBezTo>
                <a:cubicBezTo>
                  <a:pt x="410908" y="92481"/>
                  <a:pt x="412910" y="89320"/>
                  <a:pt x="414259" y="85749"/>
                </a:cubicBezTo>
                <a:cubicBezTo>
                  <a:pt x="415610" y="82177"/>
                  <a:pt x="416286" y="78509"/>
                  <a:pt x="416286" y="74745"/>
                </a:cubicBezTo>
                <a:cubicBezTo>
                  <a:pt x="416286" y="68376"/>
                  <a:pt x="414598" y="62972"/>
                  <a:pt x="411221" y="58533"/>
                </a:cubicBezTo>
                <a:cubicBezTo>
                  <a:pt x="407845" y="54092"/>
                  <a:pt x="402973" y="51196"/>
                  <a:pt x="396607" y="49845"/>
                </a:cubicBezTo>
                <a:lnTo>
                  <a:pt x="396607" y="49556"/>
                </a:lnTo>
                <a:cubicBezTo>
                  <a:pt x="401526" y="47629"/>
                  <a:pt x="405312" y="44666"/>
                  <a:pt x="407965" y="40667"/>
                </a:cubicBezTo>
                <a:cubicBezTo>
                  <a:pt x="410618" y="36666"/>
                  <a:pt x="411945" y="31920"/>
                  <a:pt x="411945" y="26428"/>
                </a:cubicBezTo>
                <a:cubicBezTo>
                  <a:pt x="411945" y="21223"/>
                  <a:pt x="410763" y="16839"/>
                  <a:pt x="408400" y="13274"/>
                </a:cubicBezTo>
                <a:cubicBezTo>
                  <a:pt x="406037" y="9707"/>
                  <a:pt x="403168" y="6912"/>
                  <a:pt x="399791" y="4888"/>
                </a:cubicBezTo>
                <a:cubicBezTo>
                  <a:pt x="398247" y="3926"/>
                  <a:pt x="396390" y="3204"/>
                  <a:pt x="394218" y="2722"/>
                </a:cubicBezTo>
                <a:cubicBezTo>
                  <a:pt x="392049" y="2240"/>
                  <a:pt x="389710" y="1877"/>
                  <a:pt x="387202" y="1636"/>
                </a:cubicBezTo>
                <a:cubicBezTo>
                  <a:pt x="384694" y="1395"/>
                  <a:pt x="382161" y="1250"/>
                  <a:pt x="379605" y="1203"/>
                </a:cubicBezTo>
                <a:cubicBezTo>
                  <a:pt x="377049" y="1155"/>
                  <a:pt x="374663" y="1130"/>
                  <a:pt x="372444" y="1130"/>
                </a:cubicBezTo>
                <a:lnTo>
                  <a:pt x="334968" y="1130"/>
                </a:lnTo>
                <a:moveTo>
                  <a:pt x="348714" y="92836"/>
                </a:moveTo>
                <a:lnTo>
                  <a:pt x="348714" y="57087"/>
                </a:lnTo>
                <a:lnTo>
                  <a:pt x="380112" y="57087"/>
                </a:lnTo>
                <a:cubicBezTo>
                  <a:pt x="383006" y="57087"/>
                  <a:pt x="385804" y="57352"/>
                  <a:pt x="388504" y="57884"/>
                </a:cubicBezTo>
                <a:cubicBezTo>
                  <a:pt x="391205" y="58413"/>
                  <a:pt x="393593" y="59330"/>
                  <a:pt x="395667" y="60632"/>
                </a:cubicBezTo>
                <a:cubicBezTo>
                  <a:pt x="397741" y="61935"/>
                  <a:pt x="399405" y="63696"/>
                  <a:pt x="400659" y="65916"/>
                </a:cubicBezTo>
                <a:cubicBezTo>
                  <a:pt x="401913" y="68135"/>
                  <a:pt x="402540" y="70934"/>
                  <a:pt x="402540" y="74310"/>
                </a:cubicBezTo>
                <a:cubicBezTo>
                  <a:pt x="402540" y="80099"/>
                  <a:pt x="400827" y="84634"/>
                  <a:pt x="397402" y="87915"/>
                </a:cubicBezTo>
                <a:cubicBezTo>
                  <a:pt x="393979" y="91196"/>
                  <a:pt x="389228" y="92836"/>
                  <a:pt x="383150" y="92836"/>
                </a:cubicBezTo>
                <a:lnTo>
                  <a:pt x="348714" y="92836"/>
                </a:lnTo>
                <a:close/>
                <a:moveTo>
                  <a:pt x="493988" y="104388"/>
                </a:moveTo>
                <a:lnTo>
                  <a:pt x="493988" y="29674"/>
                </a:lnTo>
                <a:lnTo>
                  <a:pt x="481688" y="29674"/>
                </a:lnTo>
                <a:lnTo>
                  <a:pt x="481688" y="71844"/>
                </a:lnTo>
                <a:cubicBezTo>
                  <a:pt x="481688" y="75213"/>
                  <a:pt x="481229" y="78318"/>
                  <a:pt x="480312" y="81159"/>
                </a:cubicBezTo>
                <a:cubicBezTo>
                  <a:pt x="479397" y="83998"/>
                  <a:pt x="478023" y="86477"/>
                  <a:pt x="476190" y="88595"/>
                </a:cubicBezTo>
                <a:cubicBezTo>
                  <a:pt x="474358" y="90713"/>
                  <a:pt x="472067" y="92350"/>
                  <a:pt x="469317" y="93505"/>
                </a:cubicBezTo>
                <a:cubicBezTo>
                  <a:pt x="466568" y="94661"/>
                  <a:pt x="463312" y="95238"/>
                  <a:pt x="459550" y="95238"/>
                </a:cubicBezTo>
                <a:cubicBezTo>
                  <a:pt x="454823" y="95238"/>
                  <a:pt x="451110" y="93891"/>
                  <a:pt x="448409" y="91196"/>
                </a:cubicBezTo>
                <a:cubicBezTo>
                  <a:pt x="445708" y="88499"/>
                  <a:pt x="444357" y="84840"/>
                  <a:pt x="444357" y="80218"/>
                </a:cubicBezTo>
                <a:lnTo>
                  <a:pt x="444357" y="29674"/>
                </a:lnTo>
                <a:lnTo>
                  <a:pt x="432057" y="29674"/>
                </a:lnTo>
                <a:lnTo>
                  <a:pt x="432057" y="78810"/>
                </a:lnTo>
                <a:cubicBezTo>
                  <a:pt x="432057" y="82856"/>
                  <a:pt x="432467" y="86541"/>
                  <a:pt x="433287" y="89865"/>
                </a:cubicBezTo>
                <a:cubicBezTo>
                  <a:pt x="434107" y="93188"/>
                  <a:pt x="435530" y="96055"/>
                  <a:pt x="437555" y="98464"/>
                </a:cubicBezTo>
                <a:cubicBezTo>
                  <a:pt x="439582" y="100872"/>
                  <a:pt x="442235" y="102727"/>
                  <a:pt x="445514" y="104028"/>
                </a:cubicBezTo>
                <a:cubicBezTo>
                  <a:pt x="448794" y="105328"/>
                  <a:pt x="452894" y="105978"/>
                  <a:pt x="457814" y="105978"/>
                </a:cubicBezTo>
                <a:cubicBezTo>
                  <a:pt x="463312" y="105978"/>
                  <a:pt x="468086" y="104894"/>
                  <a:pt x="472137" y="102728"/>
                </a:cubicBezTo>
                <a:cubicBezTo>
                  <a:pt x="476189" y="100559"/>
                  <a:pt x="479518" y="97163"/>
                  <a:pt x="482123" y="92538"/>
                </a:cubicBezTo>
                <a:lnTo>
                  <a:pt x="482412" y="92538"/>
                </a:lnTo>
                <a:lnTo>
                  <a:pt x="482412" y="104388"/>
                </a:lnTo>
                <a:lnTo>
                  <a:pt x="493988" y="104388"/>
                </a:lnTo>
                <a:close/>
                <a:moveTo>
                  <a:pt x="558232" y="40554"/>
                </a:moveTo>
                <a:lnTo>
                  <a:pt x="529872" y="40554"/>
                </a:lnTo>
                <a:lnTo>
                  <a:pt x="529872" y="104423"/>
                </a:lnTo>
                <a:lnTo>
                  <a:pt x="517572" y="104423"/>
                </a:lnTo>
                <a:lnTo>
                  <a:pt x="517572" y="40554"/>
                </a:lnTo>
                <a:lnTo>
                  <a:pt x="504982" y="40554"/>
                </a:lnTo>
                <a:lnTo>
                  <a:pt x="504982" y="29674"/>
                </a:lnTo>
                <a:lnTo>
                  <a:pt x="517572" y="29674"/>
                </a:lnTo>
                <a:lnTo>
                  <a:pt x="517572" y="18528"/>
                </a:lnTo>
                <a:cubicBezTo>
                  <a:pt x="517572" y="12448"/>
                  <a:pt x="519332" y="7840"/>
                  <a:pt x="522853" y="4705"/>
                </a:cubicBezTo>
                <a:cubicBezTo>
                  <a:pt x="526374" y="1568"/>
                  <a:pt x="531511" y="0"/>
                  <a:pt x="538264" y="0"/>
                </a:cubicBezTo>
                <a:cubicBezTo>
                  <a:pt x="539421" y="0"/>
                  <a:pt x="540747" y="96"/>
                  <a:pt x="542242" y="289"/>
                </a:cubicBezTo>
                <a:cubicBezTo>
                  <a:pt x="543738" y="482"/>
                  <a:pt x="545064" y="771"/>
                  <a:pt x="546221" y="1157"/>
                </a:cubicBezTo>
                <a:lnTo>
                  <a:pt x="546221" y="11861"/>
                </a:lnTo>
                <a:cubicBezTo>
                  <a:pt x="545160" y="11487"/>
                  <a:pt x="544002" y="11230"/>
                  <a:pt x="542748" y="11090"/>
                </a:cubicBezTo>
                <a:cubicBezTo>
                  <a:pt x="541494" y="10950"/>
                  <a:pt x="540337" y="10880"/>
                  <a:pt x="539277" y="10880"/>
                </a:cubicBezTo>
                <a:cubicBezTo>
                  <a:pt x="536286" y="10880"/>
                  <a:pt x="533971" y="11459"/>
                  <a:pt x="532331" y="12616"/>
                </a:cubicBezTo>
                <a:cubicBezTo>
                  <a:pt x="530692" y="13771"/>
                  <a:pt x="529872" y="15988"/>
                  <a:pt x="529872" y="19266"/>
                </a:cubicBezTo>
                <a:lnTo>
                  <a:pt x="529872" y="29674"/>
                </a:lnTo>
                <a:lnTo>
                  <a:pt x="558232" y="29674"/>
                </a:lnTo>
                <a:lnTo>
                  <a:pt x="558232" y="18528"/>
                </a:lnTo>
                <a:cubicBezTo>
                  <a:pt x="558232" y="12448"/>
                  <a:pt x="559992" y="7840"/>
                  <a:pt x="563513" y="4705"/>
                </a:cubicBezTo>
                <a:cubicBezTo>
                  <a:pt x="567034" y="1568"/>
                  <a:pt x="572171" y="0"/>
                  <a:pt x="578924" y="0"/>
                </a:cubicBezTo>
                <a:cubicBezTo>
                  <a:pt x="580081" y="0"/>
                  <a:pt x="581407" y="96"/>
                  <a:pt x="582902" y="289"/>
                </a:cubicBezTo>
                <a:cubicBezTo>
                  <a:pt x="584398" y="482"/>
                  <a:pt x="585724" y="771"/>
                  <a:pt x="586881" y="1157"/>
                </a:cubicBezTo>
                <a:lnTo>
                  <a:pt x="586881" y="11861"/>
                </a:lnTo>
                <a:cubicBezTo>
                  <a:pt x="585820" y="11487"/>
                  <a:pt x="584662" y="11230"/>
                  <a:pt x="583408" y="11090"/>
                </a:cubicBezTo>
                <a:cubicBezTo>
                  <a:pt x="582154" y="10950"/>
                  <a:pt x="580996" y="10880"/>
                  <a:pt x="579935" y="10880"/>
                </a:cubicBezTo>
                <a:cubicBezTo>
                  <a:pt x="576944" y="10880"/>
                  <a:pt x="574629" y="11459"/>
                  <a:pt x="572989" y="12616"/>
                </a:cubicBezTo>
                <a:cubicBezTo>
                  <a:pt x="571349" y="13771"/>
                  <a:pt x="570530" y="15988"/>
                  <a:pt x="570530" y="19266"/>
                </a:cubicBezTo>
                <a:lnTo>
                  <a:pt x="570530" y="29674"/>
                </a:lnTo>
                <a:lnTo>
                  <a:pt x="585000" y="29674"/>
                </a:lnTo>
                <a:lnTo>
                  <a:pt x="585000" y="40554"/>
                </a:lnTo>
                <a:lnTo>
                  <a:pt x="570530" y="40554"/>
                </a:lnTo>
                <a:lnTo>
                  <a:pt x="570530" y="104423"/>
                </a:lnTo>
                <a:lnTo>
                  <a:pt x="558232" y="104423"/>
                </a:lnTo>
                <a:lnTo>
                  <a:pt x="558232" y="40554"/>
                </a:lnTo>
                <a:close/>
                <a:moveTo>
                  <a:pt x="647943" y="59913"/>
                </a:moveTo>
                <a:lnTo>
                  <a:pt x="604969" y="59913"/>
                </a:lnTo>
                <a:cubicBezTo>
                  <a:pt x="605162" y="57009"/>
                  <a:pt x="605789" y="54274"/>
                  <a:pt x="606850" y="51710"/>
                </a:cubicBezTo>
                <a:cubicBezTo>
                  <a:pt x="607911" y="49145"/>
                  <a:pt x="609358" y="46894"/>
                  <a:pt x="611191" y="44959"/>
                </a:cubicBezTo>
                <a:cubicBezTo>
                  <a:pt x="613023" y="43023"/>
                  <a:pt x="615218" y="41499"/>
                  <a:pt x="617775" y="40386"/>
                </a:cubicBezTo>
                <a:cubicBezTo>
                  <a:pt x="620331" y="39274"/>
                  <a:pt x="623201" y="38717"/>
                  <a:pt x="626383" y="38717"/>
                </a:cubicBezTo>
                <a:cubicBezTo>
                  <a:pt x="629470" y="38717"/>
                  <a:pt x="632291" y="39274"/>
                  <a:pt x="634848" y="40386"/>
                </a:cubicBezTo>
                <a:cubicBezTo>
                  <a:pt x="637405" y="41499"/>
                  <a:pt x="639624" y="43000"/>
                  <a:pt x="641505" y="44888"/>
                </a:cubicBezTo>
                <a:cubicBezTo>
                  <a:pt x="643386" y="46775"/>
                  <a:pt x="644881" y="49025"/>
                  <a:pt x="645989" y="51638"/>
                </a:cubicBezTo>
                <a:cubicBezTo>
                  <a:pt x="647099" y="54250"/>
                  <a:pt x="647750" y="57009"/>
                  <a:pt x="647943" y="59913"/>
                </a:cubicBezTo>
                <a:moveTo>
                  <a:pt x="659808" y="80684"/>
                </a:moveTo>
                <a:lnTo>
                  <a:pt x="647654" y="80684"/>
                </a:lnTo>
                <a:cubicBezTo>
                  <a:pt x="646592" y="85584"/>
                  <a:pt x="644398" y="89235"/>
                  <a:pt x="641070" y="91637"/>
                </a:cubicBezTo>
                <a:cubicBezTo>
                  <a:pt x="637742" y="94038"/>
                  <a:pt x="633473" y="95238"/>
                  <a:pt x="628264" y="95238"/>
                </a:cubicBezTo>
                <a:cubicBezTo>
                  <a:pt x="624213" y="95238"/>
                  <a:pt x="620693" y="94567"/>
                  <a:pt x="617702" y="93225"/>
                </a:cubicBezTo>
                <a:cubicBezTo>
                  <a:pt x="614712" y="91883"/>
                  <a:pt x="612253" y="90085"/>
                  <a:pt x="610323" y="87833"/>
                </a:cubicBezTo>
                <a:cubicBezTo>
                  <a:pt x="608393" y="85580"/>
                  <a:pt x="606994" y="82991"/>
                  <a:pt x="606126" y="80068"/>
                </a:cubicBezTo>
                <a:cubicBezTo>
                  <a:pt x="605257" y="77144"/>
                  <a:pt x="604872" y="74052"/>
                  <a:pt x="604969" y="70793"/>
                </a:cubicBezTo>
                <a:lnTo>
                  <a:pt x="660965" y="70793"/>
                </a:lnTo>
                <a:cubicBezTo>
                  <a:pt x="661158" y="66246"/>
                  <a:pt x="660748" y="61457"/>
                  <a:pt x="659735" y="56426"/>
                </a:cubicBezTo>
                <a:cubicBezTo>
                  <a:pt x="658722" y="51395"/>
                  <a:pt x="656889" y="46752"/>
                  <a:pt x="654235" y="42495"/>
                </a:cubicBezTo>
                <a:cubicBezTo>
                  <a:pt x="651583" y="38238"/>
                  <a:pt x="648062" y="34731"/>
                  <a:pt x="643673" y="31974"/>
                </a:cubicBezTo>
                <a:cubicBezTo>
                  <a:pt x="639284" y="29216"/>
                  <a:pt x="633761" y="27837"/>
                  <a:pt x="627105" y="27837"/>
                </a:cubicBezTo>
                <a:cubicBezTo>
                  <a:pt x="621993" y="27837"/>
                  <a:pt x="617290" y="28802"/>
                  <a:pt x="612997" y="30731"/>
                </a:cubicBezTo>
                <a:cubicBezTo>
                  <a:pt x="608705" y="32661"/>
                  <a:pt x="604991" y="35363"/>
                  <a:pt x="601856" y="38836"/>
                </a:cubicBezTo>
                <a:cubicBezTo>
                  <a:pt x="598721" y="42309"/>
                  <a:pt x="596285" y="46409"/>
                  <a:pt x="594548" y="51136"/>
                </a:cubicBezTo>
                <a:cubicBezTo>
                  <a:pt x="592812" y="55863"/>
                  <a:pt x="591945" y="61071"/>
                  <a:pt x="591945" y="66761"/>
                </a:cubicBezTo>
                <a:cubicBezTo>
                  <a:pt x="592138" y="72453"/>
                  <a:pt x="592982" y="77711"/>
                  <a:pt x="594477" y="82534"/>
                </a:cubicBezTo>
                <a:cubicBezTo>
                  <a:pt x="595973" y="87358"/>
                  <a:pt x="598215" y="91506"/>
                  <a:pt x="601205" y="94980"/>
                </a:cubicBezTo>
                <a:cubicBezTo>
                  <a:pt x="604195" y="98452"/>
                  <a:pt x="607886" y="101153"/>
                  <a:pt x="612275" y="103083"/>
                </a:cubicBezTo>
                <a:cubicBezTo>
                  <a:pt x="616664" y="105013"/>
                  <a:pt x="621849" y="105978"/>
                  <a:pt x="627829" y="105978"/>
                </a:cubicBezTo>
                <a:cubicBezTo>
                  <a:pt x="636319" y="105978"/>
                  <a:pt x="643362" y="103858"/>
                  <a:pt x="648956" y="99619"/>
                </a:cubicBezTo>
                <a:cubicBezTo>
                  <a:pt x="654551" y="95378"/>
                  <a:pt x="658168" y="89067"/>
                  <a:pt x="659808" y="80684"/>
                </a:cubicBezTo>
                <a:close/>
                <a:moveTo>
                  <a:pt x="673264" y="29574"/>
                </a:moveTo>
                <a:lnTo>
                  <a:pt x="673264" y="104423"/>
                </a:lnTo>
                <a:lnTo>
                  <a:pt x="685562" y="104423"/>
                </a:lnTo>
                <a:lnTo>
                  <a:pt x="685562" y="71109"/>
                </a:lnTo>
                <a:cubicBezTo>
                  <a:pt x="685562" y="66281"/>
                  <a:pt x="686044" y="62009"/>
                  <a:pt x="687008" y="58292"/>
                </a:cubicBezTo>
                <a:cubicBezTo>
                  <a:pt x="687974" y="54574"/>
                  <a:pt x="689518" y="51412"/>
                  <a:pt x="691641" y="48805"/>
                </a:cubicBezTo>
                <a:cubicBezTo>
                  <a:pt x="693763" y="46197"/>
                  <a:pt x="696560" y="44217"/>
                  <a:pt x="700033" y="42866"/>
                </a:cubicBezTo>
                <a:cubicBezTo>
                  <a:pt x="703505" y="41513"/>
                  <a:pt x="707701" y="40837"/>
                  <a:pt x="712620" y="40837"/>
                </a:cubicBezTo>
                <a:lnTo>
                  <a:pt x="712620" y="27837"/>
                </a:lnTo>
                <a:cubicBezTo>
                  <a:pt x="705965" y="27644"/>
                  <a:pt x="700467" y="28995"/>
                  <a:pt x="696125" y="31890"/>
                </a:cubicBezTo>
                <a:cubicBezTo>
                  <a:pt x="691784" y="34786"/>
                  <a:pt x="688119" y="39274"/>
                  <a:pt x="685130" y="45354"/>
                </a:cubicBezTo>
                <a:lnTo>
                  <a:pt x="684840" y="45354"/>
                </a:lnTo>
                <a:lnTo>
                  <a:pt x="684840" y="29574"/>
                </a:lnTo>
                <a:lnTo>
                  <a:pt x="673264" y="295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Text withTime">
            <a:extLst xmlns:a="http://schemas.openxmlformats.org/drawingml/2006/main">
              <a:ext uri="{FF2B5EF4-FFF2-40B4-BE49-F238E27FC236}">
                <a16:creationId xmlns:a16="http://schemas.microsoft.com/office/drawing/2014/main" id="{152CA3FD-7F45-4E2A-9349-BE28687C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018" y="2399355"/>
            <a:ext cx="618618" cy="104847"/>
          </a:xfrm>
          <a:custGeom xmlns:a="http://schemas.openxmlformats.org/drawingml/2006/main">
            <a:pathLst>
              <a:path w="618618" h="104847">
                <a:moveTo>
                  <a:pt x="80885" y="103293"/>
                </a:moveTo>
                <a:lnTo>
                  <a:pt x="104759" y="28543"/>
                </a:lnTo>
                <a:lnTo>
                  <a:pt x="92026" y="28543"/>
                </a:lnTo>
                <a:lnTo>
                  <a:pt x="75242" y="89701"/>
                </a:lnTo>
                <a:lnTo>
                  <a:pt x="74953" y="89701"/>
                </a:lnTo>
                <a:lnTo>
                  <a:pt x="59325" y="28543"/>
                </a:lnTo>
                <a:lnTo>
                  <a:pt x="45868" y="28543"/>
                </a:lnTo>
                <a:lnTo>
                  <a:pt x="30820" y="89701"/>
                </a:lnTo>
                <a:lnTo>
                  <a:pt x="30530" y="89701"/>
                </a:lnTo>
                <a:lnTo>
                  <a:pt x="13600" y="28543"/>
                </a:lnTo>
                <a:lnTo>
                  <a:pt x="0" y="28543"/>
                </a:lnTo>
                <a:lnTo>
                  <a:pt x="24019" y="103293"/>
                </a:lnTo>
                <a:lnTo>
                  <a:pt x="37331" y="103293"/>
                </a:lnTo>
                <a:lnTo>
                  <a:pt x="52379" y="43868"/>
                </a:lnTo>
                <a:lnTo>
                  <a:pt x="52669" y="43868"/>
                </a:lnTo>
                <a:lnTo>
                  <a:pt x="67861" y="103293"/>
                </a:lnTo>
                <a:lnTo>
                  <a:pt x="80885" y="103293"/>
                </a:lnTo>
                <a:close/>
                <a:moveTo>
                  <a:pt x="129503" y="15119"/>
                </a:moveTo>
                <a:lnTo>
                  <a:pt x="129503" y="0"/>
                </a:lnTo>
                <a:lnTo>
                  <a:pt x="117203" y="0"/>
                </a:lnTo>
                <a:lnTo>
                  <a:pt x="117203" y="15119"/>
                </a:lnTo>
                <a:lnTo>
                  <a:pt x="129503" y="15119"/>
                </a:lnTo>
                <a:moveTo>
                  <a:pt x="117203" y="28486"/>
                </a:moveTo>
                <a:lnTo>
                  <a:pt x="117203" y="103293"/>
                </a:lnTo>
                <a:lnTo>
                  <a:pt x="129503" y="103293"/>
                </a:lnTo>
                <a:lnTo>
                  <a:pt x="129503" y="28486"/>
                </a:lnTo>
                <a:lnTo>
                  <a:pt x="117203" y="28486"/>
                </a:lnTo>
                <a:close/>
                <a:moveTo>
                  <a:pt x="165677" y="28402"/>
                </a:moveTo>
                <a:lnTo>
                  <a:pt x="165677" y="6076"/>
                </a:lnTo>
                <a:lnTo>
                  <a:pt x="153377" y="6076"/>
                </a:lnTo>
                <a:lnTo>
                  <a:pt x="153377" y="28402"/>
                </a:lnTo>
                <a:lnTo>
                  <a:pt x="140644" y="28402"/>
                </a:lnTo>
                <a:lnTo>
                  <a:pt x="140644" y="39282"/>
                </a:lnTo>
                <a:lnTo>
                  <a:pt x="153377" y="39282"/>
                </a:lnTo>
                <a:lnTo>
                  <a:pt x="153377" y="86928"/>
                </a:lnTo>
                <a:cubicBezTo>
                  <a:pt x="153377" y="90403"/>
                  <a:pt x="153714" y="93203"/>
                  <a:pt x="154390" y="95327"/>
                </a:cubicBezTo>
                <a:cubicBezTo>
                  <a:pt x="155066" y="97451"/>
                  <a:pt x="156103" y="99093"/>
                  <a:pt x="157501" y="100253"/>
                </a:cubicBezTo>
                <a:cubicBezTo>
                  <a:pt x="158899" y="101411"/>
                  <a:pt x="160732" y="102207"/>
                  <a:pt x="162998" y="102641"/>
                </a:cubicBezTo>
                <a:cubicBezTo>
                  <a:pt x="165265" y="103076"/>
                  <a:pt x="167990" y="103293"/>
                  <a:pt x="171174" y="103293"/>
                </a:cubicBezTo>
                <a:lnTo>
                  <a:pt x="180580" y="103293"/>
                </a:lnTo>
                <a:lnTo>
                  <a:pt x="180580" y="92412"/>
                </a:lnTo>
                <a:lnTo>
                  <a:pt x="174936" y="92412"/>
                </a:lnTo>
                <a:cubicBezTo>
                  <a:pt x="173007" y="92412"/>
                  <a:pt x="171439" y="92340"/>
                  <a:pt x="170234" y="92196"/>
                </a:cubicBezTo>
                <a:cubicBezTo>
                  <a:pt x="169028" y="92050"/>
                  <a:pt x="168088" y="91737"/>
                  <a:pt x="167412" y="91255"/>
                </a:cubicBezTo>
                <a:cubicBezTo>
                  <a:pt x="166738" y="90773"/>
                  <a:pt x="166280" y="90097"/>
                  <a:pt x="166039" y="89229"/>
                </a:cubicBezTo>
                <a:cubicBezTo>
                  <a:pt x="165797" y="88359"/>
                  <a:pt x="165677" y="87200"/>
                  <a:pt x="165677" y="85753"/>
                </a:cubicBezTo>
                <a:lnTo>
                  <a:pt x="165677" y="39282"/>
                </a:lnTo>
                <a:lnTo>
                  <a:pt x="180580" y="39282"/>
                </a:lnTo>
                <a:lnTo>
                  <a:pt x="180580" y="28402"/>
                </a:lnTo>
                <a:lnTo>
                  <a:pt x="165677" y="28402"/>
                </a:lnTo>
                <a:close/>
                <a:moveTo>
                  <a:pt x="194180" y="0"/>
                </a:moveTo>
                <a:lnTo>
                  <a:pt x="194180" y="103293"/>
                </a:lnTo>
                <a:lnTo>
                  <a:pt x="206480" y="103293"/>
                </a:lnTo>
                <a:lnTo>
                  <a:pt x="206480" y="61032"/>
                </a:lnTo>
                <a:cubicBezTo>
                  <a:pt x="206480" y="57655"/>
                  <a:pt x="206938" y="54544"/>
                  <a:pt x="207853" y="51697"/>
                </a:cubicBezTo>
                <a:cubicBezTo>
                  <a:pt x="208770" y="48850"/>
                  <a:pt x="210145" y="46366"/>
                  <a:pt x="211977" y="44243"/>
                </a:cubicBezTo>
                <a:cubicBezTo>
                  <a:pt x="213810" y="42121"/>
                  <a:pt x="216101" y="40481"/>
                  <a:pt x="218851" y="39324"/>
                </a:cubicBezTo>
                <a:cubicBezTo>
                  <a:pt x="221600" y="38166"/>
                  <a:pt x="224856" y="37587"/>
                  <a:pt x="228618" y="37587"/>
                </a:cubicBezTo>
                <a:cubicBezTo>
                  <a:pt x="233344" y="37587"/>
                  <a:pt x="237058" y="38938"/>
                  <a:pt x="239759" y="41640"/>
                </a:cubicBezTo>
                <a:cubicBezTo>
                  <a:pt x="242460" y="44341"/>
                  <a:pt x="243810" y="48007"/>
                  <a:pt x="243810" y="52638"/>
                </a:cubicBezTo>
                <a:lnTo>
                  <a:pt x="243810" y="103293"/>
                </a:lnTo>
                <a:lnTo>
                  <a:pt x="256110" y="103293"/>
                </a:lnTo>
                <a:lnTo>
                  <a:pt x="256110" y="54068"/>
                </a:lnTo>
                <a:cubicBezTo>
                  <a:pt x="256110" y="50015"/>
                  <a:pt x="255701" y="46323"/>
                  <a:pt x="254881" y="42994"/>
                </a:cubicBezTo>
                <a:cubicBezTo>
                  <a:pt x="254061" y="39664"/>
                  <a:pt x="252638" y="36793"/>
                  <a:pt x="250611" y="34381"/>
                </a:cubicBezTo>
                <a:cubicBezTo>
                  <a:pt x="248585" y="31967"/>
                  <a:pt x="245933" y="30084"/>
                  <a:pt x="242654" y="28733"/>
                </a:cubicBezTo>
                <a:cubicBezTo>
                  <a:pt x="239374" y="27382"/>
                  <a:pt x="235274" y="26706"/>
                  <a:pt x="230354" y="26706"/>
                </a:cubicBezTo>
                <a:cubicBezTo>
                  <a:pt x="228135" y="26706"/>
                  <a:pt x="225844" y="26948"/>
                  <a:pt x="223480" y="27433"/>
                </a:cubicBezTo>
                <a:cubicBezTo>
                  <a:pt x="221118" y="27917"/>
                  <a:pt x="218851" y="28668"/>
                  <a:pt x="216680" y="29685"/>
                </a:cubicBezTo>
                <a:cubicBezTo>
                  <a:pt x="214511" y="30702"/>
                  <a:pt x="212557" y="32010"/>
                  <a:pt x="210821" y="33608"/>
                </a:cubicBezTo>
                <a:cubicBezTo>
                  <a:pt x="209084" y="35207"/>
                  <a:pt x="207733" y="37169"/>
                  <a:pt x="206769" y="39494"/>
                </a:cubicBezTo>
                <a:lnTo>
                  <a:pt x="206480" y="39494"/>
                </a:lnTo>
                <a:lnTo>
                  <a:pt x="206480" y="0"/>
                </a:lnTo>
                <a:lnTo>
                  <a:pt x="194180" y="0"/>
                </a:lnTo>
                <a:close/>
                <a:moveTo>
                  <a:pt x="340323" y="11587"/>
                </a:moveTo>
                <a:lnTo>
                  <a:pt x="340323" y="103293"/>
                </a:lnTo>
                <a:lnTo>
                  <a:pt x="354069" y="103293"/>
                </a:lnTo>
                <a:lnTo>
                  <a:pt x="354069" y="11587"/>
                </a:lnTo>
                <a:lnTo>
                  <a:pt x="388505" y="11587"/>
                </a:lnTo>
                <a:lnTo>
                  <a:pt x="388505" y="0"/>
                </a:lnTo>
                <a:lnTo>
                  <a:pt x="305885" y="0"/>
                </a:lnTo>
                <a:lnTo>
                  <a:pt x="305885" y="11587"/>
                </a:lnTo>
                <a:lnTo>
                  <a:pt x="340323" y="11587"/>
                </a:lnTo>
                <a:close/>
                <a:moveTo>
                  <a:pt x="410934" y="15119"/>
                </a:moveTo>
                <a:lnTo>
                  <a:pt x="410934" y="0"/>
                </a:lnTo>
                <a:lnTo>
                  <a:pt x="398634" y="0"/>
                </a:lnTo>
                <a:lnTo>
                  <a:pt x="398634" y="15119"/>
                </a:lnTo>
                <a:lnTo>
                  <a:pt x="410934" y="15119"/>
                </a:lnTo>
                <a:moveTo>
                  <a:pt x="398634" y="28486"/>
                </a:moveTo>
                <a:lnTo>
                  <a:pt x="398634" y="103293"/>
                </a:lnTo>
                <a:lnTo>
                  <a:pt x="410934" y="103293"/>
                </a:lnTo>
                <a:lnTo>
                  <a:pt x="410934" y="28486"/>
                </a:lnTo>
                <a:lnTo>
                  <a:pt x="398634" y="28486"/>
                </a:lnTo>
                <a:close/>
                <a:moveTo>
                  <a:pt x="430032" y="28444"/>
                </a:moveTo>
                <a:lnTo>
                  <a:pt x="430032" y="103293"/>
                </a:lnTo>
                <a:lnTo>
                  <a:pt x="442332" y="103293"/>
                </a:lnTo>
                <a:lnTo>
                  <a:pt x="442332" y="56691"/>
                </a:lnTo>
                <a:cubicBezTo>
                  <a:pt x="442332" y="55243"/>
                  <a:pt x="442693" y="53434"/>
                  <a:pt x="443416" y="51264"/>
                </a:cubicBezTo>
                <a:cubicBezTo>
                  <a:pt x="444140" y="49093"/>
                  <a:pt x="445298" y="46995"/>
                  <a:pt x="446889" y="44970"/>
                </a:cubicBezTo>
                <a:cubicBezTo>
                  <a:pt x="448482" y="42943"/>
                  <a:pt x="450556" y="41206"/>
                  <a:pt x="453111" y="39759"/>
                </a:cubicBezTo>
                <a:cubicBezTo>
                  <a:pt x="455668" y="38311"/>
                  <a:pt x="458731" y="37587"/>
                  <a:pt x="462300" y="37587"/>
                </a:cubicBezTo>
                <a:cubicBezTo>
                  <a:pt x="465098" y="37587"/>
                  <a:pt x="467389" y="37997"/>
                  <a:pt x="469173" y="38816"/>
                </a:cubicBezTo>
                <a:cubicBezTo>
                  <a:pt x="470957" y="39636"/>
                  <a:pt x="472380" y="40794"/>
                  <a:pt x="473441" y="42289"/>
                </a:cubicBezTo>
                <a:cubicBezTo>
                  <a:pt x="474502" y="43785"/>
                  <a:pt x="475250" y="45546"/>
                  <a:pt x="475684" y="47573"/>
                </a:cubicBezTo>
                <a:cubicBezTo>
                  <a:pt x="476118" y="49600"/>
                  <a:pt x="476335" y="51819"/>
                  <a:pt x="476335" y="54230"/>
                </a:cubicBezTo>
                <a:lnTo>
                  <a:pt x="476335" y="103293"/>
                </a:lnTo>
                <a:lnTo>
                  <a:pt x="488633" y="103293"/>
                </a:lnTo>
                <a:lnTo>
                  <a:pt x="488633" y="56691"/>
                </a:lnTo>
                <a:cubicBezTo>
                  <a:pt x="488633" y="50902"/>
                  <a:pt x="490369" y="46271"/>
                  <a:pt x="493842" y="42797"/>
                </a:cubicBezTo>
                <a:cubicBezTo>
                  <a:pt x="497315" y="39324"/>
                  <a:pt x="502090" y="37587"/>
                  <a:pt x="508166" y="37587"/>
                </a:cubicBezTo>
                <a:cubicBezTo>
                  <a:pt x="511157" y="37587"/>
                  <a:pt x="513593" y="38021"/>
                  <a:pt x="515474" y="38889"/>
                </a:cubicBezTo>
                <a:cubicBezTo>
                  <a:pt x="517355" y="39758"/>
                  <a:pt x="518827" y="40940"/>
                  <a:pt x="519888" y="42435"/>
                </a:cubicBezTo>
                <a:cubicBezTo>
                  <a:pt x="520949" y="43931"/>
                  <a:pt x="521672" y="45692"/>
                  <a:pt x="522058" y="47719"/>
                </a:cubicBezTo>
                <a:cubicBezTo>
                  <a:pt x="522444" y="49744"/>
                  <a:pt x="522637" y="51914"/>
                  <a:pt x="522637" y="54230"/>
                </a:cubicBezTo>
                <a:lnTo>
                  <a:pt x="522637" y="103293"/>
                </a:lnTo>
                <a:lnTo>
                  <a:pt x="534937" y="103293"/>
                </a:lnTo>
                <a:lnTo>
                  <a:pt x="534937" y="48423"/>
                </a:lnTo>
                <a:cubicBezTo>
                  <a:pt x="534937" y="44562"/>
                  <a:pt x="534334" y="41256"/>
                  <a:pt x="533128" y="38505"/>
                </a:cubicBezTo>
                <a:cubicBezTo>
                  <a:pt x="531923" y="35754"/>
                  <a:pt x="530235" y="33510"/>
                  <a:pt x="528064" y="31773"/>
                </a:cubicBezTo>
                <a:cubicBezTo>
                  <a:pt x="525892" y="30037"/>
                  <a:pt x="523288" y="28758"/>
                  <a:pt x="520250" y="27938"/>
                </a:cubicBezTo>
                <a:cubicBezTo>
                  <a:pt x="517212" y="27117"/>
                  <a:pt x="513812" y="26706"/>
                  <a:pt x="510050" y="26706"/>
                </a:cubicBezTo>
                <a:cubicBezTo>
                  <a:pt x="505129" y="26706"/>
                  <a:pt x="500619" y="27816"/>
                  <a:pt x="496520" y="30036"/>
                </a:cubicBezTo>
                <a:cubicBezTo>
                  <a:pt x="492420" y="32254"/>
                  <a:pt x="489117" y="35389"/>
                  <a:pt x="486609" y="39441"/>
                </a:cubicBezTo>
                <a:cubicBezTo>
                  <a:pt x="485065" y="34811"/>
                  <a:pt x="482411" y="31531"/>
                  <a:pt x="478649" y="29601"/>
                </a:cubicBezTo>
                <a:cubicBezTo>
                  <a:pt x="474889" y="27671"/>
                  <a:pt x="470693" y="26706"/>
                  <a:pt x="466062" y="26706"/>
                </a:cubicBezTo>
                <a:cubicBezTo>
                  <a:pt x="455547" y="26706"/>
                  <a:pt x="447492" y="30953"/>
                  <a:pt x="441897" y="39446"/>
                </a:cubicBezTo>
                <a:lnTo>
                  <a:pt x="441608" y="39446"/>
                </a:lnTo>
                <a:lnTo>
                  <a:pt x="441608" y="28444"/>
                </a:lnTo>
                <a:lnTo>
                  <a:pt x="430032" y="28444"/>
                </a:lnTo>
                <a:close/>
                <a:moveTo>
                  <a:pt x="605403" y="58782"/>
                </a:moveTo>
                <a:lnTo>
                  <a:pt x="562429" y="58782"/>
                </a:lnTo>
                <a:cubicBezTo>
                  <a:pt x="562622" y="55878"/>
                  <a:pt x="563249" y="53144"/>
                  <a:pt x="564311" y="50580"/>
                </a:cubicBezTo>
                <a:cubicBezTo>
                  <a:pt x="565372" y="48014"/>
                  <a:pt x="566819" y="45764"/>
                  <a:pt x="568651" y="43828"/>
                </a:cubicBezTo>
                <a:cubicBezTo>
                  <a:pt x="570484" y="41893"/>
                  <a:pt x="572678" y="40369"/>
                  <a:pt x="575235" y="39256"/>
                </a:cubicBezTo>
                <a:cubicBezTo>
                  <a:pt x="577792" y="38143"/>
                  <a:pt x="580661" y="37587"/>
                  <a:pt x="583844" y="37587"/>
                </a:cubicBezTo>
                <a:cubicBezTo>
                  <a:pt x="586930" y="37587"/>
                  <a:pt x="589752" y="38143"/>
                  <a:pt x="592308" y="39256"/>
                </a:cubicBezTo>
                <a:cubicBezTo>
                  <a:pt x="594865" y="40369"/>
                  <a:pt x="597084" y="41869"/>
                  <a:pt x="598965" y="43758"/>
                </a:cubicBezTo>
                <a:cubicBezTo>
                  <a:pt x="600846" y="45645"/>
                  <a:pt x="602341" y="47894"/>
                  <a:pt x="603449" y="50507"/>
                </a:cubicBezTo>
                <a:cubicBezTo>
                  <a:pt x="604559" y="53120"/>
                  <a:pt x="605210" y="55878"/>
                  <a:pt x="605403" y="58782"/>
                </a:cubicBezTo>
                <a:moveTo>
                  <a:pt x="617268" y="79554"/>
                </a:moveTo>
                <a:lnTo>
                  <a:pt x="605114" y="79554"/>
                </a:lnTo>
                <a:cubicBezTo>
                  <a:pt x="604053" y="84454"/>
                  <a:pt x="601858" y="88105"/>
                  <a:pt x="598530" y="90507"/>
                </a:cubicBezTo>
                <a:cubicBezTo>
                  <a:pt x="595202" y="92908"/>
                  <a:pt x="590934" y="94108"/>
                  <a:pt x="585725" y="94108"/>
                </a:cubicBezTo>
                <a:cubicBezTo>
                  <a:pt x="581674" y="94108"/>
                  <a:pt x="578153" y="93437"/>
                  <a:pt x="575162" y="92094"/>
                </a:cubicBezTo>
                <a:cubicBezTo>
                  <a:pt x="572173" y="90752"/>
                  <a:pt x="569713" y="88955"/>
                  <a:pt x="567784" y="86703"/>
                </a:cubicBezTo>
                <a:cubicBezTo>
                  <a:pt x="565854" y="84449"/>
                  <a:pt x="564455" y="81861"/>
                  <a:pt x="563586" y="78938"/>
                </a:cubicBezTo>
                <a:cubicBezTo>
                  <a:pt x="562718" y="76013"/>
                  <a:pt x="562332" y="72921"/>
                  <a:pt x="562429" y="69663"/>
                </a:cubicBezTo>
                <a:lnTo>
                  <a:pt x="618425" y="69663"/>
                </a:lnTo>
                <a:cubicBezTo>
                  <a:pt x="618618" y="65116"/>
                  <a:pt x="618208" y="60327"/>
                  <a:pt x="617196" y="55296"/>
                </a:cubicBezTo>
                <a:cubicBezTo>
                  <a:pt x="616183" y="50265"/>
                  <a:pt x="614350" y="45621"/>
                  <a:pt x="611696" y="41364"/>
                </a:cubicBezTo>
                <a:cubicBezTo>
                  <a:pt x="609043" y="37108"/>
                  <a:pt x="605523" y="33601"/>
                  <a:pt x="601133" y="30844"/>
                </a:cubicBezTo>
                <a:cubicBezTo>
                  <a:pt x="596744" y="28086"/>
                  <a:pt x="591221" y="26706"/>
                  <a:pt x="584565" y="26706"/>
                </a:cubicBezTo>
                <a:cubicBezTo>
                  <a:pt x="579454" y="26706"/>
                  <a:pt x="574751" y="27671"/>
                  <a:pt x="570457" y="29601"/>
                </a:cubicBezTo>
                <a:cubicBezTo>
                  <a:pt x="566165" y="31531"/>
                  <a:pt x="562452" y="34232"/>
                  <a:pt x="559316" y="37706"/>
                </a:cubicBezTo>
                <a:cubicBezTo>
                  <a:pt x="556181" y="41178"/>
                  <a:pt x="553745" y="45278"/>
                  <a:pt x="552008" y="50006"/>
                </a:cubicBezTo>
                <a:cubicBezTo>
                  <a:pt x="550273" y="54732"/>
                  <a:pt x="549405" y="59941"/>
                  <a:pt x="549405" y="65631"/>
                </a:cubicBezTo>
                <a:cubicBezTo>
                  <a:pt x="549598" y="71323"/>
                  <a:pt x="550442" y="76581"/>
                  <a:pt x="551938" y="81404"/>
                </a:cubicBezTo>
                <a:cubicBezTo>
                  <a:pt x="553433" y="86227"/>
                  <a:pt x="555676" y="90376"/>
                  <a:pt x="558665" y="93850"/>
                </a:cubicBezTo>
                <a:cubicBezTo>
                  <a:pt x="561656" y="97322"/>
                  <a:pt x="565346" y="100023"/>
                  <a:pt x="569735" y="101953"/>
                </a:cubicBezTo>
                <a:cubicBezTo>
                  <a:pt x="574124" y="103882"/>
                  <a:pt x="579309" y="104847"/>
                  <a:pt x="585290" y="104847"/>
                </a:cubicBezTo>
                <a:cubicBezTo>
                  <a:pt x="593780" y="104847"/>
                  <a:pt x="600822" y="102728"/>
                  <a:pt x="606417" y="98488"/>
                </a:cubicBezTo>
                <a:cubicBezTo>
                  <a:pt x="612011" y="94248"/>
                  <a:pt x="615629" y="87936"/>
                  <a:pt x="617268" y="7955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Text Controller">
            <a:extLst xmlns:a="http://schemas.openxmlformats.org/drawingml/2006/main">
              <a:ext uri="{FF2B5EF4-FFF2-40B4-BE49-F238E27FC236}">
                <a16:creationId xmlns:a16="http://schemas.microsoft.com/office/drawing/2014/main" id="{A74C79AC-9174-466D-AFFA-455A957F9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801" y="2563643"/>
            <a:ext cx="626093" cy="108097"/>
          </a:xfrm>
          <a:custGeom xmlns:a="http://schemas.openxmlformats.org/drawingml/2006/main">
            <a:pathLst>
              <a:path w="626093" h="108097">
                <a:moveTo>
                  <a:pt x="77701" y="33582"/>
                </a:moveTo>
                <a:lnTo>
                  <a:pt x="91448" y="33582"/>
                </a:lnTo>
                <a:cubicBezTo>
                  <a:pt x="90676" y="28083"/>
                  <a:pt x="89037" y="23235"/>
                  <a:pt x="86528" y="19038"/>
                </a:cubicBezTo>
                <a:cubicBezTo>
                  <a:pt x="84020" y="14842"/>
                  <a:pt x="80885" y="11344"/>
                  <a:pt x="77123" y="8544"/>
                </a:cubicBezTo>
                <a:cubicBezTo>
                  <a:pt x="73361" y="5745"/>
                  <a:pt x="69068" y="3621"/>
                  <a:pt x="64244" y="2173"/>
                </a:cubicBezTo>
                <a:cubicBezTo>
                  <a:pt x="59421" y="724"/>
                  <a:pt x="54308" y="0"/>
                  <a:pt x="48906" y="0"/>
                </a:cubicBezTo>
                <a:cubicBezTo>
                  <a:pt x="40996" y="0"/>
                  <a:pt x="33978" y="1423"/>
                  <a:pt x="27852" y="4270"/>
                </a:cubicBezTo>
                <a:cubicBezTo>
                  <a:pt x="21728" y="7115"/>
                  <a:pt x="16616" y="10998"/>
                  <a:pt x="12516" y="15919"/>
                </a:cubicBezTo>
                <a:cubicBezTo>
                  <a:pt x="8417" y="20838"/>
                  <a:pt x="5306" y="26602"/>
                  <a:pt x="3184" y="33211"/>
                </a:cubicBezTo>
                <a:cubicBezTo>
                  <a:pt x="1061" y="39820"/>
                  <a:pt x="0" y="46886"/>
                  <a:pt x="0" y="54411"/>
                </a:cubicBezTo>
                <a:cubicBezTo>
                  <a:pt x="0" y="61935"/>
                  <a:pt x="988" y="68977"/>
                  <a:pt x="2965" y="75538"/>
                </a:cubicBezTo>
                <a:cubicBezTo>
                  <a:pt x="4943" y="82098"/>
                  <a:pt x="7910" y="87790"/>
                  <a:pt x="11865" y="92613"/>
                </a:cubicBezTo>
                <a:cubicBezTo>
                  <a:pt x="15820" y="97437"/>
                  <a:pt x="20788" y="101223"/>
                  <a:pt x="26768" y="103973"/>
                </a:cubicBezTo>
                <a:cubicBezTo>
                  <a:pt x="32749" y="106722"/>
                  <a:pt x="39742" y="108097"/>
                  <a:pt x="47750" y="108097"/>
                </a:cubicBezTo>
                <a:cubicBezTo>
                  <a:pt x="60964" y="108097"/>
                  <a:pt x="71382" y="104478"/>
                  <a:pt x="79002" y="97239"/>
                </a:cubicBezTo>
                <a:cubicBezTo>
                  <a:pt x="86623" y="89998"/>
                  <a:pt x="91110" y="79867"/>
                  <a:pt x="92461" y="66845"/>
                </a:cubicBezTo>
                <a:lnTo>
                  <a:pt x="78715" y="66845"/>
                </a:lnTo>
                <a:cubicBezTo>
                  <a:pt x="78425" y="71089"/>
                  <a:pt x="77556" y="75044"/>
                  <a:pt x="76110" y="78710"/>
                </a:cubicBezTo>
                <a:cubicBezTo>
                  <a:pt x="74663" y="82375"/>
                  <a:pt x="72661" y="85535"/>
                  <a:pt x="70104" y="88189"/>
                </a:cubicBezTo>
                <a:cubicBezTo>
                  <a:pt x="67549" y="90841"/>
                  <a:pt x="64510" y="92915"/>
                  <a:pt x="60988" y="94411"/>
                </a:cubicBezTo>
                <a:cubicBezTo>
                  <a:pt x="57467" y="95905"/>
                  <a:pt x="53440" y="96652"/>
                  <a:pt x="48906" y="96652"/>
                </a:cubicBezTo>
                <a:cubicBezTo>
                  <a:pt x="42733" y="96652"/>
                  <a:pt x="37428" y="95495"/>
                  <a:pt x="32990" y="93181"/>
                </a:cubicBezTo>
                <a:cubicBezTo>
                  <a:pt x="28554" y="90865"/>
                  <a:pt x="24912" y="87755"/>
                  <a:pt x="22065" y="83848"/>
                </a:cubicBezTo>
                <a:cubicBezTo>
                  <a:pt x="19220" y="79942"/>
                  <a:pt x="17122" y="75360"/>
                  <a:pt x="15771" y="70104"/>
                </a:cubicBezTo>
                <a:cubicBezTo>
                  <a:pt x="14421" y="64848"/>
                  <a:pt x="13746" y="59278"/>
                  <a:pt x="13746" y="53395"/>
                </a:cubicBezTo>
                <a:cubicBezTo>
                  <a:pt x="13746" y="47995"/>
                  <a:pt x="14421" y="42787"/>
                  <a:pt x="15771" y="37772"/>
                </a:cubicBezTo>
                <a:cubicBezTo>
                  <a:pt x="17122" y="32757"/>
                  <a:pt x="19220" y="28297"/>
                  <a:pt x="22065" y="24390"/>
                </a:cubicBezTo>
                <a:cubicBezTo>
                  <a:pt x="24912" y="20484"/>
                  <a:pt x="28529" y="17374"/>
                  <a:pt x="32917" y="15060"/>
                </a:cubicBezTo>
                <a:cubicBezTo>
                  <a:pt x="37306" y="12745"/>
                  <a:pt x="42588" y="11587"/>
                  <a:pt x="48763" y="11587"/>
                </a:cubicBezTo>
                <a:cubicBezTo>
                  <a:pt x="55997" y="11587"/>
                  <a:pt x="62243" y="13420"/>
                  <a:pt x="67499" y="17087"/>
                </a:cubicBezTo>
                <a:cubicBezTo>
                  <a:pt x="72757" y="20752"/>
                  <a:pt x="76157" y="26250"/>
                  <a:pt x="77701" y="33582"/>
                </a:cubicBezTo>
                <a:close/>
                <a:moveTo>
                  <a:pt x="116480" y="68464"/>
                </a:moveTo>
                <a:cubicBezTo>
                  <a:pt x="116480" y="63933"/>
                  <a:pt x="117083" y="59910"/>
                  <a:pt x="118289" y="56393"/>
                </a:cubicBezTo>
                <a:cubicBezTo>
                  <a:pt x="119494" y="52875"/>
                  <a:pt x="121158" y="49912"/>
                  <a:pt x="123281" y="47502"/>
                </a:cubicBezTo>
                <a:cubicBezTo>
                  <a:pt x="125403" y="45093"/>
                  <a:pt x="127887" y="43262"/>
                  <a:pt x="130732" y="42009"/>
                </a:cubicBezTo>
                <a:cubicBezTo>
                  <a:pt x="133577" y="40756"/>
                  <a:pt x="136592" y="40130"/>
                  <a:pt x="139776" y="40130"/>
                </a:cubicBezTo>
                <a:cubicBezTo>
                  <a:pt x="142959" y="40130"/>
                  <a:pt x="145974" y="40756"/>
                  <a:pt x="148819" y="42009"/>
                </a:cubicBezTo>
                <a:cubicBezTo>
                  <a:pt x="151664" y="43262"/>
                  <a:pt x="154148" y="45093"/>
                  <a:pt x="156271" y="47502"/>
                </a:cubicBezTo>
                <a:cubicBezTo>
                  <a:pt x="158393" y="49912"/>
                  <a:pt x="160057" y="52875"/>
                  <a:pt x="161263" y="56393"/>
                </a:cubicBezTo>
                <a:cubicBezTo>
                  <a:pt x="162468" y="59910"/>
                  <a:pt x="163071" y="63933"/>
                  <a:pt x="163071" y="68464"/>
                </a:cubicBezTo>
                <a:cubicBezTo>
                  <a:pt x="163071" y="72993"/>
                  <a:pt x="162468" y="77016"/>
                  <a:pt x="161263" y="80534"/>
                </a:cubicBezTo>
                <a:cubicBezTo>
                  <a:pt x="160057" y="84052"/>
                  <a:pt x="158393" y="86991"/>
                  <a:pt x="156271" y="89352"/>
                </a:cubicBezTo>
                <a:cubicBezTo>
                  <a:pt x="154148" y="91713"/>
                  <a:pt x="151664" y="93520"/>
                  <a:pt x="148819" y="94773"/>
                </a:cubicBezTo>
                <a:cubicBezTo>
                  <a:pt x="145974" y="96025"/>
                  <a:pt x="142959" y="96652"/>
                  <a:pt x="139776" y="96652"/>
                </a:cubicBezTo>
                <a:cubicBezTo>
                  <a:pt x="136592" y="96652"/>
                  <a:pt x="133577" y="96025"/>
                  <a:pt x="130732" y="94773"/>
                </a:cubicBezTo>
                <a:cubicBezTo>
                  <a:pt x="127887" y="93520"/>
                  <a:pt x="125403" y="91713"/>
                  <a:pt x="123281" y="89352"/>
                </a:cubicBezTo>
                <a:cubicBezTo>
                  <a:pt x="121158" y="86991"/>
                  <a:pt x="119494" y="84052"/>
                  <a:pt x="118289" y="80534"/>
                </a:cubicBezTo>
                <a:cubicBezTo>
                  <a:pt x="117083" y="77016"/>
                  <a:pt x="116480" y="72993"/>
                  <a:pt x="116480" y="68464"/>
                </a:cubicBezTo>
                <a:moveTo>
                  <a:pt x="103456" y="68466"/>
                </a:moveTo>
                <a:cubicBezTo>
                  <a:pt x="103456" y="73963"/>
                  <a:pt x="104227" y="79076"/>
                  <a:pt x="105770" y="83804"/>
                </a:cubicBezTo>
                <a:cubicBezTo>
                  <a:pt x="107314" y="88530"/>
                  <a:pt x="109629" y="92655"/>
                  <a:pt x="112716" y="96177"/>
                </a:cubicBezTo>
                <a:cubicBezTo>
                  <a:pt x="115803" y="99698"/>
                  <a:pt x="119613" y="102447"/>
                  <a:pt x="124146" y="104425"/>
                </a:cubicBezTo>
                <a:cubicBezTo>
                  <a:pt x="128681" y="106402"/>
                  <a:pt x="133891" y="107391"/>
                  <a:pt x="139776" y="107391"/>
                </a:cubicBezTo>
                <a:cubicBezTo>
                  <a:pt x="145756" y="107391"/>
                  <a:pt x="150989" y="106402"/>
                  <a:pt x="155474" y="104425"/>
                </a:cubicBezTo>
                <a:cubicBezTo>
                  <a:pt x="159960" y="102447"/>
                  <a:pt x="163746" y="99698"/>
                  <a:pt x="166833" y="96177"/>
                </a:cubicBezTo>
                <a:cubicBezTo>
                  <a:pt x="169920" y="92655"/>
                  <a:pt x="172234" y="88530"/>
                  <a:pt x="173777" y="83804"/>
                </a:cubicBezTo>
                <a:cubicBezTo>
                  <a:pt x="175321" y="79076"/>
                  <a:pt x="176093" y="73963"/>
                  <a:pt x="176093" y="68466"/>
                </a:cubicBezTo>
                <a:cubicBezTo>
                  <a:pt x="176093" y="62967"/>
                  <a:pt x="175321" y="57830"/>
                  <a:pt x="173777" y="53055"/>
                </a:cubicBezTo>
                <a:cubicBezTo>
                  <a:pt x="172234" y="48279"/>
                  <a:pt x="169920" y="44130"/>
                  <a:pt x="166833" y="40609"/>
                </a:cubicBezTo>
                <a:cubicBezTo>
                  <a:pt x="163746" y="37088"/>
                  <a:pt x="159960" y="34315"/>
                  <a:pt x="155474" y="32290"/>
                </a:cubicBezTo>
                <a:cubicBezTo>
                  <a:pt x="150989" y="30263"/>
                  <a:pt x="145756" y="29250"/>
                  <a:pt x="139776" y="29250"/>
                </a:cubicBezTo>
                <a:cubicBezTo>
                  <a:pt x="133891" y="29250"/>
                  <a:pt x="128681" y="30263"/>
                  <a:pt x="124146" y="32290"/>
                </a:cubicBezTo>
                <a:cubicBezTo>
                  <a:pt x="119613" y="34315"/>
                  <a:pt x="115803" y="37088"/>
                  <a:pt x="112716" y="40609"/>
                </a:cubicBezTo>
                <a:cubicBezTo>
                  <a:pt x="109629" y="44130"/>
                  <a:pt x="107314" y="48279"/>
                  <a:pt x="105770" y="53055"/>
                </a:cubicBezTo>
                <a:cubicBezTo>
                  <a:pt x="104227" y="57830"/>
                  <a:pt x="103456" y="62967"/>
                  <a:pt x="103456" y="68466"/>
                </a:cubicBezTo>
                <a:close/>
                <a:moveTo>
                  <a:pt x="190562" y="30987"/>
                </a:moveTo>
                <a:lnTo>
                  <a:pt x="190562" y="105836"/>
                </a:lnTo>
                <a:lnTo>
                  <a:pt x="202862" y="105836"/>
                </a:lnTo>
                <a:lnTo>
                  <a:pt x="202862" y="63575"/>
                </a:lnTo>
                <a:cubicBezTo>
                  <a:pt x="202862" y="60199"/>
                  <a:pt x="203320" y="57087"/>
                  <a:pt x="204236" y="54241"/>
                </a:cubicBezTo>
                <a:cubicBezTo>
                  <a:pt x="205153" y="51394"/>
                  <a:pt x="206527" y="48909"/>
                  <a:pt x="208360" y="46787"/>
                </a:cubicBezTo>
                <a:cubicBezTo>
                  <a:pt x="210192" y="44664"/>
                  <a:pt x="212484" y="43025"/>
                  <a:pt x="215233" y="41868"/>
                </a:cubicBezTo>
                <a:cubicBezTo>
                  <a:pt x="217983" y="40709"/>
                  <a:pt x="221238" y="40130"/>
                  <a:pt x="225001" y="40130"/>
                </a:cubicBezTo>
                <a:cubicBezTo>
                  <a:pt x="229727" y="40130"/>
                  <a:pt x="233441" y="41481"/>
                  <a:pt x="236142" y="44184"/>
                </a:cubicBezTo>
                <a:cubicBezTo>
                  <a:pt x="238842" y="46885"/>
                  <a:pt x="240193" y="50551"/>
                  <a:pt x="240193" y="55181"/>
                </a:cubicBezTo>
                <a:lnTo>
                  <a:pt x="240193" y="105836"/>
                </a:lnTo>
                <a:lnTo>
                  <a:pt x="252493" y="105836"/>
                </a:lnTo>
                <a:lnTo>
                  <a:pt x="252493" y="56612"/>
                </a:lnTo>
                <a:cubicBezTo>
                  <a:pt x="252493" y="52558"/>
                  <a:pt x="252083" y="48867"/>
                  <a:pt x="251263" y="45537"/>
                </a:cubicBezTo>
                <a:cubicBezTo>
                  <a:pt x="250443" y="42208"/>
                  <a:pt x="249020" y="39337"/>
                  <a:pt x="246993" y="36924"/>
                </a:cubicBezTo>
                <a:cubicBezTo>
                  <a:pt x="244968" y="34510"/>
                  <a:pt x="242315" y="32628"/>
                  <a:pt x="239036" y="31277"/>
                </a:cubicBezTo>
                <a:cubicBezTo>
                  <a:pt x="235757" y="29925"/>
                  <a:pt x="231657" y="29250"/>
                  <a:pt x="226736" y="29250"/>
                </a:cubicBezTo>
                <a:cubicBezTo>
                  <a:pt x="215642" y="29250"/>
                  <a:pt x="207539" y="33786"/>
                  <a:pt x="202427" y="42859"/>
                </a:cubicBezTo>
                <a:lnTo>
                  <a:pt x="202138" y="42859"/>
                </a:lnTo>
                <a:lnTo>
                  <a:pt x="202138" y="30987"/>
                </a:lnTo>
                <a:lnTo>
                  <a:pt x="190562" y="30987"/>
                </a:lnTo>
                <a:close/>
                <a:moveTo>
                  <a:pt x="288088" y="30945"/>
                </a:moveTo>
                <a:lnTo>
                  <a:pt x="288088" y="8620"/>
                </a:lnTo>
                <a:lnTo>
                  <a:pt x="275788" y="8620"/>
                </a:lnTo>
                <a:lnTo>
                  <a:pt x="275788" y="30945"/>
                </a:lnTo>
                <a:lnTo>
                  <a:pt x="263055" y="30945"/>
                </a:lnTo>
                <a:lnTo>
                  <a:pt x="263055" y="41826"/>
                </a:lnTo>
                <a:lnTo>
                  <a:pt x="275788" y="41826"/>
                </a:lnTo>
                <a:lnTo>
                  <a:pt x="275788" y="89472"/>
                </a:lnTo>
                <a:cubicBezTo>
                  <a:pt x="275788" y="92947"/>
                  <a:pt x="276126" y="95746"/>
                  <a:pt x="276802" y="97870"/>
                </a:cubicBezTo>
                <a:cubicBezTo>
                  <a:pt x="277477" y="99994"/>
                  <a:pt x="278514" y="101636"/>
                  <a:pt x="279912" y="102796"/>
                </a:cubicBezTo>
                <a:cubicBezTo>
                  <a:pt x="281311" y="103954"/>
                  <a:pt x="283143" y="104751"/>
                  <a:pt x="285410" y="105185"/>
                </a:cubicBezTo>
                <a:cubicBezTo>
                  <a:pt x="287677" y="105619"/>
                  <a:pt x="290402" y="105836"/>
                  <a:pt x="293586" y="105836"/>
                </a:cubicBezTo>
                <a:lnTo>
                  <a:pt x="302991" y="105836"/>
                </a:lnTo>
                <a:lnTo>
                  <a:pt x="302991" y="94956"/>
                </a:lnTo>
                <a:lnTo>
                  <a:pt x="297348" y="94956"/>
                </a:lnTo>
                <a:cubicBezTo>
                  <a:pt x="295418" y="94956"/>
                  <a:pt x="293851" y="94884"/>
                  <a:pt x="292645" y="94739"/>
                </a:cubicBezTo>
                <a:cubicBezTo>
                  <a:pt x="291440" y="94594"/>
                  <a:pt x="290499" y="94280"/>
                  <a:pt x="289824" y="93799"/>
                </a:cubicBezTo>
                <a:cubicBezTo>
                  <a:pt x="289149" y="93316"/>
                  <a:pt x="288692" y="92641"/>
                  <a:pt x="288450" y="91772"/>
                </a:cubicBezTo>
                <a:cubicBezTo>
                  <a:pt x="288209" y="90902"/>
                  <a:pt x="288088" y="89744"/>
                  <a:pt x="288088" y="88297"/>
                </a:cubicBezTo>
                <a:lnTo>
                  <a:pt x="288088" y="41826"/>
                </a:lnTo>
                <a:lnTo>
                  <a:pt x="302991" y="41826"/>
                </a:lnTo>
                <a:lnTo>
                  <a:pt x="302991" y="30945"/>
                </a:lnTo>
                <a:lnTo>
                  <a:pt x="288088" y="30945"/>
                </a:lnTo>
                <a:close/>
                <a:moveTo>
                  <a:pt x="316159" y="30987"/>
                </a:moveTo>
                <a:lnTo>
                  <a:pt x="316159" y="105836"/>
                </a:lnTo>
                <a:lnTo>
                  <a:pt x="328456" y="105836"/>
                </a:lnTo>
                <a:lnTo>
                  <a:pt x="328456" y="72522"/>
                </a:lnTo>
                <a:cubicBezTo>
                  <a:pt x="328456" y="67694"/>
                  <a:pt x="328939" y="63422"/>
                  <a:pt x="329903" y="59705"/>
                </a:cubicBezTo>
                <a:cubicBezTo>
                  <a:pt x="330868" y="55987"/>
                  <a:pt x="332412" y="52825"/>
                  <a:pt x="334535" y="50218"/>
                </a:cubicBezTo>
                <a:cubicBezTo>
                  <a:pt x="336657" y="47610"/>
                  <a:pt x="339455" y="45630"/>
                  <a:pt x="342927" y="44279"/>
                </a:cubicBezTo>
                <a:cubicBezTo>
                  <a:pt x="346399" y="42926"/>
                  <a:pt x="350595" y="42250"/>
                  <a:pt x="355514" y="42250"/>
                </a:cubicBezTo>
                <a:lnTo>
                  <a:pt x="355514" y="29250"/>
                </a:lnTo>
                <a:cubicBezTo>
                  <a:pt x="348859" y="29057"/>
                  <a:pt x="343361" y="30408"/>
                  <a:pt x="339019" y="33303"/>
                </a:cubicBezTo>
                <a:cubicBezTo>
                  <a:pt x="334678" y="36199"/>
                  <a:pt x="331013" y="40687"/>
                  <a:pt x="328024" y="46767"/>
                </a:cubicBezTo>
                <a:lnTo>
                  <a:pt x="327734" y="46767"/>
                </a:lnTo>
                <a:lnTo>
                  <a:pt x="327734" y="30987"/>
                </a:lnTo>
                <a:lnTo>
                  <a:pt x="316159" y="30987"/>
                </a:lnTo>
                <a:close/>
                <a:moveTo>
                  <a:pt x="371143" y="68464"/>
                </a:moveTo>
                <a:cubicBezTo>
                  <a:pt x="371143" y="63933"/>
                  <a:pt x="371746" y="59910"/>
                  <a:pt x="372951" y="56393"/>
                </a:cubicBezTo>
                <a:cubicBezTo>
                  <a:pt x="374157" y="52875"/>
                  <a:pt x="375821" y="49912"/>
                  <a:pt x="377943" y="47502"/>
                </a:cubicBezTo>
                <a:cubicBezTo>
                  <a:pt x="380066" y="45093"/>
                  <a:pt x="382550" y="43262"/>
                  <a:pt x="385395" y="42009"/>
                </a:cubicBezTo>
                <a:cubicBezTo>
                  <a:pt x="388240" y="40756"/>
                  <a:pt x="391254" y="40130"/>
                  <a:pt x="394438" y="40130"/>
                </a:cubicBezTo>
                <a:cubicBezTo>
                  <a:pt x="397622" y="40130"/>
                  <a:pt x="400636" y="40756"/>
                  <a:pt x="403482" y="42009"/>
                </a:cubicBezTo>
                <a:cubicBezTo>
                  <a:pt x="406327" y="43262"/>
                  <a:pt x="408811" y="45093"/>
                  <a:pt x="410933" y="47502"/>
                </a:cubicBezTo>
                <a:cubicBezTo>
                  <a:pt x="413056" y="49912"/>
                  <a:pt x="414720" y="52875"/>
                  <a:pt x="415925" y="56393"/>
                </a:cubicBezTo>
                <a:cubicBezTo>
                  <a:pt x="417131" y="59910"/>
                  <a:pt x="417733" y="63933"/>
                  <a:pt x="417733" y="68464"/>
                </a:cubicBezTo>
                <a:cubicBezTo>
                  <a:pt x="417733" y="72993"/>
                  <a:pt x="417131" y="77016"/>
                  <a:pt x="415925" y="80534"/>
                </a:cubicBezTo>
                <a:cubicBezTo>
                  <a:pt x="414720" y="84052"/>
                  <a:pt x="413056" y="86991"/>
                  <a:pt x="410933" y="89352"/>
                </a:cubicBezTo>
                <a:cubicBezTo>
                  <a:pt x="408811" y="91713"/>
                  <a:pt x="406327" y="93520"/>
                  <a:pt x="403482" y="94773"/>
                </a:cubicBezTo>
                <a:cubicBezTo>
                  <a:pt x="400636" y="96025"/>
                  <a:pt x="397622" y="96652"/>
                  <a:pt x="394438" y="96652"/>
                </a:cubicBezTo>
                <a:cubicBezTo>
                  <a:pt x="391254" y="96652"/>
                  <a:pt x="388240" y="96025"/>
                  <a:pt x="385395" y="94773"/>
                </a:cubicBezTo>
                <a:cubicBezTo>
                  <a:pt x="382550" y="93520"/>
                  <a:pt x="380066" y="91713"/>
                  <a:pt x="377943" y="89352"/>
                </a:cubicBezTo>
                <a:cubicBezTo>
                  <a:pt x="375821" y="86991"/>
                  <a:pt x="374157" y="84052"/>
                  <a:pt x="372951" y="80534"/>
                </a:cubicBezTo>
                <a:cubicBezTo>
                  <a:pt x="371746" y="77016"/>
                  <a:pt x="371143" y="72993"/>
                  <a:pt x="371143" y="68464"/>
                </a:cubicBezTo>
                <a:moveTo>
                  <a:pt x="358119" y="68466"/>
                </a:moveTo>
                <a:cubicBezTo>
                  <a:pt x="358119" y="73963"/>
                  <a:pt x="358890" y="79076"/>
                  <a:pt x="360433" y="83804"/>
                </a:cubicBezTo>
                <a:cubicBezTo>
                  <a:pt x="361977" y="88530"/>
                  <a:pt x="364292" y="92655"/>
                  <a:pt x="367379" y="96177"/>
                </a:cubicBezTo>
                <a:cubicBezTo>
                  <a:pt x="370465" y="99698"/>
                  <a:pt x="374275" y="102447"/>
                  <a:pt x="378809" y="104425"/>
                </a:cubicBezTo>
                <a:cubicBezTo>
                  <a:pt x="383344" y="106402"/>
                  <a:pt x="388553" y="107391"/>
                  <a:pt x="394438" y="107391"/>
                </a:cubicBezTo>
                <a:cubicBezTo>
                  <a:pt x="400419" y="107391"/>
                  <a:pt x="405651" y="106402"/>
                  <a:pt x="410136" y="104425"/>
                </a:cubicBezTo>
                <a:cubicBezTo>
                  <a:pt x="414622" y="102447"/>
                  <a:pt x="418409" y="99698"/>
                  <a:pt x="421496" y="96177"/>
                </a:cubicBezTo>
                <a:cubicBezTo>
                  <a:pt x="424582" y="92655"/>
                  <a:pt x="426897" y="88530"/>
                  <a:pt x="428439" y="83804"/>
                </a:cubicBezTo>
                <a:cubicBezTo>
                  <a:pt x="429983" y="79076"/>
                  <a:pt x="430755" y="73963"/>
                  <a:pt x="430755" y="68466"/>
                </a:cubicBezTo>
                <a:cubicBezTo>
                  <a:pt x="430755" y="62967"/>
                  <a:pt x="429983" y="57830"/>
                  <a:pt x="428439" y="53055"/>
                </a:cubicBezTo>
                <a:cubicBezTo>
                  <a:pt x="426897" y="48279"/>
                  <a:pt x="424582" y="44130"/>
                  <a:pt x="421496" y="40609"/>
                </a:cubicBezTo>
                <a:cubicBezTo>
                  <a:pt x="418409" y="37088"/>
                  <a:pt x="414622" y="34315"/>
                  <a:pt x="410136" y="32290"/>
                </a:cubicBezTo>
                <a:cubicBezTo>
                  <a:pt x="405651" y="30263"/>
                  <a:pt x="400419" y="29250"/>
                  <a:pt x="394438" y="29250"/>
                </a:cubicBezTo>
                <a:cubicBezTo>
                  <a:pt x="388553" y="29250"/>
                  <a:pt x="383344" y="30263"/>
                  <a:pt x="378809" y="32290"/>
                </a:cubicBezTo>
                <a:cubicBezTo>
                  <a:pt x="374275" y="34315"/>
                  <a:pt x="370465" y="37088"/>
                  <a:pt x="367379" y="40609"/>
                </a:cubicBezTo>
                <a:cubicBezTo>
                  <a:pt x="364292" y="44130"/>
                  <a:pt x="361977" y="48279"/>
                  <a:pt x="360433" y="53055"/>
                </a:cubicBezTo>
                <a:cubicBezTo>
                  <a:pt x="358890" y="57830"/>
                  <a:pt x="358119" y="62967"/>
                  <a:pt x="358119" y="68466"/>
                </a:cubicBezTo>
                <a:close/>
                <a:moveTo>
                  <a:pt x="445949" y="2543"/>
                </a:moveTo>
                <a:lnTo>
                  <a:pt x="445949" y="105836"/>
                </a:lnTo>
                <a:lnTo>
                  <a:pt x="458249" y="105836"/>
                </a:lnTo>
                <a:lnTo>
                  <a:pt x="458249" y="2543"/>
                </a:lnTo>
                <a:lnTo>
                  <a:pt x="445949" y="2543"/>
                </a:lnTo>
                <a:close/>
                <a:moveTo>
                  <a:pt x="478071" y="2543"/>
                </a:moveTo>
                <a:lnTo>
                  <a:pt x="478071" y="105836"/>
                </a:lnTo>
                <a:lnTo>
                  <a:pt x="490371" y="105836"/>
                </a:lnTo>
                <a:lnTo>
                  <a:pt x="490371" y="2543"/>
                </a:lnTo>
                <a:lnTo>
                  <a:pt x="478071" y="2543"/>
                </a:lnTo>
                <a:close/>
                <a:moveTo>
                  <a:pt x="561416" y="61326"/>
                </a:moveTo>
                <a:lnTo>
                  <a:pt x="518442" y="61326"/>
                </a:lnTo>
                <a:cubicBezTo>
                  <a:pt x="518635" y="58422"/>
                  <a:pt x="519262" y="55688"/>
                  <a:pt x="520323" y="53123"/>
                </a:cubicBezTo>
                <a:cubicBezTo>
                  <a:pt x="521385" y="50558"/>
                  <a:pt x="522831" y="48307"/>
                  <a:pt x="524664" y="46372"/>
                </a:cubicBezTo>
                <a:cubicBezTo>
                  <a:pt x="526497" y="44436"/>
                  <a:pt x="528691" y="42912"/>
                  <a:pt x="531248" y="41799"/>
                </a:cubicBezTo>
                <a:cubicBezTo>
                  <a:pt x="533805" y="40687"/>
                  <a:pt x="536674" y="40130"/>
                  <a:pt x="539856" y="40130"/>
                </a:cubicBezTo>
                <a:cubicBezTo>
                  <a:pt x="542943" y="40130"/>
                  <a:pt x="545765" y="40687"/>
                  <a:pt x="548321" y="41799"/>
                </a:cubicBezTo>
                <a:cubicBezTo>
                  <a:pt x="550878" y="42912"/>
                  <a:pt x="553097" y="44413"/>
                  <a:pt x="554978" y="46301"/>
                </a:cubicBezTo>
                <a:cubicBezTo>
                  <a:pt x="556859" y="48188"/>
                  <a:pt x="558354" y="50438"/>
                  <a:pt x="559462" y="53051"/>
                </a:cubicBezTo>
                <a:cubicBezTo>
                  <a:pt x="560572" y="55663"/>
                  <a:pt x="561223" y="58422"/>
                  <a:pt x="561416" y="61326"/>
                </a:cubicBezTo>
                <a:moveTo>
                  <a:pt x="573281" y="82097"/>
                </a:moveTo>
                <a:lnTo>
                  <a:pt x="561127" y="82097"/>
                </a:lnTo>
                <a:cubicBezTo>
                  <a:pt x="560066" y="86997"/>
                  <a:pt x="557871" y="90648"/>
                  <a:pt x="554543" y="93050"/>
                </a:cubicBezTo>
                <a:cubicBezTo>
                  <a:pt x="551215" y="95451"/>
                  <a:pt x="546947" y="96652"/>
                  <a:pt x="541737" y="96652"/>
                </a:cubicBezTo>
                <a:cubicBezTo>
                  <a:pt x="537687" y="96652"/>
                  <a:pt x="534166" y="95980"/>
                  <a:pt x="531175" y="94638"/>
                </a:cubicBezTo>
                <a:cubicBezTo>
                  <a:pt x="528186" y="93296"/>
                  <a:pt x="525726" y="91498"/>
                  <a:pt x="523796" y="89246"/>
                </a:cubicBezTo>
                <a:cubicBezTo>
                  <a:pt x="521867" y="86993"/>
                  <a:pt x="520468" y="84404"/>
                  <a:pt x="519599" y="81481"/>
                </a:cubicBezTo>
                <a:cubicBezTo>
                  <a:pt x="518731" y="78557"/>
                  <a:pt x="518345" y="75465"/>
                  <a:pt x="518442" y="72206"/>
                </a:cubicBezTo>
                <a:lnTo>
                  <a:pt x="574438" y="72206"/>
                </a:lnTo>
                <a:cubicBezTo>
                  <a:pt x="574631" y="67659"/>
                  <a:pt x="574221" y="62870"/>
                  <a:pt x="573208" y="57839"/>
                </a:cubicBezTo>
                <a:cubicBezTo>
                  <a:pt x="572196" y="52808"/>
                  <a:pt x="570362" y="48165"/>
                  <a:pt x="567709" y="43908"/>
                </a:cubicBezTo>
                <a:cubicBezTo>
                  <a:pt x="565056" y="39651"/>
                  <a:pt x="561535" y="36144"/>
                  <a:pt x="557146" y="33387"/>
                </a:cubicBezTo>
                <a:cubicBezTo>
                  <a:pt x="552757" y="30629"/>
                  <a:pt x="547234" y="29250"/>
                  <a:pt x="540578" y="29250"/>
                </a:cubicBezTo>
                <a:cubicBezTo>
                  <a:pt x="535466" y="29250"/>
                  <a:pt x="530764" y="30215"/>
                  <a:pt x="526470" y="32144"/>
                </a:cubicBezTo>
                <a:cubicBezTo>
                  <a:pt x="522178" y="34074"/>
                  <a:pt x="518464" y="36776"/>
                  <a:pt x="515329" y="40249"/>
                </a:cubicBezTo>
                <a:cubicBezTo>
                  <a:pt x="512194" y="43722"/>
                  <a:pt x="509758" y="47822"/>
                  <a:pt x="508021" y="52549"/>
                </a:cubicBezTo>
                <a:cubicBezTo>
                  <a:pt x="506286" y="57276"/>
                  <a:pt x="505418" y="62484"/>
                  <a:pt x="505418" y="68174"/>
                </a:cubicBezTo>
                <a:cubicBezTo>
                  <a:pt x="505611" y="73866"/>
                  <a:pt x="506455" y="79124"/>
                  <a:pt x="507950" y="83947"/>
                </a:cubicBezTo>
                <a:cubicBezTo>
                  <a:pt x="509446" y="88771"/>
                  <a:pt x="511688" y="92919"/>
                  <a:pt x="514678" y="96393"/>
                </a:cubicBezTo>
                <a:cubicBezTo>
                  <a:pt x="517669" y="99865"/>
                  <a:pt x="521359" y="102566"/>
                  <a:pt x="525748" y="104496"/>
                </a:cubicBezTo>
                <a:cubicBezTo>
                  <a:pt x="530137" y="106426"/>
                  <a:pt x="535322" y="107391"/>
                  <a:pt x="541302" y="107391"/>
                </a:cubicBezTo>
                <a:cubicBezTo>
                  <a:pt x="549792" y="107391"/>
                  <a:pt x="556835" y="105271"/>
                  <a:pt x="562430" y="101032"/>
                </a:cubicBezTo>
                <a:cubicBezTo>
                  <a:pt x="568024" y="96791"/>
                  <a:pt x="571641" y="90480"/>
                  <a:pt x="573281" y="82097"/>
                </a:cubicBezTo>
                <a:close/>
                <a:moveTo>
                  <a:pt x="586738" y="30987"/>
                </a:moveTo>
                <a:lnTo>
                  <a:pt x="586738" y="105836"/>
                </a:lnTo>
                <a:lnTo>
                  <a:pt x="599036" y="105836"/>
                </a:lnTo>
                <a:lnTo>
                  <a:pt x="599036" y="72522"/>
                </a:lnTo>
                <a:cubicBezTo>
                  <a:pt x="599036" y="67694"/>
                  <a:pt x="599518" y="63422"/>
                  <a:pt x="600482" y="59705"/>
                </a:cubicBezTo>
                <a:cubicBezTo>
                  <a:pt x="601447" y="55987"/>
                  <a:pt x="602991" y="52825"/>
                  <a:pt x="605114" y="50218"/>
                </a:cubicBezTo>
                <a:cubicBezTo>
                  <a:pt x="607236" y="47610"/>
                  <a:pt x="610034" y="45630"/>
                  <a:pt x="613506" y="44279"/>
                </a:cubicBezTo>
                <a:cubicBezTo>
                  <a:pt x="616978" y="42926"/>
                  <a:pt x="621174" y="42250"/>
                  <a:pt x="626093" y="42250"/>
                </a:cubicBezTo>
                <a:lnTo>
                  <a:pt x="626093" y="29250"/>
                </a:lnTo>
                <a:cubicBezTo>
                  <a:pt x="619438" y="29057"/>
                  <a:pt x="613940" y="30408"/>
                  <a:pt x="609598" y="33303"/>
                </a:cubicBezTo>
                <a:cubicBezTo>
                  <a:pt x="605257" y="36199"/>
                  <a:pt x="601592" y="40687"/>
                  <a:pt x="598603" y="46767"/>
                </a:cubicBezTo>
                <a:lnTo>
                  <a:pt x="598314" y="46767"/>
                </a:lnTo>
                <a:lnTo>
                  <a:pt x="598314" y="30987"/>
                </a:lnTo>
                <a:lnTo>
                  <a:pt x="586738" y="309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Text (">
            <a:extLst xmlns:a="http://schemas.openxmlformats.org/drawingml/2006/main">
              <a:ext uri="{FF2B5EF4-FFF2-40B4-BE49-F238E27FC236}">
                <a16:creationId xmlns:a16="http://schemas.microsoft.com/office/drawing/2014/main" id="{1C6EDBCF-C70F-48C5-BE3E-54F2B127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359" y="2730476"/>
            <a:ext cx="32122" cy="134380"/>
          </a:xfrm>
          <a:custGeom xmlns:a="http://schemas.openxmlformats.org/drawingml/2006/main">
            <a:pathLst>
              <a:path w="32122" h="134380">
                <a:moveTo>
                  <a:pt x="22717" y="134380"/>
                </a:moveTo>
                <a:lnTo>
                  <a:pt x="32122" y="134380"/>
                </a:lnTo>
                <a:cubicBezTo>
                  <a:pt x="25273" y="123278"/>
                  <a:pt x="20378" y="112274"/>
                  <a:pt x="17436" y="101365"/>
                </a:cubicBezTo>
                <a:cubicBezTo>
                  <a:pt x="14493" y="90456"/>
                  <a:pt x="13022" y="78919"/>
                  <a:pt x="13022" y="66755"/>
                </a:cubicBezTo>
                <a:cubicBezTo>
                  <a:pt x="13022" y="54881"/>
                  <a:pt x="14469" y="43538"/>
                  <a:pt x="17363" y="32727"/>
                </a:cubicBezTo>
                <a:cubicBezTo>
                  <a:pt x="20258" y="21915"/>
                  <a:pt x="25178" y="11005"/>
                  <a:pt x="32122" y="0"/>
                </a:cubicBezTo>
                <a:lnTo>
                  <a:pt x="22717" y="0"/>
                </a:lnTo>
                <a:cubicBezTo>
                  <a:pt x="15192" y="9943"/>
                  <a:pt x="9525" y="20707"/>
                  <a:pt x="5714" y="32292"/>
                </a:cubicBezTo>
                <a:cubicBezTo>
                  <a:pt x="1905" y="43876"/>
                  <a:pt x="0" y="55364"/>
                  <a:pt x="0" y="66755"/>
                </a:cubicBezTo>
                <a:cubicBezTo>
                  <a:pt x="0" y="73127"/>
                  <a:pt x="531" y="79209"/>
                  <a:pt x="1592" y="85001"/>
                </a:cubicBezTo>
                <a:cubicBezTo>
                  <a:pt x="2653" y="90793"/>
                  <a:pt x="4172" y="96440"/>
                  <a:pt x="6149" y="101944"/>
                </a:cubicBezTo>
                <a:cubicBezTo>
                  <a:pt x="8127" y="107446"/>
                  <a:pt x="10515" y="112876"/>
                  <a:pt x="13311" y="118233"/>
                </a:cubicBezTo>
                <a:cubicBezTo>
                  <a:pt x="16109" y="123591"/>
                  <a:pt x="19244" y="128973"/>
                  <a:pt x="22717" y="13438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Text Size=S">
            <a:extLst xmlns:a="http://schemas.openxmlformats.org/drawingml/2006/main">
              <a:ext uri="{FF2B5EF4-FFF2-40B4-BE49-F238E27FC236}">
                <a16:creationId xmlns:a16="http://schemas.microsoft.com/office/drawing/2014/main" id="{00B68F5A-CB50-4355-BB34-8965827E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054" y="2737091"/>
            <a:ext cx="415227" cy="101341"/>
          </a:xfrm>
          <a:custGeom xmlns:a="http://schemas.openxmlformats.org/drawingml/2006/main">
            <a:pathLst>
              <a:path w="415227" h="101341">
                <a:moveTo>
                  <a:pt x="61585" y="30667"/>
                </a:moveTo>
                <a:lnTo>
                  <a:pt x="73793" y="30667"/>
                </a:lnTo>
                <a:cubicBezTo>
                  <a:pt x="73612" y="25332"/>
                  <a:pt x="72595" y="20744"/>
                  <a:pt x="70740" y="16901"/>
                </a:cubicBezTo>
                <a:cubicBezTo>
                  <a:pt x="68887" y="13056"/>
                  <a:pt x="66355" y="9867"/>
                  <a:pt x="63144" y="7334"/>
                </a:cubicBezTo>
                <a:cubicBezTo>
                  <a:pt x="59934" y="4799"/>
                  <a:pt x="56204" y="2943"/>
                  <a:pt x="51954" y="1766"/>
                </a:cubicBezTo>
                <a:cubicBezTo>
                  <a:pt x="47704" y="589"/>
                  <a:pt x="43091" y="0"/>
                  <a:pt x="38117" y="0"/>
                </a:cubicBezTo>
                <a:cubicBezTo>
                  <a:pt x="33686" y="0"/>
                  <a:pt x="29367" y="565"/>
                  <a:pt x="25161" y="1695"/>
                </a:cubicBezTo>
                <a:cubicBezTo>
                  <a:pt x="20957" y="2825"/>
                  <a:pt x="17204" y="4544"/>
                  <a:pt x="13903" y="6851"/>
                </a:cubicBezTo>
                <a:cubicBezTo>
                  <a:pt x="10604" y="9157"/>
                  <a:pt x="7959" y="12096"/>
                  <a:pt x="5970" y="15669"/>
                </a:cubicBezTo>
                <a:cubicBezTo>
                  <a:pt x="3980" y="19240"/>
                  <a:pt x="2985" y="23467"/>
                  <a:pt x="2985" y="28349"/>
                </a:cubicBezTo>
                <a:cubicBezTo>
                  <a:pt x="2985" y="32780"/>
                  <a:pt x="3867" y="36465"/>
                  <a:pt x="5630" y="39404"/>
                </a:cubicBezTo>
                <a:cubicBezTo>
                  <a:pt x="7394" y="42343"/>
                  <a:pt x="9745" y="44740"/>
                  <a:pt x="12684" y="46595"/>
                </a:cubicBezTo>
                <a:cubicBezTo>
                  <a:pt x="15623" y="48448"/>
                  <a:pt x="18947" y="49940"/>
                  <a:pt x="22655" y="51070"/>
                </a:cubicBezTo>
                <a:cubicBezTo>
                  <a:pt x="26363" y="52200"/>
                  <a:pt x="30138" y="53195"/>
                  <a:pt x="33981" y="54055"/>
                </a:cubicBezTo>
                <a:cubicBezTo>
                  <a:pt x="37824" y="54913"/>
                  <a:pt x="41600" y="55749"/>
                  <a:pt x="45307" y="56563"/>
                </a:cubicBezTo>
                <a:cubicBezTo>
                  <a:pt x="49015" y="57378"/>
                  <a:pt x="52339" y="58440"/>
                  <a:pt x="55278" y="59751"/>
                </a:cubicBezTo>
                <a:cubicBezTo>
                  <a:pt x="58217" y="61062"/>
                  <a:pt x="60569" y="62758"/>
                  <a:pt x="62332" y="64839"/>
                </a:cubicBezTo>
                <a:cubicBezTo>
                  <a:pt x="64096" y="66918"/>
                  <a:pt x="64977" y="69631"/>
                  <a:pt x="64977" y="72978"/>
                </a:cubicBezTo>
                <a:cubicBezTo>
                  <a:pt x="64977" y="76505"/>
                  <a:pt x="64254" y="79398"/>
                  <a:pt x="62806" y="81659"/>
                </a:cubicBezTo>
                <a:cubicBezTo>
                  <a:pt x="61360" y="83919"/>
                  <a:pt x="59461" y="85705"/>
                  <a:pt x="57110" y="87017"/>
                </a:cubicBezTo>
                <a:cubicBezTo>
                  <a:pt x="54759" y="88328"/>
                  <a:pt x="52113" y="89255"/>
                  <a:pt x="49174" y="89797"/>
                </a:cubicBezTo>
                <a:cubicBezTo>
                  <a:pt x="46235" y="90340"/>
                  <a:pt x="43318" y="90611"/>
                  <a:pt x="40425" y="90611"/>
                </a:cubicBezTo>
                <a:cubicBezTo>
                  <a:pt x="36806" y="90611"/>
                  <a:pt x="33279" y="90159"/>
                  <a:pt x="29841" y="89255"/>
                </a:cubicBezTo>
                <a:cubicBezTo>
                  <a:pt x="26405" y="88351"/>
                  <a:pt x="23399" y="86950"/>
                  <a:pt x="20821" y="85051"/>
                </a:cubicBezTo>
                <a:cubicBezTo>
                  <a:pt x="18245" y="83151"/>
                  <a:pt x="16165" y="80731"/>
                  <a:pt x="14582" y="77792"/>
                </a:cubicBezTo>
                <a:cubicBezTo>
                  <a:pt x="12999" y="74853"/>
                  <a:pt x="12208" y="71349"/>
                  <a:pt x="12208" y="67279"/>
                </a:cubicBezTo>
                <a:lnTo>
                  <a:pt x="0" y="67279"/>
                </a:lnTo>
                <a:cubicBezTo>
                  <a:pt x="0" y="73158"/>
                  <a:pt x="1063" y="78245"/>
                  <a:pt x="3188" y="82540"/>
                </a:cubicBezTo>
                <a:cubicBezTo>
                  <a:pt x="5313" y="86836"/>
                  <a:pt x="8206" y="90364"/>
                  <a:pt x="11869" y="93126"/>
                </a:cubicBezTo>
                <a:cubicBezTo>
                  <a:pt x="15531" y="95886"/>
                  <a:pt x="19781" y="97944"/>
                  <a:pt x="24619" y="99302"/>
                </a:cubicBezTo>
                <a:cubicBezTo>
                  <a:pt x="29458" y="100661"/>
                  <a:pt x="34591" y="101341"/>
                  <a:pt x="40017" y="101341"/>
                </a:cubicBezTo>
                <a:cubicBezTo>
                  <a:pt x="44448" y="101341"/>
                  <a:pt x="48901" y="100821"/>
                  <a:pt x="53378" y="99780"/>
                </a:cubicBezTo>
                <a:cubicBezTo>
                  <a:pt x="57854" y="98741"/>
                  <a:pt x="61901" y="97069"/>
                  <a:pt x="65518" y="94763"/>
                </a:cubicBezTo>
                <a:cubicBezTo>
                  <a:pt x="69136" y="92456"/>
                  <a:pt x="72098" y="89471"/>
                  <a:pt x="74404" y="85809"/>
                </a:cubicBezTo>
                <a:cubicBezTo>
                  <a:pt x="76710" y="82146"/>
                  <a:pt x="77862" y="77738"/>
                  <a:pt x="77862" y="72584"/>
                </a:cubicBezTo>
                <a:cubicBezTo>
                  <a:pt x="77862" y="67790"/>
                  <a:pt x="76981" y="63811"/>
                  <a:pt x="75217" y="60647"/>
                </a:cubicBezTo>
                <a:cubicBezTo>
                  <a:pt x="73454" y="57482"/>
                  <a:pt x="71102" y="54859"/>
                  <a:pt x="68163" y="52780"/>
                </a:cubicBezTo>
                <a:cubicBezTo>
                  <a:pt x="65224" y="50699"/>
                  <a:pt x="61900" y="49048"/>
                  <a:pt x="58192" y="47829"/>
                </a:cubicBezTo>
                <a:cubicBezTo>
                  <a:pt x="54486" y="46607"/>
                  <a:pt x="50711" y="45545"/>
                  <a:pt x="46866" y="44641"/>
                </a:cubicBezTo>
                <a:cubicBezTo>
                  <a:pt x="43023" y="43736"/>
                  <a:pt x="39248" y="42899"/>
                  <a:pt x="35540" y="42130"/>
                </a:cubicBezTo>
                <a:cubicBezTo>
                  <a:pt x="31833" y="41362"/>
                  <a:pt x="28510" y="40389"/>
                  <a:pt x="25571" y="39214"/>
                </a:cubicBezTo>
                <a:cubicBezTo>
                  <a:pt x="22632" y="38038"/>
                  <a:pt x="20281" y="36524"/>
                  <a:pt x="18517" y="34670"/>
                </a:cubicBezTo>
                <a:cubicBezTo>
                  <a:pt x="16754" y="32816"/>
                  <a:pt x="15872" y="30396"/>
                  <a:pt x="15872" y="27411"/>
                </a:cubicBezTo>
                <a:cubicBezTo>
                  <a:pt x="15872" y="24247"/>
                  <a:pt x="16482" y="21603"/>
                  <a:pt x="17702" y="19478"/>
                </a:cubicBezTo>
                <a:cubicBezTo>
                  <a:pt x="18923" y="17351"/>
                  <a:pt x="20550" y="15655"/>
                  <a:pt x="22584" y="14390"/>
                </a:cubicBezTo>
                <a:cubicBezTo>
                  <a:pt x="24620" y="13123"/>
                  <a:pt x="26948" y="12218"/>
                  <a:pt x="29570" y="11676"/>
                </a:cubicBezTo>
                <a:cubicBezTo>
                  <a:pt x="32193" y="11134"/>
                  <a:pt x="34862" y="10863"/>
                  <a:pt x="37574" y="10863"/>
                </a:cubicBezTo>
                <a:cubicBezTo>
                  <a:pt x="44267" y="10863"/>
                  <a:pt x="49761" y="12423"/>
                  <a:pt x="54057" y="15543"/>
                </a:cubicBezTo>
                <a:cubicBezTo>
                  <a:pt x="58353" y="18663"/>
                  <a:pt x="60862" y="23704"/>
                  <a:pt x="61585" y="30667"/>
                </a:cubicBezTo>
                <a:close/>
                <a:moveTo>
                  <a:pt x="103774" y="16559"/>
                </a:moveTo>
                <a:lnTo>
                  <a:pt x="103774" y="2384"/>
                </a:lnTo>
                <a:lnTo>
                  <a:pt x="92243" y="2384"/>
                </a:lnTo>
                <a:lnTo>
                  <a:pt x="92243" y="16559"/>
                </a:lnTo>
                <a:lnTo>
                  <a:pt x="103774" y="16559"/>
                </a:lnTo>
                <a:moveTo>
                  <a:pt x="92243" y="29090"/>
                </a:moveTo>
                <a:lnTo>
                  <a:pt x="92243" y="99221"/>
                </a:lnTo>
                <a:lnTo>
                  <a:pt x="103774" y="99221"/>
                </a:lnTo>
                <a:lnTo>
                  <a:pt x="103774" y="29090"/>
                </a:lnTo>
                <a:lnTo>
                  <a:pt x="92243" y="29090"/>
                </a:lnTo>
                <a:close/>
                <a:moveTo>
                  <a:pt x="115982" y="90396"/>
                </a:moveTo>
                <a:lnTo>
                  <a:pt x="115982" y="99221"/>
                </a:lnTo>
                <a:lnTo>
                  <a:pt x="175124" y="99221"/>
                </a:lnTo>
                <a:lnTo>
                  <a:pt x="175124" y="89021"/>
                </a:lnTo>
                <a:lnTo>
                  <a:pt x="130361" y="89021"/>
                </a:lnTo>
                <a:lnTo>
                  <a:pt x="173226" y="36885"/>
                </a:lnTo>
                <a:lnTo>
                  <a:pt x="173226" y="29011"/>
                </a:lnTo>
                <a:lnTo>
                  <a:pt x="118696" y="29011"/>
                </a:lnTo>
                <a:lnTo>
                  <a:pt x="118696" y="39212"/>
                </a:lnTo>
                <a:lnTo>
                  <a:pt x="158305" y="39212"/>
                </a:lnTo>
                <a:lnTo>
                  <a:pt x="115982" y="90396"/>
                </a:lnTo>
                <a:close/>
                <a:moveTo>
                  <a:pt x="235491" y="57493"/>
                </a:moveTo>
                <a:lnTo>
                  <a:pt x="195203" y="57493"/>
                </a:lnTo>
                <a:cubicBezTo>
                  <a:pt x="195384" y="54770"/>
                  <a:pt x="195971" y="52207"/>
                  <a:pt x="196966" y="49803"/>
                </a:cubicBezTo>
                <a:cubicBezTo>
                  <a:pt x="197961" y="47398"/>
                  <a:pt x="199318" y="45288"/>
                  <a:pt x="201036" y="43474"/>
                </a:cubicBezTo>
                <a:cubicBezTo>
                  <a:pt x="202754" y="41659"/>
                  <a:pt x="204811" y="40230"/>
                  <a:pt x="207208" y="39187"/>
                </a:cubicBezTo>
                <a:cubicBezTo>
                  <a:pt x="209605" y="38144"/>
                  <a:pt x="212295" y="37622"/>
                  <a:pt x="215278" y="37622"/>
                </a:cubicBezTo>
                <a:cubicBezTo>
                  <a:pt x="218172" y="37622"/>
                  <a:pt x="220817" y="38144"/>
                  <a:pt x="223214" y="39187"/>
                </a:cubicBezTo>
                <a:cubicBezTo>
                  <a:pt x="225611" y="40230"/>
                  <a:pt x="227691" y="41637"/>
                  <a:pt x="229455" y="43407"/>
                </a:cubicBezTo>
                <a:cubicBezTo>
                  <a:pt x="231219" y="45176"/>
                  <a:pt x="232620" y="47286"/>
                  <a:pt x="233659" y="49735"/>
                </a:cubicBezTo>
                <a:cubicBezTo>
                  <a:pt x="234699" y="52184"/>
                  <a:pt x="235310" y="54770"/>
                  <a:pt x="235491" y="57493"/>
                </a:cubicBezTo>
                <a:moveTo>
                  <a:pt x="246614" y="76966"/>
                </a:moveTo>
                <a:lnTo>
                  <a:pt x="235220" y="76966"/>
                </a:lnTo>
                <a:cubicBezTo>
                  <a:pt x="234225" y="81560"/>
                  <a:pt x="232167" y="84983"/>
                  <a:pt x="229047" y="87235"/>
                </a:cubicBezTo>
                <a:cubicBezTo>
                  <a:pt x="225927" y="89485"/>
                  <a:pt x="221926" y="90611"/>
                  <a:pt x="217042" y="90611"/>
                </a:cubicBezTo>
                <a:cubicBezTo>
                  <a:pt x="213244" y="90611"/>
                  <a:pt x="209944" y="89982"/>
                  <a:pt x="207140" y="88723"/>
                </a:cubicBezTo>
                <a:cubicBezTo>
                  <a:pt x="204337" y="87465"/>
                  <a:pt x="202031" y="85780"/>
                  <a:pt x="200222" y="83668"/>
                </a:cubicBezTo>
                <a:cubicBezTo>
                  <a:pt x="198413" y="81556"/>
                  <a:pt x="197102" y="79129"/>
                  <a:pt x="196287" y="76389"/>
                </a:cubicBezTo>
                <a:cubicBezTo>
                  <a:pt x="195473" y="73647"/>
                  <a:pt x="195112" y="70748"/>
                  <a:pt x="195203" y="67693"/>
                </a:cubicBezTo>
                <a:lnTo>
                  <a:pt x="247699" y="67693"/>
                </a:lnTo>
                <a:cubicBezTo>
                  <a:pt x="247880" y="63431"/>
                  <a:pt x="247495" y="58941"/>
                  <a:pt x="246546" y="54224"/>
                </a:cubicBezTo>
                <a:cubicBezTo>
                  <a:pt x="245597" y="49508"/>
                  <a:pt x="243878" y="45154"/>
                  <a:pt x="241390" y="41164"/>
                </a:cubicBezTo>
                <a:cubicBezTo>
                  <a:pt x="238903" y="37173"/>
                  <a:pt x="235603" y="33885"/>
                  <a:pt x="231488" y="31301"/>
                </a:cubicBezTo>
                <a:cubicBezTo>
                  <a:pt x="227373" y="28715"/>
                  <a:pt x="222195" y="27422"/>
                  <a:pt x="215955" y="27422"/>
                </a:cubicBezTo>
                <a:cubicBezTo>
                  <a:pt x="211163" y="27422"/>
                  <a:pt x="206754" y="28326"/>
                  <a:pt x="202729" y="30135"/>
                </a:cubicBezTo>
                <a:cubicBezTo>
                  <a:pt x="198705" y="31944"/>
                  <a:pt x="195223" y="34477"/>
                  <a:pt x="192284" y="37734"/>
                </a:cubicBezTo>
                <a:cubicBezTo>
                  <a:pt x="189345" y="40989"/>
                  <a:pt x="187061" y="44833"/>
                  <a:pt x="185433" y="49265"/>
                </a:cubicBezTo>
                <a:cubicBezTo>
                  <a:pt x="183806" y="53696"/>
                  <a:pt x="182993" y="58579"/>
                  <a:pt x="182993" y="63914"/>
                </a:cubicBezTo>
                <a:cubicBezTo>
                  <a:pt x="183173" y="69250"/>
                  <a:pt x="183965" y="74179"/>
                  <a:pt x="185367" y="78701"/>
                </a:cubicBezTo>
                <a:cubicBezTo>
                  <a:pt x="186769" y="83223"/>
                  <a:pt x="188871" y="87112"/>
                  <a:pt x="191674" y="90369"/>
                </a:cubicBezTo>
                <a:cubicBezTo>
                  <a:pt x="194478" y="93624"/>
                  <a:pt x="197937" y="96156"/>
                  <a:pt x="202052" y="97965"/>
                </a:cubicBezTo>
                <a:cubicBezTo>
                  <a:pt x="206167" y="99774"/>
                  <a:pt x="211028" y="100679"/>
                  <a:pt x="216634" y="100679"/>
                </a:cubicBezTo>
                <a:cubicBezTo>
                  <a:pt x="224594" y="100679"/>
                  <a:pt x="231196" y="98692"/>
                  <a:pt x="236441" y="94717"/>
                </a:cubicBezTo>
                <a:cubicBezTo>
                  <a:pt x="241686" y="90742"/>
                  <a:pt x="245077" y="84825"/>
                  <a:pt x="246614" y="76966"/>
                </a:cubicBezTo>
                <a:close/>
                <a:moveTo>
                  <a:pt x="257466" y="73919"/>
                </a:moveTo>
                <a:lnTo>
                  <a:pt x="257466" y="83192"/>
                </a:lnTo>
                <a:lnTo>
                  <a:pt x="325834" y="83192"/>
                </a:lnTo>
                <a:lnTo>
                  <a:pt x="325834" y="73919"/>
                </a:lnTo>
                <a:lnTo>
                  <a:pt x="257466" y="73919"/>
                </a:lnTo>
                <a:moveTo>
                  <a:pt x="325834" y="55771"/>
                </a:moveTo>
                <a:lnTo>
                  <a:pt x="325834" y="46498"/>
                </a:lnTo>
                <a:lnTo>
                  <a:pt x="257466" y="46498"/>
                </a:lnTo>
                <a:lnTo>
                  <a:pt x="257466" y="55771"/>
                </a:lnTo>
                <a:lnTo>
                  <a:pt x="325834" y="55771"/>
                </a:lnTo>
                <a:close/>
                <a:moveTo>
                  <a:pt x="398950" y="30667"/>
                </a:moveTo>
                <a:lnTo>
                  <a:pt x="411158" y="30667"/>
                </a:lnTo>
                <a:cubicBezTo>
                  <a:pt x="410977" y="25332"/>
                  <a:pt x="409959" y="20744"/>
                  <a:pt x="408105" y="16901"/>
                </a:cubicBezTo>
                <a:cubicBezTo>
                  <a:pt x="406251" y="13056"/>
                  <a:pt x="403719" y="9867"/>
                  <a:pt x="400508" y="7334"/>
                </a:cubicBezTo>
                <a:cubicBezTo>
                  <a:pt x="397299" y="4799"/>
                  <a:pt x="393569" y="2943"/>
                  <a:pt x="389318" y="1766"/>
                </a:cubicBezTo>
                <a:cubicBezTo>
                  <a:pt x="385068" y="589"/>
                  <a:pt x="380456" y="0"/>
                  <a:pt x="375481" y="0"/>
                </a:cubicBezTo>
                <a:cubicBezTo>
                  <a:pt x="371050" y="0"/>
                  <a:pt x="366732" y="565"/>
                  <a:pt x="362526" y="1695"/>
                </a:cubicBezTo>
                <a:cubicBezTo>
                  <a:pt x="358321" y="2825"/>
                  <a:pt x="354569" y="4544"/>
                  <a:pt x="351268" y="6851"/>
                </a:cubicBezTo>
                <a:cubicBezTo>
                  <a:pt x="347969" y="9157"/>
                  <a:pt x="345324" y="12096"/>
                  <a:pt x="343334" y="15669"/>
                </a:cubicBezTo>
                <a:cubicBezTo>
                  <a:pt x="341344" y="19240"/>
                  <a:pt x="340349" y="23467"/>
                  <a:pt x="340349" y="28349"/>
                </a:cubicBezTo>
                <a:cubicBezTo>
                  <a:pt x="340349" y="32780"/>
                  <a:pt x="341231" y="36465"/>
                  <a:pt x="342995" y="39404"/>
                </a:cubicBezTo>
                <a:cubicBezTo>
                  <a:pt x="344758" y="42343"/>
                  <a:pt x="347110" y="44740"/>
                  <a:pt x="350049" y="46595"/>
                </a:cubicBezTo>
                <a:cubicBezTo>
                  <a:pt x="352988" y="48448"/>
                  <a:pt x="356312" y="49940"/>
                  <a:pt x="360019" y="51070"/>
                </a:cubicBezTo>
                <a:cubicBezTo>
                  <a:pt x="363727" y="52200"/>
                  <a:pt x="367503" y="53195"/>
                  <a:pt x="371346" y="54055"/>
                </a:cubicBezTo>
                <a:cubicBezTo>
                  <a:pt x="375189" y="54913"/>
                  <a:pt x="378964" y="55749"/>
                  <a:pt x="382672" y="56563"/>
                </a:cubicBezTo>
                <a:cubicBezTo>
                  <a:pt x="386380" y="57378"/>
                  <a:pt x="389703" y="58440"/>
                  <a:pt x="392643" y="59751"/>
                </a:cubicBezTo>
                <a:cubicBezTo>
                  <a:pt x="395582" y="61062"/>
                  <a:pt x="397933" y="62758"/>
                  <a:pt x="399697" y="64839"/>
                </a:cubicBezTo>
                <a:cubicBezTo>
                  <a:pt x="401460" y="66918"/>
                  <a:pt x="402342" y="69631"/>
                  <a:pt x="402342" y="72978"/>
                </a:cubicBezTo>
                <a:cubicBezTo>
                  <a:pt x="402342" y="76505"/>
                  <a:pt x="401618" y="79398"/>
                  <a:pt x="400171" y="81659"/>
                </a:cubicBezTo>
                <a:cubicBezTo>
                  <a:pt x="398725" y="83919"/>
                  <a:pt x="396826" y="85705"/>
                  <a:pt x="394475" y="87017"/>
                </a:cubicBezTo>
                <a:cubicBezTo>
                  <a:pt x="392123" y="88328"/>
                  <a:pt x="389478" y="89255"/>
                  <a:pt x="386539" y="89797"/>
                </a:cubicBezTo>
                <a:cubicBezTo>
                  <a:pt x="383599" y="90340"/>
                  <a:pt x="380683" y="90611"/>
                  <a:pt x="377789" y="90611"/>
                </a:cubicBezTo>
                <a:cubicBezTo>
                  <a:pt x="374171" y="90611"/>
                  <a:pt x="370643" y="90159"/>
                  <a:pt x="367206" y="89255"/>
                </a:cubicBezTo>
                <a:cubicBezTo>
                  <a:pt x="363770" y="88351"/>
                  <a:pt x="360763" y="86950"/>
                  <a:pt x="358185" y="85051"/>
                </a:cubicBezTo>
                <a:cubicBezTo>
                  <a:pt x="355609" y="83151"/>
                  <a:pt x="353530" y="80731"/>
                  <a:pt x="351947" y="77792"/>
                </a:cubicBezTo>
                <a:cubicBezTo>
                  <a:pt x="350364" y="74853"/>
                  <a:pt x="349573" y="71349"/>
                  <a:pt x="349573" y="67279"/>
                </a:cubicBezTo>
                <a:lnTo>
                  <a:pt x="337365" y="67279"/>
                </a:lnTo>
                <a:cubicBezTo>
                  <a:pt x="337365" y="73158"/>
                  <a:pt x="338427" y="78245"/>
                  <a:pt x="340552" y="82540"/>
                </a:cubicBezTo>
                <a:cubicBezTo>
                  <a:pt x="342677" y="86836"/>
                  <a:pt x="345571" y="90364"/>
                  <a:pt x="349233" y="93126"/>
                </a:cubicBezTo>
                <a:cubicBezTo>
                  <a:pt x="352896" y="95886"/>
                  <a:pt x="357146" y="97944"/>
                  <a:pt x="361984" y="99302"/>
                </a:cubicBezTo>
                <a:cubicBezTo>
                  <a:pt x="366823" y="100661"/>
                  <a:pt x="371956" y="101341"/>
                  <a:pt x="377381" y="101341"/>
                </a:cubicBezTo>
                <a:cubicBezTo>
                  <a:pt x="381812" y="101341"/>
                  <a:pt x="386266" y="100821"/>
                  <a:pt x="390743" y="99780"/>
                </a:cubicBezTo>
                <a:cubicBezTo>
                  <a:pt x="395219" y="98741"/>
                  <a:pt x="399266" y="97069"/>
                  <a:pt x="402882" y="94763"/>
                </a:cubicBezTo>
                <a:cubicBezTo>
                  <a:pt x="406500" y="92456"/>
                  <a:pt x="409462" y="89471"/>
                  <a:pt x="411768" y="85809"/>
                </a:cubicBezTo>
                <a:cubicBezTo>
                  <a:pt x="414074" y="82146"/>
                  <a:pt x="415227" y="77738"/>
                  <a:pt x="415227" y="72584"/>
                </a:cubicBezTo>
                <a:cubicBezTo>
                  <a:pt x="415227" y="67790"/>
                  <a:pt x="414345" y="63811"/>
                  <a:pt x="412582" y="60647"/>
                </a:cubicBezTo>
                <a:cubicBezTo>
                  <a:pt x="410818" y="57482"/>
                  <a:pt x="408467" y="54859"/>
                  <a:pt x="405528" y="52780"/>
                </a:cubicBezTo>
                <a:cubicBezTo>
                  <a:pt x="402588" y="50699"/>
                  <a:pt x="399265" y="49048"/>
                  <a:pt x="395557" y="47829"/>
                </a:cubicBezTo>
                <a:cubicBezTo>
                  <a:pt x="391851" y="46607"/>
                  <a:pt x="388075" y="45545"/>
                  <a:pt x="384231" y="44641"/>
                </a:cubicBezTo>
                <a:cubicBezTo>
                  <a:pt x="380388" y="43736"/>
                  <a:pt x="376612" y="42899"/>
                  <a:pt x="372904" y="42130"/>
                </a:cubicBezTo>
                <a:cubicBezTo>
                  <a:pt x="369198" y="41362"/>
                  <a:pt x="365875" y="40389"/>
                  <a:pt x="362936" y="39214"/>
                </a:cubicBezTo>
                <a:cubicBezTo>
                  <a:pt x="359997" y="38038"/>
                  <a:pt x="357645" y="36524"/>
                  <a:pt x="355882" y="34670"/>
                </a:cubicBezTo>
                <a:cubicBezTo>
                  <a:pt x="354118" y="32816"/>
                  <a:pt x="353236" y="30396"/>
                  <a:pt x="353236" y="27411"/>
                </a:cubicBezTo>
                <a:cubicBezTo>
                  <a:pt x="353236" y="24247"/>
                  <a:pt x="353846" y="21603"/>
                  <a:pt x="355066" y="19478"/>
                </a:cubicBezTo>
                <a:cubicBezTo>
                  <a:pt x="356287" y="17351"/>
                  <a:pt x="357915" y="15655"/>
                  <a:pt x="359949" y="14390"/>
                </a:cubicBezTo>
                <a:cubicBezTo>
                  <a:pt x="361984" y="13123"/>
                  <a:pt x="364313" y="12218"/>
                  <a:pt x="366935" y="11676"/>
                </a:cubicBezTo>
                <a:cubicBezTo>
                  <a:pt x="369558" y="11134"/>
                  <a:pt x="372226" y="10863"/>
                  <a:pt x="374939" y="10863"/>
                </a:cubicBezTo>
                <a:cubicBezTo>
                  <a:pt x="381632" y="10863"/>
                  <a:pt x="387126" y="12423"/>
                  <a:pt x="391421" y="15543"/>
                </a:cubicBezTo>
                <a:cubicBezTo>
                  <a:pt x="395717" y="18663"/>
                  <a:pt x="398226" y="23704"/>
                  <a:pt x="398950" y="306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Text r">
            <a:extLst xmlns:a="http://schemas.openxmlformats.org/drawingml/2006/main">
              <a:ext uri="{FF2B5EF4-FFF2-40B4-BE49-F238E27FC236}">
                <a16:creationId xmlns:a16="http://schemas.microsoft.com/office/drawing/2014/main" id="{62284272-9A4D-40D5-985F-503665D4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921" y="2823945"/>
            <a:ext cx="29516" cy="57584"/>
          </a:xfrm>
          <a:custGeom xmlns:a="http://schemas.openxmlformats.org/drawingml/2006/main">
            <a:pathLst>
              <a:path w="29516" h="57584">
                <a:moveTo>
                  <a:pt x="0" y="1448"/>
                </a:moveTo>
                <a:lnTo>
                  <a:pt x="0" y="57584"/>
                </a:lnTo>
                <a:lnTo>
                  <a:pt x="9223" y="57584"/>
                </a:lnTo>
                <a:lnTo>
                  <a:pt x="9223" y="32599"/>
                </a:lnTo>
                <a:cubicBezTo>
                  <a:pt x="9223" y="28978"/>
                  <a:pt x="9585" y="25774"/>
                  <a:pt x="10308" y="22986"/>
                </a:cubicBezTo>
                <a:cubicBezTo>
                  <a:pt x="11032" y="20198"/>
                  <a:pt x="12190" y="17826"/>
                  <a:pt x="13782" y="15871"/>
                </a:cubicBezTo>
                <a:cubicBezTo>
                  <a:pt x="15374" y="13915"/>
                  <a:pt x="17472" y="12430"/>
                  <a:pt x="20076" y="11416"/>
                </a:cubicBezTo>
                <a:cubicBezTo>
                  <a:pt x="22680" y="10402"/>
                  <a:pt x="25827" y="9895"/>
                  <a:pt x="29516" y="9895"/>
                </a:cubicBezTo>
                <a:lnTo>
                  <a:pt x="29516" y="145"/>
                </a:lnTo>
                <a:cubicBezTo>
                  <a:pt x="24526" y="0"/>
                  <a:pt x="20402" y="1013"/>
                  <a:pt x="17145" y="3185"/>
                </a:cubicBezTo>
                <a:cubicBezTo>
                  <a:pt x="13890" y="5356"/>
                  <a:pt x="11141" y="8722"/>
                  <a:pt x="8899" y="13283"/>
                </a:cubicBezTo>
                <a:lnTo>
                  <a:pt x="8682" y="13283"/>
                </a:lnTo>
                <a:lnTo>
                  <a:pt x="8682" y="1448"/>
                </a:lnTo>
                <a:lnTo>
                  <a:pt x="0" y="14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Text )">
            <a:extLst xmlns:a="http://schemas.openxmlformats.org/drawingml/2006/main">
              <a:ext uri="{FF2B5EF4-FFF2-40B4-BE49-F238E27FC236}">
                <a16:creationId xmlns:a16="http://schemas.microsoft.com/office/drawing/2014/main" id="{2382A8E9-9C9C-4F80-88DF-04F22E33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136" y="2730476"/>
            <a:ext cx="31979" cy="134380"/>
          </a:xfrm>
          <a:custGeom xmlns:a="http://schemas.openxmlformats.org/drawingml/2006/main">
            <a:pathLst>
              <a:path w="31979" h="134380">
                <a:moveTo>
                  <a:pt x="0" y="134380"/>
                </a:moveTo>
                <a:lnTo>
                  <a:pt x="9260" y="134380"/>
                </a:lnTo>
                <a:cubicBezTo>
                  <a:pt x="16784" y="124437"/>
                  <a:pt x="22452" y="113698"/>
                  <a:pt x="26263" y="102162"/>
                </a:cubicBezTo>
                <a:cubicBezTo>
                  <a:pt x="30073" y="90626"/>
                  <a:pt x="31979" y="79161"/>
                  <a:pt x="31979" y="67768"/>
                </a:cubicBezTo>
                <a:cubicBezTo>
                  <a:pt x="31979" y="61398"/>
                  <a:pt x="31448" y="55317"/>
                  <a:pt x="30387" y="49525"/>
                </a:cubicBezTo>
                <a:cubicBezTo>
                  <a:pt x="29326" y="43731"/>
                  <a:pt x="27806" y="38059"/>
                  <a:pt x="25828" y="32509"/>
                </a:cubicBezTo>
                <a:cubicBezTo>
                  <a:pt x="23851" y="26958"/>
                  <a:pt x="21463" y="21504"/>
                  <a:pt x="18665" y="16146"/>
                </a:cubicBezTo>
                <a:cubicBezTo>
                  <a:pt x="15869" y="10788"/>
                  <a:pt x="12733" y="5406"/>
                  <a:pt x="9260" y="0"/>
                </a:cubicBezTo>
                <a:lnTo>
                  <a:pt x="0" y="0"/>
                </a:lnTo>
                <a:cubicBezTo>
                  <a:pt x="6753" y="11101"/>
                  <a:pt x="11600" y="22130"/>
                  <a:pt x="14541" y="33087"/>
                </a:cubicBezTo>
                <a:cubicBezTo>
                  <a:pt x="17483" y="44044"/>
                  <a:pt x="18955" y="55604"/>
                  <a:pt x="18955" y="67768"/>
                </a:cubicBezTo>
                <a:cubicBezTo>
                  <a:pt x="18955" y="79546"/>
                  <a:pt x="17508" y="90866"/>
                  <a:pt x="14614" y="101727"/>
                </a:cubicBezTo>
                <a:cubicBezTo>
                  <a:pt x="11720" y="112587"/>
                  <a:pt x="6849" y="123471"/>
                  <a:pt x="0" y="13438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ADA084-553D-4ADC-BD09-A202505F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0773" y="2524439"/>
            <a:ext cx="562327" cy="10"/>
          </a:xfrm>
          <a:custGeom xmlns:a="http://schemas.openxmlformats.org/drawingml/2006/main">
            <a:pathLst>
              <a:path w="562327" h="1" fill="none">
                <a:moveTo>
                  <a:pt x="56232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5217" cap="rnd">
            <a:solidFill>
              <a:srgbClr val="B34400"/>
            </a:solidFill>
            <a:round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0565C0-06D1-4498-9A77-1FA9F3A93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0548" y="2475605"/>
            <a:ext cx="130225" cy="97669"/>
          </a:xfrm>
          <a:custGeom xmlns:a="http://schemas.openxmlformats.org/drawingml/2006/main">
            <a:pathLst>
              <a:path w="130225" h="97669">
                <a:moveTo>
                  <a:pt x="0" y="48834"/>
                </a:moveTo>
                <a:lnTo>
                  <a:pt x="130225" y="97669"/>
                </a:lnTo>
                <a:lnTo>
                  <a:pt x="130225" y="0"/>
                </a:lnTo>
                <a:lnTo>
                  <a:pt x="0" y="48834"/>
                </a:lnTo>
                <a:close/>
              </a:path>
            </a:pathLst>
          </a:custGeom>
          <a:solidFill xmlns:a="http://schemas.openxmlformats.org/drawingml/2006/main">
            <a:srgbClr val="B344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BCEF0E-2DE3-41D5-B99B-9D999E56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0548" y="2475604"/>
            <a:ext cx="130225" cy="97669"/>
          </a:xfrm>
          <a:custGeom xmlns:a="http://schemas.openxmlformats.org/drawingml/2006/main">
            <a:pathLst>
              <a:path w="130225" h="97669" fill="none">
                <a:moveTo>
                  <a:pt x="0" y="48834"/>
                </a:moveTo>
                <a:lnTo>
                  <a:pt x="130225" y="97669"/>
                </a:lnTo>
                <a:lnTo>
                  <a:pt x="130225" y="0"/>
                </a:lnTo>
                <a:lnTo>
                  <a:pt x="0" y="4883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5217" cap="flat">
            <a:solidFill>
              <a:srgbClr val="B34400"/>
            </a:solidFill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A6AEC5-D454-4546-B747-BB8CF444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142" y="915629"/>
            <a:ext cx="10" cy="836577"/>
          </a:xfrm>
          <a:custGeom xmlns:a="http://schemas.openxmlformats.org/drawingml/2006/main">
            <a:pathLst>
              <a:path w="1" h="836577" fill="none">
                <a:moveTo>
                  <a:pt x="0" y="83657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5217" cap="rnd">
            <a:solidFill>
              <a:srgbClr val="B34400"/>
            </a:solidFill>
            <a:round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92A126-041E-4C58-9324-22D1CBD4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308" y="785405"/>
            <a:ext cx="97669" cy="130225"/>
          </a:xfrm>
          <a:custGeom xmlns:a="http://schemas.openxmlformats.org/drawingml/2006/main">
            <a:pathLst>
              <a:path w="97669" h="130225">
                <a:moveTo>
                  <a:pt x="48834" y="0"/>
                </a:moveTo>
                <a:lnTo>
                  <a:pt x="0" y="130225"/>
                </a:lnTo>
                <a:lnTo>
                  <a:pt x="97669" y="130225"/>
                </a:lnTo>
                <a:lnTo>
                  <a:pt x="48834" y="0"/>
                </a:lnTo>
                <a:close/>
              </a:path>
            </a:pathLst>
          </a:custGeom>
          <a:solidFill xmlns:a="http://schemas.openxmlformats.org/drawingml/2006/main">
            <a:srgbClr val="B344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B44EAD-4BBC-4A20-8CAE-5D385788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308" y="785404"/>
            <a:ext cx="97669" cy="130225"/>
          </a:xfrm>
          <a:custGeom xmlns:a="http://schemas.openxmlformats.org/drawingml/2006/main">
            <a:pathLst>
              <a:path w="97669" h="130225" fill="none">
                <a:moveTo>
                  <a:pt x="48834" y="0"/>
                </a:moveTo>
                <a:lnTo>
                  <a:pt x="0" y="130225"/>
                </a:lnTo>
                <a:lnTo>
                  <a:pt x="97669" y="130225"/>
                </a:lnTo>
                <a:lnTo>
                  <a:pt x="48834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5217" cap="flat">
            <a:solidFill>
              <a:srgbClr val="B34400"/>
            </a:solidFill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361053-C545-4418-B7A1-40F5E774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0265" y="567086"/>
            <a:ext cx="721800" cy="60885"/>
          </a:xfrm>
          <a:custGeom xmlns:a="http://schemas.openxmlformats.org/drawingml/2006/main">
            <a:pathLst>
              <a:path w="721800" h="60885" fill="none">
                <a:moveTo>
                  <a:pt x="0" y="0"/>
                </a:moveTo>
                <a:lnTo>
                  <a:pt x="721800" y="60885"/>
                </a:lnTo>
              </a:path>
            </a:pathLst>
          </a:custGeom>
          <a:noFill xmlns:a="http://schemas.openxmlformats.org/drawingml/2006/main"/>
          <a:ln xmlns:a="http://schemas.openxmlformats.org/drawingml/2006/main" w="45217" cap="rnd">
            <a:solidFill>
              <a:srgbClr val="0096FF"/>
            </a:solidFill>
            <a:round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1E6EA9-831E-4E2B-9F32-5F6C4CD82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7960" y="579311"/>
            <a:ext cx="133870" cy="97323"/>
          </a:xfrm>
          <a:custGeom xmlns:a="http://schemas.openxmlformats.org/drawingml/2006/main">
            <a:pathLst>
              <a:path w="133870" h="97323">
                <a:moveTo>
                  <a:pt x="133870" y="59607"/>
                </a:moveTo>
                <a:lnTo>
                  <a:pt x="8210" y="0"/>
                </a:lnTo>
                <a:lnTo>
                  <a:pt x="0" y="97323"/>
                </a:lnTo>
                <a:lnTo>
                  <a:pt x="133870" y="59607"/>
                </a:lnTo>
                <a:close/>
              </a:path>
            </a:pathLst>
          </a:custGeom>
          <a:solidFill xmlns:a="http://schemas.openxmlformats.org/drawingml/2006/main">
            <a:srgbClr val="009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AE8A22-3D8A-4124-A305-B2C569A2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7961" y="579310"/>
            <a:ext cx="133869" cy="97323"/>
          </a:xfrm>
          <a:custGeom xmlns:a="http://schemas.openxmlformats.org/drawingml/2006/main">
            <a:pathLst>
              <a:path w="133869" h="97323" fill="none">
                <a:moveTo>
                  <a:pt x="133869" y="59607"/>
                </a:moveTo>
                <a:lnTo>
                  <a:pt x="8209" y="0"/>
                </a:lnTo>
                <a:lnTo>
                  <a:pt x="0" y="97323"/>
                </a:lnTo>
                <a:lnTo>
                  <a:pt x="133869" y="5960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5217" cap="flat">
            <a:solidFill>
              <a:srgbClr val="0096FF"/>
            </a:solidFill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1C01E2-F627-479F-9795-1D7D4945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0265" y="374475"/>
            <a:ext cx="733708" cy="67288"/>
          </a:xfrm>
          <a:custGeom xmlns:a="http://schemas.openxmlformats.org/drawingml/2006/main">
            <a:pathLst>
              <a:path w="733708" h="67288" fill="none">
                <a:moveTo>
                  <a:pt x="0" y="67288"/>
                </a:moveTo>
                <a:lnTo>
                  <a:pt x="73370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5217" cap="rnd">
            <a:solidFill>
              <a:srgbClr val="B34400"/>
            </a:solidFill>
            <a:round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FDCD92-F691-496D-9389-940E3994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9513" y="325845"/>
            <a:ext cx="134141" cy="97261"/>
          </a:xfrm>
          <a:custGeom xmlns:a="http://schemas.openxmlformats.org/drawingml/2006/main">
            <a:pathLst>
              <a:path w="134141" h="97261">
                <a:moveTo>
                  <a:pt x="134141" y="36738"/>
                </a:moveTo>
                <a:lnTo>
                  <a:pt x="0" y="0"/>
                </a:lnTo>
                <a:lnTo>
                  <a:pt x="8920" y="97261"/>
                </a:lnTo>
                <a:lnTo>
                  <a:pt x="134141" y="36738"/>
                </a:lnTo>
                <a:close/>
              </a:path>
            </a:pathLst>
          </a:custGeom>
          <a:solidFill xmlns:a="http://schemas.openxmlformats.org/drawingml/2006/main">
            <a:srgbClr val="B344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C93B1D-FA06-4507-9E20-F5802887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9513" y="325845"/>
            <a:ext cx="134141" cy="97261"/>
          </a:xfrm>
          <a:custGeom xmlns:a="http://schemas.openxmlformats.org/drawingml/2006/main">
            <a:pathLst>
              <a:path w="134141" h="97261" fill="none">
                <a:moveTo>
                  <a:pt x="134141" y="36738"/>
                </a:moveTo>
                <a:lnTo>
                  <a:pt x="0" y="0"/>
                </a:lnTo>
                <a:lnTo>
                  <a:pt x="8919" y="97261"/>
                </a:lnTo>
                <a:lnTo>
                  <a:pt x="134141" y="3673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5217" cap="flat">
            <a:solidFill>
              <a:srgbClr val="B34400"/>
            </a:solidFill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BAF486-147D-438D-9D30-3F10C738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2041" y="72370"/>
            <a:ext cx="1815481" cy="869346"/>
          </a:xfrm>
          <a:custGeom xmlns:a="http://schemas.openxmlformats.org/drawingml/2006/main">
            <a:pathLst>
              <a:path w="1815481" h="869346">
                <a:moveTo>
                  <a:pt x="45217" y="0"/>
                </a:moveTo>
                <a:lnTo>
                  <a:pt x="1770264" y="0"/>
                </a:lnTo>
                <a:cubicBezTo>
                  <a:pt x="1795237" y="0"/>
                  <a:pt x="1815481" y="20245"/>
                  <a:pt x="1815481" y="45217"/>
                </a:cubicBezTo>
                <a:lnTo>
                  <a:pt x="1815481" y="824129"/>
                </a:lnTo>
                <a:cubicBezTo>
                  <a:pt x="1815481" y="849102"/>
                  <a:pt x="1795237" y="869346"/>
                  <a:pt x="1770264" y="869346"/>
                </a:cubicBezTo>
                <a:lnTo>
                  <a:pt x="45217" y="869346"/>
                </a:lnTo>
                <a:cubicBezTo>
                  <a:pt x="20245" y="869346"/>
                  <a:pt x="0" y="849102"/>
                  <a:pt x="0" y="824129"/>
                </a:cubicBezTo>
                <a:lnTo>
                  <a:pt x="0" y="45217"/>
                </a:lnTo>
                <a:cubicBezTo>
                  <a:pt x="0" y="20245"/>
                  <a:pt x="20245" y="0"/>
                  <a:pt x="45217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CCF31E-0FA2-42F7-A3D5-0132E0C3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2040" y="72370"/>
            <a:ext cx="1815478" cy="869346"/>
          </a:xfrm>
          <a:custGeom xmlns:a="http://schemas.openxmlformats.org/drawingml/2006/main">
            <a:pathLst>
              <a:path w="1815478" h="869346" fill="none">
                <a:moveTo>
                  <a:pt x="45217" y="0"/>
                </a:moveTo>
                <a:lnTo>
                  <a:pt x="1770260" y="0"/>
                </a:lnTo>
                <a:cubicBezTo>
                  <a:pt x="1795238" y="0"/>
                  <a:pt x="1815478" y="20245"/>
                  <a:pt x="1815478" y="45217"/>
                </a:cubicBezTo>
                <a:lnTo>
                  <a:pt x="1815478" y="824129"/>
                </a:lnTo>
                <a:cubicBezTo>
                  <a:pt x="1815478" y="849102"/>
                  <a:pt x="1795238" y="869346"/>
                  <a:pt x="1770260" y="869346"/>
                </a:cubicBezTo>
                <a:lnTo>
                  <a:pt x="45217" y="869346"/>
                </a:lnTo>
                <a:cubicBezTo>
                  <a:pt x="20245" y="869346"/>
                  <a:pt x="0" y="849102"/>
                  <a:pt x="0" y="824129"/>
                </a:cubicBezTo>
                <a:lnTo>
                  <a:pt x="0" y="45217"/>
                </a:lnTo>
                <a:cubicBezTo>
                  <a:pt x="0" y="20245"/>
                  <a:pt x="20245" y="0"/>
                  <a:pt x="45217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043" cap="rnd">
            <a:solidFill>
              <a:srgbClr val="000000"/>
            </a:solidFill>
            <a:round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A29E27-87E0-4BA9-A868-46399A13E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3332" y="611955"/>
            <a:ext cx="481236" cy="10"/>
          </a:xfrm>
          <a:custGeom xmlns:a="http://schemas.openxmlformats.org/drawingml/2006/main">
            <a:pathLst>
              <a:path w="481236" h="1" fill="none">
                <a:moveTo>
                  <a:pt x="481236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5217" cap="rnd">
            <a:solidFill>
              <a:srgbClr val="235E00"/>
            </a:solidFill>
            <a:round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9579DA-A906-4D35-B882-7603B1CDC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3106" y="563121"/>
            <a:ext cx="130225" cy="97669"/>
          </a:xfrm>
          <a:custGeom xmlns:a="http://schemas.openxmlformats.org/drawingml/2006/main">
            <a:pathLst>
              <a:path w="130225" h="97669">
                <a:moveTo>
                  <a:pt x="0" y="48834"/>
                </a:moveTo>
                <a:lnTo>
                  <a:pt x="130225" y="97669"/>
                </a:lnTo>
                <a:lnTo>
                  <a:pt x="130225" y="0"/>
                </a:lnTo>
                <a:lnTo>
                  <a:pt x="0" y="48834"/>
                </a:lnTo>
                <a:close/>
              </a:path>
            </a:pathLst>
          </a:custGeom>
          <a:solidFill xmlns:a="http://schemas.openxmlformats.org/drawingml/2006/main">
            <a:srgbClr val="235E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4B0C89-63D8-4C91-B9E0-BD2DD0AC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3105" y="563121"/>
            <a:ext cx="130227" cy="97669"/>
          </a:xfrm>
          <a:custGeom xmlns:a="http://schemas.openxmlformats.org/drawingml/2006/main">
            <a:pathLst>
              <a:path w="130227" h="97669" fill="none">
                <a:moveTo>
                  <a:pt x="0" y="48834"/>
                </a:moveTo>
                <a:lnTo>
                  <a:pt x="130227" y="97669"/>
                </a:lnTo>
                <a:lnTo>
                  <a:pt x="130227" y="0"/>
                </a:lnTo>
                <a:lnTo>
                  <a:pt x="0" y="4883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5217" cap="flat">
            <a:solidFill>
              <a:srgbClr val="235E00"/>
            </a:solidFill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3FE253-4CBA-40FC-91E5-98C300B3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3332" y="405299"/>
            <a:ext cx="480677" cy="10"/>
          </a:xfrm>
          <a:custGeom xmlns:a="http://schemas.openxmlformats.org/drawingml/2006/main">
            <a:pathLst>
              <a:path w="480677" h="1" fill="none">
                <a:moveTo>
                  <a:pt x="48067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5217" cap="rnd">
            <a:solidFill>
              <a:srgbClr val="B34400"/>
            </a:solidFill>
            <a:round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BADD75-3C09-45CC-A3DB-719C1AC4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3106" y="356466"/>
            <a:ext cx="130225" cy="97669"/>
          </a:xfrm>
          <a:custGeom xmlns:a="http://schemas.openxmlformats.org/drawingml/2006/main">
            <a:pathLst>
              <a:path w="130225" h="97669">
                <a:moveTo>
                  <a:pt x="0" y="48834"/>
                </a:moveTo>
                <a:lnTo>
                  <a:pt x="130225" y="97669"/>
                </a:lnTo>
                <a:lnTo>
                  <a:pt x="130225" y="0"/>
                </a:lnTo>
                <a:lnTo>
                  <a:pt x="0" y="48834"/>
                </a:lnTo>
                <a:close/>
              </a:path>
            </a:pathLst>
          </a:custGeom>
          <a:solidFill xmlns:a="http://schemas.openxmlformats.org/drawingml/2006/main">
            <a:srgbClr val="B344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146834-E5F0-4A17-88EB-2EDE3B79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3105" y="356465"/>
            <a:ext cx="130227" cy="97669"/>
          </a:xfrm>
          <a:custGeom xmlns:a="http://schemas.openxmlformats.org/drawingml/2006/main">
            <a:pathLst>
              <a:path w="130227" h="97669" fill="none">
                <a:moveTo>
                  <a:pt x="0" y="48834"/>
                </a:moveTo>
                <a:lnTo>
                  <a:pt x="130227" y="97669"/>
                </a:lnTo>
                <a:lnTo>
                  <a:pt x="130227" y="0"/>
                </a:lnTo>
                <a:lnTo>
                  <a:pt x="0" y="4883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5217" cap="flat">
            <a:solidFill>
              <a:srgbClr val="B34400"/>
            </a:solidFill>
            <a:miter/>
          </a:ln>
        </p:spPr>
      </p:sp>
      <p:sp>
        <p:nvSpPr>
          <p:cNvPr id="131" name="Text Logs">
            <a:extLst xmlns:a="http://schemas.openxmlformats.org/drawingml/2006/main">
              <a:ext uri="{FF2B5EF4-FFF2-40B4-BE49-F238E27FC236}">
                <a16:creationId xmlns:a16="http://schemas.microsoft.com/office/drawing/2014/main" id="{0D6F1036-1D13-424B-832B-9A3D7DCB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044" y="346186"/>
            <a:ext cx="284325" cy="125186"/>
          </a:xfrm>
          <a:custGeom xmlns:a="http://schemas.openxmlformats.org/drawingml/2006/main">
            <a:pathLst>
              <a:path w="284325" h="125186">
                <a:moveTo>
                  <a:pt x="0" y="0"/>
                </a:moveTo>
                <a:lnTo>
                  <a:pt x="0" y="96837"/>
                </a:lnTo>
                <a:lnTo>
                  <a:pt x="64162" y="96837"/>
                </a:lnTo>
                <a:lnTo>
                  <a:pt x="64162" y="85974"/>
                </a:lnTo>
                <a:lnTo>
                  <a:pt x="12887" y="85974"/>
                </a:lnTo>
                <a:lnTo>
                  <a:pt x="12887" y="0"/>
                </a:lnTo>
                <a:lnTo>
                  <a:pt x="0" y="0"/>
                </a:lnTo>
                <a:close/>
                <a:moveTo>
                  <a:pt x="81934" y="61800"/>
                </a:moveTo>
                <a:cubicBezTo>
                  <a:pt x="81934" y="57553"/>
                  <a:pt x="82499" y="53781"/>
                  <a:pt x="83629" y="50484"/>
                </a:cubicBezTo>
                <a:cubicBezTo>
                  <a:pt x="84759" y="47186"/>
                  <a:pt x="86319" y="44408"/>
                  <a:pt x="88309" y="42149"/>
                </a:cubicBezTo>
                <a:cubicBezTo>
                  <a:pt x="90299" y="39890"/>
                  <a:pt x="92628" y="38173"/>
                  <a:pt x="95295" y="36999"/>
                </a:cubicBezTo>
                <a:cubicBezTo>
                  <a:pt x="97963" y="35825"/>
                  <a:pt x="100789" y="35238"/>
                  <a:pt x="103773" y="35238"/>
                </a:cubicBezTo>
                <a:cubicBezTo>
                  <a:pt x="106758" y="35238"/>
                  <a:pt x="109584" y="35825"/>
                  <a:pt x="112252" y="36999"/>
                </a:cubicBezTo>
                <a:cubicBezTo>
                  <a:pt x="114919" y="38173"/>
                  <a:pt x="117248" y="39890"/>
                  <a:pt x="119237" y="42149"/>
                </a:cubicBezTo>
                <a:cubicBezTo>
                  <a:pt x="121227" y="44408"/>
                  <a:pt x="122787" y="47186"/>
                  <a:pt x="123917" y="50484"/>
                </a:cubicBezTo>
                <a:cubicBezTo>
                  <a:pt x="125048" y="53781"/>
                  <a:pt x="125613" y="57553"/>
                  <a:pt x="125613" y="61800"/>
                </a:cubicBezTo>
                <a:cubicBezTo>
                  <a:pt x="125613" y="66046"/>
                  <a:pt x="125048" y="69818"/>
                  <a:pt x="123917" y="73116"/>
                </a:cubicBezTo>
                <a:cubicBezTo>
                  <a:pt x="122787" y="76414"/>
                  <a:pt x="121227" y="79170"/>
                  <a:pt x="119237" y="81383"/>
                </a:cubicBezTo>
                <a:cubicBezTo>
                  <a:pt x="117248" y="83597"/>
                  <a:pt x="114919" y="85291"/>
                  <a:pt x="112252" y="86465"/>
                </a:cubicBezTo>
                <a:cubicBezTo>
                  <a:pt x="109584" y="87639"/>
                  <a:pt x="106758" y="88226"/>
                  <a:pt x="103773" y="88226"/>
                </a:cubicBezTo>
                <a:cubicBezTo>
                  <a:pt x="100789" y="88226"/>
                  <a:pt x="97963" y="87639"/>
                  <a:pt x="95295" y="86465"/>
                </a:cubicBezTo>
                <a:cubicBezTo>
                  <a:pt x="92628" y="85291"/>
                  <a:pt x="90299" y="83597"/>
                  <a:pt x="88309" y="81383"/>
                </a:cubicBezTo>
                <a:cubicBezTo>
                  <a:pt x="86319" y="79170"/>
                  <a:pt x="84759" y="76414"/>
                  <a:pt x="83629" y="73116"/>
                </a:cubicBezTo>
                <a:cubicBezTo>
                  <a:pt x="82499" y="69818"/>
                  <a:pt x="81934" y="66046"/>
                  <a:pt x="81934" y="61800"/>
                </a:cubicBezTo>
                <a:moveTo>
                  <a:pt x="69724" y="61802"/>
                </a:moveTo>
                <a:cubicBezTo>
                  <a:pt x="69724" y="66956"/>
                  <a:pt x="70447" y="71749"/>
                  <a:pt x="71893" y="76182"/>
                </a:cubicBezTo>
                <a:cubicBezTo>
                  <a:pt x="73341" y="80613"/>
                  <a:pt x="75511" y="84479"/>
                  <a:pt x="78405" y="87781"/>
                </a:cubicBezTo>
                <a:cubicBezTo>
                  <a:pt x="81299" y="91082"/>
                  <a:pt x="84871" y="93660"/>
                  <a:pt x="89121" y="95514"/>
                </a:cubicBezTo>
                <a:cubicBezTo>
                  <a:pt x="93372" y="97368"/>
                  <a:pt x="98256" y="98294"/>
                  <a:pt x="103773" y="98294"/>
                </a:cubicBezTo>
                <a:cubicBezTo>
                  <a:pt x="109380" y="98294"/>
                  <a:pt x="114286" y="97368"/>
                  <a:pt x="118490" y="95514"/>
                </a:cubicBezTo>
                <a:cubicBezTo>
                  <a:pt x="122696" y="93660"/>
                  <a:pt x="126246" y="91082"/>
                  <a:pt x="129140" y="87781"/>
                </a:cubicBezTo>
                <a:cubicBezTo>
                  <a:pt x="132033" y="84479"/>
                  <a:pt x="134203" y="80613"/>
                  <a:pt x="135649" y="76182"/>
                </a:cubicBezTo>
                <a:cubicBezTo>
                  <a:pt x="137097" y="71749"/>
                  <a:pt x="137821" y="66956"/>
                  <a:pt x="137821" y="61802"/>
                </a:cubicBezTo>
                <a:cubicBezTo>
                  <a:pt x="137821" y="56647"/>
                  <a:pt x="137097" y="51831"/>
                  <a:pt x="135649" y="47355"/>
                </a:cubicBezTo>
                <a:cubicBezTo>
                  <a:pt x="134203" y="42877"/>
                  <a:pt x="132033" y="38987"/>
                  <a:pt x="129140" y="35687"/>
                </a:cubicBezTo>
                <a:cubicBezTo>
                  <a:pt x="126246" y="32386"/>
                  <a:pt x="122696" y="29786"/>
                  <a:pt x="118490" y="27887"/>
                </a:cubicBezTo>
                <a:cubicBezTo>
                  <a:pt x="114286" y="25987"/>
                  <a:pt x="109380" y="25037"/>
                  <a:pt x="103773" y="25037"/>
                </a:cubicBezTo>
                <a:cubicBezTo>
                  <a:pt x="98256" y="25037"/>
                  <a:pt x="93372" y="25987"/>
                  <a:pt x="89121" y="27887"/>
                </a:cubicBezTo>
                <a:cubicBezTo>
                  <a:pt x="84871" y="29786"/>
                  <a:pt x="81299" y="32386"/>
                  <a:pt x="78405" y="35687"/>
                </a:cubicBezTo>
                <a:cubicBezTo>
                  <a:pt x="75511" y="38987"/>
                  <a:pt x="73341" y="42877"/>
                  <a:pt x="71893" y="47355"/>
                </a:cubicBezTo>
                <a:cubicBezTo>
                  <a:pt x="70447" y="51831"/>
                  <a:pt x="69724" y="56647"/>
                  <a:pt x="69724" y="61802"/>
                </a:cubicBezTo>
                <a:close/>
                <a:moveTo>
                  <a:pt x="211886" y="90853"/>
                </a:moveTo>
                <a:lnTo>
                  <a:pt x="211886" y="26666"/>
                </a:lnTo>
                <a:lnTo>
                  <a:pt x="201034" y="26666"/>
                </a:lnTo>
                <a:lnTo>
                  <a:pt x="201034" y="36707"/>
                </a:lnTo>
                <a:lnTo>
                  <a:pt x="200899" y="36707"/>
                </a:lnTo>
                <a:cubicBezTo>
                  <a:pt x="198820" y="32817"/>
                  <a:pt x="195926" y="29900"/>
                  <a:pt x="192218" y="27956"/>
                </a:cubicBezTo>
                <a:cubicBezTo>
                  <a:pt x="188510" y="26010"/>
                  <a:pt x="184440" y="25037"/>
                  <a:pt x="180008" y="25037"/>
                </a:cubicBezTo>
                <a:cubicBezTo>
                  <a:pt x="173949" y="25037"/>
                  <a:pt x="168839" y="26191"/>
                  <a:pt x="164678" y="28498"/>
                </a:cubicBezTo>
                <a:cubicBezTo>
                  <a:pt x="160519" y="30804"/>
                  <a:pt x="157174" y="33744"/>
                  <a:pt x="154641" y="37318"/>
                </a:cubicBezTo>
                <a:cubicBezTo>
                  <a:pt x="152109" y="40892"/>
                  <a:pt x="150300" y="44873"/>
                  <a:pt x="149214" y="49261"/>
                </a:cubicBezTo>
                <a:cubicBezTo>
                  <a:pt x="148130" y="53648"/>
                  <a:pt x="147587" y="57921"/>
                  <a:pt x="147587" y="62082"/>
                </a:cubicBezTo>
                <a:cubicBezTo>
                  <a:pt x="147587" y="66877"/>
                  <a:pt x="148243" y="71423"/>
                  <a:pt x="149554" y="75720"/>
                </a:cubicBezTo>
                <a:cubicBezTo>
                  <a:pt x="150866" y="80017"/>
                  <a:pt x="152833" y="83772"/>
                  <a:pt x="155455" y="86984"/>
                </a:cubicBezTo>
                <a:cubicBezTo>
                  <a:pt x="158078" y="90195"/>
                  <a:pt x="161334" y="92751"/>
                  <a:pt x="165223" y="94651"/>
                </a:cubicBezTo>
                <a:cubicBezTo>
                  <a:pt x="169111" y="96550"/>
                  <a:pt x="173678" y="97499"/>
                  <a:pt x="178923" y="97499"/>
                </a:cubicBezTo>
                <a:cubicBezTo>
                  <a:pt x="183444" y="97499"/>
                  <a:pt x="187716" y="96482"/>
                  <a:pt x="191740" y="94448"/>
                </a:cubicBezTo>
                <a:cubicBezTo>
                  <a:pt x="195765" y="92413"/>
                  <a:pt x="198773" y="89225"/>
                  <a:pt x="200762" y="84883"/>
                </a:cubicBezTo>
                <a:lnTo>
                  <a:pt x="201034" y="84883"/>
                </a:lnTo>
                <a:lnTo>
                  <a:pt x="201034" y="89495"/>
                </a:lnTo>
                <a:cubicBezTo>
                  <a:pt x="201034" y="93384"/>
                  <a:pt x="200649" y="96954"/>
                  <a:pt x="199881" y="100205"/>
                </a:cubicBezTo>
                <a:cubicBezTo>
                  <a:pt x="199112" y="103456"/>
                  <a:pt x="197869" y="106232"/>
                  <a:pt x="196151" y="108534"/>
                </a:cubicBezTo>
                <a:cubicBezTo>
                  <a:pt x="194433" y="110836"/>
                  <a:pt x="192262" y="112640"/>
                  <a:pt x="189639" y="113949"/>
                </a:cubicBezTo>
                <a:cubicBezTo>
                  <a:pt x="187017" y="115258"/>
                  <a:pt x="183807" y="115913"/>
                  <a:pt x="180008" y="115913"/>
                </a:cubicBezTo>
                <a:cubicBezTo>
                  <a:pt x="178109" y="115913"/>
                  <a:pt x="176120" y="115709"/>
                  <a:pt x="174040" y="115302"/>
                </a:cubicBezTo>
                <a:cubicBezTo>
                  <a:pt x="171961" y="114895"/>
                  <a:pt x="170039" y="114239"/>
                  <a:pt x="168276" y="113334"/>
                </a:cubicBezTo>
                <a:cubicBezTo>
                  <a:pt x="166512" y="112430"/>
                  <a:pt x="165020" y="111254"/>
                  <a:pt x="163799" y="109807"/>
                </a:cubicBezTo>
                <a:cubicBezTo>
                  <a:pt x="162579" y="108361"/>
                  <a:pt x="161923" y="106598"/>
                  <a:pt x="161832" y="104518"/>
                </a:cubicBezTo>
                <a:lnTo>
                  <a:pt x="150301" y="104518"/>
                </a:lnTo>
                <a:cubicBezTo>
                  <a:pt x="150482" y="108316"/>
                  <a:pt x="151476" y="111528"/>
                  <a:pt x="153284" y="114154"/>
                </a:cubicBezTo>
                <a:cubicBezTo>
                  <a:pt x="155093" y="116781"/>
                  <a:pt x="157376" y="118913"/>
                  <a:pt x="160135" y="120549"/>
                </a:cubicBezTo>
                <a:cubicBezTo>
                  <a:pt x="162893" y="122186"/>
                  <a:pt x="165968" y="123368"/>
                  <a:pt x="169358" y="124095"/>
                </a:cubicBezTo>
                <a:cubicBezTo>
                  <a:pt x="172750" y="124822"/>
                  <a:pt x="176074" y="125186"/>
                  <a:pt x="179331" y="125186"/>
                </a:cubicBezTo>
                <a:cubicBezTo>
                  <a:pt x="190544" y="125186"/>
                  <a:pt x="198773" y="122336"/>
                  <a:pt x="204018" y="116635"/>
                </a:cubicBezTo>
                <a:cubicBezTo>
                  <a:pt x="209263" y="110936"/>
                  <a:pt x="211886" y="102342"/>
                  <a:pt x="211886" y="90853"/>
                </a:cubicBezTo>
                <a:moveTo>
                  <a:pt x="179602" y="87431"/>
                </a:moveTo>
                <a:cubicBezTo>
                  <a:pt x="175803" y="87431"/>
                  <a:pt x="172638" y="86641"/>
                  <a:pt x="170106" y="85059"/>
                </a:cubicBezTo>
                <a:cubicBezTo>
                  <a:pt x="167575" y="83478"/>
                  <a:pt x="165540" y="81399"/>
                  <a:pt x="164001" y="78823"/>
                </a:cubicBezTo>
                <a:cubicBezTo>
                  <a:pt x="162464" y="76247"/>
                  <a:pt x="161379" y="73377"/>
                  <a:pt x="160746" y="70214"/>
                </a:cubicBezTo>
                <a:cubicBezTo>
                  <a:pt x="160114" y="67051"/>
                  <a:pt x="159798" y="63888"/>
                  <a:pt x="159798" y="60724"/>
                </a:cubicBezTo>
                <a:cubicBezTo>
                  <a:pt x="159798" y="57380"/>
                  <a:pt x="160182" y="54172"/>
                  <a:pt x="160950" y="51099"/>
                </a:cubicBezTo>
                <a:cubicBezTo>
                  <a:pt x="161719" y="48026"/>
                  <a:pt x="162940" y="45314"/>
                  <a:pt x="164612" y="42964"/>
                </a:cubicBezTo>
                <a:cubicBezTo>
                  <a:pt x="166286" y="40614"/>
                  <a:pt x="168434" y="38739"/>
                  <a:pt x="171056" y="37338"/>
                </a:cubicBezTo>
                <a:cubicBezTo>
                  <a:pt x="173679" y="35938"/>
                  <a:pt x="176844" y="35238"/>
                  <a:pt x="180552" y="35238"/>
                </a:cubicBezTo>
                <a:cubicBezTo>
                  <a:pt x="184169" y="35238"/>
                  <a:pt x="187243" y="35961"/>
                  <a:pt x="189776" y="37407"/>
                </a:cubicBezTo>
                <a:cubicBezTo>
                  <a:pt x="192308" y="38853"/>
                  <a:pt x="194364" y="40774"/>
                  <a:pt x="195946" y="43169"/>
                </a:cubicBezTo>
                <a:cubicBezTo>
                  <a:pt x="197529" y="45563"/>
                  <a:pt x="198682" y="48252"/>
                  <a:pt x="199405" y="51236"/>
                </a:cubicBezTo>
                <a:cubicBezTo>
                  <a:pt x="200129" y="54218"/>
                  <a:pt x="200491" y="57245"/>
                  <a:pt x="200491" y="60318"/>
                </a:cubicBezTo>
                <a:cubicBezTo>
                  <a:pt x="200491" y="63572"/>
                  <a:pt x="200107" y="66826"/>
                  <a:pt x="199338" y="70080"/>
                </a:cubicBezTo>
                <a:cubicBezTo>
                  <a:pt x="198570" y="73332"/>
                  <a:pt x="197371" y="76247"/>
                  <a:pt x="195743" y="78823"/>
                </a:cubicBezTo>
                <a:cubicBezTo>
                  <a:pt x="194116" y="81399"/>
                  <a:pt x="191968" y="83478"/>
                  <a:pt x="189299" y="85059"/>
                </a:cubicBezTo>
                <a:cubicBezTo>
                  <a:pt x="186632" y="86641"/>
                  <a:pt x="183400" y="87431"/>
                  <a:pt x="179602" y="87431"/>
                </a:cubicBezTo>
                <a:close/>
                <a:moveTo>
                  <a:pt x="236303" y="74714"/>
                </a:moveTo>
                <a:lnTo>
                  <a:pt x="224774" y="74714"/>
                </a:lnTo>
                <a:cubicBezTo>
                  <a:pt x="224955" y="79051"/>
                  <a:pt x="225859" y="82733"/>
                  <a:pt x="227486" y="85759"/>
                </a:cubicBezTo>
                <a:cubicBezTo>
                  <a:pt x="229114" y="88785"/>
                  <a:pt x="231285" y="91225"/>
                  <a:pt x="233998" y="93078"/>
                </a:cubicBezTo>
                <a:cubicBezTo>
                  <a:pt x="236711" y="94930"/>
                  <a:pt x="239831" y="96262"/>
                  <a:pt x="243358" y="97075"/>
                </a:cubicBezTo>
                <a:cubicBezTo>
                  <a:pt x="246885" y="97888"/>
                  <a:pt x="250592" y="98294"/>
                  <a:pt x="254481" y="98294"/>
                </a:cubicBezTo>
                <a:cubicBezTo>
                  <a:pt x="258008" y="98294"/>
                  <a:pt x="261557" y="97955"/>
                  <a:pt x="265129" y="97276"/>
                </a:cubicBezTo>
                <a:cubicBezTo>
                  <a:pt x="268701" y="96598"/>
                  <a:pt x="271911" y="95401"/>
                  <a:pt x="274760" y="93685"/>
                </a:cubicBezTo>
                <a:cubicBezTo>
                  <a:pt x="277609" y="91967"/>
                  <a:pt x="279916" y="89706"/>
                  <a:pt x="281679" y="86904"/>
                </a:cubicBezTo>
                <a:cubicBezTo>
                  <a:pt x="283443" y="84101"/>
                  <a:pt x="284325" y="80575"/>
                  <a:pt x="284325" y="76327"/>
                </a:cubicBezTo>
                <a:cubicBezTo>
                  <a:pt x="284325" y="72982"/>
                  <a:pt x="283668" y="70179"/>
                  <a:pt x="282356" y="67919"/>
                </a:cubicBezTo>
                <a:cubicBezTo>
                  <a:pt x="281045" y="65658"/>
                  <a:pt x="279327" y="63782"/>
                  <a:pt x="277202" y="62291"/>
                </a:cubicBezTo>
                <a:cubicBezTo>
                  <a:pt x="275077" y="60799"/>
                  <a:pt x="272635" y="59601"/>
                  <a:pt x="269877" y="58697"/>
                </a:cubicBezTo>
                <a:cubicBezTo>
                  <a:pt x="267120" y="57794"/>
                  <a:pt x="264294" y="57025"/>
                  <a:pt x="261401" y="56392"/>
                </a:cubicBezTo>
                <a:cubicBezTo>
                  <a:pt x="258686" y="55760"/>
                  <a:pt x="255973" y="55150"/>
                  <a:pt x="253260" y="54562"/>
                </a:cubicBezTo>
                <a:cubicBezTo>
                  <a:pt x="250547" y="53974"/>
                  <a:pt x="248105" y="53251"/>
                  <a:pt x="245935" y="52393"/>
                </a:cubicBezTo>
                <a:cubicBezTo>
                  <a:pt x="243765" y="51533"/>
                  <a:pt x="241980" y="50448"/>
                  <a:pt x="240578" y="49137"/>
                </a:cubicBezTo>
                <a:cubicBezTo>
                  <a:pt x="239176" y="47826"/>
                  <a:pt x="238475" y="46176"/>
                  <a:pt x="238475" y="44188"/>
                </a:cubicBezTo>
                <a:cubicBezTo>
                  <a:pt x="238475" y="42380"/>
                  <a:pt x="238927" y="40911"/>
                  <a:pt x="239831" y="39781"/>
                </a:cubicBezTo>
                <a:cubicBezTo>
                  <a:pt x="240736" y="38651"/>
                  <a:pt x="241911" y="37747"/>
                  <a:pt x="243358" y="37069"/>
                </a:cubicBezTo>
                <a:cubicBezTo>
                  <a:pt x="244805" y="36390"/>
                  <a:pt x="246411" y="35916"/>
                  <a:pt x="248174" y="35645"/>
                </a:cubicBezTo>
                <a:cubicBezTo>
                  <a:pt x="249938" y="35373"/>
                  <a:pt x="251678" y="35238"/>
                  <a:pt x="253396" y="35238"/>
                </a:cubicBezTo>
                <a:cubicBezTo>
                  <a:pt x="255295" y="35238"/>
                  <a:pt x="257171" y="35441"/>
                  <a:pt x="259024" y="35848"/>
                </a:cubicBezTo>
                <a:cubicBezTo>
                  <a:pt x="260879" y="36254"/>
                  <a:pt x="262575" y="36909"/>
                  <a:pt x="264112" y="37812"/>
                </a:cubicBezTo>
                <a:cubicBezTo>
                  <a:pt x="265649" y="38716"/>
                  <a:pt x="266916" y="39913"/>
                  <a:pt x="267910" y="41404"/>
                </a:cubicBezTo>
                <a:cubicBezTo>
                  <a:pt x="268905" y="42894"/>
                  <a:pt x="269493" y="44769"/>
                  <a:pt x="269674" y="47028"/>
                </a:cubicBezTo>
                <a:lnTo>
                  <a:pt x="281205" y="47028"/>
                </a:lnTo>
                <a:cubicBezTo>
                  <a:pt x="280933" y="42775"/>
                  <a:pt x="280029" y="39223"/>
                  <a:pt x="278492" y="36372"/>
                </a:cubicBezTo>
                <a:cubicBezTo>
                  <a:pt x="276954" y="33521"/>
                  <a:pt x="274897" y="31259"/>
                  <a:pt x="272319" y="29585"/>
                </a:cubicBezTo>
                <a:cubicBezTo>
                  <a:pt x="269743" y="27911"/>
                  <a:pt x="266782" y="26734"/>
                  <a:pt x="263435" y="26056"/>
                </a:cubicBezTo>
                <a:cubicBezTo>
                  <a:pt x="260089" y="25377"/>
                  <a:pt x="256426" y="25037"/>
                  <a:pt x="252446" y="25037"/>
                </a:cubicBezTo>
                <a:cubicBezTo>
                  <a:pt x="249372" y="25037"/>
                  <a:pt x="246275" y="25422"/>
                  <a:pt x="243155" y="26190"/>
                </a:cubicBezTo>
                <a:cubicBezTo>
                  <a:pt x="240035" y="26959"/>
                  <a:pt x="237231" y="28134"/>
                  <a:pt x="234745" y="29717"/>
                </a:cubicBezTo>
                <a:cubicBezTo>
                  <a:pt x="232258" y="31299"/>
                  <a:pt x="230224" y="33355"/>
                  <a:pt x="228641" y="35885"/>
                </a:cubicBezTo>
                <a:cubicBezTo>
                  <a:pt x="227058" y="38416"/>
                  <a:pt x="226267" y="41444"/>
                  <a:pt x="226267" y="44970"/>
                </a:cubicBezTo>
                <a:cubicBezTo>
                  <a:pt x="226267" y="49491"/>
                  <a:pt x="227397" y="53016"/>
                  <a:pt x="229657" y="55547"/>
                </a:cubicBezTo>
                <a:cubicBezTo>
                  <a:pt x="231919" y="58078"/>
                  <a:pt x="234745" y="60044"/>
                  <a:pt x="238135" y="61446"/>
                </a:cubicBezTo>
                <a:cubicBezTo>
                  <a:pt x="241527" y="62847"/>
                  <a:pt x="245212" y="63932"/>
                  <a:pt x="249190" y="64700"/>
                </a:cubicBezTo>
                <a:cubicBezTo>
                  <a:pt x="253170" y="65469"/>
                  <a:pt x="256855" y="66328"/>
                  <a:pt x="260246" y="67277"/>
                </a:cubicBezTo>
                <a:cubicBezTo>
                  <a:pt x="263638" y="68225"/>
                  <a:pt x="266464" y="69468"/>
                  <a:pt x="268724" y="71005"/>
                </a:cubicBezTo>
                <a:cubicBezTo>
                  <a:pt x="270986" y="72542"/>
                  <a:pt x="272116" y="74802"/>
                  <a:pt x="272116" y="77786"/>
                </a:cubicBezTo>
                <a:cubicBezTo>
                  <a:pt x="272116" y="79955"/>
                  <a:pt x="271573" y="81741"/>
                  <a:pt x="270487" y="83143"/>
                </a:cubicBezTo>
                <a:cubicBezTo>
                  <a:pt x="269403" y="84543"/>
                  <a:pt x="268024" y="85605"/>
                  <a:pt x="266350" y="86328"/>
                </a:cubicBezTo>
                <a:cubicBezTo>
                  <a:pt x="264677" y="87051"/>
                  <a:pt x="262846" y="87549"/>
                  <a:pt x="260856" y="87821"/>
                </a:cubicBezTo>
                <a:cubicBezTo>
                  <a:pt x="258868" y="88091"/>
                  <a:pt x="256969" y="88226"/>
                  <a:pt x="255160" y="88226"/>
                </a:cubicBezTo>
                <a:cubicBezTo>
                  <a:pt x="252809" y="88226"/>
                  <a:pt x="250525" y="88001"/>
                  <a:pt x="248309" y="87552"/>
                </a:cubicBezTo>
                <a:cubicBezTo>
                  <a:pt x="246093" y="87100"/>
                  <a:pt x="244103" y="86357"/>
                  <a:pt x="242339" y="85322"/>
                </a:cubicBezTo>
                <a:cubicBezTo>
                  <a:pt x="240576" y="84286"/>
                  <a:pt x="239152" y="82889"/>
                  <a:pt x="238067" y="81133"/>
                </a:cubicBezTo>
                <a:cubicBezTo>
                  <a:pt x="236982" y="79376"/>
                  <a:pt x="236395" y="77237"/>
                  <a:pt x="236303" y="747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Text MACofLog">
            <a:extLst xmlns:a="http://schemas.openxmlformats.org/drawingml/2006/main">
              <a:ext uri="{FF2B5EF4-FFF2-40B4-BE49-F238E27FC236}">
                <a16:creationId xmlns:a16="http://schemas.microsoft.com/office/drawing/2014/main" id="{43B8324B-AC5A-4DAB-B3AB-F1A3D4E8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055" y="550965"/>
            <a:ext cx="709048" cy="127570"/>
          </a:xfrm>
          <a:custGeom xmlns:a="http://schemas.openxmlformats.org/drawingml/2006/main">
            <a:pathLst>
              <a:path w="709048" h="127570">
                <a:moveTo>
                  <a:pt x="0" y="2384"/>
                </a:moveTo>
                <a:lnTo>
                  <a:pt x="0" y="99221"/>
                </a:lnTo>
                <a:lnTo>
                  <a:pt x="12208" y="99221"/>
                </a:lnTo>
                <a:lnTo>
                  <a:pt x="12208" y="18660"/>
                </a:lnTo>
                <a:lnTo>
                  <a:pt x="12479" y="18660"/>
                </a:lnTo>
                <a:lnTo>
                  <a:pt x="42730" y="99221"/>
                </a:lnTo>
                <a:lnTo>
                  <a:pt x="53717" y="99221"/>
                </a:lnTo>
                <a:lnTo>
                  <a:pt x="83969" y="18660"/>
                </a:lnTo>
                <a:lnTo>
                  <a:pt x="84240" y="18660"/>
                </a:lnTo>
                <a:lnTo>
                  <a:pt x="84240" y="99221"/>
                </a:lnTo>
                <a:lnTo>
                  <a:pt x="96448" y="99221"/>
                </a:lnTo>
                <a:lnTo>
                  <a:pt x="96448" y="2384"/>
                </a:lnTo>
                <a:lnTo>
                  <a:pt x="78813" y="2384"/>
                </a:lnTo>
                <a:lnTo>
                  <a:pt x="48156" y="83760"/>
                </a:lnTo>
                <a:lnTo>
                  <a:pt x="17635" y="2384"/>
                </a:lnTo>
                <a:lnTo>
                  <a:pt x="0" y="2384"/>
                </a:lnTo>
                <a:close/>
                <a:moveTo>
                  <a:pt x="134566" y="59215"/>
                </a:moveTo>
                <a:lnTo>
                  <a:pt x="150980" y="14048"/>
                </a:lnTo>
                <a:lnTo>
                  <a:pt x="151252" y="14048"/>
                </a:lnTo>
                <a:lnTo>
                  <a:pt x="167392" y="59215"/>
                </a:lnTo>
                <a:lnTo>
                  <a:pt x="134566" y="59215"/>
                </a:lnTo>
                <a:moveTo>
                  <a:pt x="144197" y="2384"/>
                </a:moveTo>
                <a:lnTo>
                  <a:pt x="106486" y="99221"/>
                </a:lnTo>
                <a:lnTo>
                  <a:pt x="119645" y="99221"/>
                </a:lnTo>
                <a:lnTo>
                  <a:pt x="130497" y="70078"/>
                </a:lnTo>
                <a:lnTo>
                  <a:pt x="171464" y="70078"/>
                </a:lnTo>
                <a:lnTo>
                  <a:pt x="182043" y="99221"/>
                </a:lnTo>
                <a:lnTo>
                  <a:pt x="196288" y="99221"/>
                </a:lnTo>
                <a:lnTo>
                  <a:pt x="158440" y="2384"/>
                </a:lnTo>
                <a:lnTo>
                  <a:pt x="144197" y="2384"/>
                </a:lnTo>
                <a:close/>
                <a:moveTo>
                  <a:pt x="273880" y="31483"/>
                </a:moveTo>
                <a:lnTo>
                  <a:pt x="286767" y="31483"/>
                </a:lnTo>
                <a:cubicBezTo>
                  <a:pt x="286044" y="26327"/>
                  <a:pt x="284506" y="21783"/>
                  <a:pt x="282155" y="17849"/>
                </a:cubicBezTo>
                <a:cubicBezTo>
                  <a:pt x="279804" y="13914"/>
                  <a:pt x="276864" y="10635"/>
                  <a:pt x="273337" y="8010"/>
                </a:cubicBezTo>
                <a:cubicBezTo>
                  <a:pt x="269810" y="5386"/>
                  <a:pt x="265786" y="3395"/>
                  <a:pt x="261264" y="2037"/>
                </a:cubicBezTo>
                <a:cubicBezTo>
                  <a:pt x="256742" y="679"/>
                  <a:pt x="251949" y="0"/>
                  <a:pt x="246884" y="0"/>
                </a:cubicBezTo>
                <a:cubicBezTo>
                  <a:pt x="239469" y="0"/>
                  <a:pt x="232889" y="1334"/>
                  <a:pt x="227146" y="4003"/>
                </a:cubicBezTo>
                <a:cubicBezTo>
                  <a:pt x="221404" y="6671"/>
                  <a:pt x="216612" y="10311"/>
                  <a:pt x="212769" y="14924"/>
                </a:cubicBezTo>
                <a:cubicBezTo>
                  <a:pt x="208926" y="19535"/>
                  <a:pt x="206009" y="24939"/>
                  <a:pt x="204019" y="31135"/>
                </a:cubicBezTo>
                <a:cubicBezTo>
                  <a:pt x="202030" y="37331"/>
                  <a:pt x="201035" y="43956"/>
                  <a:pt x="201035" y="51010"/>
                </a:cubicBezTo>
                <a:cubicBezTo>
                  <a:pt x="201035" y="58064"/>
                  <a:pt x="201961" y="64666"/>
                  <a:pt x="203814" y="70817"/>
                </a:cubicBezTo>
                <a:cubicBezTo>
                  <a:pt x="205669" y="76967"/>
                  <a:pt x="208450" y="82303"/>
                  <a:pt x="212158" y="86825"/>
                </a:cubicBezTo>
                <a:cubicBezTo>
                  <a:pt x="215866" y="91347"/>
                  <a:pt x="220523" y="94897"/>
                  <a:pt x="226130" y="97474"/>
                </a:cubicBezTo>
                <a:cubicBezTo>
                  <a:pt x="231736" y="100052"/>
                  <a:pt x="238293" y="101341"/>
                  <a:pt x="245800" y="101341"/>
                </a:cubicBezTo>
                <a:cubicBezTo>
                  <a:pt x="258189" y="101341"/>
                  <a:pt x="267955" y="97948"/>
                  <a:pt x="275099" y="91161"/>
                </a:cubicBezTo>
                <a:cubicBezTo>
                  <a:pt x="282244" y="84374"/>
                  <a:pt x="286450" y="74876"/>
                  <a:pt x="287717" y="62667"/>
                </a:cubicBezTo>
                <a:lnTo>
                  <a:pt x="274830" y="62667"/>
                </a:lnTo>
                <a:cubicBezTo>
                  <a:pt x="274558" y="66646"/>
                  <a:pt x="273744" y="70354"/>
                  <a:pt x="272387" y="73791"/>
                </a:cubicBezTo>
                <a:cubicBezTo>
                  <a:pt x="271031" y="77227"/>
                  <a:pt x="269154" y="80189"/>
                  <a:pt x="266757" y="82677"/>
                </a:cubicBezTo>
                <a:cubicBezTo>
                  <a:pt x="264362" y="85164"/>
                  <a:pt x="261513" y="87108"/>
                  <a:pt x="258211" y="88510"/>
                </a:cubicBezTo>
                <a:cubicBezTo>
                  <a:pt x="254910" y="89910"/>
                  <a:pt x="251135" y="90611"/>
                  <a:pt x="246884" y="90611"/>
                </a:cubicBezTo>
                <a:cubicBezTo>
                  <a:pt x="241097" y="90611"/>
                  <a:pt x="236123" y="89526"/>
                  <a:pt x="231963" y="87357"/>
                </a:cubicBezTo>
                <a:cubicBezTo>
                  <a:pt x="227804" y="85186"/>
                  <a:pt x="224390" y="82270"/>
                  <a:pt x="221721" y="78608"/>
                </a:cubicBezTo>
                <a:cubicBezTo>
                  <a:pt x="219054" y="74945"/>
                  <a:pt x="217086" y="70650"/>
                  <a:pt x="215820" y="65723"/>
                </a:cubicBezTo>
                <a:cubicBezTo>
                  <a:pt x="214554" y="60795"/>
                  <a:pt x="213922" y="55573"/>
                  <a:pt x="213922" y="50058"/>
                </a:cubicBezTo>
                <a:cubicBezTo>
                  <a:pt x="213922" y="44995"/>
                  <a:pt x="214554" y="40113"/>
                  <a:pt x="215820" y="35411"/>
                </a:cubicBezTo>
                <a:cubicBezTo>
                  <a:pt x="217086" y="30710"/>
                  <a:pt x="219054" y="26528"/>
                  <a:pt x="221721" y="22866"/>
                </a:cubicBezTo>
                <a:cubicBezTo>
                  <a:pt x="224390" y="19204"/>
                  <a:pt x="227781" y="16288"/>
                  <a:pt x="231894" y="14119"/>
                </a:cubicBezTo>
                <a:cubicBezTo>
                  <a:pt x="236009" y="11948"/>
                  <a:pt x="240961" y="10863"/>
                  <a:pt x="246750" y="10863"/>
                </a:cubicBezTo>
                <a:cubicBezTo>
                  <a:pt x="253532" y="10863"/>
                  <a:pt x="259387" y="12581"/>
                  <a:pt x="264315" y="16019"/>
                </a:cubicBezTo>
                <a:cubicBezTo>
                  <a:pt x="269244" y="19455"/>
                  <a:pt x="272432" y="24609"/>
                  <a:pt x="273880" y="31483"/>
                </a:cubicBezTo>
                <a:close/>
                <a:moveTo>
                  <a:pt x="347946" y="64185"/>
                </a:moveTo>
                <a:cubicBezTo>
                  <a:pt x="347946" y="59937"/>
                  <a:pt x="348511" y="56165"/>
                  <a:pt x="349641" y="52869"/>
                </a:cubicBezTo>
                <a:cubicBezTo>
                  <a:pt x="350771" y="49571"/>
                  <a:pt x="352331" y="46792"/>
                  <a:pt x="354321" y="44533"/>
                </a:cubicBezTo>
                <a:cubicBezTo>
                  <a:pt x="356311" y="42274"/>
                  <a:pt x="358640" y="40558"/>
                  <a:pt x="361307" y="39383"/>
                </a:cubicBezTo>
                <a:cubicBezTo>
                  <a:pt x="363974" y="38209"/>
                  <a:pt x="366800" y="37622"/>
                  <a:pt x="369785" y="37622"/>
                </a:cubicBezTo>
                <a:cubicBezTo>
                  <a:pt x="372770" y="37622"/>
                  <a:pt x="375596" y="38209"/>
                  <a:pt x="378263" y="39383"/>
                </a:cubicBezTo>
                <a:cubicBezTo>
                  <a:pt x="380931" y="40558"/>
                  <a:pt x="383259" y="42274"/>
                  <a:pt x="385249" y="44533"/>
                </a:cubicBezTo>
                <a:cubicBezTo>
                  <a:pt x="387239" y="46792"/>
                  <a:pt x="388799" y="49571"/>
                  <a:pt x="389929" y="52869"/>
                </a:cubicBezTo>
                <a:cubicBezTo>
                  <a:pt x="391059" y="56165"/>
                  <a:pt x="391624" y="59937"/>
                  <a:pt x="391624" y="64185"/>
                </a:cubicBezTo>
                <a:cubicBezTo>
                  <a:pt x="391624" y="68431"/>
                  <a:pt x="391059" y="72203"/>
                  <a:pt x="389929" y="75501"/>
                </a:cubicBezTo>
                <a:cubicBezTo>
                  <a:pt x="388799" y="78799"/>
                  <a:pt x="387239" y="81554"/>
                  <a:pt x="385249" y="83768"/>
                </a:cubicBezTo>
                <a:cubicBezTo>
                  <a:pt x="383259" y="85981"/>
                  <a:pt x="380931" y="87675"/>
                  <a:pt x="378263" y="88849"/>
                </a:cubicBezTo>
                <a:cubicBezTo>
                  <a:pt x="375596" y="90024"/>
                  <a:pt x="372770" y="90611"/>
                  <a:pt x="369785" y="90611"/>
                </a:cubicBezTo>
                <a:cubicBezTo>
                  <a:pt x="366800" y="90611"/>
                  <a:pt x="363974" y="90024"/>
                  <a:pt x="361307" y="88849"/>
                </a:cubicBezTo>
                <a:cubicBezTo>
                  <a:pt x="358640" y="87675"/>
                  <a:pt x="356311" y="85981"/>
                  <a:pt x="354321" y="83768"/>
                </a:cubicBezTo>
                <a:cubicBezTo>
                  <a:pt x="352331" y="81554"/>
                  <a:pt x="350771" y="78799"/>
                  <a:pt x="349641" y="75501"/>
                </a:cubicBezTo>
                <a:cubicBezTo>
                  <a:pt x="348511" y="72203"/>
                  <a:pt x="347946" y="68431"/>
                  <a:pt x="347946" y="64185"/>
                </a:cubicBezTo>
                <a:moveTo>
                  <a:pt x="335736" y="64187"/>
                </a:moveTo>
                <a:cubicBezTo>
                  <a:pt x="335736" y="69341"/>
                  <a:pt x="336459" y="74134"/>
                  <a:pt x="337905" y="78566"/>
                </a:cubicBezTo>
                <a:cubicBezTo>
                  <a:pt x="339353" y="82997"/>
                  <a:pt x="341523" y="86864"/>
                  <a:pt x="344417" y="90166"/>
                </a:cubicBezTo>
                <a:cubicBezTo>
                  <a:pt x="347310" y="93467"/>
                  <a:pt x="350882" y="96044"/>
                  <a:pt x="355133" y="97899"/>
                </a:cubicBezTo>
                <a:cubicBezTo>
                  <a:pt x="359384" y="99752"/>
                  <a:pt x="364268" y="100679"/>
                  <a:pt x="369785" y="100679"/>
                </a:cubicBezTo>
                <a:cubicBezTo>
                  <a:pt x="375392" y="100679"/>
                  <a:pt x="380297" y="99752"/>
                  <a:pt x="384502" y="97899"/>
                </a:cubicBezTo>
                <a:cubicBezTo>
                  <a:pt x="388708" y="96044"/>
                  <a:pt x="392258" y="93467"/>
                  <a:pt x="395151" y="90166"/>
                </a:cubicBezTo>
                <a:cubicBezTo>
                  <a:pt x="398045" y="86864"/>
                  <a:pt x="400215" y="82997"/>
                  <a:pt x="401661" y="78566"/>
                </a:cubicBezTo>
                <a:cubicBezTo>
                  <a:pt x="403109" y="74134"/>
                  <a:pt x="403833" y="69341"/>
                  <a:pt x="403833" y="64187"/>
                </a:cubicBezTo>
                <a:cubicBezTo>
                  <a:pt x="403833" y="59031"/>
                  <a:pt x="403109" y="54216"/>
                  <a:pt x="401661" y="49739"/>
                </a:cubicBezTo>
                <a:cubicBezTo>
                  <a:pt x="400215" y="45261"/>
                  <a:pt x="398045" y="41372"/>
                  <a:pt x="395151" y="38071"/>
                </a:cubicBezTo>
                <a:cubicBezTo>
                  <a:pt x="392258" y="34770"/>
                  <a:pt x="388708" y="32171"/>
                  <a:pt x="384502" y="30272"/>
                </a:cubicBezTo>
                <a:cubicBezTo>
                  <a:pt x="380297" y="28372"/>
                  <a:pt x="375392" y="27422"/>
                  <a:pt x="369785" y="27422"/>
                </a:cubicBezTo>
                <a:cubicBezTo>
                  <a:pt x="364268" y="27422"/>
                  <a:pt x="359384" y="28372"/>
                  <a:pt x="355133" y="30272"/>
                </a:cubicBezTo>
                <a:cubicBezTo>
                  <a:pt x="350882" y="32171"/>
                  <a:pt x="347310" y="34770"/>
                  <a:pt x="344417" y="38071"/>
                </a:cubicBezTo>
                <a:cubicBezTo>
                  <a:pt x="341523" y="41372"/>
                  <a:pt x="339353" y="45261"/>
                  <a:pt x="337905" y="49739"/>
                </a:cubicBezTo>
                <a:cubicBezTo>
                  <a:pt x="336459" y="54216"/>
                  <a:pt x="335736" y="59031"/>
                  <a:pt x="335736" y="64187"/>
                </a:cubicBezTo>
                <a:close/>
                <a:moveTo>
                  <a:pt x="422146" y="39212"/>
                </a:moveTo>
                <a:lnTo>
                  <a:pt x="422146" y="99221"/>
                </a:lnTo>
                <a:lnTo>
                  <a:pt x="433677" y="99221"/>
                </a:lnTo>
                <a:lnTo>
                  <a:pt x="433677" y="39212"/>
                </a:lnTo>
                <a:lnTo>
                  <a:pt x="447241" y="39212"/>
                </a:lnTo>
                <a:lnTo>
                  <a:pt x="447241" y="29011"/>
                </a:lnTo>
                <a:lnTo>
                  <a:pt x="433677" y="29011"/>
                </a:lnTo>
                <a:lnTo>
                  <a:pt x="433677" y="19326"/>
                </a:lnTo>
                <a:cubicBezTo>
                  <a:pt x="433677" y="16278"/>
                  <a:pt x="434446" y="14216"/>
                  <a:pt x="435983" y="13140"/>
                </a:cubicBezTo>
                <a:cubicBezTo>
                  <a:pt x="437520" y="12063"/>
                  <a:pt x="439691" y="11525"/>
                  <a:pt x="442495" y="11525"/>
                </a:cubicBezTo>
                <a:cubicBezTo>
                  <a:pt x="443488" y="11525"/>
                  <a:pt x="444573" y="11593"/>
                  <a:pt x="445749" y="11730"/>
                </a:cubicBezTo>
                <a:cubicBezTo>
                  <a:pt x="446924" y="11865"/>
                  <a:pt x="448010" y="12114"/>
                  <a:pt x="449005" y="12475"/>
                </a:cubicBezTo>
                <a:lnTo>
                  <a:pt x="449005" y="2413"/>
                </a:lnTo>
                <a:cubicBezTo>
                  <a:pt x="447920" y="2051"/>
                  <a:pt x="446677" y="1779"/>
                  <a:pt x="445275" y="1598"/>
                </a:cubicBezTo>
                <a:cubicBezTo>
                  <a:pt x="443873" y="1416"/>
                  <a:pt x="442629" y="1325"/>
                  <a:pt x="441545" y="1325"/>
                </a:cubicBezTo>
                <a:cubicBezTo>
                  <a:pt x="435214" y="1325"/>
                  <a:pt x="430398" y="2788"/>
                  <a:pt x="427097" y="5715"/>
                </a:cubicBezTo>
                <a:cubicBezTo>
                  <a:pt x="423796" y="8640"/>
                  <a:pt x="422146" y="12939"/>
                  <a:pt x="422146" y="18612"/>
                </a:cubicBezTo>
                <a:lnTo>
                  <a:pt x="422146" y="29011"/>
                </a:lnTo>
                <a:lnTo>
                  <a:pt x="410344" y="29011"/>
                </a:lnTo>
                <a:lnTo>
                  <a:pt x="410344" y="39212"/>
                </a:lnTo>
                <a:lnTo>
                  <a:pt x="422146" y="39212"/>
                </a:lnTo>
                <a:close/>
                <a:moveTo>
                  <a:pt x="497161" y="2384"/>
                </a:moveTo>
                <a:lnTo>
                  <a:pt x="497161" y="99221"/>
                </a:lnTo>
                <a:lnTo>
                  <a:pt x="561323" y="99221"/>
                </a:lnTo>
                <a:lnTo>
                  <a:pt x="561323" y="88359"/>
                </a:lnTo>
                <a:lnTo>
                  <a:pt x="510048" y="88359"/>
                </a:lnTo>
                <a:lnTo>
                  <a:pt x="510048" y="2384"/>
                </a:lnTo>
                <a:lnTo>
                  <a:pt x="497161" y="2384"/>
                </a:lnTo>
                <a:close/>
                <a:moveTo>
                  <a:pt x="579095" y="64185"/>
                </a:moveTo>
                <a:cubicBezTo>
                  <a:pt x="579095" y="59937"/>
                  <a:pt x="579660" y="56165"/>
                  <a:pt x="580791" y="52869"/>
                </a:cubicBezTo>
                <a:cubicBezTo>
                  <a:pt x="581921" y="49571"/>
                  <a:pt x="583481" y="46792"/>
                  <a:pt x="585471" y="44533"/>
                </a:cubicBezTo>
                <a:cubicBezTo>
                  <a:pt x="587460" y="42274"/>
                  <a:pt x="589789" y="40558"/>
                  <a:pt x="592456" y="39383"/>
                </a:cubicBezTo>
                <a:cubicBezTo>
                  <a:pt x="595124" y="38209"/>
                  <a:pt x="597950" y="37622"/>
                  <a:pt x="600935" y="37622"/>
                </a:cubicBezTo>
                <a:cubicBezTo>
                  <a:pt x="603919" y="37622"/>
                  <a:pt x="606745" y="38209"/>
                  <a:pt x="609413" y="39383"/>
                </a:cubicBezTo>
                <a:cubicBezTo>
                  <a:pt x="612080" y="40558"/>
                  <a:pt x="614409" y="42274"/>
                  <a:pt x="616399" y="44533"/>
                </a:cubicBezTo>
                <a:cubicBezTo>
                  <a:pt x="618389" y="46792"/>
                  <a:pt x="619949" y="49571"/>
                  <a:pt x="621079" y="52869"/>
                </a:cubicBezTo>
                <a:cubicBezTo>
                  <a:pt x="622209" y="56165"/>
                  <a:pt x="622774" y="59937"/>
                  <a:pt x="622774" y="64185"/>
                </a:cubicBezTo>
                <a:cubicBezTo>
                  <a:pt x="622774" y="68431"/>
                  <a:pt x="622209" y="72203"/>
                  <a:pt x="621079" y="75501"/>
                </a:cubicBezTo>
                <a:cubicBezTo>
                  <a:pt x="619949" y="78799"/>
                  <a:pt x="618389" y="81554"/>
                  <a:pt x="616399" y="83768"/>
                </a:cubicBezTo>
                <a:cubicBezTo>
                  <a:pt x="614409" y="85981"/>
                  <a:pt x="612080" y="87675"/>
                  <a:pt x="609413" y="88849"/>
                </a:cubicBezTo>
                <a:cubicBezTo>
                  <a:pt x="606745" y="90024"/>
                  <a:pt x="603919" y="90611"/>
                  <a:pt x="600935" y="90611"/>
                </a:cubicBezTo>
                <a:cubicBezTo>
                  <a:pt x="597950" y="90611"/>
                  <a:pt x="595124" y="90024"/>
                  <a:pt x="592456" y="88849"/>
                </a:cubicBezTo>
                <a:cubicBezTo>
                  <a:pt x="589789" y="87675"/>
                  <a:pt x="587460" y="85981"/>
                  <a:pt x="585471" y="83768"/>
                </a:cubicBezTo>
                <a:cubicBezTo>
                  <a:pt x="583481" y="81554"/>
                  <a:pt x="581921" y="78799"/>
                  <a:pt x="580791" y="75501"/>
                </a:cubicBezTo>
                <a:cubicBezTo>
                  <a:pt x="579660" y="72203"/>
                  <a:pt x="579095" y="68431"/>
                  <a:pt x="579095" y="64185"/>
                </a:cubicBezTo>
                <a:moveTo>
                  <a:pt x="566885" y="64187"/>
                </a:moveTo>
                <a:cubicBezTo>
                  <a:pt x="566885" y="69341"/>
                  <a:pt x="567608" y="74134"/>
                  <a:pt x="569054" y="78566"/>
                </a:cubicBezTo>
                <a:cubicBezTo>
                  <a:pt x="570502" y="82997"/>
                  <a:pt x="572673" y="86864"/>
                  <a:pt x="575566" y="90166"/>
                </a:cubicBezTo>
                <a:cubicBezTo>
                  <a:pt x="578460" y="93467"/>
                  <a:pt x="582032" y="96044"/>
                  <a:pt x="586282" y="97899"/>
                </a:cubicBezTo>
                <a:cubicBezTo>
                  <a:pt x="590534" y="99752"/>
                  <a:pt x="595418" y="100679"/>
                  <a:pt x="600935" y="100679"/>
                </a:cubicBezTo>
                <a:cubicBezTo>
                  <a:pt x="606541" y="100679"/>
                  <a:pt x="611447" y="99752"/>
                  <a:pt x="615651" y="97899"/>
                </a:cubicBezTo>
                <a:cubicBezTo>
                  <a:pt x="619857" y="96044"/>
                  <a:pt x="623407" y="93467"/>
                  <a:pt x="626301" y="90166"/>
                </a:cubicBezTo>
                <a:cubicBezTo>
                  <a:pt x="629195" y="86864"/>
                  <a:pt x="631365" y="82997"/>
                  <a:pt x="632811" y="78566"/>
                </a:cubicBezTo>
                <a:cubicBezTo>
                  <a:pt x="634258" y="74134"/>
                  <a:pt x="634982" y="69341"/>
                  <a:pt x="634982" y="64187"/>
                </a:cubicBezTo>
                <a:cubicBezTo>
                  <a:pt x="634982" y="59031"/>
                  <a:pt x="634258" y="54216"/>
                  <a:pt x="632811" y="49739"/>
                </a:cubicBezTo>
                <a:cubicBezTo>
                  <a:pt x="631365" y="45261"/>
                  <a:pt x="629195" y="41372"/>
                  <a:pt x="626301" y="38071"/>
                </a:cubicBezTo>
                <a:cubicBezTo>
                  <a:pt x="623407" y="34770"/>
                  <a:pt x="619857" y="32171"/>
                  <a:pt x="615651" y="30272"/>
                </a:cubicBezTo>
                <a:cubicBezTo>
                  <a:pt x="611447" y="28372"/>
                  <a:pt x="606541" y="27422"/>
                  <a:pt x="600935" y="27422"/>
                </a:cubicBezTo>
                <a:cubicBezTo>
                  <a:pt x="595418" y="27422"/>
                  <a:pt x="590534" y="28372"/>
                  <a:pt x="586282" y="30272"/>
                </a:cubicBezTo>
                <a:cubicBezTo>
                  <a:pt x="582032" y="32171"/>
                  <a:pt x="578460" y="34770"/>
                  <a:pt x="575566" y="38071"/>
                </a:cubicBezTo>
                <a:cubicBezTo>
                  <a:pt x="572673" y="41372"/>
                  <a:pt x="570502" y="45261"/>
                  <a:pt x="569054" y="49739"/>
                </a:cubicBezTo>
                <a:cubicBezTo>
                  <a:pt x="567608" y="54216"/>
                  <a:pt x="566885" y="59031"/>
                  <a:pt x="566885" y="64187"/>
                </a:cubicBezTo>
                <a:close/>
                <a:moveTo>
                  <a:pt x="709048" y="93237"/>
                </a:moveTo>
                <a:lnTo>
                  <a:pt x="709048" y="29051"/>
                </a:lnTo>
                <a:lnTo>
                  <a:pt x="698195" y="29051"/>
                </a:lnTo>
                <a:lnTo>
                  <a:pt x="698195" y="39092"/>
                </a:lnTo>
                <a:lnTo>
                  <a:pt x="698061" y="39092"/>
                </a:lnTo>
                <a:cubicBezTo>
                  <a:pt x="695981" y="35202"/>
                  <a:pt x="693087" y="32285"/>
                  <a:pt x="689380" y="30340"/>
                </a:cubicBezTo>
                <a:cubicBezTo>
                  <a:pt x="685672" y="28395"/>
                  <a:pt x="681602" y="27422"/>
                  <a:pt x="677169" y="27422"/>
                </a:cubicBezTo>
                <a:cubicBezTo>
                  <a:pt x="671110" y="27422"/>
                  <a:pt x="666000" y="28575"/>
                  <a:pt x="661840" y="30883"/>
                </a:cubicBezTo>
                <a:cubicBezTo>
                  <a:pt x="657681" y="33188"/>
                  <a:pt x="654335" y="36128"/>
                  <a:pt x="651803" y="39702"/>
                </a:cubicBezTo>
                <a:cubicBezTo>
                  <a:pt x="649271" y="43276"/>
                  <a:pt x="647462" y="47257"/>
                  <a:pt x="646376" y="51645"/>
                </a:cubicBezTo>
                <a:cubicBezTo>
                  <a:pt x="645291" y="56032"/>
                  <a:pt x="644749" y="60306"/>
                  <a:pt x="644749" y="64466"/>
                </a:cubicBezTo>
                <a:cubicBezTo>
                  <a:pt x="644749" y="69261"/>
                  <a:pt x="645404" y="73808"/>
                  <a:pt x="646715" y="78105"/>
                </a:cubicBezTo>
                <a:cubicBezTo>
                  <a:pt x="648028" y="82402"/>
                  <a:pt x="649995" y="86156"/>
                  <a:pt x="652617" y="89369"/>
                </a:cubicBezTo>
                <a:cubicBezTo>
                  <a:pt x="655240" y="92580"/>
                  <a:pt x="658496" y="95136"/>
                  <a:pt x="662384" y="97036"/>
                </a:cubicBezTo>
                <a:cubicBezTo>
                  <a:pt x="666273" y="98934"/>
                  <a:pt x="670840" y="99884"/>
                  <a:pt x="676085" y="99884"/>
                </a:cubicBezTo>
                <a:cubicBezTo>
                  <a:pt x="680605" y="99884"/>
                  <a:pt x="684878" y="98867"/>
                  <a:pt x="688901" y="96833"/>
                </a:cubicBezTo>
                <a:cubicBezTo>
                  <a:pt x="692927" y="94797"/>
                  <a:pt x="695934" y="91609"/>
                  <a:pt x="697924" y="87268"/>
                </a:cubicBezTo>
                <a:lnTo>
                  <a:pt x="698195" y="87268"/>
                </a:lnTo>
                <a:lnTo>
                  <a:pt x="698195" y="91880"/>
                </a:lnTo>
                <a:cubicBezTo>
                  <a:pt x="698195" y="95768"/>
                  <a:pt x="697811" y="99338"/>
                  <a:pt x="697042" y="102589"/>
                </a:cubicBezTo>
                <a:cubicBezTo>
                  <a:pt x="696274" y="105840"/>
                  <a:pt x="695030" y="108617"/>
                  <a:pt x="693312" y="110918"/>
                </a:cubicBezTo>
                <a:cubicBezTo>
                  <a:pt x="691594" y="113220"/>
                  <a:pt x="689424" y="115025"/>
                  <a:pt x="686801" y="116333"/>
                </a:cubicBezTo>
                <a:cubicBezTo>
                  <a:pt x="684179" y="117643"/>
                  <a:pt x="680968" y="118297"/>
                  <a:pt x="677169" y="118297"/>
                </a:cubicBezTo>
                <a:cubicBezTo>
                  <a:pt x="675271" y="118297"/>
                  <a:pt x="673281" y="118094"/>
                  <a:pt x="671202" y="117687"/>
                </a:cubicBezTo>
                <a:cubicBezTo>
                  <a:pt x="669122" y="117280"/>
                  <a:pt x="667201" y="116624"/>
                  <a:pt x="665437" y="115718"/>
                </a:cubicBezTo>
                <a:cubicBezTo>
                  <a:pt x="663674" y="114815"/>
                  <a:pt x="662181" y="113639"/>
                  <a:pt x="660960" y="112191"/>
                </a:cubicBezTo>
                <a:cubicBezTo>
                  <a:pt x="659740" y="110745"/>
                  <a:pt x="659085" y="108982"/>
                  <a:pt x="658994" y="106903"/>
                </a:cubicBezTo>
                <a:lnTo>
                  <a:pt x="647463" y="106903"/>
                </a:lnTo>
                <a:cubicBezTo>
                  <a:pt x="647643" y="110700"/>
                  <a:pt x="648638" y="113912"/>
                  <a:pt x="650445" y="116538"/>
                </a:cubicBezTo>
                <a:cubicBezTo>
                  <a:pt x="652254" y="119165"/>
                  <a:pt x="654538" y="121297"/>
                  <a:pt x="657297" y="122934"/>
                </a:cubicBezTo>
                <a:cubicBezTo>
                  <a:pt x="660055" y="124571"/>
                  <a:pt x="663129" y="125752"/>
                  <a:pt x="666520" y="126480"/>
                </a:cubicBezTo>
                <a:cubicBezTo>
                  <a:pt x="669912" y="127207"/>
                  <a:pt x="673236" y="127570"/>
                  <a:pt x="676493" y="127570"/>
                </a:cubicBezTo>
                <a:cubicBezTo>
                  <a:pt x="687706" y="127570"/>
                  <a:pt x="695935" y="124720"/>
                  <a:pt x="701180" y="119020"/>
                </a:cubicBezTo>
                <a:cubicBezTo>
                  <a:pt x="706425" y="113321"/>
                  <a:pt x="709048" y="104727"/>
                  <a:pt x="709048" y="93237"/>
                </a:cubicBezTo>
                <a:moveTo>
                  <a:pt x="676764" y="89816"/>
                </a:moveTo>
                <a:cubicBezTo>
                  <a:pt x="672965" y="89816"/>
                  <a:pt x="669799" y="89025"/>
                  <a:pt x="667267" y="87444"/>
                </a:cubicBezTo>
                <a:cubicBezTo>
                  <a:pt x="664736" y="85862"/>
                  <a:pt x="662702" y="83784"/>
                  <a:pt x="661163" y="81207"/>
                </a:cubicBezTo>
                <a:cubicBezTo>
                  <a:pt x="659626" y="78631"/>
                  <a:pt x="658541" y="75762"/>
                  <a:pt x="657907" y="72599"/>
                </a:cubicBezTo>
                <a:cubicBezTo>
                  <a:pt x="657275" y="69436"/>
                  <a:pt x="656959" y="66273"/>
                  <a:pt x="656959" y="63108"/>
                </a:cubicBezTo>
                <a:cubicBezTo>
                  <a:pt x="656959" y="59765"/>
                  <a:pt x="657343" y="56557"/>
                  <a:pt x="658112" y="53483"/>
                </a:cubicBezTo>
                <a:cubicBezTo>
                  <a:pt x="658881" y="50410"/>
                  <a:pt x="660101" y="47699"/>
                  <a:pt x="661774" y="45349"/>
                </a:cubicBezTo>
                <a:cubicBezTo>
                  <a:pt x="663448" y="42999"/>
                  <a:pt x="665595" y="41124"/>
                  <a:pt x="668217" y="39723"/>
                </a:cubicBezTo>
                <a:cubicBezTo>
                  <a:pt x="670840" y="38322"/>
                  <a:pt x="674006" y="37622"/>
                  <a:pt x="677714" y="37622"/>
                </a:cubicBezTo>
                <a:cubicBezTo>
                  <a:pt x="681331" y="37622"/>
                  <a:pt x="684405" y="38345"/>
                  <a:pt x="686937" y="39791"/>
                </a:cubicBezTo>
                <a:cubicBezTo>
                  <a:pt x="689469" y="41237"/>
                  <a:pt x="691526" y="43158"/>
                  <a:pt x="693107" y="45554"/>
                </a:cubicBezTo>
                <a:cubicBezTo>
                  <a:pt x="694690" y="47948"/>
                  <a:pt x="695843" y="50637"/>
                  <a:pt x="696566" y="53620"/>
                </a:cubicBezTo>
                <a:cubicBezTo>
                  <a:pt x="697291" y="56602"/>
                  <a:pt x="697653" y="59630"/>
                  <a:pt x="697653" y="62703"/>
                </a:cubicBezTo>
                <a:cubicBezTo>
                  <a:pt x="697653" y="65957"/>
                  <a:pt x="697269" y="69210"/>
                  <a:pt x="696500" y="72464"/>
                </a:cubicBezTo>
                <a:cubicBezTo>
                  <a:pt x="695731" y="75717"/>
                  <a:pt x="694533" y="78631"/>
                  <a:pt x="692905" y="81207"/>
                </a:cubicBezTo>
                <a:cubicBezTo>
                  <a:pt x="691278" y="83784"/>
                  <a:pt x="689130" y="85862"/>
                  <a:pt x="686461" y="87444"/>
                </a:cubicBezTo>
                <a:cubicBezTo>
                  <a:pt x="683794" y="89025"/>
                  <a:pt x="680561" y="89816"/>
                  <a:pt x="676764" y="8981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Text Legend">
            <a:extLst xmlns:a="http://schemas.openxmlformats.org/drawingml/2006/main">
              <a:ext uri="{FF2B5EF4-FFF2-40B4-BE49-F238E27FC236}">
                <a16:creationId xmlns:a16="http://schemas.microsoft.com/office/drawing/2014/main" id="{7195F636-A678-4DBE-8B51-5C07A2959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032" y="129291"/>
            <a:ext cx="465826" cy="123331"/>
          </a:xfrm>
          <a:custGeom xmlns:a="http://schemas.openxmlformats.org/drawingml/2006/main">
            <a:pathLst>
              <a:path w="465826" h="123331">
                <a:moveTo>
                  <a:pt x="0" y="0"/>
                </a:moveTo>
                <a:lnTo>
                  <a:pt x="0" y="96837"/>
                </a:lnTo>
                <a:lnTo>
                  <a:pt x="68505" y="96837"/>
                </a:lnTo>
                <a:lnTo>
                  <a:pt x="68505" y="78953"/>
                </a:lnTo>
                <a:lnTo>
                  <a:pt x="21297" y="78953"/>
                </a:lnTo>
                <a:lnTo>
                  <a:pt x="21297" y="0"/>
                </a:lnTo>
                <a:lnTo>
                  <a:pt x="0" y="0"/>
                </a:lnTo>
                <a:close/>
                <a:moveTo>
                  <a:pt x="125612" y="54313"/>
                </a:moveTo>
                <a:lnTo>
                  <a:pt x="94278" y="54313"/>
                </a:lnTo>
                <a:cubicBezTo>
                  <a:pt x="94368" y="52953"/>
                  <a:pt x="94661" y="51411"/>
                  <a:pt x="95158" y="49687"/>
                </a:cubicBezTo>
                <a:cubicBezTo>
                  <a:pt x="95656" y="47962"/>
                  <a:pt x="96516" y="46329"/>
                  <a:pt x="97737" y="44788"/>
                </a:cubicBezTo>
                <a:cubicBezTo>
                  <a:pt x="98958" y="43245"/>
                  <a:pt x="100586" y="41952"/>
                  <a:pt x="102620" y="40909"/>
                </a:cubicBezTo>
                <a:cubicBezTo>
                  <a:pt x="104655" y="39866"/>
                  <a:pt x="107210" y="39344"/>
                  <a:pt x="110285" y="39344"/>
                </a:cubicBezTo>
                <a:cubicBezTo>
                  <a:pt x="114987" y="39344"/>
                  <a:pt x="118492" y="40614"/>
                  <a:pt x="120798" y="43155"/>
                </a:cubicBezTo>
                <a:cubicBezTo>
                  <a:pt x="123103" y="45695"/>
                  <a:pt x="124708" y="49415"/>
                  <a:pt x="125612" y="54313"/>
                </a:cubicBezTo>
                <a:moveTo>
                  <a:pt x="94278" y="66501"/>
                </a:moveTo>
                <a:lnTo>
                  <a:pt x="144876" y="66501"/>
                </a:lnTo>
                <a:cubicBezTo>
                  <a:pt x="145238" y="61064"/>
                  <a:pt x="144785" y="55853"/>
                  <a:pt x="143519" y="50869"/>
                </a:cubicBezTo>
                <a:cubicBezTo>
                  <a:pt x="142253" y="45885"/>
                  <a:pt x="140196" y="41445"/>
                  <a:pt x="137346" y="37550"/>
                </a:cubicBezTo>
                <a:cubicBezTo>
                  <a:pt x="134498" y="33653"/>
                  <a:pt x="130858" y="30549"/>
                  <a:pt x="126426" y="28239"/>
                </a:cubicBezTo>
                <a:cubicBezTo>
                  <a:pt x="121995" y="25928"/>
                  <a:pt x="116795" y="24772"/>
                  <a:pt x="110827" y="24772"/>
                </a:cubicBezTo>
                <a:cubicBezTo>
                  <a:pt x="105491" y="24772"/>
                  <a:pt x="100630" y="25724"/>
                  <a:pt x="96245" y="27627"/>
                </a:cubicBezTo>
                <a:cubicBezTo>
                  <a:pt x="91859" y="29528"/>
                  <a:pt x="88084" y="32132"/>
                  <a:pt x="84918" y="35438"/>
                </a:cubicBezTo>
                <a:cubicBezTo>
                  <a:pt x="81753" y="38745"/>
                  <a:pt x="79311" y="42663"/>
                  <a:pt x="77593" y="47193"/>
                </a:cubicBezTo>
                <a:cubicBezTo>
                  <a:pt x="75875" y="51722"/>
                  <a:pt x="75016" y="56614"/>
                  <a:pt x="75016" y="61869"/>
                </a:cubicBezTo>
                <a:cubicBezTo>
                  <a:pt x="75016" y="67303"/>
                  <a:pt x="75852" y="72285"/>
                  <a:pt x="77525" y="76815"/>
                </a:cubicBezTo>
                <a:cubicBezTo>
                  <a:pt x="79199" y="81344"/>
                  <a:pt x="81573" y="85239"/>
                  <a:pt x="84647" y="88502"/>
                </a:cubicBezTo>
                <a:cubicBezTo>
                  <a:pt x="87722" y="91762"/>
                  <a:pt x="91474" y="94276"/>
                  <a:pt x="95905" y="96042"/>
                </a:cubicBezTo>
                <a:cubicBezTo>
                  <a:pt x="100336" y="97808"/>
                  <a:pt x="105310" y="98692"/>
                  <a:pt x="110827" y="98692"/>
                </a:cubicBezTo>
                <a:cubicBezTo>
                  <a:pt x="118785" y="98692"/>
                  <a:pt x="125567" y="96885"/>
                  <a:pt x="131174" y="93271"/>
                </a:cubicBezTo>
                <a:cubicBezTo>
                  <a:pt x="136782" y="89657"/>
                  <a:pt x="140942" y="83648"/>
                  <a:pt x="143655" y="75244"/>
                </a:cubicBezTo>
                <a:lnTo>
                  <a:pt x="126699" y="75244"/>
                </a:lnTo>
                <a:cubicBezTo>
                  <a:pt x="126065" y="77395"/>
                  <a:pt x="124347" y="79435"/>
                  <a:pt x="121543" y="81363"/>
                </a:cubicBezTo>
                <a:cubicBezTo>
                  <a:pt x="118740" y="83289"/>
                  <a:pt x="115394" y="84252"/>
                  <a:pt x="111506" y="84252"/>
                </a:cubicBezTo>
                <a:cubicBezTo>
                  <a:pt x="106080" y="84252"/>
                  <a:pt x="101920" y="82852"/>
                  <a:pt x="99025" y="80052"/>
                </a:cubicBezTo>
                <a:cubicBezTo>
                  <a:pt x="96131" y="77251"/>
                  <a:pt x="94549" y="72734"/>
                  <a:pt x="94278" y="66501"/>
                </a:cubicBezTo>
                <a:close/>
                <a:moveTo>
                  <a:pt x="188962" y="80278"/>
                </a:moveTo>
                <a:cubicBezTo>
                  <a:pt x="185977" y="80278"/>
                  <a:pt x="183489" y="79645"/>
                  <a:pt x="181500" y="78380"/>
                </a:cubicBezTo>
                <a:cubicBezTo>
                  <a:pt x="179510" y="77115"/>
                  <a:pt x="177904" y="75488"/>
                  <a:pt x="176683" y="73501"/>
                </a:cubicBezTo>
                <a:cubicBezTo>
                  <a:pt x="175463" y="71513"/>
                  <a:pt x="174604" y="69277"/>
                  <a:pt x="174106" y="66793"/>
                </a:cubicBezTo>
                <a:cubicBezTo>
                  <a:pt x="173609" y="64308"/>
                  <a:pt x="173361" y="61800"/>
                  <a:pt x="173361" y="59269"/>
                </a:cubicBezTo>
                <a:cubicBezTo>
                  <a:pt x="173361" y="56648"/>
                  <a:pt x="173655" y="54141"/>
                  <a:pt x="174243" y="51747"/>
                </a:cubicBezTo>
                <a:cubicBezTo>
                  <a:pt x="174831" y="49351"/>
                  <a:pt x="175780" y="47228"/>
                  <a:pt x="177091" y="45376"/>
                </a:cubicBezTo>
                <a:cubicBezTo>
                  <a:pt x="178403" y="43524"/>
                  <a:pt x="180031" y="42056"/>
                  <a:pt x="181976" y="40971"/>
                </a:cubicBezTo>
                <a:cubicBezTo>
                  <a:pt x="183920" y="39886"/>
                  <a:pt x="186249" y="39344"/>
                  <a:pt x="188962" y="39344"/>
                </a:cubicBezTo>
                <a:cubicBezTo>
                  <a:pt x="192127" y="39344"/>
                  <a:pt x="194750" y="39932"/>
                  <a:pt x="196829" y="41108"/>
                </a:cubicBezTo>
                <a:cubicBezTo>
                  <a:pt x="198909" y="42282"/>
                  <a:pt x="200582" y="43863"/>
                  <a:pt x="201849" y="45852"/>
                </a:cubicBezTo>
                <a:cubicBezTo>
                  <a:pt x="203115" y="47839"/>
                  <a:pt x="204020" y="50120"/>
                  <a:pt x="204562" y="52695"/>
                </a:cubicBezTo>
                <a:cubicBezTo>
                  <a:pt x="205104" y="55270"/>
                  <a:pt x="205376" y="58003"/>
                  <a:pt x="205376" y="60896"/>
                </a:cubicBezTo>
                <a:cubicBezTo>
                  <a:pt x="205376" y="63425"/>
                  <a:pt x="205036" y="65842"/>
                  <a:pt x="204357" y="68146"/>
                </a:cubicBezTo>
                <a:cubicBezTo>
                  <a:pt x="203680" y="70451"/>
                  <a:pt x="202663" y="72507"/>
                  <a:pt x="201306" y="74315"/>
                </a:cubicBezTo>
                <a:cubicBezTo>
                  <a:pt x="199950" y="76121"/>
                  <a:pt x="198231" y="77566"/>
                  <a:pt x="196150" y="78651"/>
                </a:cubicBezTo>
                <a:cubicBezTo>
                  <a:pt x="194071" y="79736"/>
                  <a:pt x="191674" y="80278"/>
                  <a:pt x="188962" y="80278"/>
                </a:cubicBezTo>
                <a:moveTo>
                  <a:pt x="223688" y="92391"/>
                </a:moveTo>
                <a:lnTo>
                  <a:pt x="223688" y="26716"/>
                </a:lnTo>
                <a:lnTo>
                  <a:pt x="205376" y="26716"/>
                </a:lnTo>
                <a:lnTo>
                  <a:pt x="205376" y="36076"/>
                </a:lnTo>
                <a:lnTo>
                  <a:pt x="205104" y="36076"/>
                </a:lnTo>
                <a:cubicBezTo>
                  <a:pt x="202753" y="31990"/>
                  <a:pt x="199837" y="29084"/>
                  <a:pt x="196355" y="27360"/>
                </a:cubicBezTo>
                <a:cubicBezTo>
                  <a:pt x="192874" y="25635"/>
                  <a:pt x="188826" y="24772"/>
                  <a:pt x="184213" y="24772"/>
                </a:cubicBezTo>
                <a:cubicBezTo>
                  <a:pt x="179330" y="24772"/>
                  <a:pt x="175011" y="25723"/>
                  <a:pt x="171258" y="27625"/>
                </a:cubicBezTo>
                <a:cubicBezTo>
                  <a:pt x="167506" y="29526"/>
                  <a:pt x="164364" y="32084"/>
                  <a:pt x="161832" y="35298"/>
                </a:cubicBezTo>
                <a:cubicBezTo>
                  <a:pt x="159300" y="38511"/>
                  <a:pt x="157377" y="42223"/>
                  <a:pt x="156065" y="46433"/>
                </a:cubicBezTo>
                <a:cubicBezTo>
                  <a:pt x="154754" y="50644"/>
                  <a:pt x="154099" y="55012"/>
                  <a:pt x="154099" y="59540"/>
                </a:cubicBezTo>
                <a:cubicBezTo>
                  <a:pt x="154099" y="64338"/>
                  <a:pt x="154664" y="68887"/>
                  <a:pt x="155794" y="73189"/>
                </a:cubicBezTo>
                <a:cubicBezTo>
                  <a:pt x="156924" y="77488"/>
                  <a:pt x="158710" y="81246"/>
                  <a:pt x="161151" y="84461"/>
                </a:cubicBezTo>
                <a:cubicBezTo>
                  <a:pt x="163593" y="87675"/>
                  <a:pt x="166714" y="90210"/>
                  <a:pt x="170513" y="92066"/>
                </a:cubicBezTo>
                <a:cubicBezTo>
                  <a:pt x="174312" y="93922"/>
                  <a:pt x="178834" y="94850"/>
                  <a:pt x="184079" y="94850"/>
                </a:cubicBezTo>
                <a:cubicBezTo>
                  <a:pt x="188329" y="94850"/>
                  <a:pt x="192375" y="93965"/>
                  <a:pt x="196219" y="92194"/>
                </a:cubicBezTo>
                <a:cubicBezTo>
                  <a:pt x="200063" y="90424"/>
                  <a:pt x="203025" y="87677"/>
                  <a:pt x="205104" y="83954"/>
                </a:cubicBezTo>
                <a:lnTo>
                  <a:pt x="205376" y="83954"/>
                </a:lnTo>
                <a:lnTo>
                  <a:pt x="205376" y="93204"/>
                </a:lnTo>
                <a:cubicBezTo>
                  <a:pt x="205467" y="98193"/>
                  <a:pt x="204268" y="102319"/>
                  <a:pt x="201780" y="105584"/>
                </a:cubicBezTo>
                <a:cubicBezTo>
                  <a:pt x="199294" y="108849"/>
                  <a:pt x="195337" y="110482"/>
                  <a:pt x="189912" y="110482"/>
                </a:cubicBezTo>
                <a:cubicBezTo>
                  <a:pt x="186476" y="110482"/>
                  <a:pt x="183446" y="109778"/>
                  <a:pt x="180823" y="108370"/>
                </a:cubicBezTo>
                <a:cubicBezTo>
                  <a:pt x="178200" y="106963"/>
                  <a:pt x="176436" y="104443"/>
                  <a:pt x="175532" y="100811"/>
                </a:cubicBezTo>
                <a:lnTo>
                  <a:pt x="156404" y="100811"/>
                </a:lnTo>
                <a:cubicBezTo>
                  <a:pt x="156676" y="104791"/>
                  <a:pt x="157784" y="108205"/>
                  <a:pt x="159729" y="111053"/>
                </a:cubicBezTo>
                <a:cubicBezTo>
                  <a:pt x="161673" y="113902"/>
                  <a:pt x="164115" y="116232"/>
                  <a:pt x="167054" y="118041"/>
                </a:cubicBezTo>
                <a:cubicBezTo>
                  <a:pt x="169993" y="119850"/>
                  <a:pt x="173248" y="121184"/>
                  <a:pt x="176820" y="122042"/>
                </a:cubicBezTo>
                <a:cubicBezTo>
                  <a:pt x="180392" y="122902"/>
                  <a:pt x="183897" y="123331"/>
                  <a:pt x="187335" y="123331"/>
                </a:cubicBezTo>
                <a:cubicBezTo>
                  <a:pt x="195382" y="123331"/>
                  <a:pt x="201802" y="122245"/>
                  <a:pt x="206595" y="120073"/>
                </a:cubicBezTo>
                <a:cubicBezTo>
                  <a:pt x="211389" y="117903"/>
                  <a:pt x="215052" y="115257"/>
                  <a:pt x="217584" y="112135"/>
                </a:cubicBezTo>
                <a:cubicBezTo>
                  <a:pt x="220116" y="109014"/>
                  <a:pt x="221766" y="105644"/>
                  <a:pt x="222535" y="102026"/>
                </a:cubicBezTo>
                <a:cubicBezTo>
                  <a:pt x="223304" y="98408"/>
                  <a:pt x="223688" y="95196"/>
                  <a:pt x="223688" y="92391"/>
                </a:cubicBezTo>
                <a:close/>
                <a:moveTo>
                  <a:pt x="286358" y="54313"/>
                </a:moveTo>
                <a:lnTo>
                  <a:pt x="255025" y="54313"/>
                </a:lnTo>
                <a:cubicBezTo>
                  <a:pt x="255114" y="52953"/>
                  <a:pt x="255408" y="51411"/>
                  <a:pt x="255904" y="49687"/>
                </a:cubicBezTo>
                <a:cubicBezTo>
                  <a:pt x="256403" y="47962"/>
                  <a:pt x="257262" y="46329"/>
                  <a:pt x="258483" y="44788"/>
                </a:cubicBezTo>
                <a:cubicBezTo>
                  <a:pt x="259705" y="43245"/>
                  <a:pt x="261332" y="41952"/>
                  <a:pt x="263366" y="40909"/>
                </a:cubicBezTo>
                <a:cubicBezTo>
                  <a:pt x="265402" y="39866"/>
                  <a:pt x="267957" y="39344"/>
                  <a:pt x="271031" y="39344"/>
                </a:cubicBezTo>
                <a:cubicBezTo>
                  <a:pt x="275734" y="39344"/>
                  <a:pt x="279238" y="40614"/>
                  <a:pt x="281544" y="43155"/>
                </a:cubicBezTo>
                <a:cubicBezTo>
                  <a:pt x="283850" y="45695"/>
                  <a:pt x="285455" y="49415"/>
                  <a:pt x="286358" y="54313"/>
                </a:cubicBezTo>
                <a:moveTo>
                  <a:pt x="255025" y="66501"/>
                </a:moveTo>
                <a:lnTo>
                  <a:pt x="305623" y="66501"/>
                </a:lnTo>
                <a:cubicBezTo>
                  <a:pt x="305984" y="61064"/>
                  <a:pt x="305532" y="55853"/>
                  <a:pt x="304265" y="50869"/>
                </a:cubicBezTo>
                <a:cubicBezTo>
                  <a:pt x="303000" y="45885"/>
                  <a:pt x="300942" y="41445"/>
                  <a:pt x="298093" y="37550"/>
                </a:cubicBezTo>
                <a:cubicBezTo>
                  <a:pt x="295244" y="33653"/>
                  <a:pt x="291604" y="30549"/>
                  <a:pt x="287172" y="28239"/>
                </a:cubicBezTo>
                <a:cubicBezTo>
                  <a:pt x="282741" y="25928"/>
                  <a:pt x="277541" y="24772"/>
                  <a:pt x="271573" y="24772"/>
                </a:cubicBezTo>
                <a:cubicBezTo>
                  <a:pt x="266237" y="24772"/>
                  <a:pt x="261376" y="25724"/>
                  <a:pt x="256991" y="27627"/>
                </a:cubicBezTo>
                <a:cubicBezTo>
                  <a:pt x="252606" y="29528"/>
                  <a:pt x="248830" y="32132"/>
                  <a:pt x="245665" y="35438"/>
                </a:cubicBezTo>
                <a:cubicBezTo>
                  <a:pt x="242499" y="38745"/>
                  <a:pt x="240057" y="42663"/>
                  <a:pt x="238339" y="47193"/>
                </a:cubicBezTo>
                <a:cubicBezTo>
                  <a:pt x="236621" y="51722"/>
                  <a:pt x="235762" y="56614"/>
                  <a:pt x="235762" y="61869"/>
                </a:cubicBezTo>
                <a:cubicBezTo>
                  <a:pt x="235762" y="67303"/>
                  <a:pt x="236599" y="72285"/>
                  <a:pt x="238271" y="76815"/>
                </a:cubicBezTo>
                <a:cubicBezTo>
                  <a:pt x="239945" y="81344"/>
                  <a:pt x="242319" y="85239"/>
                  <a:pt x="245394" y="88502"/>
                </a:cubicBezTo>
                <a:cubicBezTo>
                  <a:pt x="248468" y="91762"/>
                  <a:pt x="252221" y="94276"/>
                  <a:pt x="256652" y="96042"/>
                </a:cubicBezTo>
                <a:cubicBezTo>
                  <a:pt x="261083" y="97808"/>
                  <a:pt x="266056" y="98692"/>
                  <a:pt x="271573" y="98692"/>
                </a:cubicBezTo>
                <a:cubicBezTo>
                  <a:pt x="279531" y="98692"/>
                  <a:pt x="286314" y="96885"/>
                  <a:pt x="291920" y="93271"/>
                </a:cubicBezTo>
                <a:cubicBezTo>
                  <a:pt x="297528" y="89657"/>
                  <a:pt x="301689" y="83648"/>
                  <a:pt x="304402" y="75244"/>
                </a:cubicBezTo>
                <a:lnTo>
                  <a:pt x="287445" y="75244"/>
                </a:lnTo>
                <a:cubicBezTo>
                  <a:pt x="286812" y="77395"/>
                  <a:pt x="285093" y="79435"/>
                  <a:pt x="282289" y="81363"/>
                </a:cubicBezTo>
                <a:cubicBezTo>
                  <a:pt x="279486" y="83289"/>
                  <a:pt x="276141" y="84252"/>
                  <a:pt x="272252" y="84252"/>
                </a:cubicBezTo>
                <a:cubicBezTo>
                  <a:pt x="266826" y="84252"/>
                  <a:pt x="262666" y="82852"/>
                  <a:pt x="259771" y="80052"/>
                </a:cubicBezTo>
                <a:cubicBezTo>
                  <a:pt x="256877" y="77251"/>
                  <a:pt x="255295" y="72734"/>
                  <a:pt x="255025" y="66501"/>
                </a:cubicBezTo>
                <a:close/>
                <a:moveTo>
                  <a:pt x="317017" y="26703"/>
                </a:moveTo>
                <a:lnTo>
                  <a:pt x="317017" y="96837"/>
                </a:lnTo>
                <a:lnTo>
                  <a:pt x="336279" y="96837"/>
                </a:lnTo>
                <a:lnTo>
                  <a:pt x="336279" y="60080"/>
                </a:lnTo>
                <a:cubicBezTo>
                  <a:pt x="336279" y="52936"/>
                  <a:pt x="337455" y="47805"/>
                  <a:pt x="339806" y="44687"/>
                </a:cubicBezTo>
                <a:cubicBezTo>
                  <a:pt x="342157" y="41567"/>
                  <a:pt x="345956" y="40007"/>
                  <a:pt x="351201" y="40007"/>
                </a:cubicBezTo>
                <a:cubicBezTo>
                  <a:pt x="355814" y="40007"/>
                  <a:pt x="359024" y="41431"/>
                  <a:pt x="360832" y="44279"/>
                </a:cubicBezTo>
                <a:cubicBezTo>
                  <a:pt x="362641" y="47127"/>
                  <a:pt x="363545" y="51445"/>
                  <a:pt x="363545" y="57232"/>
                </a:cubicBezTo>
                <a:lnTo>
                  <a:pt x="363545" y="96837"/>
                </a:lnTo>
                <a:lnTo>
                  <a:pt x="382808" y="96837"/>
                </a:lnTo>
                <a:lnTo>
                  <a:pt x="382808" y="53680"/>
                </a:lnTo>
                <a:cubicBezTo>
                  <a:pt x="382808" y="49338"/>
                  <a:pt x="382423" y="45379"/>
                  <a:pt x="381655" y="41805"/>
                </a:cubicBezTo>
                <a:cubicBezTo>
                  <a:pt x="380886" y="38231"/>
                  <a:pt x="379552" y="35200"/>
                  <a:pt x="377651" y="32712"/>
                </a:cubicBezTo>
                <a:cubicBezTo>
                  <a:pt x="375753" y="30224"/>
                  <a:pt x="373153" y="28279"/>
                  <a:pt x="369852" y="26877"/>
                </a:cubicBezTo>
                <a:cubicBezTo>
                  <a:pt x="366551" y="25474"/>
                  <a:pt x="362323" y="24772"/>
                  <a:pt x="357168" y="24772"/>
                </a:cubicBezTo>
                <a:cubicBezTo>
                  <a:pt x="353099" y="24772"/>
                  <a:pt x="349120" y="25702"/>
                  <a:pt x="345231" y="27560"/>
                </a:cubicBezTo>
                <a:cubicBezTo>
                  <a:pt x="341342" y="29419"/>
                  <a:pt x="338178" y="32389"/>
                  <a:pt x="335737" y="36469"/>
                </a:cubicBezTo>
                <a:lnTo>
                  <a:pt x="335329" y="36469"/>
                </a:lnTo>
                <a:lnTo>
                  <a:pt x="335329" y="26703"/>
                </a:lnTo>
                <a:lnTo>
                  <a:pt x="317017" y="26703"/>
                </a:lnTo>
                <a:close/>
                <a:moveTo>
                  <a:pt x="447242" y="61595"/>
                </a:moveTo>
                <a:cubicBezTo>
                  <a:pt x="447242" y="64489"/>
                  <a:pt x="446971" y="67293"/>
                  <a:pt x="446429" y="70007"/>
                </a:cubicBezTo>
                <a:cubicBezTo>
                  <a:pt x="445887" y="72720"/>
                  <a:pt x="444982" y="75140"/>
                  <a:pt x="443715" y="77266"/>
                </a:cubicBezTo>
                <a:cubicBezTo>
                  <a:pt x="442449" y="79391"/>
                  <a:pt x="440753" y="81087"/>
                  <a:pt x="438628" y="82354"/>
                </a:cubicBezTo>
                <a:cubicBezTo>
                  <a:pt x="436503" y="83619"/>
                  <a:pt x="433857" y="84252"/>
                  <a:pt x="430692" y="84252"/>
                </a:cubicBezTo>
                <a:cubicBezTo>
                  <a:pt x="427708" y="84252"/>
                  <a:pt x="425153" y="83597"/>
                  <a:pt x="423027" y="82286"/>
                </a:cubicBezTo>
                <a:cubicBezTo>
                  <a:pt x="420902" y="80973"/>
                  <a:pt x="419138" y="79255"/>
                  <a:pt x="417736" y="77130"/>
                </a:cubicBezTo>
                <a:cubicBezTo>
                  <a:pt x="416336" y="75003"/>
                  <a:pt x="415319" y="72584"/>
                  <a:pt x="414685" y="69871"/>
                </a:cubicBezTo>
                <a:cubicBezTo>
                  <a:pt x="414052" y="67158"/>
                  <a:pt x="413735" y="64444"/>
                  <a:pt x="413735" y="61730"/>
                </a:cubicBezTo>
                <a:cubicBezTo>
                  <a:pt x="413735" y="58836"/>
                  <a:pt x="414029" y="56055"/>
                  <a:pt x="414617" y="53386"/>
                </a:cubicBezTo>
                <a:cubicBezTo>
                  <a:pt x="415205" y="50717"/>
                  <a:pt x="416154" y="48343"/>
                  <a:pt x="417465" y="46264"/>
                </a:cubicBezTo>
                <a:cubicBezTo>
                  <a:pt x="418778" y="44183"/>
                  <a:pt x="420518" y="42510"/>
                  <a:pt x="422688" y="41244"/>
                </a:cubicBezTo>
                <a:cubicBezTo>
                  <a:pt x="424858" y="39978"/>
                  <a:pt x="427526" y="39344"/>
                  <a:pt x="430692" y="39344"/>
                </a:cubicBezTo>
                <a:cubicBezTo>
                  <a:pt x="433857" y="39344"/>
                  <a:pt x="436480" y="39978"/>
                  <a:pt x="438559" y="41244"/>
                </a:cubicBezTo>
                <a:cubicBezTo>
                  <a:pt x="440640" y="42510"/>
                  <a:pt x="442336" y="44160"/>
                  <a:pt x="443647" y="46195"/>
                </a:cubicBezTo>
                <a:cubicBezTo>
                  <a:pt x="444959" y="48231"/>
                  <a:pt x="445887" y="50583"/>
                  <a:pt x="446429" y="53252"/>
                </a:cubicBezTo>
                <a:cubicBezTo>
                  <a:pt x="446971" y="55919"/>
                  <a:pt x="447242" y="58700"/>
                  <a:pt x="447242" y="61595"/>
                </a:cubicBezTo>
                <a:moveTo>
                  <a:pt x="447514" y="87968"/>
                </a:moveTo>
                <a:lnTo>
                  <a:pt x="447514" y="96926"/>
                </a:lnTo>
                <a:lnTo>
                  <a:pt x="465826" y="96926"/>
                </a:lnTo>
                <a:lnTo>
                  <a:pt x="465826" y="0"/>
                </a:lnTo>
                <a:lnTo>
                  <a:pt x="446564" y="0"/>
                </a:lnTo>
                <a:lnTo>
                  <a:pt x="446564" y="35258"/>
                </a:lnTo>
                <a:lnTo>
                  <a:pt x="446292" y="35258"/>
                </a:lnTo>
                <a:cubicBezTo>
                  <a:pt x="444122" y="31808"/>
                  <a:pt x="441160" y="29198"/>
                  <a:pt x="437406" y="27428"/>
                </a:cubicBezTo>
                <a:cubicBezTo>
                  <a:pt x="433654" y="25657"/>
                  <a:pt x="429698" y="24772"/>
                  <a:pt x="425538" y="24772"/>
                </a:cubicBezTo>
                <a:cubicBezTo>
                  <a:pt x="420382" y="24772"/>
                  <a:pt x="415860" y="25791"/>
                  <a:pt x="411972" y="27829"/>
                </a:cubicBezTo>
                <a:cubicBezTo>
                  <a:pt x="408083" y="29868"/>
                  <a:pt x="404850" y="32563"/>
                  <a:pt x="402272" y="35914"/>
                </a:cubicBezTo>
                <a:cubicBezTo>
                  <a:pt x="399696" y="39266"/>
                  <a:pt x="397752" y="43139"/>
                  <a:pt x="396439" y="47533"/>
                </a:cubicBezTo>
                <a:cubicBezTo>
                  <a:pt x="395129" y="51926"/>
                  <a:pt x="394473" y="56478"/>
                  <a:pt x="394473" y="61188"/>
                </a:cubicBezTo>
                <a:cubicBezTo>
                  <a:pt x="394473" y="66079"/>
                  <a:pt x="395129" y="70790"/>
                  <a:pt x="396439" y="75321"/>
                </a:cubicBezTo>
                <a:cubicBezTo>
                  <a:pt x="397752" y="79850"/>
                  <a:pt x="399696" y="83858"/>
                  <a:pt x="402272" y="87347"/>
                </a:cubicBezTo>
                <a:cubicBezTo>
                  <a:pt x="404850" y="90834"/>
                  <a:pt x="408128" y="93596"/>
                  <a:pt x="412106" y="95634"/>
                </a:cubicBezTo>
                <a:cubicBezTo>
                  <a:pt x="416086" y="97673"/>
                  <a:pt x="420699" y="98692"/>
                  <a:pt x="425945" y="98692"/>
                </a:cubicBezTo>
                <a:cubicBezTo>
                  <a:pt x="430557" y="98692"/>
                  <a:pt x="434694" y="97855"/>
                  <a:pt x="438356" y="96181"/>
                </a:cubicBezTo>
                <a:cubicBezTo>
                  <a:pt x="442020" y="94506"/>
                  <a:pt x="444982" y="91768"/>
                  <a:pt x="447242" y="87968"/>
                </a:cubicBezTo>
                <a:lnTo>
                  <a:pt x="447514" y="879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Text XLog">
            <a:extLst xmlns:a="http://schemas.openxmlformats.org/drawingml/2006/main">
              <a:ext uri="{FF2B5EF4-FFF2-40B4-BE49-F238E27FC236}">
                <a16:creationId xmlns:a16="http://schemas.microsoft.com/office/drawing/2014/main" id="{26DA6DF0-5ADC-4456-B615-434C30E77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438" y="1420217"/>
            <a:ext cx="366420" cy="150223"/>
          </a:xfrm>
          <a:custGeom xmlns:a="http://schemas.openxmlformats.org/drawingml/2006/main">
            <a:pathLst>
              <a:path w="366420" h="150223">
                <a:moveTo>
                  <a:pt x="40370" y="56475"/>
                </a:moveTo>
                <a:lnTo>
                  <a:pt x="0" y="116204"/>
                </a:lnTo>
                <a:lnTo>
                  <a:pt x="17255" y="116204"/>
                </a:lnTo>
                <a:lnTo>
                  <a:pt x="49486" y="68192"/>
                </a:lnTo>
                <a:lnTo>
                  <a:pt x="80740" y="116204"/>
                </a:lnTo>
                <a:lnTo>
                  <a:pt x="99622" y="116204"/>
                </a:lnTo>
                <a:lnTo>
                  <a:pt x="58763" y="56475"/>
                </a:lnTo>
                <a:lnTo>
                  <a:pt x="97181" y="0"/>
                </a:lnTo>
                <a:lnTo>
                  <a:pt x="79925" y="0"/>
                </a:lnTo>
                <a:lnTo>
                  <a:pt x="49647" y="45407"/>
                </a:lnTo>
                <a:lnTo>
                  <a:pt x="20673" y="0"/>
                </a:lnTo>
                <a:lnTo>
                  <a:pt x="2116" y="0"/>
                </a:lnTo>
                <a:lnTo>
                  <a:pt x="40370" y="56475"/>
                </a:lnTo>
                <a:close/>
                <a:moveTo>
                  <a:pt x="112157" y="0"/>
                </a:moveTo>
                <a:lnTo>
                  <a:pt x="112157" y="116204"/>
                </a:lnTo>
                <a:lnTo>
                  <a:pt x="189151" y="116204"/>
                </a:lnTo>
                <a:lnTo>
                  <a:pt x="189151" y="103169"/>
                </a:lnTo>
                <a:lnTo>
                  <a:pt x="127621" y="103169"/>
                </a:lnTo>
                <a:lnTo>
                  <a:pt x="127621" y="0"/>
                </a:lnTo>
                <a:lnTo>
                  <a:pt x="112157" y="0"/>
                </a:lnTo>
                <a:close/>
                <a:moveTo>
                  <a:pt x="210478" y="74160"/>
                </a:moveTo>
                <a:cubicBezTo>
                  <a:pt x="210478" y="69063"/>
                  <a:pt x="211156" y="64537"/>
                  <a:pt x="212512" y="60581"/>
                </a:cubicBezTo>
                <a:cubicBezTo>
                  <a:pt x="213868" y="56623"/>
                  <a:pt x="215740" y="53289"/>
                  <a:pt x="218128" y="50579"/>
                </a:cubicBezTo>
                <a:cubicBezTo>
                  <a:pt x="220516" y="47868"/>
                  <a:pt x="223310" y="45808"/>
                  <a:pt x="226511" y="44399"/>
                </a:cubicBezTo>
                <a:cubicBezTo>
                  <a:pt x="229712" y="42990"/>
                  <a:pt x="233103" y="42285"/>
                  <a:pt x="236685" y="42285"/>
                </a:cubicBezTo>
                <a:cubicBezTo>
                  <a:pt x="240266" y="42285"/>
                  <a:pt x="243658" y="42990"/>
                  <a:pt x="246859" y="44399"/>
                </a:cubicBezTo>
                <a:cubicBezTo>
                  <a:pt x="250059" y="45808"/>
                  <a:pt x="252854" y="47868"/>
                  <a:pt x="255242" y="50579"/>
                </a:cubicBezTo>
                <a:cubicBezTo>
                  <a:pt x="257629" y="53289"/>
                  <a:pt x="259501" y="56623"/>
                  <a:pt x="260858" y="60581"/>
                </a:cubicBezTo>
                <a:cubicBezTo>
                  <a:pt x="262214" y="64537"/>
                  <a:pt x="262892" y="69063"/>
                  <a:pt x="262892" y="74160"/>
                </a:cubicBezTo>
                <a:cubicBezTo>
                  <a:pt x="262892" y="79255"/>
                  <a:pt x="262214" y="83782"/>
                  <a:pt x="260858" y="87739"/>
                </a:cubicBezTo>
                <a:cubicBezTo>
                  <a:pt x="259501" y="91697"/>
                  <a:pt x="257629" y="95004"/>
                  <a:pt x="255242" y="97660"/>
                </a:cubicBezTo>
                <a:cubicBezTo>
                  <a:pt x="252854" y="100316"/>
                  <a:pt x="250059" y="102349"/>
                  <a:pt x="246859" y="103758"/>
                </a:cubicBezTo>
                <a:cubicBezTo>
                  <a:pt x="243658" y="105167"/>
                  <a:pt x="240266" y="105872"/>
                  <a:pt x="236685" y="105872"/>
                </a:cubicBezTo>
                <a:cubicBezTo>
                  <a:pt x="233103" y="105872"/>
                  <a:pt x="229712" y="105167"/>
                  <a:pt x="226511" y="103758"/>
                </a:cubicBezTo>
                <a:cubicBezTo>
                  <a:pt x="223310" y="102349"/>
                  <a:pt x="220516" y="100316"/>
                  <a:pt x="218128" y="97660"/>
                </a:cubicBezTo>
                <a:cubicBezTo>
                  <a:pt x="215740" y="95004"/>
                  <a:pt x="213868" y="91697"/>
                  <a:pt x="212512" y="87739"/>
                </a:cubicBezTo>
                <a:cubicBezTo>
                  <a:pt x="211156" y="83782"/>
                  <a:pt x="210478" y="79255"/>
                  <a:pt x="210478" y="74160"/>
                </a:cubicBezTo>
                <a:moveTo>
                  <a:pt x="195825" y="74163"/>
                </a:moveTo>
                <a:cubicBezTo>
                  <a:pt x="195825" y="80348"/>
                  <a:pt x="196693" y="86099"/>
                  <a:pt x="198429" y="91418"/>
                </a:cubicBezTo>
                <a:cubicBezTo>
                  <a:pt x="200166" y="96735"/>
                  <a:pt x="202770" y="101375"/>
                  <a:pt x="206243" y="105338"/>
                </a:cubicBezTo>
                <a:cubicBezTo>
                  <a:pt x="209715" y="109298"/>
                  <a:pt x="214001" y="112392"/>
                  <a:pt x="219102" y="114617"/>
                </a:cubicBezTo>
                <a:cubicBezTo>
                  <a:pt x="224203" y="116841"/>
                  <a:pt x="230064" y="117953"/>
                  <a:pt x="236685" y="117953"/>
                </a:cubicBezTo>
                <a:cubicBezTo>
                  <a:pt x="243413" y="117953"/>
                  <a:pt x="249299" y="116841"/>
                  <a:pt x="254345" y="114617"/>
                </a:cubicBezTo>
                <a:cubicBezTo>
                  <a:pt x="259392" y="112392"/>
                  <a:pt x="263652" y="109298"/>
                  <a:pt x="267124" y="105338"/>
                </a:cubicBezTo>
                <a:cubicBezTo>
                  <a:pt x="270597" y="101375"/>
                  <a:pt x="273201" y="96735"/>
                  <a:pt x="274936" y="91418"/>
                </a:cubicBezTo>
                <a:cubicBezTo>
                  <a:pt x="276673" y="86099"/>
                  <a:pt x="277542" y="80348"/>
                  <a:pt x="277542" y="74163"/>
                </a:cubicBezTo>
                <a:cubicBezTo>
                  <a:pt x="277542" y="67976"/>
                  <a:pt x="276673" y="62197"/>
                  <a:pt x="274936" y="56825"/>
                </a:cubicBezTo>
                <a:cubicBezTo>
                  <a:pt x="273201" y="51452"/>
                  <a:pt x="270597" y="46785"/>
                  <a:pt x="267124" y="42824"/>
                </a:cubicBezTo>
                <a:cubicBezTo>
                  <a:pt x="263652" y="38863"/>
                  <a:pt x="259392" y="35743"/>
                  <a:pt x="254345" y="33465"/>
                </a:cubicBezTo>
                <a:cubicBezTo>
                  <a:pt x="249299" y="31185"/>
                  <a:pt x="243413" y="30045"/>
                  <a:pt x="236685" y="30045"/>
                </a:cubicBezTo>
                <a:cubicBezTo>
                  <a:pt x="230064" y="30045"/>
                  <a:pt x="224203" y="31185"/>
                  <a:pt x="219102" y="33465"/>
                </a:cubicBezTo>
                <a:cubicBezTo>
                  <a:pt x="214001" y="35743"/>
                  <a:pt x="209715" y="38863"/>
                  <a:pt x="206243" y="42824"/>
                </a:cubicBezTo>
                <a:cubicBezTo>
                  <a:pt x="202770" y="46785"/>
                  <a:pt x="200166" y="51452"/>
                  <a:pt x="198429" y="56825"/>
                </a:cubicBezTo>
                <a:cubicBezTo>
                  <a:pt x="196693" y="62197"/>
                  <a:pt x="195825" y="67976"/>
                  <a:pt x="195825" y="74163"/>
                </a:cubicBezTo>
                <a:close/>
                <a:moveTo>
                  <a:pt x="366420" y="109024"/>
                </a:moveTo>
                <a:lnTo>
                  <a:pt x="366420" y="31999"/>
                </a:lnTo>
                <a:lnTo>
                  <a:pt x="353397" y="31999"/>
                </a:lnTo>
                <a:lnTo>
                  <a:pt x="353397" y="44049"/>
                </a:lnTo>
                <a:lnTo>
                  <a:pt x="353236" y="44049"/>
                </a:lnTo>
                <a:cubicBezTo>
                  <a:pt x="350740" y="39381"/>
                  <a:pt x="347268" y="35880"/>
                  <a:pt x="342818" y="33547"/>
                </a:cubicBezTo>
                <a:cubicBezTo>
                  <a:pt x="338369" y="31212"/>
                  <a:pt x="333485" y="30045"/>
                  <a:pt x="328166" y="30045"/>
                </a:cubicBezTo>
                <a:cubicBezTo>
                  <a:pt x="320895" y="30045"/>
                  <a:pt x="314763" y="31429"/>
                  <a:pt x="309771" y="34198"/>
                </a:cubicBezTo>
                <a:cubicBezTo>
                  <a:pt x="304780" y="36965"/>
                  <a:pt x="300765" y="40493"/>
                  <a:pt x="297727" y="44781"/>
                </a:cubicBezTo>
                <a:cubicBezTo>
                  <a:pt x="294688" y="49070"/>
                  <a:pt x="292517" y="53847"/>
                  <a:pt x="291214" y="59113"/>
                </a:cubicBezTo>
                <a:cubicBezTo>
                  <a:pt x="289912" y="64377"/>
                  <a:pt x="289262" y="69506"/>
                  <a:pt x="289262" y="74498"/>
                </a:cubicBezTo>
                <a:cubicBezTo>
                  <a:pt x="289262" y="80252"/>
                  <a:pt x="290048" y="85708"/>
                  <a:pt x="291621" y="90864"/>
                </a:cubicBezTo>
                <a:cubicBezTo>
                  <a:pt x="293196" y="96021"/>
                  <a:pt x="295557" y="100526"/>
                  <a:pt x="298703" y="104381"/>
                </a:cubicBezTo>
                <a:cubicBezTo>
                  <a:pt x="301851" y="108235"/>
                  <a:pt x="305758" y="111301"/>
                  <a:pt x="310424" y="113581"/>
                </a:cubicBezTo>
                <a:cubicBezTo>
                  <a:pt x="315090" y="115860"/>
                  <a:pt x="320571" y="116999"/>
                  <a:pt x="326865" y="116999"/>
                </a:cubicBezTo>
                <a:cubicBezTo>
                  <a:pt x="332289" y="116999"/>
                  <a:pt x="337416" y="115779"/>
                  <a:pt x="342245" y="113338"/>
                </a:cubicBezTo>
                <a:cubicBezTo>
                  <a:pt x="347075" y="110896"/>
                  <a:pt x="350684" y="107070"/>
                  <a:pt x="353072" y="101860"/>
                </a:cubicBezTo>
                <a:lnTo>
                  <a:pt x="353397" y="101860"/>
                </a:lnTo>
                <a:lnTo>
                  <a:pt x="353397" y="107394"/>
                </a:lnTo>
                <a:cubicBezTo>
                  <a:pt x="353397" y="112060"/>
                  <a:pt x="352936" y="116344"/>
                  <a:pt x="352014" y="120246"/>
                </a:cubicBezTo>
                <a:cubicBezTo>
                  <a:pt x="351091" y="124147"/>
                  <a:pt x="349599" y="127479"/>
                  <a:pt x="347538" y="130241"/>
                </a:cubicBezTo>
                <a:cubicBezTo>
                  <a:pt x="345476" y="133003"/>
                  <a:pt x="342871" y="135169"/>
                  <a:pt x="339724" y="136738"/>
                </a:cubicBezTo>
                <a:cubicBezTo>
                  <a:pt x="336577" y="138310"/>
                  <a:pt x="332725" y="139096"/>
                  <a:pt x="328166" y="139096"/>
                </a:cubicBezTo>
                <a:cubicBezTo>
                  <a:pt x="325888" y="139096"/>
                  <a:pt x="323501" y="138851"/>
                  <a:pt x="321005" y="138363"/>
                </a:cubicBezTo>
                <a:cubicBezTo>
                  <a:pt x="318510" y="137874"/>
                  <a:pt x="316204" y="137087"/>
                  <a:pt x="314088" y="136001"/>
                </a:cubicBezTo>
                <a:cubicBezTo>
                  <a:pt x="311972" y="134916"/>
                  <a:pt x="310181" y="133505"/>
                  <a:pt x="308715" y="131768"/>
                </a:cubicBezTo>
                <a:cubicBezTo>
                  <a:pt x="307251" y="130033"/>
                  <a:pt x="306465" y="127917"/>
                  <a:pt x="306356" y="125422"/>
                </a:cubicBezTo>
                <a:lnTo>
                  <a:pt x="292518" y="125422"/>
                </a:lnTo>
                <a:cubicBezTo>
                  <a:pt x="292735" y="129979"/>
                  <a:pt x="293928" y="133833"/>
                  <a:pt x="296097" y="136984"/>
                </a:cubicBezTo>
                <a:cubicBezTo>
                  <a:pt x="298268" y="140137"/>
                  <a:pt x="301009" y="142695"/>
                  <a:pt x="304319" y="144659"/>
                </a:cubicBezTo>
                <a:cubicBezTo>
                  <a:pt x="307629" y="146623"/>
                  <a:pt x="311318" y="148042"/>
                  <a:pt x="315387" y="148914"/>
                </a:cubicBezTo>
                <a:cubicBezTo>
                  <a:pt x="319457" y="149787"/>
                  <a:pt x="323446" y="150223"/>
                  <a:pt x="327354" y="150223"/>
                </a:cubicBezTo>
                <a:cubicBezTo>
                  <a:pt x="340810" y="150223"/>
                  <a:pt x="350685" y="146803"/>
                  <a:pt x="356979" y="139962"/>
                </a:cubicBezTo>
                <a:cubicBezTo>
                  <a:pt x="363273" y="133124"/>
                  <a:pt x="366420" y="122811"/>
                  <a:pt x="366420" y="109024"/>
                </a:cubicBezTo>
                <a:moveTo>
                  <a:pt x="327679" y="104918"/>
                </a:moveTo>
                <a:cubicBezTo>
                  <a:pt x="323121" y="104918"/>
                  <a:pt x="319322" y="103969"/>
                  <a:pt x="316283" y="102071"/>
                </a:cubicBezTo>
                <a:cubicBezTo>
                  <a:pt x="313247" y="100174"/>
                  <a:pt x="310805" y="97679"/>
                  <a:pt x="308959" y="94587"/>
                </a:cubicBezTo>
                <a:cubicBezTo>
                  <a:pt x="307114" y="91496"/>
                  <a:pt x="305812" y="88052"/>
                  <a:pt x="305051" y="84257"/>
                </a:cubicBezTo>
                <a:cubicBezTo>
                  <a:pt x="304293" y="80462"/>
                  <a:pt x="303914" y="76666"/>
                  <a:pt x="303914" y="72869"/>
                </a:cubicBezTo>
                <a:cubicBezTo>
                  <a:pt x="303914" y="68856"/>
                  <a:pt x="304375" y="65006"/>
                  <a:pt x="305297" y="61319"/>
                </a:cubicBezTo>
                <a:cubicBezTo>
                  <a:pt x="306220" y="57631"/>
                  <a:pt x="307684" y="54377"/>
                  <a:pt x="309691" y="51557"/>
                </a:cubicBezTo>
                <a:cubicBezTo>
                  <a:pt x="311700" y="48737"/>
                  <a:pt x="314277" y="46487"/>
                  <a:pt x="317424" y="44806"/>
                </a:cubicBezTo>
                <a:cubicBezTo>
                  <a:pt x="320571" y="43125"/>
                  <a:pt x="324370" y="42285"/>
                  <a:pt x="328819" y="42285"/>
                </a:cubicBezTo>
                <a:cubicBezTo>
                  <a:pt x="333160" y="42285"/>
                  <a:pt x="336849" y="43153"/>
                  <a:pt x="339887" y="44888"/>
                </a:cubicBezTo>
                <a:cubicBezTo>
                  <a:pt x="342926" y="46623"/>
                  <a:pt x="345394" y="48929"/>
                  <a:pt x="347292" y="51803"/>
                </a:cubicBezTo>
                <a:cubicBezTo>
                  <a:pt x="349191" y="54676"/>
                  <a:pt x="350575" y="57903"/>
                  <a:pt x="351442" y="61483"/>
                </a:cubicBezTo>
                <a:cubicBezTo>
                  <a:pt x="352312" y="65061"/>
                  <a:pt x="352746" y="68694"/>
                  <a:pt x="352746" y="72382"/>
                </a:cubicBezTo>
                <a:cubicBezTo>
                  <a:pt x="352746" y="76286"/>
                  <a:pt x="352285" y="80191"/>
                  <a:pt x="351363" y="84096"/>
                </a:cubicBezTo>
                <a:cubicBezTo>
                  <a:pt x="350441" y="87999"/>
                  <a:pt x="349002" y="91496"/>
                  <a:pt x="347048" y="94587"/>
                </a:cubicBezTo>
                <a:cubicBezTo>
                  <a:pt x="345096" y="97679"/>
                  <a:pt x="342519" y="100174"/>
                  <a:pt x="339316" y="102071"/>
                </a:cubicBezTo>
                <a:cubicBezTo>
                  <a:pt x="336115" y="103969"/>
                  <a:pt x="332236" y="104918"/>
                  <a:pt x="327679" y="10491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A4765C-2EFE-490A-8EAD-154B4A2F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6296" y="1590327"/>
            <a:ext cx="1094308" cy="284904"/>
          </a:xfrm>
          <a:custGeom xmlns:a="http://schemas.openxmlformats.org/drawingml/2006/main">
            <a:pathLst>
              <a:path w="1094308" h="284904">
                <a:moveTo>
                  <a:pt x="45217" y="0"/>
                </a:moveTo>
                <a:lnTo>
                  <a:pt x="1049091" y="0"/>
                </a:lnTo>
                <a:cubicBezTo>
                  <a:pt x="1074063" y="0"/>
                  <a:pt x="1094308" y="20245"/>
                  <a:pt x="1094308" y="45217"/>
                </a:cubicBezTo>
                <a:lnTo>
                  <a:pt x="1094308" y="239687"/>
                </a:lnTo>
                <a:cubicBezTo>
                  <a:pt x="1094308" y="264660"/>
                  <a:pt x="1074063" y="284904"/>
                  <a:pt x="1049091" y="284904"/>
                </a:cubicBezTo>
                <a:lnTo>
                  <a:pt x="45217" y="284904"/>
                </a:lnTo>
                <a:cubicBezTo>
                  <a:pt x="20245" y="284904"/>
                  <a:pt x="0" y="264660"/>
                  <a:pt x="0" y="239687"/>
                </a:cubicBezTo>
                <a:lnTo>
                  <a:pt x="0" y="45217"/>
                </a:lnTo>
                <a:cubicBezTo>
                  <a:pt x="0" y="20245"/>
                  <a:pt x="20245" y="0"/>
                  <a:pt x="45217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5332E2-1832-4A2D-A941-C8532D177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6295" y="1590326"/>
            <a:ext cx="1094308" cy="284904"/>
          </a:xfrm>
          <a:custGeom xmlns:a="http://schemas.openxmlformats.org/drawingml/2006/main">
            <a:pathLst>
              <a:path w="1094308" h="284904" fill="none">
                <a:moveTo>
                  <a:pt x="45217" y="0"/>
                </a:moveTo>
                <a:lnTo>
                  <a:pt x="1049091" y="0"/>
                </a:lnTo>
                <a:cubicBezTo>
                  <a:pt x="1074068" y="0"/>
                  <a:pt x="1094308" y="20245"/>
                  <a:pt x="1094308" y="45217"/>
                </a:cubicBezTo>
                <a:lnTo>
                  <a:pt x="1094308" y="239687"/>
                </a:lnTo>
                <a:cubicBezTo>
                  <a:pt x="1094308" y="264660"/>
                  <a:pt x="1074068" y="284904"/>
                  <a:pt x="1049091" y="284904"/>
                </a:cubicBezTo>
                <a:lnTo>
                  <a:pt x="45217" y="284904"/>
                </a:lnTo>
                <a:cubicBezTo>
                  <a:pt x="20248" y="284904"/>
                  <a:pt x="0" y="264660"/>
                  <a:pt x="0" y="239687"/>
                </a:cubicBezTo>
                <a:lnTo>
                  <a:pt x="0" y="45217"/>
                </a:lnTo>
                <a:cubicBezTo>
                  <a:pt x="0" y="20245"/>
                  <a:pt x="20248" y="0"/>
                  <a:pt x="45217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043" cap="rnd">
            <a:solidFill>
              <a:srgbClr val="000000"/>
            </a:solidFill>
            <a:round/>
          </a:ln>
        </p:spPr>
      </p:sp>
      <p:sp>
        <p:nvSpPr>
          <p:cNvPr id="137" name="Text MACSigner">
            <a:extLst xmlns:a="http://schemas.openxmlformats.org/drawingml/2006/main">
              <a:ext uri="{FF2B5EF4-FFF2-40B4-BE49-F238E27FC236}">
                <a16:creationId xmlns:a16="http://schemas.microsoft.com/office/drawing/2014/main" id="{13E2FBB5-45BF-4BF4-A22C-82FCCC63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794" y="1681397"/>
            <a:ext cx="720171" cy="127570"/>
          </a:xfrm>
          <a:custGeom xmlns:a="http://schemas.openxmlformats.org/drawingml/2006/main">
            <a:pathLst>
              <a:path w="720171" h="127570">
                <a:moveTo>
                  <a:pt x="0" y="2384"/>
                </a:moveTo>
                <a:lnTo>
                  <a:pt x="0" y="99221"/>
                </a:lnTo>
                <a:lnTo>
                  <a:pt x="12208" y="99221"/>
                </a:lnTo>
                <a:lnTo>
                  <a:pt x="12208" y="18660"/>
                </a:lnTo>
                <a:lnTo>
                  <a:pt x="12479" y="18660"/>
                </a:lnTo>
                <a:lnTo>
                  <a:pt x="42730" y="99221"/>
                </a:lnTo>
                <a:lnTo>
                  <a:pt x="53717" y="99221"/>
                </a:lnTo>
                <a:lnTo>
                  <a:pt x="83969" y="18660"/>
                </a:lnTo>
                <a:lnTo>
                  <a:pt x="84240" y="18660"/>
                </a:lnTo>
                <a:lnTo>
                  <a:pt x="84240" y="99221"/>
                </a:lnTo>
                <a:lnTo>
                  <a:pt x="96448" y="99221"/>
                </a:lnTo>
                <a:lnTo>
                  <a:pt x="96448" y="2384"/>
                </a:lnTo>
                <a:lnTo>
                  <a:pt x="78813" y="2384"/>
                </a:lnTo>
                <a:lnTo>
                  <a:pt x="48156" y="83760"/>
                </a:lnTo>
                <a:lnTo>
                  <a:pt x="17635" y="2384"/>
                </a:lnTo>
                <a:lnTo>
                  <a:pt x="0" y="2384"/>
                </a:lnTo>
                <a:close/>
                <a:moveTo>
                  <a:pt x="134566" y="59215"/>
                </a:moveTo>
                <a:lnTo>
                  <a:pt x="150980" y="14048"/>
                </a:lnTo>
                <a:lnTo>
                  <a:pt x="151252" y="14048"/>
                </a:lnTo>
                <a:lnTo>
                  <a:pt x="167392" y="59215"/>
                </a:lnTo>
                <a:lnTo>
                  <a:pt x="134566" y="59215"/>
                </a:lnTo>
                <a:moveTo>
                  <a:pt x="144197" y="2384"/>
                </a:moveTo>
                <a:lnTo>
                  <a:pt x="106486" y="99221"/>
                </a:lnTo>
                <a:lnTo>
                  <a:pt x="119645" y="99221"/>
                </a:lnTo>
                <a:lnTo>
                  <a:pt x="130497" y="70078"/>
                </a:lnTo>
                <a:lnTo>
                  <a:pt x="171464" y="70078"/>
                </a:lnTo>
                <a:lnTo>
                  <a:pt x="182043" y="99221"/>
                </a:lnTo>
                <a:lnTo>
                  <a:pt x="196288" y="99221"/>
                </a:lnTo>
                <a:lnTo>
                  <a:pt x="158440" y="2384"/>
                </a:lnTo>
                <a:lnTo>
                  <a:pt x="144197" y="2384"/>
                </a:lnTo>
                <a:close/>
                <a:moveTo>
                  <a:pt x="273879" y="31483"/>
                </a:moveTo>
                <a:lnTo>
                  <a:pt x="286766" y="31483"/>
                </a:lnTo>
                <a:cubicBezTo>
                  <a:pt x="286043" y="26327"/>
                  <a:pt x="284506" y="21783"/>
                  <a:pt x="282155" y="17849"/>
                </a:cubicBezTo>
                <a:cubicBezTo>
                  <a:pt x="279803" y="13914"/>
                  <a:pt x="276864" y="10635"/>
                  <a:pt x="273337" y="8010"/>
                </a:cubicBezTo>
                <a:cubicBezTo>
                  <a:pt x="269810" y="5386"/>
                  <a:pt x="265785" y="3395"/>
                  <a:pt x="261263" y="2037"/>
                </a:cubicBezTo>
                <a:cubicBezTo>
                  <a:pt x="256742" y="679"/>
                  <a:pt x="251948" y="0"/>
                  <a:pt x="246884" y="0"/>
                </a:cubicBezTo>
                <a:cubicBezTo>
                  <a:pt x="239468" y="0"/>
                  <a:pt x="232889" y="1334"/>
                  <a:pt x="227146" y="4003"/>
                </a:cubicBezTo>
                <a:cubicBezTo>
                  <a:pt x="221404" y="6671"/>
                  <a:pt x="216611" y="10311"/>
                  <a:pt x="212768" y="14924"/>
                </a:cubicBezTo>
                <a:cubicBezTo>
                  <a:pt x="208925" y="19535"/>
                  <a:pt x="206009" y="24939"/>
                  <a:pt x="204019" y="31135"/>
                </a:cubicBezTo>
                <a:cubicBezTo>
                  <a:pt x="202029" y="37331"/>
                  <a:pt x="201034" y="43956"/>
                  <a:pt x="201034" y="51010"/>
                </a:cubicBezTo>
                <a:cubicBezTo>
                  <a:pt x="201034" y="58064"/>
                  <a:pt x="201961" y="64666"/>
                  <a:pt x="203814" y="70817"/>
                </a:cubicBezTo>
                <a:cubicBezTo>
                  <a:pt x="205669" y="76967"/>
                  <a:pt x="208450" y="82303"/>
                  <a:pt x="212158" y="86825"/>
                </a:cubicBezTo>
                <a:cubicBezTo>
                  <a:pt x="215866" y="91347"/>
                  <a:pt x="220523" y="94897"/>
                  <a:pt x="226129" y="97474"/>
                </a:cubicBezTo>
                <a:cubicBezTo>
                  <a:pt x="231736" y="100052"/>
                  <a:pt x="238293" y="101341"/>
                  <a:pt x="245799" y="101341"/>
                </a:cubicBezTo>
                <a:cubicBezTo>
                  <a:pt x="258188" y="101341"/>
                  <a:pt x="267955" y="97948"/>
                  <a:pt x="275099" y="91161"/>
                </a:cubicBezTo>
                <a:cubicBezTo>
                  <a:pt x="282244" y="84374"/>
                  <a:pt x="286450" y="74876"/>
                  <a:pt x="287716" y="62667"/>
                </a:cubicBezTo>
                <a:lnTo>
                  <a:pt x="274829" y="62667"/>
                </a:lnTo>
                <a:cubicBezTo>
                  <a:pt x="274558" y="66646"/>
                  <a:pt x="273743" y="70354"/>
                  <a:pt x="272387" y="73791"/>
                </a:cubicBezTo>
                <a:cubicBezTo>
                  <a:pt x="271031" y="77227"/>
                  <a:pt x="269154" y="80189"/>
                  <a:pt x="266757" y="82677"/>
                </a:cubicBezTo>
                <a:cubicBezTo>
                  <a:pt x="264361" y="85164"/>
                  <a:pt x="261513" y="87108"/>
                  <a:pt x="258210" y="88510"/>
                </a:cubicBezTo>
                <a:cubicBezTo>
                  <a:pt x="254910" y="89910"/>
                  <a:pt x="251134" y="90611"/>
                  <a:pt x="246884" y="90611"/>
                </a:cubicBezTo>
                <a:cubicBezTo>
                  <a:pt x="241097" y="90611"/>
                  <a:pt x="236123" y="89526"/>
                  <a:pt x="231962" y="87357"/>
                </a:cubicBezTo>
                <a:cubicBezTo>
                  <a:pt x="227803" y="85186"/>
                  <a:pt x="224389" y="82270"/>
                  <a:pt x="221721" y="78608"/>
                </a:cubicBezTo>
                <a:cubicBezTo>
                  <a:pt x="219053" y="74945"/>
                  <a:pt x="217086" y="70650"/>
                  <a:pt x="215819" y="65723"/>
                </a:cubicBezTo>
                <a:cubicBezTo>
                  <a:pt x="214554" y="60795"/>
                  <a:pt x="213921" y="55573"/>
                  <a:pt x="213921" y="50058"/>
                </a:cubicBezTo>
                <a:cubicBezTo>
                  <a:pt x="213921" y="44995"/>
                  <a:pt x="214554" y="40113"/>
                  <a:pt x="215819" y="35411"/>
                </a:cubicBezTo>
                <a:cubicBezTo>
                  <a:pt x="217086" y="30710"/>
                  <a:pt x="219053" y="26528"/>
                  <a:pt x="221721" y="22866"/>
                </a:cubicBezTo>
                <a:cubicBezTo>
                  <a:pt x="224389" y="19204"/>
                  <a:pt x="227781" y="16288"/>
                  <a:pt x="231894" y="14119"/>
                </a:cubicBezTo>
                <a:cubicBezTo>
                  <a:pt x="236009" y="11948"/>
                  <a:pt x="240961" y="10863"/>
                  <a:pt x="246750" y="10863"/>
                </a:cubicBezTo>
                <a:cubicBezTo>
                  <a:pt x="253532" y="10863"/>
                  <a:pt x="259387" y="12581"/>
                  <a:pt x="264314" y="16019"/>
                </a:cubicBezTo>
                <a:cubicBezTo>
                  <a:pt x="269244" y="19455"/>
                  <a:pt x="272432" y="24609"/>
                  <a:pt x="273879" y="31483"/>
                </a:cubicBezTo>
                <a:close/>
                <a:moveTo>
                  <a:pt x="397457" y="30667"/>
                </a:moveTo>
                <a:lnTo>
                  <a:pt x="409665" y="30667"/>
                </a:lnTo>
                <a:cubicBezTo>
                  <a:pt x="409485" y="25332"/>
                  <a:pt x="408467" y="20744"/>
                  <a:pt x="406612" y="16901"/>
                </a:cubicBezTo>
                <a:cubicBezTo>
                  <a:pt x="404759" y="13056"/>
                  <a:pt x="402227" y="9867"/>
                  <a:pt x="399016" y="7334"/>
                </a:cubicBezTo>
                <a:cubicBezTo>
                  <a:pt x="395806" y="4799"/>
                  <a:pt x="392076" y="2943"/>
                  <a:pt x="387826" y="1766"/>
                </a:cubicBezTo>
                <a:cubicBezTo>
                  <a:pt x="383576" y="589"/>
                  <a:pt x="378964" y="0"/>
                  <a:pt x="373989" y="0"/>
                </a:cubicBezTo>
                <a:cubicBezTo>
                  <a:pt x="369558" y="0"/>
                  <a:pt x="365240" y="565"/>
                  <a:pt x="361034" y="1695"/>
                </a:cubicBezTo>
                <a:cubicBezTo>
                  <a:pt x="356829" y="2825"/>
                  <a:pt x="353076" y="4544"/>
                  <a:pt x="349776" y="6851"/>
                </a:cubicBezTo>
                <a:cubicBezTo>
                  <a:pt x="346476" y="9157"/>
                  <a:pt x="343832" y="12096"/>
                  <a:pt x="341842" y="15669"/>
                </a:cubicBezTo>
                <a:cubicBezTo>
                  <a:pt x="339852" y="19240"/>
                  <a:pt x="338857" y="23467"/>
                  <a:pt x="338857" y="28349"/>
                </a:cubicBezTo>
                <a:cubicBezTo>
                  <a:pt x="338857" y="32780"/>
                  <a:pt x="339739" y="36465"/>
                  <a:pt x="341502" y="39404"/>
                </a:cubicBezTo>
                <a:cubicBezTo>
                  <a:pt x="343266" y="42343"/>
                  <a:pt x="345617" y="44740"/>
                  <a:pt x="348557" y="46595"/>
                </a:cubicBezTo>
                <a:cubicBezTo>
                  <a:pt x="351496" y="48448"/>
                  <a:pt x="354819" y="49940"/>
                  <a:pt x="358527" y="51070"/>
                </a:cubicBezTo>
                <a:cubicBezTo>
                  <a:pt x="362235" y="52200"/>
                  <a:pt x="366010" y="53195"/>
                  <a:pt x="369853" y="54055"/>
                </a:cubicBezTo>
                <a:cubicBezTo>
                  <a:pt x="373697" y="54913"/>
                  <a:pt x="377472" y="55749"/>
                  <a:pt x="381180" y="56563"/>
                </a:cubicBezTo>
                <a:cubicBezTo>
                  <a:pt x="384888" y="57378"/>
                  <a:pt x="388211" y="58440"/>
                  <a:pt x="391150" y="59751"/>
                </a:cubicBezTo>
                <a:cubicBezTo>
                  <a:pt x="394090" y="61062"/>
                  <a:pt x="396441" y="62758"/>
                  <a:pt x="398205" y="64839"/>
                </a:cubicBezTo>
                <a:cubicBezTo>
                  <a:pt x="399968" y="66918"/>
                  <a:pt x="400850" y="69631"/>
                  <a:pt x="400850" y="72978"/>
                </a:cubicBezTo>
                <a:cubicBezTo>
                  <a:pt x="400850" y="76505"/>
                  <a:pt x="400126" y="79398"/>
                  <a:pt x="398679" y="81659"/>
                </a:cubicBezTo>
                <a:cubicBezTo>
                  <a:pt x="397232" y="83919"/>
                  <a:pt x="395334" y="85705"/>
                  <a:pt x="392982" y="87017"/>
                </a:cubicBezTo>
                <a:cubicBezTo>
                  <a:pt x="390631" y="88328"/>
                  <a:pt x="387986" y="89255"/>
                  <a:pt x="385046" y="89797"/>
                </a:cubicBezTo>
                <a:cubicBezTo>
                  <a:pt x="382107" y="90340"/>
                  <a:pt x="379191" y="90611"/>
                  <a:pt x="376297" y="90611"/>
                </a:cubicBezTo>
                <a:cubicBezTo>
                  <a:pt x="372679" y="90611"/>
                  <a:pt x="369151" y="90159"/>
                  <a:pt x="365714" y="89255"/>
                </a:cubicBezTo>
                <a:cubicBezTo>
                  <a:pt x="362278" y="88351"/>
                  <a:pt x="359271" y="86950"/>
                  <a:pt x="356693" y="85051"/>
                </a:cubicBezTo>
                <a:cubicBezTo>
                  <a:pt x="354117" y="83151"/>
                  <a:pt x="352037" y="80731"/>
                  <a:pt x="350455" y="77792"/>
                </a:cubicBezTo>
                <a:cubicBezTo>
                  <a:pt x="348872" y="74853"/>
                  <a:pt x="348080" y="71349"/>
                  <a:pt x="348080" y="67279"/>
                </a:cubicBezTo>
                <a:lnTo>
                  <a:pt x="335872" y="67279"/>
                </a:lnTo>
                <a:cubicBezTo>
                  <a:pt x="335872" y="73158"/>
                  <a:pt x="336935" y="78245"/>
                  <a:pt x="339060" y="82540"/>
                </a:cubicBezTo>
                <a:cubicBezTo>
                  <a:pt x="341185" y="86836"/>
                  <a:pt x="344079" y="90364"/>
                  <a:pt x="347741" y="93126"/>
                </a:cubicBezTo>
                <a:cubicBezTo>
                  <a:pt x="351403" y="95886"/>
                  <a:pt x="355653" y="97944"/>
                  <a:pt x="360491" y="99302"/>
                </a:cubicBezTo>
                <a:cubicBezTo>
                  <a:pt x="365331" y="100661"/>
                  <a:pt x="370463" y="101341"/>
                  <a:pt x="375889" y="101341"/>
                </a:cubicBezTo>
                <a:cubicBezTo>
                  <a:pt x="380320" y="101341"/>
                  <a:pt x="384774" y="100821"/>
                  <a:pt x="389250" y="99780"/>
                </a:cubicBezTo>
                <a:cubicBezTo>
                  <a:pt x="393727" y="98741"/>
                  <a:pt x="397773" y="97069"/>
                  <a:pt x="401390" y="94763"/>
                </a:cubicBezTo>
                <a:cubicBezTo>
                  <a:pt x="405008" y="92456"/>
                  <a:pt x="407970" y="89471"/>
                  <a:pt x="410276" y="85809"/>
                </a:cubicBezTo>
                <a:cubicBezTo>
                  <a:pt x="412582" y="82146"/>
                  <a:pt x="413735" y="77738"/>
                  <a:pt x="413735" y="72584"/>
                </a:cubicBezTo>
                <a:cubicBezTo>
                  <a:pt x="413735" y="67790"/>
                  <a:pt x="412853" y="63811"/>
                  <a:pt x="411090" y="60647"/>
                </a:cubicBezTo>
                <a:cubicBezTo>
                  <a:pt x="409326" y="57482"/>
                  <a:pt x="406975" y="54859"/>
                  <a:pt x="404035" y="52780"/>
                </a:cubicBezTo>
                <a:cubicBezTo>
                  <a:pt x="401096" y="50699"/>
                  <a:pt x="397773" y="49048"/>
                  <a:pt x="394065" y="47829"/>
                </a:cubicBezTo>
                <a:cubicBezTo>
                  <a:pt x="390358" y="46607"/>
                  <a:pt x="386583" y="45545"/>
                  <a:pt x="382738" y="44641"/>
                </a:cubicBezTo>
                <a:cubicBezTo>
                  <a:pt x="378895" y="43736"/>
                  <a:pt x="375120" y="42899"/>
                  <a:pt x="371412" y="42130"/>
                </a:cubicBezTo>
                <a:cubicBezTo>
                  <a:pt x="367706" y="41362"/>
                  <a:pt x="364383" y="40389"/>
                  <a:pt x="361444" y="39214"/>
                </a:cubicBezTo>
                <a:cubicBezTo>
                  <a:pt x="358504" y="38038"/>
                  <a:pt x="356153" y="36524"/>
                  <a:pt x="354389" y="34670"/>
                </a:cubicBezTo>
                <a:cubicBezTo>
                  <a:pt x="352626" y="32816"/>
                  <a:pt x="351744" y="30396"/>
                  <a:pt x="351744" y="27411"/>
                </a:cubicBezTo>
                <a:cubicBezTo>
                  <a:pt x="351744" y="24247"/>
                  <a:pt x="352354" y="21603"/>
                  <a:pt x="353574" y="19478"/>
                </a:cubicBezTo>
                <a:cubicBezTo>
                  <a:pt x="354795" y="17351"/>
                  <a:pt x="356423" y="15655"/>
                  <a:pt x="358457" y="14390"/>
                </a:cubicBezTo>
                <a:cubicBezTo>
                  <a:pt x="360492" y="13123"/>
                  <a:pt x="362821" y="12218"/>
                  <a:pt x="365443" y="11676"/>
                </a:cubicBezTo>
                <a:cubicBezTo>
                  <a:pt x="368066" y="11134"/>
                  <a:pt x="370734" y="10863"/>
                  <a:pt x="373447" y="10863"/>
                </a:cubicBezTo>
                <a:cubicBezTo>
                  <a:pt x="380139" y="10863"/>
                  <a:pt x="385634" y="12423"/>
                  <a:pt x="389929" y="15543"/>
                </a:cubicBezTo>
                <a:cubicBezTo>
                  <a:pt x="394225" y="18663"/>
                  <a:pt x="396734" y="23704"/>
                  <a:pt x="397457" y="30667"/>
                </a:cubicBezTo>
                <a:close/>
                <a:moveTo>
                  <a:pt x="439646" y="16559"/>
                </a:moveTo>
                <a:lnTo>
                  <a:pt x="439646" y="2384"/>
                </a:lnTo>
                <a:lnTo>
                  <a:pt x="428114" y="2384"/>
                </a:lnTo>
                <a:lnTo>
                  <a:pt x="428114" y="16559"/>
                </a:lnTo>
                <a:lnTo>
                  <a:pt x="439646" y="16559"/>
                </a:lnTo>
                <a:moveTo>
                  <a:pt x="428114" y="29090"/>
                </a:moveTo>
                <a:lnTo>
                  <a:pt x="428114" y="99221"/>
                </a:lnTo>
                <a:lnTo>
                  <a:pt x="439646" y="99221"/>
                </a:lnTo>
                <a:lnTo>
                  <a:pt x="439646" y="29090"/>
                </a:lnTo>
                <a:lnTo>
                  <a:pt x="428114" y="29090"/>
                </a:lnTo>
                <a:close/>
                <a:moveTo>
                  <a:pt x="518051" y="93237"/>
                </a:moveTo>
                <a:lnTo>
                  <a:pt x="518051" y="29051"/>
                </a:lnTo>
                <a:lnTo>
                  <a:pt x="507199" y="29051"/>
                </a:lnTo>
                <a:lnTo>
                  <a:pt x="507199" y="39092"/>
                </a:lnTo>
                <a:lnTo>
                  <a:pt x="507064" y="39092"/>
                </a:lnTo>
                <a:cubicBezTo>
                  <a:pt x="504985" y="35202"/>
                  <a:pt x="502091" y="32285"/>
                  <a:pt x="498383" y="30340"/>
                </a:cubicBezTo>
                <a:cubicBezTo>
                  <a:pt x="494675" y="28395"/>
                  <a:pt x="490605" y="27422"/>
                  <a:pt x="486173" y="27422"/>
                </a:cubicBezTo>
                <a:cubicBezTo>
                  <a:pt x="480114" y="27422"/>
                  <a:pt x="475004" y="28575"/>
                  <a:pt x="470843" y="30883"/>
                </a:cubicBezTo>
                <a:cubicBezTo>
                  <a:pt x="466684" y="33188"/>
                  <a:pt x="463339" y="36128"/>
                  <a:pt x="460807" y="39702"/>
                </a:cubicBezTo>
                <a:cubicBezTo>
                  <a:pt x="458274" y="43276"/>
                  <a:pt x="456465" y="47257"/>
                  <a:pt x="455379" y="51645"/>
                </a:cubicBezTo>
                <a:cubicBezTo>
                  <a:pt x="454295" y="56032"/>
                  <a:pt x="453753" y="60306"/>
                  <a:pt x="453753" y="64466"/>
                </a:cubicBezTo>
                <a:cubicBezTo>
                  <a:pt x="453753" y="69261"/>
                  <a:pt x="454408" y="73808"/>
                  <a:pt x="455719" y="78105"/>
                </a:cubicBezTo>
                <a:cubicBezTo>
                  <a:pt x="457031" y="82402"/>
                  <a:pt x="458998" y="86156"/>
                  <a:pt x="461620" y="89369"/>
                </a:cubicBezTo>
                <a:cubicBezTo>
                  <a:pt x="464243" y="92580"/>
                  <a:pt x="467499" y="95136"/>
                  <a:pt x="471388" y="97036"/>
                </a:cubicBezTo>
                <a:cubicBezTo>
                  <a:pt x="475276" y="98934"/>
                  <a:pt x="479843" y="99884"/>
                  <a:pt x="485088" y="99884"/>
                </a:cubicBezTo>
                <a:cubicBezTo>
                  <a:pt x="489609" y="99884"/>
                  <a:pt x="493881" y="98867"/>
                  <a:pt x="497905" y="96833"/>
                </a:cubicBezTo>
                <a:cubicBezTo>
                  <a:pt x="501930" y="94797"/>
                  <a:pt x="504938" y="91609"/>
                  <a:pt x="506928" y="87268"/>
                </a:cubicBezTo>
                <a:lnTo>
                  <a:pt x="507199" y="87268"/>
                </a:lnTo>
                <a:lnTo>
                  <a:pt x="507199" y="91880"/>
                </a:lnTo>
                <a:cubicBezTo>
                  <a:pt x="507199" y="95768"/>
                  <a:pt x="506814" y="99338"/>
                  <a:pt x="506046" y="102589"/>
                </a:cubicBezTo>
                <a:cubicBezTo>
                  <a:pt x="505277" y="105840"/>
                  <a:pt x="504034" y="108617"/>
                  <a:pt x="502316" y="110918"/>
                </a:cubicBezTo>
                <a:cubicBezTo>
                  <a:pt x="500598" y="113220"/>
                  <a:pt x="498427" y="115025"/>
                  <a:pt x="495804" y="116333"/>
                </a:cubicBezTo>
                <a:cubicBezTo>
                  <a:pt x="493182" y="117643"/>
                  <a:pt x="489972" y="118297"/>
                  <a:pt x="486173" y="118297"/>
                </a:cubicBezTo>
                <a:cubicBezTo>
                  <a:pt x="484274" y="118297"/>
                  <a:pt x="482285" y="118094"/>
                  <a:pt x="480205" y="117687"/>
                </a:cubicBezTo>
                <a:cubicBezTo>
                  <a:pt x="478126" y="117280"/>
                  <a:pt x="476204" y="116624"/>
                  <a:pt x="474441" y="115718"/>
                </a:cubicBezTo>
                <a:cubicBezTo>
                  <a:pt x="472677" y="114815"/>
                  <a:pt x="471185" y="113639"/>
                  <a:pt x="469964" y="112191"/>
                </a:cubicBezTo>
                <a:cubicBezTo>
                  <a:pt x="468744" y="110745"/>
                  <a:pt x="468088" y="108982"/>
                  <a:pt x="467997" y="106903"/>
                </a:cubicBezTo>
                <a:lnTo>
                  <a:pt x="456466" y="106903"/>
                </a:lnTo>
                <a:cubicBezTo>
                  <a:pt x="456647" y="110700"/>
                  <a:pt x="457641" y="113912"/>
                  <a:pt x="459449" y="116538"/>
                </a:cubicBezTo>
                <a:cubicBezTo>
                  <a:pt x="461258" y="119165"/>
                  <a:pt x="463542" y="121297"/>
                  <a:pt x="466300" y="122934"/>
                </a:cubicBezTo>
                <a:cubicBezTo>
                  <a:pt x="469059" y="124571"/>
                  <a:pt x="472133" y="125752"/>
                  <a:pt x="475523" y="126480"/>
                </a:cubicBezTo>
                <a:cubicBezTo>
                  <a:pt x="478915" y="127207"/>
                  <a:pt x="482239" y="127570"/>
                  <a:pt x="485496" y="127570"/>
                </a:cubicBezTo>
                <a:cubicBezTo>
                  <a:pt x="496709" y="127570"/>
                  <a:pt x="504938" y="124720"/>
                  <a:pt x="510183" y="119020"/>
                </a:cubicBezTo>
                <a:cubicBezTo>
                  <a:pt x="515429" y="113321"/>
                  <a:pt x="518051" y="104727"/>
                  <a:pt x="518051" y="93237"/>
                </a:cubicBezTo>
                <a:moveTo>
                  <a:pt x="485767" y="89816"/>
                </a:moveTo>
                <a:cubicBezTo>
                  <a:pt x="481968" y="89816"/>
                  <a:pt x="478803" y="89025"/>
                  <a:pt x="476271" y="87444"/>
                </a:cubicBezTo>
                <a:cubicBezTo>
                  <a:pt x="473740" y="85862"/>
                  <a:pt x="471705" y="83784"/>
                  <a:pt x="470167" y="81207"/>
                </a:cubicBezTo>
                <a:cubicBezTo>
                  <a:pt x="468629" y="78631"/>
                  <a:pt x="467544" y="75762"/>
                  <a:pt x="466911" y="72599"/>
                </a:cubicBezTo>
                <a:cubicBezTo>
                  <a:pt x="466279" y="69436"/>
                  <a:pt x="465963" y="66273"/>
                  <a:pt x="465963" y="63108"/>
                </a:cubicBezTo>
                <a:cubicBezTo>
                  <a:pt x="465963" y="59765"/>
                  <a:pt x="466347" y="56557"/>
                  <a:pt x="467116" y="53483"/>
                </a:cubicBezTo>
                <a:cubicBezTo>
                  <a:pt x="467884" y="50410"/>
                  <a:pt x="469105" y="47699"/>
                  <a:pt x="470777" y="45349"/>
                </a:cubicBezTo>
                <a:cubicBezTo>
                  <a:pt x="472451" y="42999"/>
                  <a:pt x="474599" y="41124"/>
                  <a:pt x="477221" y="39723"/>
                </a:cubicBezTo>
                <a:cubicBezTo>
                  <a:pt x="479844" y="38322"/>
                  <a:pt x="483009" y="37622"/>
                  <a:pt x="486717" y="37622"/>
                </a:cubicBezTo>
                <a:cubicBezTo>
                  <a:pt x="490334" y="37622"/>
                  <a:pt x="493409" y="38345"/>
                  <a:pt x="495941" y="39791"/>
                </a:cubicBezTo>
                <a:cubicBezTo>
                  <a:pt x="498473" y="41237"/>
                  <a:pt x="500530" y="43158"/>
                  <a:pt x="502111" y="45554"/>
                </a:cubicBezTo>
                <a:cubicBezTo>
                  <a:pt x="503694" y="47948"/>
                  <a:pt x="504847" y="50637"/>
                  <a:pt x="505570" y="53620"/>
                </a:cubicBezTo>
                <a:cubicBezTo>
                  <a:pt x="506294" y="56602"/>
                  <a:pt x="506656" y="59630"/>
                  <a:pt x="506656" y="62703"/>
                </a:cubicBezTo>
                <a:cubicBezTo>
                  <a:pt x="506656" y="65957"/>
                  <a:pt x="506272" y="69210"/>
                  <a:pt x="505503" y="72464"/>
                </a:cubicBezTo>
                <a:cubicBezTo>
                  <a:pt x="504735" y="75717"/>
                  <a:pt x="503536" y="78631"/>
                  <a:pt x="501908" y="81207"/>
                </a:cubicBezTo>
                <a:cubicBezTo>
                  <a:pt x="500281" y="83784"/>
                  <a:pt x="498133" y="85862"/>
                  <a:pt x="495465" y="87444"/>
                </a:cubicBezTo>
                <a:cubicBezTo>
                  <a:pt x="492797" y="89025"/>
                  <a:pt x="489565" y="89816"/>
                  <a:pt x="485767" y="89816"/>
                </a:cubicBezTo>
                <a:close/>
                <a:moveTo>
                  <a:pt x="535414" y="29051"/>
                </a:moveTo>
                <a:lnTo>
                  <a:pt x="535414" y="99221"/>
                </a:lnTo>
                <a:lnTo>
                  <a:pt x="546945" y="99221"/>
                </a:lnTo>
                <a:lnTo>
                  <a:pt x="546945" y="59602"/>
                </a:lnTo>
                <a:cubicBezTo>
                  <a:pt x="546945" y="56436"/>
                  <a:pt x="547375" y="53519"/>
                  <a:pt x="548233" y="50851"/>
                </a:cubicBezTo>
                <a:cubicBezTo>
                  <a:pt x="549093" y="48182"/>
                  <a:pt x="550381" y="45853"/>
                  <a:pt x="552099" y="43863"/>
                </a:cubicBezTo>
                <a:cubicBezTo>
                  <a:pt x="553817" y="41873"/>
                  <a:pt x="555965" y="40336"/>
                  <a:pt x="558543" y="39251"/>
                </a:cubicBezTo>
                <a:cubicBezTo>
                  <a:pt x="561121" y="38165"/>
                  <a:pt x="564173" y="37622"/>
                  <a:pt x="567700" y="37622"/>
                </a:cubicBezTo>
                <a:cubicBezTo>
                  <a:pt x="572131" y="37622"/>
                  <a:pt x="575613" y="38889"/>
                  <a:pt x="578145" y="41422"/>
                </a:cubicBezTo>
                <a:cubicBezTo>
                  <a:pt x="580677" y="43954"/>
                  <a:pt x="581943" y="47391"/>
                  <a:pt x="581943" y="51732"/>
                </a:cubicBezTo>
                <a:lnTo>
                  <a:pt x="581943" y="99221"/>
                </a:lnTo>
                <a:lnTo>
                  <a:pt x="593474" y="99221"/>
                </a:lnTo>
                <a:lnTo>
                  <a:pt x="593474" y="53074"/>
                </a:lnTo>
                <a:cubicBezTo>
                  <a:pt x="593474" y="49273"/>
                  <a:pt x="593090" y="45813"/>
                  <a:pt x="592321" y="42691"/>
                </a:cubicBezTo>
                <a:cubicBezTo>
                  <a:pt x="591553" y="39570"/>
                  <a:pt x="590218" y="36878"/>
                  <a:pt x="588318" y="34617"/>
                </a:cubicBezTo>
                <a:cubicBezTo>
                  <a:pt x="586419" y="32354"/>
                  <a:pt x="583933" y="30589"/>
                  <a:pt x="580858" y="29322"/>
                </a:cubicBezTo>
                <a:cubicBezTo>
                  <a:pt x="577784" y="28055"/>
                  <a:pt x="573940" y="27422"/>
                  <a:pt x="569327" y="27422"/>
                </a:cubicBezTo>
                <a:cubicBezTo>
                  <a:pt x="558927" y="27422"/>
                  <a:pt x="551330" y="31675"/>
                  <a:pt x="546538" y="40180"/>
                </a:cubicBezTo>
                <a:lnTo>
                  <a:pt x="546267" y="40180"/>
                </a:lnTo>
                <a:lnTo>
                  <a:pt x="546267" y="29051"/>
                </a:lnTo>
                <a:lnTo>
                  <a:pt x="535414" y="29051"/>
                </a:lnTo>
                <a:close/>
                <a:moveTo>
                  <a:pt x="659536" y="57493"/>
                </a:moveTo>
                <a:lnTo>
                  <a:pt x="619248" y="57493"/>
                </a:lnTo>
                <a:cubicBezTo>
                  <a:pt x="619429" y="54770"/>
                  <a:pt x="620017" y="52207"/>
                  <a:pt x="621012" y="49803"/>
                </a:cubicBezTo>
                <a:cubicBezTo>
                  <a:pt x="622007" y="47398"/>
                  <a:pt x="623363" y="45288"/>
                  <a:pt x="625081" y="43474"/>
                </a:cubicBezTo>
                <a:cubicBezTo>
                  <a:pt x="626799" y="41659"/>
                  <a:pt x="628857" y="40230"/>
                  <a:pt x="631254" y="39187"/>
                </a:cubicBezTo>
                <a:cubicBezTo>
                  <a:pt x="633651" y="38144"/>
                  <a:pt x="636341" y="37622"/>
                  <a:pt x="639324" y="37622"/>
                </a:cubicBezTo>
                <a:cubicBezTo>
                  <a:pt x="642218" y="37622"/>
                  <a:pt x="644863" y="38144"/>
                  <a:pt x="647260" y="39187"/>
                </a:cubicBezTo>
                <a:cubicBezTo>
                  <a:pt x="649657" y="40230"/>
                  <a:pt x="651737" y="41637"/>
                  <a:pt x="653501" y="43407"/>
                </a:cubicBezTo>
                <a:cubicBezTo>
                  <a:pt x="655264" y="45176"/>
                  <a:pt x="656666" y="47286"/>
                  <a:pt x="657705" y="49735"/>
                </a:cubicBezTo>
                <a:cubicBezTo>
                  <a:pt x="658745" y="52184"/>
                  <a:pt x="659356" y="54770"/>
                  <a:pt x="659536" y="57493"/>
                </a:cubicBezTo>
                <a:moveTo>
                  <a:pt x="670660" y="76966"/>
                </a:moveTo>
                <a:lnTo>
                  <a:pt x="659265" y="76966"/>
                </a:lnTo>
                <a:cubicBezTo>
                  <a:pt x="658270" y="81560"/>
                  <a:pt x="656213" y="84983"/>
                  <a:pt x="653093" y="87235"/>
                </a:cubicBezTo>
                <a:cubicBezTo>
                  <a:pt x="649973" y="89485"/>
                  <a:pt x="645971" y="90611"/>
                  <a:pt x="641088" y="90611"/>
                </a:cubicBezTo>
                <a:cubicBezTo>
                  <a:pt x="637290" y="90611"/>
                  <a:pt x="633989" y="89982"/>
                  <a:pt x="631185" y="88723"/>
                </a:cubicBezTo>
                <a:cubicBezTo>
                  <a:pt x="628383" y="87465"/>
                  <a:pt x="626077" y="85780"/>
                  <a:pt x="624268" y="83668"/>
                </a:cubicBezTo>
                <a:cubicBezTo>
                  <a:pt x="622459" y="81556"/>
                  <a:pt x="621147" y="79129"/>
                  <a:pt x="620333" y="76389"/>
                </a:cubicBezTo>
                <a:cubicBezTo>
                  <a:pt x="619519" y="73647"/>
                  <a:pt x="619157" y="70748"/>
                  <a:pt x="619248" y="67693"/>
                </a:cubicBezTo>
                <a:lnTo>
                  <a:pt x="671745" y="67693"/>
                </a:lnTo>
                <a:cubicBezTo>
                  <a:pt x="671925" y="63431"/>
                  <a:pt x="671541" y="58941"/>
                  <a:pt x="670592" y="54224"/>
                </a:cubicBezTo>
                <a:cubicBezTo>
                  <a:pt x="669642" y="49508"/>
                  <a:pt x="667924" y="45154"/>
                  <a:pt x="665436" y="41164"/>
                </a:cubicBezTo>
                <a:cubicBezTo>
                  <a:pt x="662949" y="37173"/>
                  <a:pt x="659648" y="33885"/>
                  <a:pt x="655533" y="31301"/>
                </a:cubicBezTo>
                <a:cubicBezTo>
                  <a:pt x="651418" y="28715"/>
                  <a:pt x="646241" y="27422"/>
                  <a:pt x="640001" y="27422"/>
                </a:cubicBezTo>
                <a:cubicBezTo>
                  <a:pt x="635209" y="27422"/>
                  <a:pt x="630800" y="28326"/>
                  <a:pt x="626774" y="30135"/>
                </a:cubicBezTo>
                <a:cubicBezTo>
                  <a:pt x="622751" y="31944"/>
                  <a:pt x="619269" y="34477"/>
                  <a:pt x="616330" y="37734"/>
                </a:cubicBezTo>
                <a:cubicBezTo>
                  <a:pt x="613391" y="40989"/>
                  <a:pt x="611107" y="44833"/>
                  <a:pt x="609479" y="49265"/>
                </a:cubicBezTo>
                <a:cubicBezTo>
                  <a:pt x="607852" y="53696"/>
                  <a:pt x="607038" y="58579"/>
                  <a:pt x="607038" y="63914"/>
                </a:cubicBezTo>
                <a:cubicBezTo>
                  <a:pt x="607219" y="69250"/>
                  <a:pt x="608010" y="74179"/>
                  <a:pt x="609412" y="78701"/>
                </a:cubicBezTo>
                <a:cubicBezTo>
                  <a:pt x="610814" y="83223"/>
                  <a:pt x="612917" y="87112"/>
                  <a:pt x="615719" y="90369"/>
                </a:cubicBezTo>
                <a:cubicBezTo>
                  <a:pt x="618523" y="93624"/>
                  <a:pt x="621983" y="96156"/>
                  <a:pt x="626098" y="97965"/>
                </a:cubicBezTo>
                <a:cubicBezTo>
                  <a:pt x="630213" y="99774"/>
                  <a:pt x="635073" y="100679"/>
                  <a:pt x="640680" y="100679"/>
                </a:cubicBezTo>
                <a:cubicBezTo>
                  <a:pt x="648639" y="100679"/>
                  <a:pt x="655241" y="98692"/>
                  <a:pt x="660487" y="94717"/>
                </a:cubicBezTo>
                <a:cubicBezTo>
                  <a:pt x="665732" y="90742"/>
                  <a:pt x="669123" y="84825"/>
                  <a:pt x="670660" y="76966"/>
                </a:cubicBezTo>
                <a:close/>
                <a:moveTo>
                  <a:pt x="683275" y="29051"/>
                </a:moveTo>
                <a:lnTo>
                  <a:pt x="683275" y="99221"/>
                </a:lnTo>
                <a:lnTo>
                  <a:pt x="694804" y="99221"/>
                </a:lnTo>
                <a:lnTo>
                  <a:pt x="694804" y="67989"/>
                </a:lnTo>
                <a:cubicBezTo>
                  <a:pt x="694804" y="63463"/>
                  <a:pt x="695256" y="59458"/>
                  <a:pt x="696160" y="55974"/>
                </a:cubicBezTo>
                <a:cubicBezTo>
                  <a:pt x="697065" y="52488"/>
                  <a:pt x="698513" y="49523"/>
                  <a:pt x="700503" y="47079"/>
                </a:cubicBezTo>
                <a:cubicBezTo>
                  <a:pt x="702493" y="44634"/>
                  <a:pt x="705115" y="42778"/>
                  <a:pt x="708370" y="41511"/>
                </a:cubicBezTo>
                <a:cubicBezTo>
                  <a:pt x="711626" y="40243"/>
                  <a:pt x="715559" y="39609"/>
                  <a:pt x="720171" y="39609"/>
                </a:cubicBezTo>
                <a:lnTo>
                  <a:pt x="720171" y="27422"/>
                </a:lnTo>
                <a:cubicBezTo>
                  <a:pt x="713932" y="27241"/>
                  <a:pt x="708778" y="28508"/>
                  <a:pt x="704707" y="31222"/>
                </a:cubicBezTo>
                <a:cubicBezTo>
                  <a:pt x="700637" y="33936"/>
                  <a:pt x="697201" y="38144"/>
                  <a:pt x="694399" y="43844"/>
                </a:cubicBezTo>
                <a:lnTo>
                  <a:pt x="694128" y="43844"/>
                </a:lnTo>
                <a:lnTo>
                  <a:pt x="694128" y="29051"/>
                </a:lnTo>
                <a:lnTo>
                  <a:pt x="683275" y="290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Text Flushat">
            <a:extLst xmlns:a="http://schemas.openxmlformats.org/drawingml/2006/main">
              <a:ext uri="{FF2B5EF4-FFF2-40B4-BE49-F238E27FC236}">
                <a16:creationId xmlns:a16="http://schemas.microsoft.com/office/drawing/2014/main" id="{3027A76A-79AE-4A94-8CEE-B703B55A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6092" y="2106840"/>
            <a:ext cx="434265" cy="91741"/>
          </a:xfrm>
          <a:custGeom xmlns:a="http://schemas.openxmlformats.org/drawingml/2006/main">
            <a:pathLst>
              <a:path w="434265" h="91741">
                <a:moveTo>
                  <a:pt x="0" y="0"/>
                </a:moveTo>
                <a:lnTo>
                  <a:pt x="0" y="90381"/>
                </a:lnTo>
                <a:lnTo>
                  <a:pt x="12028" y="90381"/>
                </a:lnTo>
                <a:lnTo>
                  <a:pt x="12028" y="48962"/>
                </a:lnTo>
                <a:lnTo>
                  <a:pt x="53556" y="48962"/>
                </a:lnTo>
                <a:lnTo>
                  <a:pt x="53556" y="38823"/>
                </a:lnTo>
                <a:lnTo>
                  <a:pt x="12028" y="38823"/>
                </a:lnTo>
                <a:lnTo>
                  <a:pt x="12028" y="10139"/>
                </a:lnTo>
                <a:lnTo>
                  <a:pt x="59378" y="10139"/>
                </a:lnTo>
                <a:lnTo>
                  <a:pt x="59378" y="0"/>
                </a:lnTo>
                <a:lnTo>
                  <a:pt x="0" y="0"/>
                </a:lnTo>
                <a:close/>
                <a:moveTo>
                  <a:pt x="71533" y="0"/>
                </a:moveTo>
                <a:lnTo>
                  <a:pt x="71533" y="90381"/>
                </a:lnTo>
                <a:lnTo>
                  <a:pt x="82296" y="90381"/>
                </a:lnTo>
                <a:lnTo>
                  <a:pt x="82296" y="0"/>
                </a:lnTo>
                <a:lnTo>
                  <a:pt x="71533" y="0"/>
                </a:lnTo>
                <a:close/>
                <a:moveTo>
                  <a:pt x="153196" y="90350"/>
                </a:moveTo>
                <a:lnTo>
                  <a:pt x="153196" y="24975"/>
                </a:lnTo>
                <a:lnTo>
                  <a:pt x="142433" y="24975"/>
                </a:lnTo>
                <a:lnTo>
                  <a:pt x="142433" y="61874"/>
                </a:lnTo>
                <a:cubicBezTo>
                  <a:pt x="142433" y="64822"/>
                  <a:pt x="142032" y="67539"/>
                  <a:pt x="141230" y="70025"/>
                </a:cubicBezTo>
                <a:cubicBezTo>
                  <a:pt x="140428" y="72509"/>
                  <a:pt x="139226" y="74678"/>
                  <a:pt x="137623" y="76532"/>
                </a:cubicBezTo>
                <a:cubicBezTo>
                  <a:pt x="136019" y="78385"/>
                  <a:pt x="134015" y="79817"/>
                  <a:pt x="131609" y="80828"/>
                </a:cubicBezTo>
                <a:cubicBezTo>
                  <a:pt x="129203" y="81839"/>
                  <a:pt x="126354" y="82345"/>
                  <a:pt x="123062" y="82345"/>
                </a:cubicBezTo>
                <a:cubicBezTo>
                  <a:pt x="118927" y="82345"/>
                  <a:pt x="115677" y="81165"/>
                  <a:pt x="113314" y="78807"/>
                </a:cubicBezTo>
                <a:cubicBezTo>
                  <a:pt x="110951" y="76448"/>
                  <a:pt x="109769" y="73246"/>
                  <a:pt x="109769" y="69202"/>
                </a:cubicBezTo>
                <a:lnTo>
                  <a:pt x="109769" y="24975"/>
                </a:lnTo>
                <a:lnTo>
                  <a:pt x="99006" y="24975"/>
                </a:lnTo>
                <a:lnTo>
                  <a:pt x="99006" y="67969"/>
                </a:lnTo>
                <a:cubicBezTo>
                  <a:pt x="99006" y="71510"/>
                  <a:pt x="99365" y="74734"/>
                  <a:pt x="100082" y="77642"/>
                </a:cubicBezTo>
                <a:cubicBezTo>
                  <a:pt x="100800" y="80550"/>
                  <a:pt x="102045" y="83059"/>
                  <a:pt x="103817" y="85167"/>
                </a:cubicBezTo>
                <a:cubicBezTo>
                  <a:pt x="105590" y="87274"/>
                  <a:pt x="107912" y="88897"/>
                  <a:pt x="110781" y="90035"/>
                </a:cubicBezTo>
                <a:cubicBezTo>
                  <a:pt x="113651" y="91173"/>
                  <a:pt x="117238" y="91741"/>
                  <a:pt x="121544" y="91741"/>
                </a:cubicBezTo>
                <a:cubicBezTo>
                  <a:pt x="126354" y="91741"/>
                  <a:pt x="130531" y="90793"/>
                  <a:pt x="134076" y="88897"/>
                </a:cubicBezTo>
                <a:cubicBezTo>
                  <a:pt x="137621" y="87000"/>
                  <a:pt x="140534" y="84029"/>
                  <a:pt x="142814" y="79982"/>
                </a:cubicBezTo>
                <a:lnTo>
                  <a:pt x="143067" y="79982"/>
                </a:lnTo>
                <a:lnTo>
                  <a:pt x="143067" y="90350"/>
                </a:lnTo>
                <a:lnTo>
                  <a:pt x="153196" y="90350"/>
                </a:lnTo>
                <a:close/>
                <a:moveTo>
                  <a:pt x="175984" y="69733"/>
                </a:moveTo>
                <a:lnTo>
                  <a:pt x="165224" y="69733"/>
                </a:lnTo>
                <a:cubicBezTo>
                  <a:pt x="165392" y="73781"/>
                  <a:pt x="166236" y="77217"/>
                  <a:pt x="167754" y="80042"/>
                </a:cubicBezTo>
                <a:cubicBezTo>
                  <a:pt x="169274" y="82866"/>
                  <a:pt x="171300" y="85143"/>
                  <a:pt x="173832" y="86873"/>
                </a:cubicBezTo>
                <a:cubicBezTo>
                  <a:pt x="176364" y="88601"/>
                  <a:pt x="179276" y="89845"/>
                  <a:pt x="182568" y="90603"/>
                </a:cubicBezTo>
                <a:cubicBezTo>
                  <a:pt x="185860" y="91362"/>
                  <a:pt x="189321" y="91741"/>
                  <a:pt x="192950" y="91741"/>
                </a:cubicBezTo>
                <a:cubicBezTo>
                  <a:pt x="196242" y="91741"/>
                  <a:pt x="199554" y="91424"/>
                  <a:pt x="202888" y="90791"/>
                </a:cubicBezTo>
                <a:cubicBezTo>
                  <a:pt x="206222" y="90158"/>
                  <a:pt x="209218" y="89041"/>
                  <a:pt x="211877" y="87439"/>
                </a:cubicBezTo>
                <a:cubicBezTo>
                  <a:pt x="214536" y="85835"/>
                  <a:pt x="216689" y="83726"/>
                  <a:pt x="218335" y="81110"/>
                </a:cubicBezTo>
                <a:cubicBezTo>
                  <a:pt x="219981" y="78494"/>
                  <a:pt x="220804" y="75204"/>
                  <a:pt x="220804" y="71238"/>
                </a:cubicBezTo>
                <a:cubicBezTo>
                  <a:pt x="220804" y="68116"/>
                  <a:pt x="220191" y="65500"/>
                  <a:pt x="218967" y="63391"/>
                </a:cubicBezTo>
                <a:cubicBezTo>
                  <a:pt x="217743" y="61281"/>
                  <a:pt x="216140" y="59530"/>
                  <a:pt x="214156" y="58138"/>
                </a:cubicBezTo>
                <a:cubicBezTo>
                  <a:pt x="212173" y="56746"/>
                  <a:pt x="209894" y="55628"/>
                  <a:pt x="207319" y="54784"/>
                </a:cubicBezTo>
                <a:cubicBezTo>
                  <a:pt x="204746" y="53941"/>
                  <a:pt x="202109" y="53223"/>
                  <a:pt x="199408" y="52632"/>
                </a:cubicBezTo>
                <a:cubicBezTo>
                  <a:pt x="196875" y="52042"/>
                  <a:pt x="194342" y="51473"/>
                  <a:pt x="191810" y="50924"/>
                </a:cubicBezTo>
                <a:cubicBezTo>
                  <a:pt x="189278" y="50376"/>
                  <a:pt x="186999" y="49701"/>
                  <a:pt x="184973" y="48900"/>
                </a:cubicBezTo>
                <a:cubicBezTo>
                  <a:pt x="182949" y="48097"/>
                  <a:pt x="181282" y="47084"/>
                  <a:pt x="179973" y="45861"/>
                </a:cubicBezTo>
                <a:cubicBezTo>
                  <a:pt x="178665" y="44637"/>
                  <a:pt x="178011" y="43098"/>
                  <a:pt x="178011" y="41242"/>
                </a:cubicBezTo>
                <a:cubicBezTo>
                  <a:pt x="178011" y="39555"/>
                  <a:pt x="178432" y="38184"/>
                  <a:pt x="179276" y="37129"/>
                </a:cubicBezTo>
                <a:cubicBezTo>
                  <a:pt x="180121" y="36074"/>
                  <a:pt x="181218" y="35230"/>
                  <a:pt x="182568" y="34598"/>
                </a:cubicBezTo>
                <a:cubicBezTo>
                  <a:pt x="183919" y="33964"/>
                  <a:pt x="185418" y="33521"/>
                  <a:pt x="187063" y="33269"/>
                </a:cubicBezTo>
                <a:cubicBezTo>
                  <a:pt x="188709" y="33015"/>
                  <a:pt x="190334" y="32888"/>
                  <a:pt x="191938" y="32888"/>
                </a:cubicBezTo>
                <a:cubicBezTo>
                  <a:pt x="193710" y="32888"/>
                  <a:pt x="195461" y="33078"/>
                  <a:pt x="197190" y="33458"/>
                </a:cubicBezTo>
                <a:cubicBezTo>
                  <a:pt x="198921" y="33837"/>
                  <a:pt x="200504" y="34448"/>
                  <a:pt x="201939" y="35292"/>
                </a:cubicBezTo>
                <a:cubicBezTo>
                  <a:pt x="203374" y="36135"/>
                  <a:pt x="204555" y="37252"/>
                  <a:pt x="205484" y="38643"/>
                </a:cubicBezTo>
                <a:cubicBezTo>
                  <a:pt x="206413" y="40034"/>
                  <a:pt x="206961" y="41784"/>
                  <a:pt x="207130" y="43892"/>
                </a:cubicBezTo>
                <a:lnTo>
                  <a:pt x="217892" y="43892"/>
                </a:lnTo>
                <a:cubicBezTo>
                  <a:pt x="217639" y="39923"/>
                  <a:pt x="216794" y="36608"/>
                  <a:pt x="215360" y="33947"/>
                </a:cubicBezTo>
                <a:cubicBezTo>
                  <a:pt x="213925" y="31286"/>
                  <a:pt x="212005" y="29175"/>
                  <a:pt x="209599" y="27612"/>
                </a:cubicBezTo>
                <a:cubicBezTo>
                  <a:pt x="207194" y="26050"/>
                  <a:pt x="204430" y="24952"/>
                  <a:pt x="201307" y="24319"/>
                </a:cubicBezTo>
                <a:cubicBezTo>
                  <a:pt x="198184" y="23685"/>
                  <a:pt x="194765" y="23368"/>
                  <a:pt x="191051" y="23368"/>
                </a:cubicBezTo>
                <a:cubicBezTo>
                  <a:pt x="188181" y="23368"/>
                  <a:pt x="185291" y="23727"/>
                  <a:pt x="182379" y="24444"/>
                </a:cubicBezTo>
                <a:cubicBezTo>
                  <a:pt x="179467" y="25161"/>
                  <a:pt x="176850" y="26259"/>
                  <a:pt x="174529" y="27736"/>
                </a:cubicBezTo>
                <a:cubicBezTo>
                  <a:pt x="172209" y="29212"/>
                  <a:pt x="170310" y="31131"/>
                  <a:pt x="168832" y="33493"/>
                </a:cubicBezTo>
                <a:cubicBezTo>
                  <a:pt x="167355" y="35855"/>
                  <a:pt x="166616" y="38681"/>
                  <a:pt x="166616" y="41972"/>
                </a:cubicBezTo>
                <a:cubicBezTo>
                  <a:pt x="166616" y="46191"/>
                  <a:pt x="167671" y="49482"/>
                  <a:pt x="169781" y="51844"/>
                </a:cubicBezTo>
                <a:cubicBezTo>
                  <a:pt x="171892" y="54206"/>
                  <a:pt x="174529" y="56041"/>
                  <a:pt x="177694" y="57350"/>
                </a:cubicBezTo>
                <a:cubicBezTo>
                  <a:pt x="180860" y="58657"/>
                  <a:pt x="184299" y="59669"/>
                  <a:pt x="188012" y="60387"/>
                </a:cubicBezTo>
                <a:cubicBezTo>
                  <a:pt x="191726" y="61104"/>
                  <a:pt x="195166" y="61906"/>
                  <a:pt x="198330" y="62792"/>
                </a:cubicBezTo>
                <a:cubicBezTo>
                  <a:pt x="201496" y="63677"/>
                  <a:pt x="204134" y="64837"/>
                  <a:pt x="206243" y="66271"/>
                </a:cubicBezTo>
                <a:cubicBezTo>
                  <a:pt x="208354" y="67706"/>
                  <a:pt x="209410" y="69816"/>
                  <a:pt x="209410" y="72600"/>
                </a:cubicBezTo>
                <a:cubicBezTo>
                  <a:pt x="209410" y="74625"/>
                  <a:pt x="208903" y="76291"/>
                  <a:pt x="207889" y="77600"/>
                </a:cubicBezTo>
                <a:cubicBezTo>
                  <a:pt x="206877" y="78907"/>
                  <a:pt x="205590" y="79898"/>
                  <a:pt x="204027" y="80573"/>
                </a:cubicBezTo>
                <a:cubicBezTo>
                  <a:pt x="202466" y="81248"/>
                  <a:pt x="200757" y="81712"/>
                  <a:pt x="198900" y="81966"/>
                </a:cubicBezTo>
                <a:cubicBezTo>
                  <a:pt x="197044" y="82218"/>
                  <a:pt x="195272" y="82345"/>
                  <a:pt x="193584" y="82345"/>
                </a:cubicBezTo>
                <a:cubicBezTo>
                  <a:pt x="191389" y="82345"/>
                  <a:pt x="189257" y="82135"/>
                  <a:pt x="187189" y="81715"/>
                </a:cubicBezTo>
                <a:cubicBezTo>
                  <a:pt x="185121" y="81294"/>
                  <a:pt x="183263" y="80600"/>
                  <a:pt x="181617" y="79634"/>
                </a:cubicBezTo>
                <a:cubicBezTo>
                  <a:pt x="179972" y="78667"/>
                  <a:pt x="178642" y="77364"/>
                  <a:pt x="177630" y="75724"/>
                </a:cubicBezTo>
                <a:cubicBezTo>
                  <a:pt x="176618" y="74084"/>
                  <a:pt x="176069" y="72088"/>
                  <a:pt x="175984" y="69733"/>
                </a:cubicBezTo>
                <a:close/>
                <a:moveTo>
                  <a:pt x="232704" y="0"/>
                </a:moveTo>
                <a:lnTo>
                  <a:pt x="232704" y="90381"/>
                </a:lnTo>
                <a:lnTo>
                  <a:pt x="243467" y="90381"/>
                </a:lnTo>
                <a:lnTo>
                  <a:pt x="243467" y="53403"/>
                </a:lnTo>
                <a:cubicBezTo>
                  <a:pt x="243467" y="50449"/>
                  <a:pt x="243867" y="47726"/>
                  <a:pt x="244668" y="45235"/>
                </a:cubicBezTo>
                <a:cubicBezTo>
                  <a:pt x="245471" y="42744"/>
                  <a:pt x="246674" y="40570"/>
                  <a:pt x="248277" y="38713"/>
                </a:cubicBezTo>
                <a:cubicBezTo>
                  <a:pt x="249881" y="36856"/>
                  <a:pt x="251885" y="35421"/>
                  <a:pt x="254291" y="34409"/>
                </a:cubicBezTo>
                <a:cubicBezTo>
                  <a:pt x="256697" y="33395"/>
                  <a:pt x="259546" y="32888"/>
                  <a:pt x="262838" y="32888"/>
                </a:cubicBezTo>
                <a:cubicBezTo>
                  <a:pt x="266973" y="32888"/>
                  <a:pt x="270223" y="34071"/>
                  <a:pt x="272586" y="36435"/>
                </a:cubicBezTo>
                <a:cubicBezTo>
                  <a:pt x="274949" y="38799"/>
                  <a:pt x="276131" y="42006"/>
                  <a:pt x="276131" y="46058"/>
                </a:cubicBezTo>
                <a:lnTo>
                  <a:pt x="276131" y="90381"/>
                </a:lnTo>
                <a:lnTo>
                  <a:pt x="286894" y="90381"/>
                </a:lnTo>
                <a:lnTo>
                  <a:pt x="286894" y="47310"/>
                </a:lnTo>
                <a:cubicBezTo>
                  <a:pt x="286894" y="43763"/>
                  <a:pt x="286535" y="40533"/>
                  <a:pt x="285817" y="37620"/>
                </a:cubicBezTo>
                <a:cubicBezTo>
                  <a:pt x="285100" y="34706"/>
                  <a:pt x="283855" y="32194"/>
                  <a:pt x="282081" y="30083"/>
                </a:cubicBezTo>
                <a:cubicBezTo>
                  <a:pt x="280309" y="27971"/>
                  <a:pt x="277988" y="26324"/>
                  <a:pt x="275119" y="25142"/>
                </a:cubicBezTo>
                <a:cubicBezTo>
                  <a:pt x="272249" y="23959"/>
                  <a:pt x="268662" y="23368"/>
                  <a:pt x="264356" y="23368"/>
                </a:cubicBezTo>
                <a:cubicBezTo>
                  <a:pt x="262415" y="23368"/>
                  <a:pt x="260411" y="23580"/>
                  <a:pt x="258342" y="24004"/>
                </a:cubicBezTo>
                <a:cubicBezTo>
                  <a:pt x="256275" y="24427"/>
                  <a:pt x="254292" y="25084"/>
                  <a:pt x="252392" y="25974"/>
                </a:cubicBezTo>
                <a:cubicBezTo>
                  <a:pt x="250494" y="26864"/>
                  <a:pt x="248785" y="28008"/>
                  <a:pt x="247265" y="29407"/>
                </a:cubicBezTo>
                <a:cubicBezTo>
                  <a:pt x="245745" y="30806"/>
                  <a:pt x="244563" y="32523"/>
                  <a:pt x="243720" y="34558"/>
                </a:cubicBezTo>
                <a:lnTo>
                  <a:pt x="243467" y="34558"/>
                </a:lnTo>
                <a:lnTo>
                  <a:pt x="243467" y="0"/>
                </a:lnTo>
                <a:lnTo>
                  <a:pt x="232704" y="0"/>
                </a:lnTo>
                <a:close/>
                <a:moveTo>
                  <a:pt x="396283" y="90095"/>
                </a:moveTo>
                <a:cubicBezTo>
                  <a:pt x="394425" y="91193"/>
                  <a:pt x="391851" y="91741"/>
                  <a:pt x="388559" y="91741"/>
                </a:cubicBezTo>
                <a:cubicBezTo>
                  <a:pt x="385774" y="91741"/>
                  <a:pt x="383559" y="90961"/>
                  <a:pt x="381913" y="89400"/>
                </a:cubicBezTo>
                <a:cubicBezTo>
                  <a:pt x="380267" y="87838"/>
                  <a:pt x="379444" y="85284"/>
                  <a:pt x="379444" y="81738"/>
                </a:cubicBezTo>
                <a:cubicBezTo>
                  <a:pt x="376490" y="85284"/>
                  <a:pt x="373050" y="87838"/>
                  <a:pt x="369124" y="89400"/>
                </a:cubicBezTo>
                <a:cubicBezTo>
                  <a:pt x="365200" y="90961"/>
                  <a:pt x="360959" y="91741"/>
                  <a:pt x="356401" y="91741"/>
                </a:cubicBezTo>
                <a:cubicBezTo>
                  <a:pt x="353446" y="91741"/>
                  <a:pt x="350639" y="91404"/>
                  <a:pt x="347980" y="90729"/>
                </a:cubicBezTo>
                <a:cubicBezTo>
                  <a:pt x="345321" y="90054"/>
                  <a:pt x="343022" y="88999"/>
                  <a:pt x="341081" y="87564"/>
                </a:cubicBezTo>
                <a:cubicBezTo>
                  <a:pt x="339140" y="86130"/>
                  <a:pt x="337600" y="84253"/>
                  <a:pt x="336460" y="81933"/>
                </a:cubicBezTo>
                <a:cubicBezTo>
                  <a:pt x="335320" y="79612"/>
                  <a:pt x="334750" y="76806"/>
                  <a:pt x="334750" y="73516"/>
                </a:cubicBezTo>
                <a:cubicBezTo>
                  <a:pt x="334750" y="69803"/>
                  <a:pt x="335383" y="66765"/>
                  <a:pt x="336649" y="64403"/>
                </a:cubicBezTo>
                <a:cubicBezTo>
                  <a:pt x="337915" y="62041"/>
                  <a:pt x="339582" y="60122"/>
                  <a:pt x="341649" y="58646"/>
                </a:cubicBezTo>
                <a:cubicBezTo>
                  <a:pt x="343717" y="57169"/>
                  <a:pt x="346081" y="56050"/>
                  <a:pt x="348739" y="55290"/>
                </a:cubicBezTo>
                <a:cubicBezTo>
                  <a:pt x="351398" y="54531"/>
                  <a:pt x="354121" y="53898"/>
                  <a:pt x="356907" y="53391"/>
                </a:cubicBezTo>
                <a:cubicBezTo>
                  <a:pt x="359861" y="52802"/>
                  <a:pt x="362668" y="52359"/>
                  <a:pt x="365326" y="52064"/>
                </a:cubicBezTo>
                <a:cubicBezTo>
                  <a:pt x="367984" y="51768"/>
                  <a:pt x="370326" y="51346"/>
                  <a:pt x="372352" y="50797"/>
                </a:cubicBezTo>
                <a:cubicBezTo>
                  <a:pt x="374378" y="50248"/>
                  <a:pt x="375982" y="49447"/>
                  <a:pt x="377163" y="48394"/>
                </a:cubicBezTo>
                <a:cubicBezTo>
                  <a:pt x="378345" y="47339"/>
                  <a:pt x="378936" y="45798"/>
                  <a:pt x="378936" y="43773"/>
                </a:cubicBezTo>
                <a:cubicBezTo>
                  <a:pt x="378936" y="41411"/>
                  <a:pt x="378493" y="39512"/>
                  <a:pt x="377607" y="38077"/>
                </a:cubicBezTo>
                <a:cubicBezTo>
                  <a:pt x="376721" y="36643"/>
                  <a:pt x="375581" y="35546"/>
                  <a:pt x="374188" y="34787"/>
                </a:cubicBezTo>
                <a:cubicBezTo>
                  <a:pt x="372795" y="34028"/>
                  <a:pt x="371234" y="33521"/>
                  <a:pt x="369503" y="33269"/>
                </a:cubicBezTo>
                <a:cubicBezTo>
                  <a:pt x="367773" y="33015"/>
                  <a:pt x="366065" y="32888"/>
                  <a:pt x="364377" y="32888"/>
                </a:cubicBezTo>
                <a:cubicBezTo>
                  <a:pt x="359820" y="32888"/>
                  <a:pt x="356021" y="33751"/>
                  <a:pt x="352983" y="35475"/>
                </a:cubicBezTo>
                <a:cubicBezTo>
                  <a:pt x="349945" y="37200"/>
                  <a:pt x="348299" y="40459"/>
                  <a:pt x="348045" y="45252"/>
                </a:cubicBezTo>
                <a:lnTo>
                  <a:pt x="337283" y="45252"/>
                </a:lnTo>
                <a:cubicBezTo>
                  <a:pt x="337452" y="41204"/>
                  <a:pt x="338295" y="37789"/>
                  <a:pt x="339814" y="35006"/>
                </a:cubicBezTo>
                <a:cubicBezTo>
                  <a:pt x="341333" y="32223"/>
                  <a:pt x="343359" y="29967"/>
                  <a:pt x="345891" y="28238"/>
                </a:cubicBezTo>
                <a:cubicBezTo>
                  <a:pt x="348423" y="26510"/>
                  <a:pt x="351314" y="25266"/>
                  <a:pt x="354564" y="24508"/>
                </a:cubicBezTo>
                <a:cubicBezTo>
                  <a:pt x="357814" y="23748"/>
                  <a:pt x="361296" y="23368"/>
                  <a:pt x="365009" y="23368"/>
                </a:cubicBezTo>
                <a:cubicBezTo>
                  <a:pt x="367964" y="23368"/>
                  <a:pt x="370897" y="23579"/>
                  <a:pt x="373809" y="24002"/>
                </a:cubicBezTo>
                <a:cubicBezTo>
                  <a:pt x="376721" y="24423"/>
                  <a:pt x="379359" y="25288"/>
                  <a:pt x="381722" y="26596"/>
                </a:cubicBezTo>
                <a:cubicBezTo>
                  <a:pt x="384085" y="27903"/>
                  <a:pt x="385984" y="29739"/>
                  <a:pt x="387419" y="32102"/>
                </a:cubicBezTo>
                <a:cubicBezTo>
                  <a:pt x="388854" y="34464"/>
                  <a:pt x="389571" y="37544"/>
                  <a:pt x="389571" y="41340"/>
                </a:cubicBezTo>
                <a:lnTo>
                  <a:pt x="389571" y="75003"/>
                </a:lnTo>
                <a:cubicBezTo>
                  <a:pt x="389571" y="77535"/>
                  <a:pt x="389719" y="79392"/>
                  <a:pt x="390014" y="80573"/>
                </a:cubicBezTo>
                <a:cubicBezTo>
                  <a:pt x="390310" y="81754"/>
                  <a:pt x="391302" y="82345"/>
                  <a:pt x="392991" y="82345"/>
                </a:cubicBezTo>
                <a:cubicBezTo>
                  <a:pt x="393919" y="82345"/>
                  <a:pt x="395016" y="82142"/>
                  <a:pt x="396283" y="81738"/>
                </a:cubicBezTo>
                <a:lnTo>
                  <a:pt x="396283" y="90095"/>
                </a:lnTo>
                <a:moveTo>
                  <a:pt x="378811" y="56542"/>
                </a:moveTo>
                <a:cubicBezTo>
                  <a:pt x="377460" y="57555"/>
                  <a:pt x="375687" y="58293"/>
                  <a:pt x="373492" y="58756"/>
                </a:cubicBezTo>
                <a:cubicBezTo>
                  <a:pt x="371299" y="59220"/>
                  <a:pt x="368999" y="59599"/>
                  <a:pt x="366593" y="59894"/>
                </a:cubicBezTo>
                <a:cubicBezTo>
                  <a:pt x="364187" y="60189"/>
                  <a:pt x="361760" y="60527"/>
                  <a:pt x="359312" y="60906"/>
                </a:cubicBezTo>
                <a:cubicBezTo>
                  <a:pt x="356865" y="61285"/>
                  <a:pt x="354671" y="61896"/>
                  <a:pt x="352730" y="62740"/>
                </a:cubicBezTo>
                <a:cubicBezTo>
                  <a:pt x="350789" y="63583"/>
                  <a:pt x="349206" y="64785"/>
                  <a:pt x="347982" y="66345"/>
                </a:cubicBezTo>
                <a:cubicBezTo>
                  <a:pt x="346758" y="67904"/>
                  <a:pt x="346146" y="70033"/>
                  <a:pt x="346146" y="72732"/>
                </a:cubicBezTo>
                <a:cubicBezTo>
                  <a:pt x="346146" y="74502"/>
                  <a:pt x="346505" y="76000"/>
                  <a:pt x="347222" y="77223"/>
                </a:cubicBezTo>
                <a:cubicBezTo>
                  <a:pt x="347940" y="78445"/>
                  <a:pt x="348868" y="79436"/>
                  <a:pt x="350008" y="80194"/>
                </a:cubicBezTo>
                <a:cubicBezTo>
                  <a:pt x="351148" y="80953"/>
                  <a:pt x="352477" y="81501"/>
                  <a:pt x="353996" y="81838"/>
                </a:cubicBezTo>
                <a:cubicBezTo>
                  <a:pt x="355515" y="82176"/>
                  <a:pt x="357119" y="82345"/>
                  <a:pt x="358806" y="82345"/>
                </a:cubicBezTo>
                <a:cubicBezTo>
                  <a:pt x="362352" y="82345"/>
                  <a:pt x="365390" y="81860"/>
                  <a:pt x="367922" y="80890"/>
                </a:cubicBezTo>
                <a:cubicBezTo>
                  <a:pt x="370455" y="79920"/>
                  <a:pt x="372522" y="78698"/>
                  <a:pt x="374126" y="77223"/>
                </a:cubicBezTo>
                <a:cubicBezTo>
                  <a:pt x="375729" y="75747"/>
                  <a:pt x="376911" y="74145"/>
                  <a:pt x="377671" y="72417"/>
                </a:cubicBezTo>
                <a:cubicBezTo>
                  <a:pt x="378431" y="70687"/>
                  <a:pt x="378811" y="69064"/>
                  <a:pt x="378811" y="67546"/>
                </a:cubicBezTo>
                <a:lnTo>
                  <a:pt x="378811" y="56542"/>
                </a:lnTo>
                <a:close/>
                <a:moveTo>
                  <a:pt x="421225" y="24852"/>
                </a:moveTo>
                <a:lnTo>
                  <a:pt x="421225" y="5317"/>
                </a:lnTo>
                <a:lnTo>
                  <a:pt x="410462" y="5317"/>
                </a:lnTo>
                <a:lnTo>
                  <a:pt x="410462" y="24852"/>
                </a:lnTo>
                <a:lnTo>
                  <a:pt x="399321" y="24852"/>
                </a:lnTo>
                <a:lnTo>
                  <a:pt x="399321" y="34372"/>
                </a:lnTo>
                <a:lnTo>
                  <a:pt x="410462" y="34372"/>
                </a:lnTo>
                <a:lnTo>
                  <a:pt x="410462" y="76062"/>
                </a:lnTo>
                <a:cubicBezTo>
                  <a:pt x="410462" y="79103"/>
                  <a:pt x="410758" y="81552"/>
                  <a:pt x="411349" y="83411"/>
                </a:cubicBezTo>
                <a:cubicBezTo>
                  <a:pt x="411940" y="85269"/>
                  <a:pt x="412848" y="86706"/>
                  <a:pt x="414071" y="87721"/>
                </a:cubicBezTo>
                <a:cubicBezTo>
                  <a:pt x="415295" y="88735"/>
                  <a:pt x="416898" y="89431"/>
                  <a:pt x="418881" y="89811"/>
                </a:cubicBezTo>
                <a:cubicBezTo>
                  <a:pt x="420865" y="90191"/>
                  <a:pt x="423249" y="90381"/>
                  <a:pt x="426035" y="90381"/>
                </a:cubicBezTo>
                <a:lnTo>
                  <a:pt x="434265" y="90381"/>
                </a:lnTo>
                <a:lnTo>
                  <a:pt x="434265" y="80861"/>
                </a:lnTo>
                <a:lnTo>
                  <a:pt x="429327" y="80861"/>
                </a:lnTo>
                <a:cubicBezTo>
                  <a:pt x="427639" y="80861"/>
                  <a:pt x="426267" y="80798"/>
                  <a:pt x="425212" y="80672"/>
                </a:cubicBezTo>
                <a:cubicBezTo>
                  <a:pt x="424157" y="80544"/>
                  <a:pt x="423334" y="80270"/>
                  <a:pt x="422743" y="79849"/>
                </a:cubicBezTo>
                <a:cubicBezTo>
                  <a:pt x="422153" y="79426"/>
                  <a:pt x="421753" y="78835"/>
                  <a:pt x="421542" y="78075"/>
                </a:cubicBezTo>
                <a:cubicBezTo>
                  <a:pt x="421330" y="77314"/>
                  <a:pt x="421225" y="76300"/>
                  <a:pt x="421225" y="75034"/>
                </a:cubicBezTo>
                <a:lnTo>
                  <a:pt x="421225" y="34372"/>
                </a:lnTo>
                <a:lnTo>
                  <a:pt x="434265" y="34372"/>
                </a:lnTo>
                <a:lnTo>
                  <a:pt x="434265" y="24852"/>
                </a:lnTo>
                <a:lnTo>
                  <a:pt x="421225" y="248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Text T">
            <a:extLst xmlns:a="http://schemas.openxmlformats.org/drawingml/2006/main">
              <a:ext uri="{FF2B5EF4-FFF2-40B4-BE49-F238E27FC236}">
                <a16:creationId xmlns:a16="http://schemas.microsoft.com/office/drawing/2014/main" id="{1E7D8B1F-063E-4CE5-BBC5-45B1713B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9622" y="2100384"/>
            <a:ext cx="77457" cy="96837"/>
          </a:xfrm>
          <a:custGeom xmlns:a="http://schemas.openxmlformats.org/drawingml/2006/main">
            <a:pathLst>
              <a:path w="77457" h="96837">
                <a:moveTo>
                  <a:pt x="32286" y="10863"/>
                </a:moveTo>
                <a:lnTo>
                  <a:pt x="32286" y="96837"/>
                </a:lnTo>
                <a:lnTo>
                  <a:pt x="45173" y="96837"/>
                </a:lnTo>
                <a:lnTo>
                  <a:pt x="45173" y="10863"/>
                </a:lnTo>
                <a:lnTo>
                  <a:pt x="77457" y="10863"/>
                </a:lnTo>
                <a:lnTo>
                  <a:pt x="77457" y="0"/>
                </a:lnTo>
                <a:lnTo>
                  <a:pt x="0" y="0"/>
                </a:lnTo>
                <a:lnTo>
                  <a:pt x="0" y="10863"/>
                </a:lnTo>
                <a:lnTo>
                  <a:pt x="32286" y="108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Text p">
            <a:extLst xmlns:a="http://schemas.openxmlformats.org/drawingml/2006/main">
              <a:ext uri="{FF2B5EF4-FFF2-40B4-BE49-F238E27FC236}">
                <a16:creationId xmlns:a16="http://schemas.microsoft.com/office/drawing/2014/main" id="{8D142283-FE8B-49F9-A28F-AF4D2C8D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879" y="2180742"/>
            <a:ext cx="48745" cy="72277"/>
          </a:xfrm>
          <a:custGeom xmlns:a="http://schemas.openxmlformats.org/drawingml/2006/main">
            <a:pathLst>
              <a:path w="48745" h="72277">
                <a:moveTo>
                  <a:pt x="0" y="1195"/>
                </a:moveTo>
                <a:lnTo>
                  <a:pt x="0" y="72277"/>
                </a:lnTo>
                <a:lnTo>
                  <a:pt x="8455" y="72277"/>
                </a:lnTo>
                <a:lnTo>
                  <a:pt x="8455" y="45763"/>
                </a:lnTo>
                <a:lnTo>
                  <a:pt x="8655" y="45763"/>
                </a:lnTo>
                <a:cubicBezTo>
                  <a:pt x="9584" y="47288"/>
                  <a:pt x="10728" y="48565"/>
                  <a:pt x="12087" y="49593"/>
                </a:cubicBezTo>
                <a:cubicBezTo>
                  <a:pt x="13446" y="50621"/>
                  <a:pt x="14888" y="51434"/>
                  <a:pt x="16413" y="52031"/>
                </a:cubicBezTo>
                <a:cubicBezTo>
                  <a:pt x="17939" y="52628"/>
                  <a:pt x="19481" y="53059"/>
                  <a:pt x="21040" y="53324"/>
                </a:cubicBezTo>
                <a:cubicBezTo>
                  <a:pt x="22598" y="53589"/>
                  <a:pt x="24008" y="53722"/>
                  <a:pt x="25269" y="53722"/>
                </a:cubicBezTo>
                <a:cubicBezTo>
                  <a:pt x="29181" y="53722"/>
                  <a:pt x="32612" y="53026"/>
                  <a:pt x="35563" y="51633"/>
                </a:cubicBezTo>
                <a:cubicBezTo>
                  <a:pt x="38515" y="50240"/>
                  <a:pt x="40969" y="48333"/>
                  <a:pt x="42925" y="45912"/>
                </a:cubicBezTo>
                <a:cubicBezTo>
                  <a:pt x="44881" y="43492"/>
                  <a:pt x="46340" y="40657"/>
                  <a:pt x="47301" y="37407"/>
                </a:cubicBezTo>
                <a:cubicBezTo>
                  <a:pt x="48263" y="34157"/>
                  <a:pt x="48745" y="30708"/>
                  <a:pt x="48745" y="27060"/>
                </a:cubicBezTo>
                <a:cubicBezTo>
                  <a:pt x="48745" y="23412"/>
                  <a:pt x="48247" y="19963"/>
                  <a:pt x="47252" y="16714"/>
                </a:cubicBezTo>
                <a:cubicBezTo>
                  <a:pt x="46258" y="13463"/>
                  <a:pt x="44782" y="10595"/>
                  <a:pt x="42825" y="8109"/>
                </a:cubicBezTo>
                <a:cubicBezTo>
                  <a:pt x="40869" y="5621"/>
                  <a:pt x="38415" y="3648"/>
                  <a:pt x="35464" y="2189"/>
                </a:cubicBezTo>
                <a:cubicBezTo>
                  <a:pt x="32514" y="730"/>
                  <a:pt x="29048" y="0"/>
                  <a:pt x="25068" y="0"/>
                </a:cubicBezTo>
                <a:cubicBezTo>
                  <a:pt x="21487" y="0"/>
                  <a:pt x="18204" y="647"/>
                  <a:pt x="15220" y="1941"/>
                </a:cubicBezTo>
                <a:cubicBezTo>
                  <a:pt x="12236" y="3236"/>
                  <a:pt x="10048" y="5310"/>
                  <a:pt x="8655" y="8163"/>
                </a:cubicBezTo>
                <a:lnTo>
                  <a:pt x="8455" y="8163"/>
                </a:lnTo>
                <a:lnTo>
                  <a:pt x="8455" y="1195"/>
                </a:lnTo>
                <a:lnTo>
                  <a:pt x="0" y="1195"/>
                </a:lnTo>
                <a:moveTo>
                  <a:pt x="39790" y="26462"/>
                </a:moveTo>
                <a:cubicBezTo>
                  <a:pt x="39790" y="28979"/>
                  <a:pt x="39525" y="31431"/>
                  <a:pt x="38994" y="33816"/>
                </a:cubicBezTo>
                <a:cubicBezTo>
                  <a:pt x="38463" y="36201"/>
                  <a:pt x="37601" y="38322"/>
                  <a:pt x="36407" y="40177"/>
                </a:cubicBezTo>
                <a:cubicBezTo>
                  <a:pt x="35214" y="42032"/>
                  <a:pt x="33639" y="43523"/>
                  <a:pt x="31683" y="44649"/>
                </a:cubicBezTo>
                <a:cubicBezTo>
                  <a:pt x="29727" y="45776"/>
                  <a:pt x="27290" y="46339"/>
                  <a:pt x="24372" y="46339"/>
                </a:cubicBezTo>
                <a:cubicBezTo>
                  <a:pt x="21454" y="46339"/>
                  <a:pt x="18967" y="45792"/>
                  <a:pt x="16911" y="44699"/>
                </a:cubicBezTo>
                <a:cubicBezTo>
                  <a:pt x="14855" y="43605"/>
                  <a:pt x="13180" y="42164"/>
                  <a:pt x="11887" y="40376"/>
                </a:cubicBezTo>
                <a:cubicBezTo>
                  <a:pt x="10594" y="38587"/>
                  <a:pt x="9650" y="36517"/>
                  <a:pt x="9053" y="34165"/>
                </a:cubicBezTo>
                <a:cubicBezTo>
                  <a:pt x="8456" y="31812"/>
                  <a:pt x="8157" y="29377"/>
                  <a:pt x="8157" y="26859"/>
                </a:cubicBezTo>
                <a:cubicBezTo>
                  <a:pt x="8157" y="24474"/>
                  <a:pt x="8439" y="22122"/>
                  <a:pt x="9003" y="19804"/>
                </a:cubicBezTo>
                <a:cubicBezTo>
                  <a:pt x="9566" y="17485"/>
                  <a:pt x="10478" y="15414"/>
                  <a:pt x="11738" y="13593"/>
                </a:cubicBezTo>
                <a:cubicBezTo>
                  <a:pt x="12998" y="11770"/>
                  <a:pt x="14623" y="10296"/>
                  <a:pt x="16612" y="9170"/>
                </a:cubicBezTo>
                <a:cubicBezTo>
                  <a:pt x="18601" y="8043"/>
                  <a:pt x="21022" y="7480"/>
                  <a:pt x="23874" y="7480"/>
                </a:cubicBezTo>
                <a:cubicBezTo>
                  <a:pt x="26593" y="7480"/>
                  <a:pt x="28964" y="8011"/>
                  <a:pt x="30987" y="9071"/>
                </a:cubicBezTo>
                <a:cubicBezTo>
                  <a:pt x="33009" y="10131"/>
                  <a:pt x="34667" y="11555"/>
                  <a:pt x="35961" y="13344"/>
                </a:cubicBezTo>
                <a:cubicBezTo>
                  <a:pt x="37254" y="15133"/>
                  <a:pt x="38215" y="17171"/>
                  <a:pt x="38845" y="19457"/>
                </a:cubicBezTo>
                <a:cubicBezTo>
                  <a:pt x="39475" y="21741"/>
                  <a:pt x="39790" y="24077"/>
                  <a:pt x="39790" y="2646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Text Interval">
            <a:extLst xmlns:a="http://schemas.openxmlformats.org/drawingml/2006/main">
              <a:ext uri="{FF2B5EF4-FFF2-40B4-BE49-F238E27FC236}">
                <a16:creationId xmlns:a16="http://schemas.microsoft.com/office/drawing/2014/main" id="{F98C8E79-9ADC-4425-885A-C9114D51B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0285" y="2281450"/>
            <a:ext cx="393625" cy="91741"/>
          </a:xfrm>
          <a:custGeom xmlns:a="http://schemas.openxmlformats.org/drawingml/2006/main">
            <a:pathLst>
              <a:path w="393625" h="91741">
                <a:moveTo>
                  <a:pt x="0" y="0"/>
                </a:moveTo>
                <a:lnTo>
                  <a:pt x="0" y="90381"/>
                </a:lnTo>
                <a:lnTo>
                  <a:pt x="12028" y="90381"/>
                </a:lnTo>
                <a:lnTo>
                  <a:pt x="12028" y="0"/>
                </a:lnTo>
                <a:lnTo>
                  <a:pt x="0" y="0"/>
                </a:lnTo>
                <a:close/>
                <a:moveTo>
                  <a:pt x="30512" y="24888"/>
                </a:moveTo>
                <a:lnTo>
                  <a:pt x="30512" y="90381"/>
                </a:lnTo>
                <a:lnTo>
                  <a:pt x="41275" y="90381"/>
                </a:lnTo>
                <a:lnTo>
                  <a:pt x="41275" y="53403"/>
                </a:lnTo>
                <a:cubicBezTo>
                  <a:pt x="41275" y="50449"/>
                  <a:pt x="41675" y="47726"/>
                  <a:pt x="42476" y="45235"/>
                </a:cubicBezTo>
                <a:cubicBezTo>
                  <a:pt x="43279" y="42744"/>
                  <a:pt x="44482" y="40570"/>
                  <a:pt x="46085" y="38713"/>
                </a:cubicBezTo>
                <a:cubicBezTo>
                  <a:pt x="47689" y="36856"/>
                  <a:pt x="49693" y="35421"/>
                  <a:pt x="52099" y="34409"/>
                </a:cubicBezTo>
                <a:cubicBezTo>
                  <a:pt x="54505" y="33395"/>
                  <a:pt x="57354" y="32888"/>
                  <a:pt x="60646" y="32888"/>
                </a:cubicBezTo>
                <a:cubicBezTo>
                  <a:pt x="64781" y="32888"/>
                  <a:pt x="68031" y="34071"/>
                  <a:pt x="70394" y="36435"/>
                </a:cubicBezTo>
                <a:cubicBezTo>
                  <a:pt x="72757" y="38799"/>
                  <a:pt x="73939" y="42006"/>
                  <a:pt x="73939" y="46058"/>
                </a:cubicBezTo>
                <a:lnTo>
                  <a:pt x="73939" y="90381"/>
                </a:lnTo>
                <a:lnTo>
                  <a:pt x="84701" y="90381"/>
                </a:lnTo>
                <a:lnTo>
                  <a:pt x="84701" y="47310"/>
                </a:lnTo>
                <a:cubicBezTo>
                  <a:pt x="84701" y="43763"/>
                  <a:pt x="84343" y="40533"/>
                  <a:pt x="83625" y="37620"/>
                </a:cubicBezTo>
                <a:cubicBezTo>
                  <a:pt x="82908" y="34706"/>
                  <a:pt x="81663" y="32194"/>
                  <a:pt x="79889" y="30083"/>
                </a:cubicBezTo>
                <a:cubicBezTo>
                  <a:pt x="78117" y="27971"/>
                  <a:pt x="75796" y="26324"/>
                  <a:pt x="72927" y="25142"/>
                </a:cubicBezTo>
                <a:cubicBezTo>
                  <a:pt x="70057" y="23959"/>
                  <a:pt x="66470" y="23368"/>
                  <a:pt x="62164" y="23368"/>
                </a:cubicBezTo>
                <a:cubicBezTo>
                  <a:pt x="52457" y="23368"/>
                  <a:pt x="45367" y="27337"/>
                  <a:pt x="40894" y="35276"/>
                </a:cubicBezTo>
                <a:lnTo>
                  <a:pt x="40641" y="35276"/>
                </a:lnTo>
                <a:lnTo>
                  <a:pt x="40641" y="24888"/>
                </a:lnTo>
                <a:lnTo>
                  <a:pt x="30512" y="24888"/>
                </a:lnTo>
                <a:close/>
                <a:moveTo>
                  <a:pt x="115847" y="24852"/>
                </a:moveTo>
                <a:lnTo>
                  <a:pt x="115847" y="5317"/>
                </a:lnTo>
                <a:lnTo>
                  <a:pt x="105085" y="5317"/>
                </a:lnTo>
                <a:lnTo>
                  <a:pt x="105085" y="24852"/>
                </a:lnTo>
                <a:lnTo>
                  <a:pt x="93943" y="24852"/>
                </a:lnTo>
                <a:lnTo>
                  <a:pt x="93943" y="34372"/>
                </a:lnTo>
                <a:lnTo>
                  <a:pt x="105085" y="34372"/>
                </a:lnTo>
                <a:lnTo>
                  <a:pt x="105085" y="76062"/>
                </a:lnTo>
                <a:cubicBezTo>
                  <a:pt x="105085" y="79103"/>
                  <a:pt x="105380" y="81552"/>
                  <a:pt x="105971" y="83411"/>
                </a:cubicBezTo>
                <a:cubicBezTo>
                  <a:pt x="106562" y="85269"/>
                  <a:pt x="107470" y="86706"/>
                  <a:pt x="108693" y="87721"/>
                </a:cubicBezTo>
                <a:cubicBezTo>
                  <a:pt x="109917" y="88735"/>
                  <a:pt x="111520" y="89431"/>
                  <a:pt x="113504" y="89811"/>
                </a:cubicBezTo>
                <a:cubicBezTo>
                  <a:pt x="115487" y="90191"/>
                  <a:pt x="117872" y="90381"/>
                  <a:pt x="120657" y="90381"/>
                </a:cubicBezTo>
                <a:lnTo>
                  <a:pt x="128887" y="90381"/>
                </a:lnTo>
                <a:lnTo>
                  <a:pt x="128887" y="80861"/>
                </a:lnTo>
                <a:lnTo>
                  <a:pt x="123949" y="80861"/>
                </a:lnTo>
                <a:cubicBezTo>
                  <a:pt x="122261" y="80861"/>
                  <a:pt x="120889" y="80798"/>
                  <a:pt x="119834" y="80672"/>
                </a:cubicBezTo>
                <a:cubicBezTo>
                  <a:pt x="118780" y="80544"/>
                  <a:pt x="117957" y="80270"/>
                  <a:pt x="117365" y="79849"/>
                </a:cubicBezTo>
                <a:cubicBezTo>
                  <a:pt x="116776" y="79426"/>
                  <a:pt x="116375" y="78835"/>
                  <a:pt x="116164" y="78075"/>
                </a:cubicBezTo>
                <a:cubicBezTo>
                  <a:pt x="115953" y="77314"/>
                  <a:pt x="115847" y="76300"/>
                  <a:pt x="115847" y="75034"/>
                </a:cubicBezTo>
                <a:lnTo>
                  <a:pt x="115847" y="34372"/>
                </a:lnTo>
                <a:lnTo>
                  <a:pt x="128887" y="34372"/>
                </a:lnTo>
                <a:lnTo>
                  <a:pt x="128887" y="24852"/>
                </a:lnTo>
                <a:lnTo>
                  <a:pt x="115847" y="24852"/>
                </a:lnTo>
                <a:close/>
                <a:moveTo>
                  <a:pt x="186241" y="51434"/>
                </a:moveTo>
                <a:lnTo>
                  <a:pt x="148639" y="51434"/>
                </a:lnTo>
                <a:cubicBezTo>
                  <a:pt x="148807" y="48893"/>
                  <a:pt x="149356" y="46501"/>
                  <a:pt x="150284" y="44257"/>
                </a:cubicBezTo>
                <a:cubicBezTo>
                  <a:pt x="151213" y="42013"/>
                  <a:pt x="152479" y="40043"/>
                  <a:pt x="154083" y="38350"/>
                </a:cubicBezTo>
                <a:cubicBezTo>
                  <a:pt x="155686" y="36656"/>
                  <a:pt x="157606" y="35323"/>
                  <a:pt x="159843" y="34349"/>
                </a:cubicBezTo>
                <a:cubicBezTo>
                  <a:pt x="162081" y="33375"/>
                  <a:pt x="164591" y="32888"/>
                  <a:pt x="167376" y="32888"/>
                </a:cubicBezTo>
                <a:cubicBezTo>
                  <a:pt x="170077" y="32888"/>
                  <a:pt x="172546" y="33375"/>
                  <a:pt x="174783" y="34349"/>
                </a:cubicBezTo>
                <a:cubicBezTo>
                  <a:pt x="177020" y="35323"/>
                  <a:pt x="178961" y="36636"/>
                  <a:pt x="180607" y="38288"/>
                </a:cubicBezTo>
                <a:cubicBezTo>
                  <a:pt x="182253" y="39939"/>
                  <a:pt x="183561" y="41908"/>
                  <a:pt x="184531" y="44194"/>
                </a:cubicBezTo>
                <a:cubicBezTo>
                  <a:pt x="185502" y="46480"/>
                  <a:pt x="186072" y="48893"/>
                  <a:pt x="186241" y="51434"/>
                </a:cubicBezTo>
                <a:moveTo>
                  <a:pt x="196623" y="69610"/>
                </a:moveTo>
                <a:lnTo>
                  <a:pt x="185988" y="69610"/>
                </a:lnTo>
                <a:cubicBezTo>
                  <a:pt x="185059" y="73897"/>
                  <a:pt x="183139" y="77092"/>
                  <a:pt x="180227" y="79194"/>
                </a:cubicBezTo>
                <a:cubicBezTo>
                  <a:pt x="177315" y="81294"/>
                  <a:pt x="173580" y="82345"/>
                  <a:pt x="169022" y="82345"/>
                </a:cubicBezTo>
                <a:cubicBezTo>
                  <a:pt x="165477" y="82345"/>
                  <a:pt x="162397" y="81757"/>
                  <a:pt x="159780" y="80583"/>
                </a:cubicBezTo>
                <a:cubicBezTo>
                  <a:pt x="157164" y="79408"/>
                  <a:pt x="155012" y="77836"/>
                  <a:pt x="153323" y="75865"/>
                </a:cubicBezTo>
                <a:cubicBezTo>
                  <a:pt x="151635" y="73893"/>
                  <a:pt x="150411" y="71628"/>
                  <a:pt x="149651" y="69071"/>
                </a:cubicBezTo>
                <a:cubicBezTo>
                  <a:pt x="148891" y="66511"/>
                  <a:pt x="148554" y="63806"/>
                  <a:pt x="148639" y="60955"/>
                </a:cubicBezTo>
                <a:lnTo>
                  <a:pt x="197635" y="60955"/>
                </a:lnTo>
                <a:cubicBezTo>
                  <a:pt x="197804" y="56976"/>
                  <a:pt x="197445" y="52786"/>
                  <a:pt x="196559" y="48384"/>
                </a:cubicBezTo>
                <a:cubicBezTo>
                  <a:pt x="195673" y="43982"/>
                  <a:pt x="194069" y="39918"/>
                  <a:pt x="191747" y="36194"/>
                </a:cubicBezTo>
                <a:cubicBezTo>
                  <a:pt x="189426" y="32469"/>
                  <a:pt x="186345" y="29401"/>
                  <a:pt x="182504" y="26988"/>
                </a:cubicBezTo>
                <a:cubicBezTo>
                  <a:pt x="178664" y="24575"/>
                  <a:pt x="173832" y="23368"/>
                  <a:pt x="168008" y="23368"/>
                </a:cubicBezTo>
                <a:cubicBezTo>
                  <a:pt x="163535" y="23368"/>
                  <a:pt x="159420" y="24212"/>
                  <a:pt x="155663" y="25901"/>
                </a:cubicBezTo>
                <a:cubicBezTo>
                  <a:pt x="151907" y="27589"/>
                  <a:pt x="148658" y="29953"/>
                  <a:pt x="145915" y="32993"/>
                </a:cubicBezTo>
                <a:cubicBezTo>
                  <a:pt x="143171" y="36031"/>
                  <a:pt x="141040" y="39618"/>
                  <a:pt x="139520" y="43755"/>
                </a:cubicBezTo>
                <a:cubicBezTo>
                  <a:pt x="138002" y="47891"/>
                  <a:pt x="137242" y="52448"/>
                  <a:pt x="137242" y="57427"/>
                </a:cubicBezTo>
                <a:cubicBezTo>
                  <a:pt x="137411" y="62408"/>
                  <a:pt x="138150" y="67008"/>
                  <a:pt x="139458" y="71229"/>
                </a:cubicBezTo>
                <a:cubicBezTo>
                  <a:pt x="140767" y="75449"/>
                  <a:pt x="142729" y="79079"/>
                  <a:pt x="145345" y="82119"/>
                </a:cubicBezTo>
                <a:cubicBezTo>
                  <a:pt x="147962" y="85157"/>
                  <a:pt x="151191" y="87520"/>
                  <a:pt x="155031" y="89209"/>
                </a:cubicBezTo>
                <a:cubicBezTo>
                  <a:pt x="158872" y="90897"/>
                  <a:pt x="163408" y="91741"/>
                  <a:pt x="168641" y="91741"/>
                </a:cubicBezTo>
                <a:cubicBezTo>
                  <a:pt x="176070" y="91741"/>
                  <a:pt x="182232" y="89887"/>
                  <a:pt x="187127" y="86177"/>
                </a:cubicBezTo>
                <a:cubicBezTo>
                  <a:pt x="192023" y="82467"/>
                  <a:pt x="195188" y="76944"/>
                  <a:pt x="196623" y="69610"/>
                </a:cubicBezTo>
                <a:close/>
                <a:moveTo>
                  <a:pt x="208397" y="24888"/>
                </a:moveTo>
                <a:lnTo>
                  <a:pt x="208397" y="90381"/>
                </a:lnTo>
                <a:lnTo>
                  <a:pt x="219158" y="90381"/>
                </a:lnTo>
                <a:lnTo>
                  <a:pt x="219158" y="61231"/>
                </a:lnTo>
                <a:cubicBezTo>
                  <a:pt x="219158" y="57007"/>
                  <a:pt x="219580" y="53268"/>
                  <a:pt x="220423" y="50016"/>
                </a:cubicBezTo>
                <a:cubicBezTo>
                  <a:pt x="221268" y="46763"/>
                  <a:pt x="222619" y="43996"/>
                  <a:pt x="224476" y="41715"/>
                </a:cubicBezTo>
                <a:cubicBezTo>
                  <a:pt x="226333" y="39433"/>
                  <a:pt x="228781" y="37701"/>
                  <a:pt x="231819" y="36518"/>
                </a:cubicBezTo>
                <a:cubicBezTo>
                  <a:pt x="234858" y="35335"/>
                  <a:pt x="238529" y="34743"/>
                  <a:pt x="242833" y="34743"/>
                </a:cubicBezTo>
                <a:lnTo>
                  <a:pt x="242833" y="23368"/>
                </a:lnTo>
                <a:cubicBezTo>
                  <a:pt x="237010" y="23199"/>
                  <a:pt x="232199" y="24382"/>
                  <a:pt x="228400" y="26915"/>
                </a:cubicBezTo>
                <a:cubicBezTo>
                  <a:pt x="224602" y="29448"/>
                  <a:pt x="221395" y="33375"/>
                  <a:pt x="218779" y="38696"/>
                </a:cubicBezTo>
                <a:lnTo>
                  <a:pt x="218526" y="38696"/>
                </a:lnTo>
                <a:lnTo>
                  <a:pt x="218526" y="24888"/>
                </a:lnTo>
                <a:lnTo>
                  <a:pt x="208397" y="24888"/>
                </a:lnTo>
                <a:close/>
                <a:moveTo>
                  <a:pt x="280436" y="90381"/>
                </a:moveTo>
                <a:lnTo>
                  <a:pt x="304364" y="24975"/>
                </a:lnTo>
                <a:lnTo>
                  <a:pt x="293098" y="24975"/>
                </a:lnTo>
                <a:lnTo>
                  <a:pt x="275245" y="79501"/>
                </a:lnTo>
                <a:lnTo>
                  <a:pt x="274992" y="79501"/>
                </a:lnTo>
                <a:lnTo>
                  <a:pt x="256633" y="24975"/>
                </a:lnTo>
                <a:lnTo>
                  <a:pt x="244607" y="24975"/>
                </a:lnTo>
                <a:lnTo>
                  <a:pt x="268914" y="90381"/>
                </a:lnTo>
                <a:lnTo>
                  <a:pt x="280436" y="90381"/>
                </a:lnTo>
                <a:close/>
                <a:moveTo>
                  <a:pt x="372228" y="90095"/>
                </a:moveTo>
                <a:cubicBezTo>
                  <a:pt x="370370" y="91193"/>
                  <a:pt x="367796" y="91741"/>
                  <a:pt x="364504" y="91741"/>
                </a:cubicBezTo>
                <a:cubicBezTo>
                  <a:pt x="361719" y="91741"/>
                  <a:pt x="359504" y="90961"/>
                  <a:pt x="357858" y="89400"/>
                </a:cubicBezTo>
                <a:cubicBezTo>
                  <a:pt x="356212" y="87838"/>
                  <a:pt x="355389" y="85284"/>
                  <a:pt x="355389" y="81738"/>
                </a:cubicBezTo>
                <a:cubicBezTo>
                  <a:pt x="352435" y="85284"/>
                  <a:pt x="348995" y="87838"/>
                  <a:pt x="345069" y="89400"/>
                </a:cubicBezTo>
                <a:cubicBezTo>
                  <a:pt x="341145" y="90961"/>
                  <a:pt x="336904" y="91741"/>
                  <a:pt x="332346" y="91741"/>
                </a:cubicBezTo>
                <a:cubicBezTo>
                  <a:pt x="329391" y="91741"/>
                  <a:pt x="326584" y="91404"/>
                  <a:pt x="323925" y="90729"/>
                </a:cubicBezTo>
                <a:cubicBezTo>
                  <a:pt x="321266" y="90054"/>
                  <a:pt x="318967" y="88999"/>
                  <a:pt x="317026" y="87564"/>
                </a:cubicBezTo>
                <a:cubicBezTo>
                  <a:pt x="315085" y="86130"/>
                  <a:pt x="313545" y="84253"/>
                  <a:pt x="312405" y="81933"/>
                </a:cubicBezTo>
                <a:cubicBezTo>
                  <a:pt x="311265" y="79612"/>
                  <a:pt x="310695" y="76806"/>
                  <a:pt x="310695" y="73516"/>
                </a:cubicBezTo>
                <a:cubicBezTo>
                  <a:pt x="310695" y="69803"/>
                  <a:pt x="311328" y="66765"/>
                  <a:pt x="312594" y="64403"/>
                </a:cubicBezTo>
                <a:cubicBezTo>
                  <a:pt x="313860" y="62041"/>
                  <a:pt x="315527" y="60122"/>
                  <a:pt x="317594" y="58646"/>
                </a:cubicBezTo>
                <a:cubicBezTo>
                  <a:pt x="319662" y="57169"/>
                  <a:pt x="322026" y="56050"/>
                  <a:pt x="324684" y="55290"/>
                </a:cubicBezTo>
                <a:cubicBezTo>
                  <a:pt x="327344" y="54531"/>
                  <a:pt x="330066" y="53898"/>
                  <a:pt x="332852" y="53391"/>
                </a:cubicBezTo>
                <a:cubicBezTo>
                  <a:pt x="335806" y="52802"/>
                  <a:pt x="338613" y="52359"/>
                  <a:pt x="341271" y="52064"/>
                </a:cubicBezTo>
                <a:cubicBezTo>
                  <a:pt x="343929" y="51768"/>
                  <a:pt x="346271" y="51346"/>
                  <a:pt x="348297" y="50797"/>
                </a:cubicBezTo>
                <a:cubicBezTo>
                  <a:pt x="350323" y="50248"/>
                  <a:pt x="351927" y="49447"/>
                  <a:pt x="353108" y="48394"/>
                </a:cubicBezTo>
                <a:cubicBezTo>
                  <a:pt x="354290" y="47339"/>
                  <a:pt x="354881" y="45798"/>
                  <a:pt x="354881" y="43773"/>
                </a:cubicBezTo>
                <a:cubicBezTo>
                  <a:pt x="354881" y="41411"/>
                  <a:pt x="354438" y="39512"/>
                  <a:pt x="353552" y="38077"/>
                </a:cubicBezTo>
                <a:cubicBezTo>
                  <a:pt x="352666" y="36643"/>
                  <a:pt x="351526" y="35546"/>
                  <a:pt x="350133" y="34787"/>
                </a:cubicBezTo>
                <a:cubicBezTo>
                  <a:pt x="348740" y="34028"/>
                  <a:pt x="347179" y="33521"/>
                  <a:pt x="345448" y="33269"/>
                </a:cubicBezTo>
                <a:cubicBezTo>
                  <a:pt x="343718" y="33015"/>
                  <a:pt x="342010" y="32888"/>
                  <a:pt x="340323" y="32888"/>
                </a:cubicBezTo>
                <a:cubicBezTo>
                  <a:pt x="335765" y="32888"/>
                  <a:pt x="331967" y="33751"/>
                  <a:pt x="328928" y="35475"/>
                </a:cubicBezTo>
                <a:cubicBezTo>
                  <a:pt x="325890" y="37200"/>
                  <a:pt x="324244" y="40459"/>
                  <a:pt x="323990" y="45252"/>
                </a:cubicBezTo>
                <a:lnTo>
                  <a:pt x="313228" y="45252"/>
                </a:lnTo>
                <a:cubicBezTo>
                  <a:pt x="313397" y="41204"/>
                  <a:pt x="314240" y="37789"/>
                  <a:pt x="315759" y="35006"/>
                </a:cubicBezTo>
                <a:cubicBezTo>
                  <a:pt x="317278" y="32223"/>
                  <a:pt x="319304" y="29967"/>
                  <a:pt x="321836" y="28238"/>
                </a:cubicBezTo>
                <a:cubicBezTo>
                  <a:pt x="324368" y="26510"/>
                  <a:pt x="327259" y="25266"/>
                  <a:pt x="330509" y="24508"/>
                </a:cubicBezTo>
                <a:cubicBezTo>
                  <a:pt x="333759" y="23748"/>
                  <a:pt x="337241" y="23368"/>
                  <a:pt x="340954" y="23368"/>
                </a:cubicBezTo>
                <a:cubicBezTo>
                  <a:pt x="343909" y="23368"/>
                  <a:pt x="346842" y="23579"/>
                  <a:pt x="349754" y="24002"/>
                </a:cubicBezTo>
                <a:cubicBezTo>
                  <a:pt x="352666" y="24423"/>
                  <a:pt x="355304" y="25288"/>
                  <a:pt x="357667" y="26596"/>
                </a:cubicBezTo>
                <a:cubicBezTo>
                  <a:pt x="360030" y="27903"/>
                  <a:pt x="361929" y="29739"/>
                  <a:pt x="363364" y="32102"/>
                </a:cubicBezTo>
                <a:cubicBezTo>
                  <a:pt x="364799" y="34464"/>
                  <a:pt x="365516" y="37544"/>
                  <a:pt x="365516" y="41340"/>
                </a:cubicBezTo>
                <a:lnTo>
                  <a:pt x="365516" y="75003"/>
                </a:lnTo>
                <a:cubicBezTo>
                  <a:pt x="365516" y="77535"/>
                  <a:pt x="365664" y="79392"/>
                  <a:pt x="365959" y="80573"/>
                </a:cubicBezTo>
                <a:cubicBezTo>
                  <a:pt x="366255" y="81754"/>
                  <a:pt x="367247" y="82345"/>
                  <a:pt x="368936" y="82345"/>
                </a:cubicBezTo>
                <a:cubicBezTo>
                  <a:pt x="369864" y="82345"/>
                  <a:pt x="370962" y="82142"/>
                  <a:pt x="372228" y="81738"/>
                </a:cubicBezTo>
                <a:lnTo>
                  <a:pt x="372228" y="90095"/>
                </a:lnTo>
                <a:moveTo>
                  <a:pt x="354756" y="56542"/>
                </a:moveTo>
                <a:cubicBezTo>
                  <a:pt x="353405" y="57555"/>
                  <a:pt x="351632" y="58293"/>
                  <a:pt x="349437" y="58756"/>
                </a:cubicBezTo>
                <a:cubicBezTo>
                  <a:pt x="347244" y="59220"/>
                  <a:pt x="344944" y="59599"/>
                  <a:pt x="342538" y="59894"/>
                </a:cubicBezTo>
                <a:cubicBezTo>
                  <a:pt x="340133" y="60189"/>
                  <a:pt x="337706" y="60527"/>
                  <a:pt x="335257" y="60906"/>
                </a:cubicBezTo>
                <a:cubicBezTo>
                  <a:pt x="332810" y="61285"/>
                  <a:pt x="330616" y="61896"/>
                  <a:pt x="328675" y="62740"/>
                </a:cubicBezTo>
                <a:cubicBezTo>
                  <a:pt x="326734" y="63583"/>
                  <a:pt x="325151" y="64785"/>
                  <a:pt x="323927" y="66345"/>
                </a:cubicBezTo>
                <a:cubicBezTo>
                  <a:pt x="322703" y="67904"/>
                  <a:pt x="322091" y="70033"/>
                  <a:pt x="322091" y="72732"/>
                </a:cubicBezTo>
                <a:cubicBezTo>
                  <a:pt x="322091" y="74502"/>
                  <a:pt x="322450" y="76000"/>
                  <a:pt x="323167" y="77223"/>
                </a:cubicBezTo>
                <a:cubicBezTo>
                  <a:pt x="323885" y="78445"/>
                  <a:pt x="324813" y="79436"/>
                  <a:pt x="325953" y="80194"/>
                </a:cubicBezTo>
                <a:cubicBezTo>
                  <a:pt x="327093" y="80953"/>
                  <a:pt x="328422" y="81501"/>
                  <a:pt x="329941" y="81838"/>
                </a:cubicBezTo>
                <a:cubicBezTo>
                  <a:pt x="331460" y="82176"/>
                  <a:pt x="333064" y="82345"/>
                  <a:pt x="334751" y="82345"/>
                </a:cubicBezTo>
                <a:cubicBezTo>
                  <a:pt x="338297" y="82345"/>
                  <a:pt x="341336" y="81860"/>
                  <a:pt x="343868" y="80890"/>
                </a:cubicBezTo>
                <a:cubicBezTo>
                  <a:pt x="346400" y="79920"/>
                  <a:pt x="348467" y="78698"/>
                  <a:pt x="350071" y="77223"/>
                </a:cubicBezTo>
                <a:cubicBezTo>
                  <a:pt x="351674" y="75747"/>
                  <a:pt x="352856" y="74145"/>
                  <a:pt x="353616" y="72417"/>
                </a:cubicBezTo>
                <a:cubicBezTo>
                  <a:pt x="354376" y="70687"/>
                  <a:pt x="354756" y="69064"/>
                  <a:pt x="354756" y="67546"/>
                </a:cubicBezTo>
                <a:lnTo>
                  <a:pt x="354756" y="56542"/>
                </a:lnTo>
                <a:close/>
                <a:moveTo>
                  <a:pt x="382862" y="0"/>
                </a:moveTo>
                <a:lnTo>
                  <a:pt x="382862" y="90381"/>
                </a:lnTo>
                <a:lnTo>
                  <a:pt x="393625" y="90381"/>
                </a:lnTo>
                <a:lnTo>
                  <a:pt x="393625" y="0"/>
                </a:lnTo>
                <a:lnTo>
                  <a:pt x="38286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Text FlushatT">
            <a:extLst xmlns:a="http://schemas.openxmlformats.org/drawingml/2006/main">
              <a:ext uri="{FF2B5EF4-FFF2-40B4-BE49-F238E27FC236}">
                <a16:creationId xmlns:a16="http://schemas.microsoft.com/office/drawing/2014/main" id="{93876E67-1CDE-4507-951F-74B1CFB5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376" y="1414090"/>
            <a:ext cx="545806" cy="91741"/>
          </a:xfrm>
          <a:custGeom xmlns:a="http://schemas.openxmlformats.org/drawingml/2006/main">
            <a:pathLst>
              <a:path w="545806" h="91741">
                <a:moveTo>
                  <a:pt x="0" y="0"/>
                </a:moveTo>
                <a:lnTo>
                  <a:pt x="0" y="90381"/>
                </a:lnTo>
                <a:lnTo>
                  <a:pt x="12028" y="90381"/>
                </a:lnTo>
                <a:lnTo>
                  <a:pt x="12028" y="48962"/>
                </a:lnTo>
                <a:lnTo>
                  <a:pt x="53556" y="48962"/>
                </a:lnTo>
                <a:lnTo>
                  <a:pt x="53556" y="38823"/>
                </a:lnTo>
                <a:lnTo>
                  <a:pt x="12028" y="38823"/>
                </a:lnTo>
                <a:lnTo>
                  <a:pt x="12028" y="10139"/>
                </a:lnTo>
                <a:lnTo>
                  <a:pt x="59378" y="10139"/>
                </a:lnTo>
                <a:lnTo>
                  <a:pt x="59378" y="0"/>
                </a:lnTo>
                <a:lnTo>
                  <a:pt x="0" y="0"/>
                </a:lnTo>
                <a:close/>
                <a:moveTo>
                  <a:pt x="71533" y="0"/>
                </a:moveTo>
                <a:lnTo>
                  <a:pt x="71533" y="90381"/>
                </a:lnTo>
                <a:lnTo>
                  <a:pt x="82296" y="90381"/>
                </a:lnTo>
                <a:lnTo>
                  <a:pt x="82296" y="0"/>
                </a:lnTo>
                <a:lnTo>
                  <a:pt x="71533" y="0"/>
                </a:lnTo>
                <a:close/>
                <a:moveTo>
                  <a:pt x="153196" y="90350"/>
                </a:moveTo>
                <a:lnTo>
                  <a:pt x="153196" y="24975"/>
                </a:lnTo>
                <a:lnTo>
                  <a:pt x="142433" y="24975"/>
                </a:lnTo>
                <a:lnTo>
                  <a:pt x="142433" y="61874"/>
                </a:lnTo>
                <a:cubicBezTo>
                  <a:pt x="142433" y="64822"/>
                  <a:pt x="142032" y="67539"/>
                  <a:pt x="141230" y="70025"/>
                </a:cubicBezTo>
                <a:cubicBezTo>
                  <a:pt x="140428" y="72509"/>
                  <a:pt x="139226" y="74678"/>
                  <a:pt x="137623" y="76532"/>
                </a:cubicBezTo>
                <a:cubicBezTo>
                  <a:pt x="136019" y="78385"/>
                  <a:pt x="134015" y="79817"/>
                  <a:pt x="131609" y="80828"/>
                </a:cubicBezTo>
                <a:cubicBezTo>
                  <a:pt x="129203" y="81839"/>
                  <a:pt x="126354" y="82345"/>
                  <a:pt x="123062" y="82345"/>
                </a:cubicBezTo>
                <a:cubicBezTo>
                  <a:pt x="118927" y="82345"/>
                  <a:pt x="115677" y="81165"/>
                  <a:pt x="113314" y="78807"/>
                </a:cubicBezTo>
                <a:cubicBezTo>
                  <a:pt x="110950" y="76448"/>
                  <a:pt x="109769" y="73246"/>
                  <a:pt x="109769" y="69202"/>
                </a:cubicBezTo>
                <a:lnTo>
                  <a:pt x="109769" y="24975"/>
                </a:lnTo>
                <a:lnTo>
                  <a:pt x="99006" y="24975"/>
                </a:lnTo>
                <a:lnTo>
                  <a:pt x="99006" y="67969"/>
                </a:lnTo>
                <a:cubicBezTo>
                  <a:pt x="99006" y="71510"/>
                  <a:pt x="99365" y="74734"/>
                  <a:pt x="100082" y="77642"/>
                </a:cubicBezTo>
                <a:cubicBezTo>
                  <a:pt x="100800" y="80550"/>
                  <a:pt x="102045" y="83059"/>
                  <a:pt x="103817" y="85167"/>
                </a:cubicBezTo>
                <a:cubicBezTo>
                  <a:pt x="105590" y="87274"/>
                  <a:pt x="107912" y="88897"/>
                  <a:pt x="110781" y="90035"/>
                </a:cubicBezTo>
                <a:cubicBezTo>
                  <a:pt x="113651" y="91173"/>
                  <a:pt x="117238" y="91741"/>
                  <a:pt x="121544" y="91741"/>
                </a:cubicBezTo>
                <a:cubicBezTo>
                  <a:pt x="126354" y="91741"/>
                  <a:pt x="130531" y="90793"/>
                  <a:pt x="134076" y="88897"/>
                </a:cubicBezTo>
                <a:cubicBezTo>
                  <a:pt x="137621" y="87000"/>
                  <a:pt x="140534" y="84029"/>
                  <a:pt x="142814" y="79982"/>
                </a:cubicBezTo>
                <a:lnTo>
                  <a:pt x="143067" y="79982"/>
                </a:lnTo>
                <a:lnTo>
                  <a:pt x="143067" y="90350"/>
                </a:lnTo>
                <a:lnTo>
                  <a:pt x="153196" y="90350"/>
                </a:lnTo>
                <a:close/>
                <a:moveTo>
                  <a:pt x="175984" y="69733"/>
                </a:moveTo>
                <a:lnTo>
                  <a:pt x="165223" y="69733"/>
                </a:lnTo>
                <a:cubicBezTo>
                  <a:pt x="165392" y="73781"/>
                  <a:pt x="166236" y="77217"/>
                  <a:pt x="167754" y="80042"/>
                </a:cubicBezTo>
                <a:cubicBezTo>
                  <a:pt x="169274" y="82866"/>
                  <a:pt x="171300" y="85143"/>
                  <a:pt x="173832" y="86873"/>
                </a:cubicBezTo>
                <a:cubicBezTo>
                  <a:pt x="176364" y="88601"/>
                  <a:pt x="179276" y="89845"/>
                  <a:pt x="182568" y="90603"/>
                </a:cubicBezTo>
                <a:cubicBezTo>
                  <a:pt x="185860" y="91362"/>
                  <a:pt x="189320" y="91741"/>
                  <a:pt x="192950" y="91741"/>
                </a:cubicBezTo>
                <a:cubicBezTo>
                  <a:pt x="196242" y="91741"/>
                  <a:pt x="199554" y="91424"/>
                  <a:pt x="202887" y="90791"/>
                </a:cubicBezTo>
                <a:cubicBezTo>
                  <a:pt x="206222" y="90158"/>
                  <a:pt x="209218" y="89041"/>
                  <a:pt x="211876" y="87439"/>
                </a:cubicBezTo>
                <a:cubicBezTo>
                  <a:pt x="214536" y="85835"/>
                  <a:pt x="216689" y="83726"/>
                  <a:pt x="218335" y="81110"/>
                </a:cubicBezTo>
                <a:cubicBezTo>
                  <a:pt x="219981" y="78494"/>
                  <a:pt x="220804" y="75204"/>
                  <a:pt x="220804" y="71238"/>
                </a:cubicBezTo>
                <a:cubicBezTo>
                  <a:pt x="220804" y="68116"/>
                  <a:pt x="220191" y="65500"/>
                  <a:pt x="218966" y="63391"/>
                </a:cubicBezTo>
                <a:cubicBezTo>
                  <a:pt x="217743" y="61281"/>
                  <a:pt x="216139" y="59530"/>
                  <a:pt x="214156" y="58138"/>
                </a:cubicBezTo>
                <a:cubicBezTo>
                  <a:pt x="212173" y="56746"/>
                  <a:pt x="209894" y="55628"/>
                  <a:pt x="207319" y="54784"/>
                </a:cubicBezTo>
                <a:cubicBezTo>
                  <a:pt x="204746" y="53941"/>
                  <a:pt x="202109" y="53223"/>
                  <a:pt x="199408" y="52632"/>
                </a:cubicBezTo>
                <a:cubicBezTo>
                  <a:pt x="196875" y="52042"/>
                  <a:pt x="194342" y="51473"/>
                  <a:pt x="191810" y="50924"/>
                </a:cubicBezTo>
                <a:cubicBezTo>
                  <a:pt x="189278" y="50376"/>
                  <a:pt x="186999" y="49701"/>
                  <a:pt x="184973" y="48900"/>
                </a:cubicBezTo>
                <a:cubicBezTo>
                  <a:pt x="182948" y="48097"/>
                  <a:pt x="181282" y="47084"/>
                  <a:pt x="179973" y="45861"/>
                </a:cubicBezTo>
                <a:cubicBezTo>
                  <a:pt x="178665" y="44637"/>
                  <a:pt x="178011" y="43098"/>
                  <a:pt x="178011" y="41242"/>
                </a:cubicBezTo>
                <a:cubicBezTo>
                  <a:pt x="178011" y="39555"/>
                  <a:pt x="178432" y="38184"/>
                  <a:pt x="179276" y="37129"/>
                </a:cubicBezTo>
                <a:cubicBezTo>
                  <a:pt x="180121" y="36074"/>
                  <a:pt x="181218" y="35230"/>
                  <a:pt x="182568" y="34598"/>
                </a:cubicBezTo>
                <a:cubicBezTo>
                  <a:pt x="183919" y="33964"/>
                  <a:pt x="185417" y="33521"/>
                  <a:pt x="187063" y="33269"/>
                </a:cubicBezTo>
                <a:cubicBezTo>
                  <a:pt x="188709" y="33015"/>
                  <a:pt x="190334" y="32888"/>
                  <a:pt x="191938" y="32888"/>
                </a:cubicBezTo>
                <a:cubicBezTo>
                  <a:pt x="193710" y="32888"/>
                  <a:pt x="195461" y="33078"/>
                  <a:pt x="197190" y="33458"/>
                </a:cubicBezTo>
                <a:cubicBezTo>
                  <a:pt x="198921" y="33837"/>
                  <a:pt x="200504" y="34448"/>
                  <a:pt x="201939" y="35292"/>
                </a:cubicBezTo>
                <a:cubicBezTo>
                  <a:pt x="203374" y="36135"/>
                  <a:pt x="204555" y="37252"/>
                  <a:pt x="205484" y="38643"/>
                </a:cubicBezTo>
                <a:cubicBezTo>
                  <a:pt x="206412" y="40034"/>
                  <a:pt x="206961" y="41784"/>
                  <a:pt x="207130" y="43892"/>
                </a:cubicBezTo>
                <a:lnTo>
                  <a:pt x="217892" y="43892"/>
                </a:lnTo>
                <a:cubicBezTo>
                  <a:pt x="217639" y="39923"/>
                  <a:pt x="216794" y="36608"/>
                  <a:pt x="215360" y="33947"/>
                </a:cubicBezTo>
                <a:cubicBezTo>
                  <a:pt x="213925" y="31286"/>
                  <a:pt x="212005" y="29175"/>
                  <a:pt x="209599" y="27612"/>
                </a:cubicBezTo>
                <a:cubicBezTo>
                  <a:pt x="207194" y="26050"/>
                  <a:pt x="204430" y="24952"/>
                  <a:pt x="201307" y="24319"/>
                </a:cubicBezTo>
                <a:cubicBezTo>
                  <a:pt x="198184" y="23685"/>
                  <a:pt x="194765" y="23368"/>
                  <a:pt x="191051" y="23368"/>
                </a:cubicBezTo>
                <a:cubicBezTo>
                  <a:pt x="188181" y="23368"/>
                  <a:pt x="185291" y="23727"/>
                  <a:pt x="182379" y="24444"/>
                </a:cubicBezTo>
                <a:cubicBezTo>
                  <a:pt x="179467" y="25161"/>
                  <a:pt x="176850" y="26259"/>
                  <a:pt x="174529" y="27736"/>
                </a:cubicBezTo>
                <a:cubicBezTo>
                  <a:pt x="172208" y="29212"/>
                  <a:pt x="170309" y="31131"/>
                  <a:pt x="168832" y="33493"/>
                </a:cubicBezTo>
                <a:cubicBezTo>
                  <a:pt x="167355" y="35855"/>
                  <a:pt x="166616" y="38681"/>
                  <a:pt x="166616" y="41972"/>
                </a:cubicBezTo>
                <a:cubicBezTo>
                  <a:pt x="166616" y="46191"/>
                  <a:pt x="167671" y="49482"/>
                  <a:pt x="169781" y="51844"/>
                </a:cubicBezTo>
                <a:cubicBezTo>
                  <a:pt x="171892" y="54206"/>
                  <a:pt x="174529" y="56041"/>
                  <a:pt x="177694" y="57350"/>
                </a:cubicBezTo>
                <a:cubicBezTo>
                  <a:pt x="180859" y="58657"/>
                  <a:pt x="184299" y="59669"/>
                  <a:pt x="188012" y="60387"/>
                </a:cubicBezTo>
                <a:cubicBezTo>
                  <a:pt x="191726" y="61104"/>
                  <a:pt x="195166" y="61906"/>
                  <a:pt x="198330" y="62792"/>
                </a:cubicBezTo>
                <a:cubicBezTo>
                  <a:pt x="201496" y="63677"/>
                  <a:pt x="204133" y="64837"/>
                  <a:pt x="206243" y="66271"/>
                </a:cubicBezTo>
                <a:cubicBezTo>
                  <a:pt x="208354" y="67706"/>
                  <a:pt x="209409" y="69816"/>
                  <a:pt x="209409" y="72600"/>
                </a:cubicBezTo>
                <a:cubicBezTo>
                  <a:pt x="209409" y="74625"/>
                  <a:pt x="208903" y="76291"/>
                  <a:pt x="207889" y="77600"/>
                </a:cubicBezTo>
                <a:cubicBezTo>
                  <a:pt x="206877" y="78907"/>
                  <a:pt x="205589" y="79898"/>
                  <a:pt x="204027" y="80573"/>
                </a:cubicBezTo>
                <a:cubicBezTo>
                  <a:pt x="202466" y="81248"/>
                  <a:pt x="200757" y="81712"/>
                  <a:pt x="198900" y="81966"/>
                </a:cubicBezTo>
                <a:cubicBezTo>
                  <a:pt x="197044" y="82218"/>
                  <a:pt x="195272" y="82345"/>
                  <a:pt x="193583" y="82345"/>
                </a:cubicBezTo>
                <a:cubicBezTo>
                  <a:pt x="191389" y="82345"/>
                  <a:pt x="189257" y="82135"/>
                  <a:pt x="187189" y="81715"/>
                </a:cubicBezTo>
                <a:cubicBezTo>
                  <a:pt x="185121" y="81294"/>
                  <a:pt x="183263" y="80600"/>
                  <a:pt x="181617" y="79634"/>
                </a:cubicBezTo>
                <a:cubicBezTo>
                  <a:pt x="179971" y="78667"/>
                  <a:pt x="178642" y="77364"/>
                  <a:pt x="177630" y="75724"/>
                </a:cubicBezTo>
                <a:cubicBezTo>
                  <a:pt x="176618" y="74084"/>
                  <a:pt x="176069" y="72088"/>
                  <a:pt x="175984" y="69733"/>
                </a:cubicBezTo>
                <a:close/>
                <a:moveTo>
                  <a:pt x="232704" y="0"/>
                </a:moveTo>
                <a:lnTo>
                  <a:pt x="232704" y="90381"/>
                </a:lnTo>
                <a:lnTo>
                  <a:pt x="243466" y="90381"/>
                </a:lnTo>
                <a:lnTo>
                  <a:pt x="243466" y="53403"/>
                </a:lnTo>
                <a:cubicBezTo>
                  <a:pt x="243466" y="50449"/>
                  <a:pt x="243867" y="47726"/>
                  <a:pt x="244668" y="45235"/>
                </a:cubicBezTo>
                <a:cubicBezTo>
                  <a:pt x="245471" y="42744"/>
                  <a:pt x="246673" y="40570"/>
                  <a:pt x="248277" y="38713"/>
                </a:cubicBezTo>
                <a:cubicBezTo>
                  <a:pt x="249880" y="36856"/>
                  <a:pt x="251885" y="35421"/>
                  <a:pt x="254291" y="34409"/>
                </a:cubicBezTo>
                <a:cubicBezTo>
                  <a:pt x="256697" y="33395"/>
                  <a:pt x="259546" y="32888"/>
                  <a:pt x="262837" y="32888"/>
                </a:cubicBezTo>
                <a:cubicBezTo>
                  <a:pt x="266973" y="32888"/>
                  <a:pt x="270222" y="34071"/>
                  <a:pt x="272586" y="36435"/>
                </a:cubicBezTo>
                <a:cubicBezTo>
                  <a:pt x="274949" y="38799"/>
                  <a:pt x="276131" y="42006"/>
                  <a:pt x="276131" y="46058"/>
                </a:cubicBezTo>
                <a:lnTo>
                  <a:pt x="276131" y="90381"/>
                </a:lnTo>
                <a:lnTo>
                  <a:pt x="286893" y="90381"/>
                </a:lnTo>
                <a:lnTo>
                  <a:pt x="286893" y="47310"/>
                </a:lnTo>
                <a:cubicBezTo>
                  <a:pt x="286893" y="43763"/>
                  <a:pt x="286535" y="40533"/>
                  <a:pt x="285817" y="37620"/>
                </a:cubicBezTo>
                <a:cubicBezTo>
                  <a:pt x="285100" y="34706"/>
                  <a:pt x="283854" y="32194"/>
                  <a:pt x="282081" y="30083"/>
                </a:cubicBezTo>
                <a:cubicBezTo>
                  <a:pt x="280309" y="27971"/>
                  <a:pt x="277988" y="26324"/>
                  <a:pt x="275118" y="25142"/>
                </a:cubicBezTo>
                <a:cubicBezTo>
                  <a:pt x="272249" y="23959"/>
                  <a:pt x="268661" y="23368"/>
                  <a:pt x="264356" y="23368"/>
                </a:cubicBezTo>
                <a:cubicBezTo>
                  <a:pt x="262415" y="23368"/>
                  <a:pt x="260410" y="23580"/>
                  <a:pt x="258342" y="24004"/>
                </a:cubicBezTo>
                <a:cubicBezTo>
                  <a:pt x="256275" y="24427"/>
                  <a:pt x="254291" y="25084"/>
                  <a:pt x="252392" y="25974"/>
                </a:cubicBezTo>
                <a:cubicBezTo>
                  <a:pt x="250493" y="26864"/>
                  <a:pt x="248784" y="28008"/>
                  <a:pt x="247265" y="29407"/>
                </a:cubicBezTo>
                <a:cubicBezTo>
                  <a:pt x="245745" y="30806"/>
                  <a:pt x="244563" y="32523"/>
                  <a:pt x="243720" y="34558"/>
                </a:cubicBezTo>
                <a:lnTo>
                  <a:pt x="243466" y="34558"/>
                </a:lnTo>
                <a:lnTo>
                  <a:pt x="243466" y="0"/>
                </a:lnTo>
                <a:lnTo>
                  <a:pt x="232704" y="0"/>
                </a:lnTo>
                <a:close/>
                <a:moveTo>
                  <a:pt x="396282" y="90095"/>
                </a:moveTo>
                <a:cubicBezTo>
                  <a:pt x="394425" y="91193"/>
                  <a:pt x="391851" y="91741"/>
                  <a:pt x="388559" y="91741"/>
                </a:cubicBezTo>
                <a:cubicBezTo>
                  <a:pt x="385774" y="91741"/>
                  <a:pt x="383559" y="90961"/>
                  <a:pt x="381913" y="89400"/>
                </a:cubicBezTo>
                <a:cubicBezTo>
                  <a:pt x="380267" y="87838"/>
                  <a:pt x="379444" y="85284"/>
                  <a:pt x="379444" y="81738"/>
                </a:cubicBezTo>
                <a:cubicBezTo>
                  <a:pt x="376490" y="85284"/>
                  <a:pt x="373050" y="87838"/>
                  <a:pt x="369124" y="89400"/>
                </a:cubicBezTo>
                <a:cubicBezTo>
                  <a:pt x="365200" y="90961"/>
                  <a:pt x="360959" y="91741"/>
                  <a:pt x="356401" y="91741"/>
                </a:cubicBezTo>
                <a:cubicBezTo>
                  <a:pt x="353446" y="91741"/>
                  <a:pt x="350639" y="91404"/>
                  <a:pt x="347980" y="90729"/>
                </a:cubicBezTo>
                <a:cubicBezTo>
                  <a:pt x="345321" y="90054"/>
                  <a:pt x="343022" y="88999"/>
                  <a:pt x="341081" y="87564"/>
                </a:cubicBezTo>
                <a:cubicBezTo>
                  <a:pt x="339140" y="86130"/>
                  <a:pt x="337600" y="84253"/>
                  <a:pt x="336460" y="81933"/>
                </a:cubicBezTo>
                <a:cubicBezTo>
                  <a:pt x="335320" y="79612"/>
                  <a:pt x="334750" y="76806"/>
                  <a:pt x="334750" y="73516"/>
                </a:cubicBezTo>
                <a:cubicBezTo>
                  <a:pt x="334750" y="69803"/>
                  <a:pt x="335383" y="66765"/>
                  <a:pt x="336649" y="64403"/>
                </a:cubicBezTo>
                <a:cubicBezTo>
                  <a:pt x="337915" y="62041"/>
                  <a:pt x="339582" y="60122"/>
                  <a:pt x="341649" y="58646"/>
                </a:cubicBezTo>
                <a:cubicBezTo>
                  <a:pt x="343717" y="57169"/>
                  <a:pt x="346080" y="56050"/>
                  <a:pt x="348739" y="55290"/>
                </a:cubicBezTo>
                <a:cubicBezTo>
                  <a:pt x="351398" y="54531"/>
                  <a:pt x="354121" y="53898"/>
                  <a:pt x="356907" y="53391"/>
                </a:cubicBezTo>
                <a:cubicBezTo>
                  <a:pt x="359861" y="52802"/>
                  <a:pt x="362668" y="52359"/>
                  <a:pt x="365326" y="52064"/>
                </a:cubicBezTo>
                <a:cubicBezTo>
                  <a:pt x="367984" y="51768"/>
                  <a:pt x="370326" y="51346"/>
                  <a:pt x="372352" y="50797"/>
                </a:cubicBezTo>
                <a:cubicBezTo>
                  <a:pt x="374378" y="50248"/>
                  <a:pt x="375982" y="49447"/>
                  <a:pt x="377163" y="48394"/>
                </a:cubicBezTo>
                <a:cubicBezTo>
                  <a:pt x="378345" y="47339"/>
                  <a:pt x="378936" y="45798"/>
                  <a:pt x="378936" y="43773"/>
                </a:cubicBezTo>
                <a:cubicBezTo>
                  <a:pt x="378936" y="41411"/>
                  <a:pt x="378493" y="39512"/>
                  <a:pt x="377607" y="38077"/>
                </a:cubicBezTo>
                <a:cubicBezTo>
                  <a:pt x="376721" y="36643"/>
                  <a:pt x="375581" y="35546"/>
                  <a:pt x="374187" y="34787"/>
                </a:cubicBezTo>
                <a:cubicBezTo>
                  <a:pt x="372795" y="34028"/>
                  <a:pt x="371234" y="33521"/>
                  <a:pt x="369503" y="33269"/>
                </a:cubicBezTo>
                <a:cubicBezTo>
                  <a:pt x="367773" y="33015"/>
                  <a:pt x="366065" y="32888"/>
                  <a:pt x="364377" y="32888"/>
                </a:cubicBezTo>
                <a:cubicBezTo>
                  <a:pt x="359819" y="32888"/>
                  <a:pt x="356021" y="33751"/>
                  <a:pt x="352983" y="35475"/>
                </a:cubicBezTo>
                <a:cubicBezTo>
                  <a:pt x="349945" y="37200"/>
                  <a:pt x="348299" y="40459"/>
                  <a:pt x="348045" y="45252"/>
                </a:cubicBezTo>
                <a:lnTo>
                  <a:pt x="337283" y="45252"/>
                </a:lnTo>
                <a:cubicBezTo>
                  <a:pt x="337451" y="41204"/>
                  <a:pt x="338295" y="37789"/>
                  <a:pt x="339813" y="35006"/>
                </a:cubicBezTo>
                <a:cubicBezTo>
                  <a:pt x="341333" y="32223"/>
                  <a:pt x="343359" y="29967"/>
                  <a:pt x="345891" y="28238"/>
                </a:cubicBezTo>
                <a:cubicBezTo>
                  <a:pt x="348423" y="26510"/>
                  <a:pt x="351314" y="25266"/>
                  <a:pt x="354563" y="24508"/>
                </a:cubicBezTo>
                <a:cubicBezTo>
                  <a:pt x="357814" y="23748"/>
                  <a:pt x="361296" y="23368"/>
                  <a:pt x="365009" y="23368"/>
                </a:cubicBezTo>
                <a:cubicBezTo>
                  <a:pt x="367964" y="23368"/>
                  <a:pt x="370897" y="23579"/>
                  <a:pt x="373809" y="24002"/>
                </a:cubicBezTo>
                <a:cubicBezTo>
                  <a:pt x="376721" y="24423"/>
                  <a:pt x="379358" y="25288"/>
                  <a:pt x="381722" y="26596"/>
                </a:cubicBezTo>
                <a:cubicBezTo>
                  <a:pt x="384085" y="27903"/>
                  <a:pt x="385984" y="29739"/>
                  <a:pt x="387419" y="32102"/>
                </a:cubicBezTo>
                <a:cubicBezTo>
                  <a:pt x="388854" y="34464"/>
                  <a:pt x="389571" y="37544"/>
                  <a:pt x="389571" y="41340"/>
                </a:cubicBezTo>
                <a:lnTo>
                  <a:pt x="389571" y="75003"/>
                </a:lnTo>
                <a:cubicBezTo>
                  <a:pt x="389571" y="77535"/>
                  <a:pt x="389718" y="79392"/>
                  <a:pt x="390013" y="80573"/>
                </a:cubicBezTo>
                <a:cubicBezTo>
                  <a:pt x="390310" y="81754"/>
                  <a:pt x="391302" y="82345"/>
                  <a:pt x="392990" y="82345"/>
                </a:cubicBezTo>
                <a:cubicBezTo>
                  <a:pt x="393919" y="82345"/>
                  <a:pt x="395016" y="82142"/>
                  <a:pt x="396282" y="81738"/>
                </a:cubicBezTo>
                <a:lnTo>
                  <a:pt x="396282" y="90095"/>
                </a:lnTo>
                <a:moveTo>
                  <a:pt x="378810" y="56542"/>
                </a:moveTo>
                <a:cubicBezTo>
                  <a:pt x="377459" y="57555"/>
                  <a:pt x="375687" y="58293"/>
                  <a:pt x="373492" y="58756"/>
                </a:cubicBezTo>
                <a:cubicBezTo>
                  <a:pt x="371299" y="59220"/>
                  <a:pt x="368999" y="59599"/>
                  <a:pt x="366593" y="59894"/>
                </a:cubicBezTo>
                <a:cubicBezTo>
                  <a:pt x="364187" y="60189"/>
                  <a:pt x="361760" y="60527"/>
                  <a:pt x="359312" y="60906"/>
                </a:cubicBezTo>
                <a:cubicBezTo>
                  <a:pt x="356865" y="61285"/>
                  <a:pt x="354671" y="61896"/>
                  <a:pt x="352730" y="62740"/>
                </a:cubicBezTo>
                <a:cubicBezTo>
                  <a:pt x="350789" y="63583"/>
                  <a:pt x="349206" y="64785"/>
                  <a:pt x="347981" y="66345"/>
                </a:cubicBezTo>
                <a:cubicBezTo>
                  <a:pt x="346758" y="67904"/>
                  <a:pt x="346146" y="70033"/>
                  <a:pt x="346146" y="72732"/>
                </a:cubicBezTo>
                <a:cubicBezTo>
                  <a:pt x="346146" y="74502"/>
                  <a:pt x="346505" y="76000"/>
                  <a:pt x="347222" y="77223"/>
                </a:cubicBezTo>
                <a:cubicBezTo>
                  <a:pt x="347940" y="78445"/>
                  <a:pt x="348868" y="79436"/>
                  <a:pt x="350008" y="80194"/>
                </a:cubicBezTo>
                <a:cubicBezTo>
                  <a:pt x="351148" y="80953"/>
                  <a:pt x="352477" y="81501"/>
                  <a:pt x="353995" y="81838"/>
                </a:cubicBezTo>
                <a:cubicBezTo>
                  <a:pt x="355515" y="82176"/>
                  <a:pt x="357119" y="82345"/>
                  <a:pt x="358806" y="82345"/>
                </a:cubicBezTo>
                <a:cubicBezTo>
                  <a:pt x="362351" y="82345"/>
                  <a:pt x="365390" y="81860"/>
                  <a:pt x="367922" y="80890"/>
                </a:cubicBezTo>
                <a:cubicBezTo>
                  <a:pt x="370454" y="79920"/>
                  <a:pt x="372522" y="78698"/>
                  <a:pt x="374126" y="77223"/>
                </a:cubicBezTo>
                <a:cubicBezTo>
                  <a:pt x="375729" y="75747"/>
                  <a:pt x="376911" y="74145"/>
                  <a:pt x="377671" y="72417"/>
                </a:cubicBezTo>
                <a:cubicBezTo>
                  <a:pt x="378431" y="70687"/>
                  <a:pt x="378810" y="69064"/>
                  <a:pt x="378810" y="67546"/>
                </a:cubicBezTo>
                <a:lnTo>
                  <a:pt x="378810" y="56542"/>
                </a:lnTo>
                <a:close/>
                <a:moveTo>
                  <a:pt x="421225" y="24852"/>
                </a:moveTo>
                <a:lnTo>
                  <a:pt x="421225" y="5317"/>
                </a:lnTo>
                <a:lnTo>
                  <a:pt x="410462" y="5317"/>
                </a:lnTo>
                <a:lnTo>
                  <a:pt x="410462" y="24852"/>
                </a:lnTo>
                <a:lnTo>
                  <a:pt x="399321" y="24852"/>
                </a:lnTo>
                <a:lnTo>
                  <a:pt x="399321" y="34372"/>
                </a:lnTo>
                <a:lnTo>
                  <a:pt x="410462" y="34372"/>
                </a:lnTo>
                <a:lnTo>
                  <a:pt x="410462" y="76062"/>
                </a:lnTo>
                <a:cubicBezTo>
                  <a:pt x="410462" y="79103"/>
                  <a:pt x="410758" y="81552"/>
                  <a:pt x="411349" y="83411"/>
                </a:cubicBezTo>
                <a:cubicBezTo>
                  <a:pt x="411940" y="85269"/>
                  <a:pt x="412847" y="86706"/>
                  <a:pt x="414071" y="87721"/>
                </a:cubicBezTo>
                <a:cubicBezTo>
                  <a:pt x="415294" y="88735"/>
                  <a:pt x="416898" y="89431"/>
                  <a:pt x="418881" y="89811"/>
                </a:cubicBezTo>
                <a:cubicBezTo>
                  <a:pt x="420865" y="90191"/>
                  <a:pt x="423249" y="90381"/>
                  <a:pt x="426035" y="90381"/>
                </a:cubicBezTo>
                <a:lnTo>
                  <a:pt x="434265" y="90381"/>
                </a:lnTo>
                <a:lnTo>
                  <a:pt x="434265" y="80861"/>
                </a:lnTo>
                <a:lnTo>
                  <a:pt x="429327" y="80861"/>
                </a:lnTo>
                <a:cubicBezTo>
                  <a:pt x="427639" y="80861"/>
                  <a:pt x="426267" y="80798"/>
                  <a:pt x="425212" y="80672"/>
                </a:cubicBezTo>
                <a:cubicBezTo>
                  <a:pt x="424157" y="80544"/>
                  <a:pt x="423334" y="80270"/>
                  <a:pt x="422743" y="79849"/>
                </a:cubicBezTo>
                <a:cubicBezTo>
                  <a:pt x="422153" y="79426"/>
                  <a:pt x="421753" y="78835"/>
                  <a:pt x="421541" y="78075"/>
                </a:cubicBezTo>
                <a:cubicBezTo>
                  <a:pt x="421330" y="77314"/>
                  <a:pt x="421225" y="76300"/>
                  <a:pt x="421225" y="75034"/>
                </a:cubicBezTo>
                <a:lnTo>
                  <a:pt x="421225" y="34372"/>
                </a:lnTo>
                <a:lnTo>
                  <a:pt x="434265" y="34372"/>
                </a:lnTo>
                <a:lnTo>
                  <a:pt x="434265" y="24852"/>
                </a:lnTo>
                <a:lnTo>
                  <a:pt x="421225" y="24852"/>
                </a:lnTo>
                <a:close/>
                <a:moveTo>
                  <a:pt x="503646" y="10139"/>
                </a:moveTo>
                <a:lnTo>
                  <a:pt x="503646" y="90381"/>
                </a:lnTo>
                <a:lnTo>
                  <a:pt x="515674" y="90381"/>
                </a:lnTo>
                <a:lnTo>
                  <a:pt x="515674" y="10139"/>
                </a:lnTo>
                <a:lnTo>
                  <a:pt x="545806" y="10139"/>
                </a:lnTo>
                <a:lnTo>
                  <a:pt x="545806" y="0"/>
                </a:lnTo>
                <a:lnTo>
                  <a:pt x="473513" y="0"/>
                </a:lnTo>
                <a:lnTo>
                  <a:pt x="473513" y="10139"/>
                </a:lnTo>
                <a:lnTo>
                  <a:pt x="503646" y="101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Text r">
            <a:extLst xmlns:a="http://schemas.openxmlformats.org/drawingml/2006/main">
              <a:ext uri="{FF2B5EF4-FFF2-40B4-BE49-F238E27FC236}">
                <a16:creationId xmlns:a16="http://schemas.microsoft.com/office/drawing/2014/main" id="{5FB2D080-5D00-41A3-BC1F-00B4AB99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1377" y="1487859"/>
            <a:ext cx="27057" cy="52786"/>
          </a:xfrm>
          <a:custGeom xmlns:a="http://schemas.openxmlformats.org/drawingml/2006/main">
            <a:pathLst>
              <a:path w="27057" h="52786">
                <a:moveTo>
                  <a:pt x="0" y="1327"/>
                </a:moveTo>
                <a:lnTo>
                  <a:pt x="0" y="52786"/>
                </a:lnTo>
                <a:lnTo>
                  <a:pt x="8455" y="52786"/>
                </a:lnTo>
                <a:lnTo>
                  <a:pt x="8455" y="29882"/>
                </a:lnTo>
                <a:cubicBezTo>
                  <a:pt x="8455" y="26563"/>
                  <a:pt x="8786" y="23626"/>
                  <a:pt x="9449" y="21071"/>
                </a:cubicBezTo>
                <a:cubicBezTo>
                  <a:pt x="10113" y="18514"/>
                  <a:pt x="11174" y="16340"/>
                  <a:pt x="12634" y="14548"/>
                </a:cubicBezTo>
                <a:cubicBezTo>
                  <a:pt x="14093" y="12755"/>
                  <a:pt x="16016" y="11394"/>
                  <a:pt x="18403" y="10465"/>
                </a:cubicBezTo>
                <a:cubicBezTo>
                  <a:pt x="20790" y="9535"/>
                  <a:pt x="23675" y="9070"/>
                  <a:pt x="27057" y="9070"/>
                </a:cubicBezTo>
                <a:lnTo>
                  <a:pt x="27057" y="133"/>
                </a:lnTo>
                <a:cubicBezTo>
                  <a:pt x="22482" y="0"/>
                  <a:pt x="18702" y="929"/>
                  <a:pt x="15716" y="2919"/>
                </a:cubicBezTo>
                <a:cubicBezTo>
                  <a:pt x="12732" y="4910"/>
                  <a:pt x="10212" y="7995"/>
                  <a:pt x="8157" y="12176"/>
                </a:cubicBezTo>
                <a:lnTo>
                  <a:pt x="7958" y="12176"/>
                </a:lnTo>
                <a:lnTo>
                  <a:pt x="7958" y="1327"/>
                </a:lnTo>
                <a:lnTo>
                  <a:pt x="0" y="13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Text Interval">
            <a:extLst xmlns:a="http://schemas.openxmlformats.org/drawingml/2006/main">
              <a:ext uri="{FF2B5EF4-FFF2-40B4-BE49-F238E27FC236}">
                <a16:creationId xmlns:a16="http://schemas.microsoft.com/office/drawing/2014/main" id="{5B6051B7-4A12-42BD-AD0D-FFAFD406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043" y="1588700"/>
            <a:ext cx="393625" cy="91741"/>
          </a:xfrm>
          <a:custGeom xmlns:a="http://schemas.openxmlformats.org/drawingml/2006/main">
            <a:pathLst>
              <a:path w="393625" h="91741">
                <a:moveTo>
                  <a:pt x="0" y="0"/>
                </a:moveTo>
                <a:lnTo>
                  <a:pt x="0" y="90381"/>
                </a:lnTo>
                <a:lnTo>
                  <a:pt x="12028" y="90381"/>
                </a:lnTo>
                <a:lnTo>
                  <a:pt x="12028" y="0"/>
                </a:lnTo>
                <a:lnTo>
                  <a:pt x="0" y="0"/>
                </a:lnTo>
                <a:close/>
                <a:moveTo>
                  <a:pt x="30512" y="24888"/>
                </a:moveTo>
                <a:lnTo>
                  <a:pt x="30512" y="90381"/>
                </a:lnTo>
                <a:lnTo>
                  <a:pt x="41274" y="90381"/>
                </a:lnTo>
                <a:lnTo>
                  <a:pt x="41274" y="53403"/>
                </a:lnTo>
                <a:cubicBezTo>
                  <a:pt x="41274" y="50449"/>
                  <a:pt x="41675" y="47726"/>
                  <a:pt x="42476" y="45235"/>
                </a:cubicBezTo>
                <a:cubicBezTo>
                  <a:pt x="43278" y="42744"/>
                  <a:pt x="44481" y="40570"/>
                  <a:pt x="46085" y="38713"/>
                </a:cubicBezTo>
                <a:cubicBezTo>
                  <a:pt x="47688" y="36856"/>
                  <a:pt x="49693" y="35421"/>
                  <a:pt x="52099" y="34409"/>
                </a:cubicBezTo>
                <a:cubicBezTo>
                  <a:pt x="54505" y="33395"/>
                  <a:pt x="57353" y="32888"/>
                  <a:pt x="60645" y="32888"/>
                </a:cubicBezTo>
                <a:cubicBezTo>
                  <a:pt x="64781" y="32888"/>
                  <a:pt x="68030" y="34071"/>
                  <a:pt x="70394" y="36435"/>
                </a:cubicBezTo>
                <a:cubicBezTo>
                  <a:pt x="72757" y="38799"/>
                  <a:pt x="73939" y="42006"/>
                  <a:pt x="73939" y="46058"/>
                </a:cubicBezTo>
                <a:lnTo>
                  <a:pt x="73939" y="90381"/>
                </a:lnTo>
                <a:lnTo>
                  <a:pt x="84701" y="90381"/>
                </a:lnTo>
                <a:lnTo>
                  <a:pt x="84701" y="47310"/>
                </a:lnTo>
                <a:cubicBezTo>
                  <a:pt x="84701" y="43763"/>
                  <a:pt x="84342" y="40533"/>
                  <a:pt x="83625" y="37620"/>
                </a:cubicBezTo>
                <a:cubicBezTo>
                  <a:pt x="82908" y="34706"/>
                  <a:pt x="81662" y="32194"/>
                  <a:pt x="79889" y="30083"/>
                </a:cubicBezTo>
                <a:cubicBezTo>
                  <a:pt x="78117" y="27971"/>
                  <a:pt x="75796" y="26324"/>
                  <a:pt x="72926" y="25142"/>
                </a:cubicBezTo>
                <a:cubicBezTo>
                  <a:pt x="70057" y="23959"/>
                  <a:pt x="66469" y="23368"/>
                  <a:pt x="62164" y="23368"/>
                </a:cubicBezTo>
                <a:cubicBezTo>
                  <a:pt x="52457" y="23368"/>
                  <a:pt x="45367" y="27337"/>
                  <a:pt x="40894" y="35276"/>
                </a:cubicBezTo>
                <a:lnTo>
                  <a:pt x="40641" y="35276"/>
                </a:lnTo>
                <a:lnTo>
                  <a:pt x="40641" y="24888"/>
                </a:lnTo>
                <a:lnTo>
                  <a:pt x="30512" y="24888"/>
                </a:lnTo>
                <a:close/>
                <a:moveTo>
                  <a:pt x="115847" y="24852"/>
                </a:moveTo>
                <a:lnTo>
                  <a:pt x="115847" y="5317"/>
                </a:lnTo>
                <a:lnTo>
                  <a:pt x="105084" y="5317"/>
                </a:lnTo>
                <a:lnTo>
                  <a:pt x="105084" y="24852"/>
                </a:lnTo>
                <a:lnTo>
                  <a:pt x="93943" y="24852"/>
                </a:lnTo>
                <a:lnTo>
                  <a:pt x="93943" y="34372"/>
                </a:lnTo>
                <a:lnTo>
                  <a:pt x="105084" y="34372"/>
                </a:lnTo>
                <a:lnTo>
                  <a:pt x="105084" y="76062"/>
                </a:lnTo>
                <a:cubicBezTo>
                  <a:pt x="105084" y="79103"/>
                  <a:pt x="105380" y="81552"/>
                  <a:pt x="105971" y="83411"/>
                </a:cubicBezTo>
                <a:cubicBezTo>
                  <a:pt x="106562" y="85269"/>
                  <a:pt x="107470" y="86706"/>
                  <a:pt x="108693" y="87721"/>
                </a:cubicBezTo>
                <a:cubicBezTo>
                  <a:pt x="109917" y="88735"/>
                  <a:pt x="111520" y="89431"/>
                  <a:pt x="113504" y="89811"/>
                </a:cubicBezTo>
                <a:cubicBezTo>
                  <a:pt x="115487" y="90191"/>
                  <a:pt x="117872" y="90381"/>
                  <a:pt x="120657" y="90381"/>
                </a:cubicBezTo>
                <a:lnTo>
                  <a:pt x="128887" y="90381"/>
                </a:lnTo>
                <a:lnTo>
                  <a:pt x="128887" y="80861"/>
                </a:lnTo>
                <a:lnTo>
                  <a:pt x="123949" y="80861"/>
                </a:lnTo>
                <a:cubicBezTo>
                  <a:pt x="122261" y="80861"/>
                  <a:pt x="120889" y="80798"/>
                  <a:pt x="119834" y="80672"/>
                </a:cubicBezTo>
                <a:cubicBezTo>
                  <a:pt x="118780" y="80544"/>
                  <a:pt x="117957" y="80270"/>
                  <a:pt x="117365" y="79849"/>
                </a:cubicBezTo>
                <a:cubicBezTo>
                  <a:pt x="116776" y="79426"/>
                  <a:pt x="116375" y="78835"/>
                  <a:pt x="116164" y="78075"/>
                </a:cubicBezTo>
                <a:cubicBezTo>
                  <a:pt x="115953" y="77314"/>
                  <a:pt x="115847" y="76300"/>
                  <a:pt x="115847" y="75034"/>
                </a:cubicBezTo>
                <a:lnTo>
                  <a:pt x="115847" y="34372"/>
                </a:lnTo>
                <a:lnTo>
                  <a:pt x="128887" y="34372"/>
                </a:lnTo>
                <a:lnTo>
                  <a:pt x="128887" y="24852"/>
                </a:lnTo>
                <a:lnTo>
                  <a:pt x="115847" y="24852"/>
                </a:lnTo>
                <a:close/>
                <a:moveTo>
                  <a:pt x="186241" y="51434"/>
                </a:moveTo>
                <a:lnTo>
                  <a:pt x="148638" y="51434"/>
                </a:lnTo>
                <a:cubicBezTo>
                  <a:pt x="148807" y="48893"/>
                  <a:pt x="149356" y="46501"/>
                  <a:pt x="150284" y="44257"/>
                </a:cubicBezTo>
                <a:cubicBezTo>
                  <a:pt x="151213" y="42013"/>
                  <a:pt x="152479" y="40043"/>
                  <a:pt x="154082" y="38350"/>
                </a:cubicBezTo>
                <a:cubicBezTo>
                  <a:pt x="155686" y="36656"/>
                  <a:pt x="157606" y="35323"/>
                  <a:pt x="159843" y="34349"/>
                </a:cubicBezTo>
                <a:cubicBezTo>
                  <a:pt x="162080" y="33375"/>
                  <a:pt x="164591" y="32888"/>
                  <a:pt x="167376" y="32888"/>
                </a:cubicBezTo>
                <a:cubicBezTo>
                  <a:pt x="170077" y="32888"/>
                  <a:pt x="172545" y="33375"/>
                  <a:pt x="174783" y="34349"/>
                </a:cubicBezTo>
                <a:cubicBezTo>
                  <a:pt x="177020" y="35323"/>
                  <a:pt x="178961" y="36636"/>
                  <a:pt x="180607" y="38288"/>
                </a:cubicBezTo>
                <a:cubicBezTo>
                  <a:pt x="182253" y="39939"/>
                  <a:pt x="183561" y="41908"/>
                  <a:pt x="184531" y="44194"/>
                </a:cubicBezTo>
                <a:cubicBezTo>
                  <a:pt x="185502" y="46480"/>
                  <a:pt x="186072" y="48893"/>
                  <a:pt x="186241" y="51434"/>
                </a:cubicBezTo>
                <a:moveTo>
                  <a:pt x="196622" y="69610"/>
                </a:moveTo>
                <a:lnTo>
                  <a:pt x="185987" y="69610"/>
                </a:lnTo>
                <a:cubicBezTo>
                  <a:pt x="185059" y="73897"/>
                  <a:pt x="183139" y="77092"/>
                  <a:pt x="180227" y="79194"/>
                </a:cubicBezTo>
                <a:cubicBezTo>
                  <a:pt x="177315" y="81294"/>
                  <a:pt x="173580" y="82345"/>
                  <a:pt x="169022" y="82345"/>
                </a:cubicBezTo>
                <a:cubicBezTo>
                  <a:pt x="165477" y="82345"/>
                  <a:pt x="162397" y="81757"/>
                  <a:pt x="159780" y="80583"/>
                </a:cubicBezTo>
                <a:cubicBezTo>
                  <a:pt x="157164" y="79408"/>
                  <a:pt x="155012" y="77836"/>
                  <a:pt x="153323" y="75865"/>
                </a:cubicBezTo>
                <a:cubicBezTo>
                  <a:pt x="151635" y="73893"/>
                  <a:pt x="150411" y="71628"/>
                  <a:pt x="149651" y="69071"/>
                </a:cubicBezTo>
                <a:cubicBezTo>
                  <a:pt x="148891" y="66511"/>
                  <a:pt x="148553" y="63806"/>
                  <a:pt x="148638" y="60955"/>
                </a:cubicBezTo>
                <a:lnTo>
                  <a:pt x="197635" y="60955"/>
                </a:lnTo>
                <a:cubicBezTo>
                  <a:pt x="197804" y="56976"/>
                  <a:pt x="197445" y="52786"/>
                  <a:pt x="196559" y="48384"/>
                </a:cubicBezTo>
                <a:cubicBezTo>
                  <a:pt x="195673" y="43982"/>
                  <a:pt x="194069" y="39918"/>
                  <a:pt x="191746" y="36194"/>
                </a:cubicBezTo>
                <a:cubicBezTo>
                  <a:pt x="189426" y="32469"/>
                  <a:pt x="186345" y="29401"/>
                  <a:pt x="182504" y="26988"/>
                </a:cubicBezTo>
                <a:cubicBezTo>
                  <a:pt x="178664" y="24575"/>
                  <a:pt x="173831" y="23368"/>
                  <a:pt x="168007" y="23368"/>
                </a:cubicBezTo>
                <a:cubicBezTo>
                  <a:pt x="163535" y="23368"/>
                  <a:pt x="159420" y="24212"/>
                  <a:pt x="155663" y="25901"/>
                </a:cubicBezTo>
                <a:cubicBezTo>
                  <a:pt x="151907" y="27589"/>
                  <a:pt x="148658" y="29953"/>
                  <a:pt x="145914" y="32993"/>
                </a:cubicBezTo>
                <a:cubicBezTo>
                  <a:pt x="143171" y="36031"/>
                  <a:pt x="141040" y="39618"/>
                  <a:pt x="139520" y="43755"/>
                </a:cubicBezTo>
                <a:cubicBezTo>
                  <a:pt x="138001" y="47891"/>
                  <a:pt x="137242" y="52448"/>
                  <a:pt x="137242" y="57427"/>
                </a:cubicBezTo>
                <a:cubicBezTo>
                  <a:pt x="137411" y="62408"/>
                  <a:pt x="138150" y="67008"/>
                  <a:pt x="139458" y="71229"/>
                </a:cubicBezTo>
                <a:cubicBezTo>
                  <a:pt x="140767" y="75449"/>
                  <a:pt x="142729" y="79079"/>
                  <a:pt x="145345" y="82119"/>
                </a:cubicBezTo>
                <a:cubicBezTo>
                  <a:pt x="147962" y="85157"/>
                  <a:pt x="151190" y="87520"/>
                  <a:pt x="155031" y="89209"/>
                </a:cubicBezTo>
                <a:cubicBezTo>
                  <a:pt x="158872" y="90897"/>
                  <a:pt x="163408" y="91741"/>
                  <a:pt x="168641" y="91741"/>
                </a:cubicBezTo>
                <a:cubicBezTo>
                  <a:pt x="176070" y="91741"/>
                  <a:pt x="182232" y="89887"/>
                  <a:pt x="187127" y="86177"/>
                </a:cubicBezTo>
                <a:cubicBezTo>
                  <a:pt x="192023" y="82467"/>
                  <a:pt x="195188" y="76944"/>
                  <a:pt x="196622" y="69610"/>
                </a:cubicBezTo>
                <a:close/>
                <a:moveTo>
                  <a:pt x="208397" y="24888"/>
                </a:moveTo>
                <a:lnTo>
                  <a:pt x="208397" y="90381"/>
                </a:lnTo>
                <a:lnTo>
                  <a:pt x="219158" y="90381"/>
                </a:lnTo>
                <a:lnTo>
                  <a:pt x="219158" y="61231"/>
                </a:lnTo>
                <a:cubicBezTo>
                  <a:pt x="219158" y="57007"/>
                  <a:pt x="219579" y="53268"/>
                  <a:pt x="220423" y="50016"/>
                </a:cubicBezTo>
                <a:cubicBezTo>
                  <a:pt x="221268" y="46763"/>
                  <a:pt x="222619" y="43996"/>
                  <a:pt x="224476" y="41715"/>
                </a:cubicBezTo>
                <a:cubicBezTo>
                  <a:pt x="226333" y="39433"/>
                  <a:pt x="228781" y="37701"/>
                  <a:pt x="231819" y="36518"/>
                </a:cubicBezTo>
                <a:cubicBezTo>
                  <a:pt x="234857" y="35335"/>
                  <a:pt x="238529" y="34743"/>
                  <a:pt x="242833" y="34743"/>
                </a:cubicBezTo>
                <a:lnTo>
                  <a:pt x="242833" y="23368"/>
                </a:lnTo>
                <a:cubicBezTo>
                  <a:pt x="237010" y="23199"/>
                  <a:pt x="232199" y="24382"/>
                  <a:pt x="228400" y="26915"/>
                </a:cubicBezTo>
                <a:cubicBezTo>
                  <a:pt x="224602" y="29448"/>
                  <a:pt x="221395" y="33375"/>
                  <a:pt x="218779" y="38696"/>
                </a:cubicBezTo>
                <a:lnTo>
                  <a:pt x="218526" y="38696"/>
                </a:lnTo>
                <a:lnTo>
                  <a:pt x="218526" y="24888"/>
                </a:lnTo>
                <a:lnTo>
                  <a:pt x="208397" y="24888"/>
                </a:lnTo>
                <a:close/>
                <a:moveTo>
                  <a:pt x="280436" y="90381"/>
                </a:moveTo>
                <a:lnTo>
                  <a:pt x="304364" y="24975"/>
                </a:lnTo>
                <a:lnTo>
                  <a:pt x="293097" y="24975"/>
                </a:lnTo>
                <a:lnTo>
                  <a:pt x="275245" y="79501"/>
                </a:lnTo>
                <a:lnTo>
                  <a:pt x="274992" y="79501"/>
                </a:lnTo>
                <a:lnTo>
                  <a:pt x="256633" y="24975"/>
                </a:lnTo>
                <a:lnTo>
                  <a:pt x="244607" y="24975"/>
                </a:lnTo>
                <a:lnTo>
                  <a:pt x="268914" y="90381"/>
                </a:lnTo>
                <a:lnTo>
                  <a:pt x="280436" y="90381"/>
                </a:lnTo>
                <a:close/>
                <a:moveTo>
                  <a:pt x="372227" y="90095"/>
                </a:moveTo>
                <a:cubicBezTo>
                  <a:pt x="370370" y="91193"/>
                  <a:pt x="367796" y="91741"/>
                  <a:pt x="364504" y="91741"/>
                </a:cubicBezTo>
                <a:cubicBezTo>
                  <a:pt x="361719" y="91741"/>
                  <a:pt x="359504" y="90961"/>
                  <a:pt x="357858" y="89400"/>
                </a:cubicBezTo>
                <a:cubicBezTo>
                  <a:pt x="356212" y="87838"/>
                  <a:pt x="355389" y="85284"/>
                  <a:pt x="355389" y="81738"/>
                </a:cubicBezTo>
                <a:cubicBezTo>
                  <a:pt x="352435" y="85284"/>
                  <a:pt x="348995" y="87838"/>
                  <a:pt x="345069" y="89400"/>
                </a:cubicBezTo>
                <a:cubicBezTo>
                  <a:pt x="341145" y="90961"/>
                  <a:pt x="336904" y="91741"/>
                  <a:pt x="332346" y="91741"/>
                </a:cubicBezTo>
                <a:cubicBezTo>
                  <a:pt x="329391" y="91741"/>
                  <a:pt x="326584" y="91404"/>
                  <a:pt x="323925" y="90729"/>
                </a:cubicBezTo>
                <a:cubicBezTo>
                  <a:pt x="321266" y="90054"/>
                  <a:pt x="318967" y="88999"/>
                  <a:pt x="317026" y="87564"/>
                </a:cubicBezTo>
                <a:cubicBezTo>
                  <a:pt x="315085" y="86130"/>
                  <a:pt x="313545" y="84253"/>
                  <a:pt x="312405" y="81933"/>
                </a:cubicBezTo>
                <a:cubicBezTo>
                  <a:pt x="311265" y="79612"/>
                  <a:pt x="310695" y="76806"/>
                  <a:pt x="310695" y="73516"/>
                </a:cubicBezTo>
                <a:cubicBezTo>
                  <a:pt x="310695" y="69803"/>
                  <a:pt x="311328" y="66765"/>
                  <a:pt x="312594" y="64403"/>
                </a:cubicBezTo>
                <a:cubicBezTo>
                  <a:pt x="313860" y="62041"/>
                  <a:pt x="315527" y="60122"/>
                  <a:pt x="317594" y="58646"/>
                </a:cubicBezTo>
                <a:cubicBezTo>
                  <a:pt x="319662" y="57169"/>
                  <a:pt x="322026" y="56050"/>
                  <a:pt x="324684" y="55290"/>
                </a:cubicBezTo>
                <a:cubicBezTo>
                  <a:pt x="327343" y="54531"/>
                  <a:pt x="330066" y="53898"/>
                  <a:pt x="332852" y="53391"/>
                </a:cubicBezTo>
                <a:cubicBezTo>
                  <a:pt x="335806" y="52802"/>
                  <a:pt x="338613" y="52359"/>
                  <a:pt x="341271" y="52064"/>
                </a:cubicBezTo>
                <a:cubicBezTo>
                  <a:pt x="343929" y="51768"/>
                  <a:pt x="346271" y="51346"/>
                  <a:pt x="348297" y="50797"/>
                </a:cubicBezTo>
                <a:cubicBezTo>
                  <a:pt x="350323" y="50248"/>
                  <a:pt x="351927" y="49447"/>
                  <a:pt x="353108" y="48394"/>
                </a:cubicBezTo>
                <a:cubicBezTo>
                  <a:pt x="354290" y="47339"/>
                  <a:pt x="354881" y="45798"/>
                  <a:pt x="354881" y="43773"/>
                </a:cubicBezTo>
                <a:cubicBezTo>
                  <a:pt x="354881" y="41411"/>
                  <a:pt x="354438" y="39512"/>
                  <a:pt x="353552" y="38077"/>
                </a:cubicBezTo>
                <a:cubicBezTo>
                  <a:pt x="352666" y="36643"/>
                  <a:pt x="351526" y="35546"/>
                  <a:pt x="350133" y="34787"/>
                </a:cubicBezTo>
                <a:cubicBezTo>
                  <a:pt x="348740" y="34028"/>
                  <a:pt x="347179" y="33521"/>
                  <a:pt x="345448" y="33269"/>
                </a:cubicBezTo>
                <a:cubicBezTo>
                  <a:pt x="343718" y="33015"/>
                  <a:pt x="342010" y="32888"/>
                  <a:pt x="340322" y="32888"/>
                </a:cubicBezTo>
                <a:cubicBezTo>
                  <a:pt x="335764" y="32888"/>
                  <a:pt x="331966" y="33751"/>
                  <a:pt x="328928" y="35475"/>
                </a:cubicBezTo>
                <a:cubicBezTo>
                  <a:pt x="325890" y="37200"/>
                  <a:pt x="324244" y="40459"/>
                  <a:pt x="323990" y="45252"/>
                </a:cubicBezTo>
                <a:lnTo>
                  <a:pt x="313228" y="45252"/>
                </a:lnTo>
                <a:cubicBezTo>
                  <a:pt x="313396" y="41204"/>
                  <a:pt x="314240" y="37789"/>
                  <a:pt x="315759" y="35006"/>
                </a:cubicBezTo>
                <a:cubicBezTo>
                  <a:pt x="317278" y="32223"/>
                  <a:pt x="319304" y="29967"/>
                  <a:pt x="321836" y="28238"/>
                </a:cubicBezTo>
                <a:cubicBezTo>
                  <a:pt x="324368" y="26510"/>
                  <a:pt x="327259" y="25266"/>
                  <a:pt x="330508" y="24508"/>
                </a:cubicBezTo>
                <a:cubicBezTo>
                  <a:pt x="333759" y="23748"/>
                  <a:pt x="337241" y="23368"/>
                  <a:pt x="340954" y="23368"/>
                </a:cubicBezTo>
                <a:cubicBezTo>
                  <a:pt x="343909" y="23368"/>
                  <a:pt x="346842" y="23579"/>
                  <a:pt x="349754" y="24002"/>
                </a:cubicBezTo>
                <a:cubicBezTo>
                  <a:pt x="352666" y="24423"/>
                  <a:pt x="355304" y="25288"/>
                  <a:pt x="357667" y="26596"/>
                </a:cubicBezTo>
                <a:cubicBezTo>
                  <a:pt x="360030" y="27903"/>
                  <a:pt x="361929" y="29739"/>
                  <a:pt x="363364" y="32102"/>
                </a:cubicBezTo>
                <a:cubicBezTo>
                  <a:pt x="364799" y="34464"/>
                  <a:pt x="365516" y="37544"/>
                  <a:pt x="365516" y="41340"/>
                </a:cubicBezTo>
                <a:lnTo>
                  <a:pt x="365516" y="75003"/>
                </a:lnTo>
                <a:cubicBezTo>
                  <a:pt x="365516" y="77535"/>
                  <a:pt x="365664" y="79392"/>
                  <a:pt x="365959" y="80573"/>
                </a:cubicBezTo>
                <a:cubicBezTo>
                  <a:pt x="366255" y="81754"/>
                  <a:pt x="367247" y="82345"/>
                  <a:pt x="368936" y="82345"/>
                </a:cubicBezTo>
                <a:cubicBezTo>
                  <a:pt x="369864" y="82345"/>
                  <a:pt x="370961" y="82142"/>
                  <a:pt x="372227" y="81738"/>
                </a:cubicBezTo>
                <a:lnTo>
                  <a:pt x="372227" y="90095"/>
                </a:lnTo>
                <a:moveTo>
                  <a:pt x="354756" y="56542"/>
                </a:moveTo>
                <a:cubicBezTo>
                  <a:pt x="353404" y="57555"/>
                  <a:pt x="351632" y="58293"/>
                  <a:pt x="349437" y="58756"/>
                </a:cubicBezTo>
                <a:cubicBezTo>
                  <a:pt x="347244" y="59220"/>
                  <a:pt x="344944" y="59599"/>
                  <a:pt x="342538" y="59894"/>
                </a:cubicBezTo>
                <a:cubicBezTo>
                  <a:pt x="340132" y="60189"/>
                  <a:pt x="337705" y="60527"/>
                  <a:pt x="335257" y="60906"/>
                </a:cubicBezTo>
                <a:cubicBezTo>
                  <a:pt x="332810" y="61285"/>
                  <a:pt x="330616" y="61896"/>
                  <a:pt x="328675" y="62740"/>
                </a:cubicBezTo>
                <a:cubicBezTo>
                  <a:pt x="326734" y="63583"/>
                  <a:pt x="325151" y="64785"/>
                  <a:pt x="323927" y="66345"/>
                </a:cubicBezTo>
                <a:cubicBezTo>
                  <a:pt x="322703" y="67904"/>
                  <a:pt x="322091" y="70033"/>
                  <a:pt x="322091" y="72732"/>
                </a:cubicBezTo>
                <a:cubicBezTo>
                  <a:pt x="322091" y="74502"/>
                  <a:pt x="322450" y="76000"/>
                  <a:pt x="323167" y="77223"/>
                </a:cubicBezTo>
                <a:cubicBezTo>
                  <a:pt x="323885" y="78445"/>
                  <a:pt x="324813" y="79436"/>
                  <a:pt x="325953" y="80194"/>
                </a:cubicBezTo>
                <a:cubicBezTo>
                  <a:pt x="327093" y="80953"/>
                  <a:pt x="328422" y="81501"/>
                  <a:pt x="329940" y="81838"/>
                </a:cubicBezTo>
                <a:cubicBezTo>
                  <a:pt x="331460" y="82176"/>
                  <a:pt x="333064" y="82345"/>
                  <a:pt x="334751" y="82345"/>
                </a:cubicBezTo>
                <a:cubicBezTo>
                  <a:pt x="338297" y="82345"/>
                  <a:pt x="341335" y="81860"/>
                  <a:pt x="343867" y="80890"/>
                </a:cubicBezTo>
                <a:cubicBezTo>
                  <a:pt x="346399" y="79920"/>
                  <a:pt x="348467" y="78698"/>
                  <a:pt x="350071" y="77223"/>
                </a:cubicBezTo>
                <a:cubicBezTo>
                  <a:pt x="351674" y="75747"/>
                  <a:pt x="352856" y="74145"/>
                  <a:pt x="353616" y="72417"/>
                </a:cubicBezTo>
                <a:cubicBezTo>
                  <a:pt x="354376" y="70687"/>
                  <a:pt x="354756" y="69064"/>
                  <a:pt x="354756" y="67546"/>
                </a:cubicBezTo>
                <a:lnTo>
                  <a:pt x="354756" y="56542"/>
                </a:lnTo>
                <a:close/>
                <a:moveTo>
                  <a:pt x="382862" y="0"/>
                </a:moveTo>
                <a:lnTo>
                  <a:pt x="382862" y="90381"/>
                </a:lnTo>
                <a:lnTo>
                  <a:pt x="393625" y="90381"/>
                </a:lnTo>
                <a:lnTo>
                  <a:pt x="393625" y="0"/>
                </a:lnTo>
                <a:lnTo>
                  <a:pt x="38286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E34196-ABCD-48A6-A421-41F81FC0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3332" y="807380"/>
            <a:ext cx="478559" cy="10"/>
          </a:xfrm>
          <a:custGeom xmlns:a="http://schemas.openxmlformats.org/drawingml/2006/main">
            <a:pathLst>
              <a:path w="478559" h="1" fill="none">
                <a:moveTo>
                  <a:pt x="47855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5217" cap="rnd">
            <a:solidFill>
              <a:srgbClr val="0096FF"/>
            </a:solidFill>
            <a:round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BF6A0A-A7C6-4C39-9511-1396C94C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3106" y="758546"/>
            <a:ext cx="130225" cy="97669"/>
          </a:xfrm>
          <a:custGeom xmlns:a="http://schemas.openxmlformats.org/drawingml/2006/main">
            <a:pathLst>
              <a:path w="130225" h="97669">
                <a:moveTo>
                  <a:pt x="0" y="48834"/>
                </a:moveTo>
                <a:lnTo>
                  <a:pt x="130225" y="97669"/>
                </a:lnTo>
                <a:lnTo>
                  <a:pt x="130225" y="0"/>
                </a:lnTo>
                <a:lnTo>
                  <a:pt x="0" y="48834"/>
                </a:lnTo>
                <a:close/>
              </a:path>
            </a:pathLst>
          </a:custGeom>
          <a:solidFill xmlns:a="http://schemas.openxmlformats.org/drawingml/2006/main">
            <a:srgbClr val="009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D0E5D2-AF29-4C38-810D-0890FDD2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3105" y="758545"/>
            <a:ext cx="130227" cy="97669"/>
          </a:xfrm>
          <a:custGeom xmlns:a="http://schemas.openxmlformats.org/drawingml/2006/main">
            <a:pathLst>
              <a:path w="130227" h="97669" fill="none">
                <a:moveTo>
                  <a:pt x="0" y="48834"/>
                </a:moveTo>
                <a:lnTo>
                  <a:pt x="130227" y="97669"/>
                </a:lnTo>
                <a:lnTo>
                  <a:pt x="130227" y="0"/>
                </a:lnTo>
                <a:lnTo>
                  <a:pt x="0" y="4883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5217" cap="flat">
            <a:solidFill>
              <a:srgbClr val="0096FF"/>
            </a:solidFill>
            <a:miter/>
          </a:ln>
        </p:spPr>
      </p:sp>
      <p:sp>
        <p:nvSpPr>
          <p:cNvPr id="148" name="Text EncryptedMAC">
            <a:extLst xmlns:a="http://schemas.openxmlformats.org/drawingml/2006/main">
              <a:ext uri="{FF2B5EF4-FFF2-40B4-BE49-F238E27FC236}">
                <a16:creationId xmlns:a16="http://schemas.microsoft.com/office/drawing/2014/main" id="{AC3012CD-B790-457A-A404-8A6EC26E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1519" y="760520"/>
            <a:ext cx="946303" cy="127306"/>
          </a:xfrm>
          <a:custGeom xmlns:a="http://schemas.openxmlformats.org/drawingml/2006/main">
            <a:pathLst>
              <a:path w="946303" h="127306">
                <a:moveTo>
                  <a:pt x="0" y="2384"/>
                </a:moveTo>
                <a:lnTo>
                  <a:pt x="0" y="99221"/>
                </a:lnTo>
                <a:lnTo>
                  <a:pt x="67283" y="99221"/>
                </a:lnTo>
                <a:lnTo>
                  <a:pt x="67283" y="88359"/>
                </a:lnTo>
                <a:lnTo>
                  <a:pt x="12887" y="88359"/>
                </a:lnTo>
                <a:lnTo>
                  <a:pt x="12887" y="54843"/>
                </a:lnTo>
                <a:lnTo>
                  <a:pt x="63214" y="54843"/>
                </a:lnTo>
                <a:lnTo>
                  <a:pt x="63214" y="43981"/>
                </a:lnTo>
                <a:lnTo>
                  <a:pt x="12887" y="43981"/>
                </a:lnTo>
                <a:lnTo>
                  <a:pt x="12887" y="13247"/>
                </a:lnTo>
                <a:lnTo>
                  <a:pt x="66876" y="13247"/>
                </a:lnTo>
                <a:lnTo>
                  <a:pt x="66876" y="2384"/>
                </a:lnTo>
                <a:lnTo>
                  <a:pt x="0" y="2384"/>
                </a:lnTo>
                <a:close/>
                <a:moveTo>
                  <a:pt x="80983" y="29051"/>
                </a:moveTo>
                <a:lnTo>
                  <a:pt x="80983" y="99221"/>
                </a:lnTo>
                <a:lnTo>
                  <a:pt x="92514" y="99221"/>
                </a:lnTo>
                <a:lnTo>
                  <a:pt x="92514" y="59602"/>
                </a:lnTo>
                <a:cubicBezTo>
                  <a:pt x="92514" y="56436"/>
                  <a:pt x="92943" y="53519"/>
                  <a:pt x="93801" y="50851"/>
                </a:cubicBezTo>
                <a:cubicBezTo>
                  <a:pt x="94661" y="48182"/>
                  <a:pt x="95950" y="45853"/>
                  <a:pt x="97668" y="43863"/>
                </a:cubicBezTo>
                <a:cubicBezTo>
                  <a:pt x="99386" y="41873"/>
                  <a:pt x="101534" y="40336"/>
                  <a:pt x="104111" y="39251"/>
                </a:cubicBezTo>
                <a:cubicBezTo>
                  <a:pt x="106689" y="38165"/>
                  <a:pt x="109741" y="37622"/>
                  <a:pt x="113268" y="37622"/>
                </a:cubicBezTo>
                <a:cubicBezTo>
                  <a:pt x="117699" y="37622"/>
                  <a:pt x="121181" y="38889"/>
                  <a:pt x="123713" y="41422"/>
                </a:cubicBezTo>
                <a:cubicBezTo>
                  <a:pt x="126245" y="43954"/>
                  <a:pt x="127511" y="47391"/>
                  <a:pt x="127511" y="51732"/>
                </a:cubicBezTo>
                <a:lnTo>
                  <a:pt x="127511" y="99221"/>
                </a:lnTo>
                <a:lnTo>
                  <a:pt x="139042" y="99221"/>
                </a:lnTo>
                <a:lnTo>
                  <a:pt x="139042" y="53074"/>
                </a:lnTo>
                <a:cubicBezTo>
                  <a:pt x="139042" y="49273"/>
                  <a:pt x="138658" y="45813"/>
                  <a:pt x="137890" y="42691"/>
                </a:cubicBezTo>
                <a:cubicBezTo>
                  <a:pt x="137121" y="39570"/>
                  <a:pt x="135787" y="36878"/>
                  <a:pt x="133886" y="34617"/>
                </a:cubicBezTo>
                <a:cubicBezTo>
                  <a:pt x="131988" y="32354"/>
                  <a:pt x="129501" y="30589"/>
                  <a:pt x="126427" y="29322"/>
                </a:cubicBezTo>
                <a:cubicBezTo>
                  <a:pt x="123352" y="28055"/>
                  <a:pt x="119508" y="27422"/>
                  <a:pt x="114895" y="27422"/>
                </a:cubicBezTo>
                <a:cubicBezTo>
                  <a:pt x="104495" y="27422"/>
                  <a:pt x="96898" y="31675"/>
                  <a:pt x="92106" y="40180"/>
                </a:cubicBezTo>
                <a:lnTo>
                  <a:pt x="91835" y="40180"/>
                </a:lnTo>
                <a:lnTo>
                  <a:pt x="91835" y="29051"/>
                </a:lnTo>
                <a:lnTo>
                  <a:pt x="80983" y="29051"/>
                </a:lnTo>
                <a:close/>
                <a:moveTo>
                  <a:pt x="204019" y="51532"/>
                </a:moveTo>
                <a:lnTo>
                  <a:pt x="215958" y="51532"/>
                </a:lnTo>
                <a:cubicBezTo>
                  <a:pt x="215505" y="47378"/>
                  <a:pt x="214420" y="43789"/>
                  <a:pt x="212702" y="40764"/>
                </a:cubicBezTo>
                <a:cubicBezTo>
                  <a:pt x="210984" y="37738"/>
                  <a:pt x="208790" y="35232"/>
                  <a:pt x="206122" y="33246"/>
                </a:cubicBezTo>
                <a:cubicBezTo>
                  <a:pt x="203454" y="31259"/>
                  <a:pt x="200380" y="29792"/>
                  <a:pt x="196898" y="28844"/>
                </a:cubicBezTo>
                <a:cubicBezTo>
                  <a:pt x="193417" y="27896"/>
                  <a:pt x="189686" y="27422"/>
                  <a:pt x="185706" y="27422"/>
                </a:cubicBezTo>
                <a:cubicBezTo>
                  <a:pt x="180190" y="27422"/>
                  <a:pt x="175351" y="28394"/>
                  <a:pt x="171190" y="30338"/>
                </a:cubicBezTo>
                <a:cubicBezTo>
                  <a:pt x="167031" y="32282"/>
                  <a:pt x="163573" y="34951"/>
                  <a:pt x="160814" y="38342"/>
                </a:cubicBezTo>
                <a:cubicBezTo>
                  <a:pt x="158056" y="41734"/>
                  <a:pt x="155998" y="45714"/>
                  <a:pt x="154642" y="50281"/>
                </a:cubicBezTo>
                <a:cubicBezTo>
                  <a:pt x="153285" y="54848"/>
                  <a:pt x="152607" y="59754"/>
                  <a:pt x="152607" y="65000"/>
                </a:cubicBezTo>
                <a:cubicBezTo>
                  <a:pt x="152607" y="70245"/>
                  <a:pt x="153308" y="75061"/>
                  <a:pt x="154710" y="79448"/>
                </a:cubicBezTo>
                <a:cubicBezTo>
                  <a:pt x="156112" y="83835"/>
                  <a:pt x="158192" y="87611"/>
                  <a:pt x="160951" y="90776"/>
                </a:cubicBezTo>
                <a:cubicBezTo>
                  <a:pt x="163709" y="93941"/>
                  <a:pt x="167145" y="96382"/>
                  <a:pt x="171259" y="98102"/>
                </a:cubicBezTo>
                <a:cubicBezTo>
                  <a:pt x="175374" y="99820"/>
                  <a:pt x="180099" y="100679"/>
                  <a:pt x="185435" y="100679"/>
                </a:cubicBezTo>
                <a:cubicBezTo>
                  <a:pt x="194388" y="100679"/>
                  <a:pt x="201464" y="98325"/>
                  <a:pt x="206664" y="93618"/>
                </a:cubicBezTo>
                <a:cubicBezTo>
                  <a:pt x="211865" y="88911"/>
                  <a:pt x="215098" y="82213"/>
                  <a:pt x="216363" y="73522"/>
                </a:cubicBezTo>
                <a:lnTo>
                  <a:pt x="204563" y="73522"/>
                </a:lnTo>
                <a:cubicBezTo>
                  <a:pt x="203839" y="78946"/>
                  <a:pt x="201871" y="83151"/>
                  <a:pt x="198660" y="86136"/>
                </a:cubicBezTo>
                <a:cubicBezTo>
                  <a:pt x="195450" y="89119"/>
                  <a:pt x="190996" y="90611"/>
                  <a:pt x="185299" y="90611"/>
                </a:cubicBezTo>
                <a:cubicBezTo>
                  <a:pt x="181682" y="90611"/>
                  <a:pt x="178562" y="89888"/>
                  <a:pt x="175939" y="88444"/>
                </a:cubicBezTo>
                <a:cubicBezTo>
                  <a:pt x="173317" y="86997"/>
                  <a:pt x="171192" y="85077"/>
                  <a:pt x="169564" y="82683"/>
                </a:cubicBezTo>
                <a:cubicBezTo>
                  <a:pt x="167937" y="80289"/>
                  <a:pt x="166739" y="77556"/>
                  <a:pt x="165970" y="74484"/>
                </a:cubicBezTo>
                <a:cubicBezTo>
                  <a:pt x="165202" y="71413"/>
                  <a:pt x="164817" y="68251"/>
                  <a:pt x="164817" y="64998"/>
                </a:cubicBezTo>
                <a:cubicBezTo>
                  <a:pt x="164817" y="61474"/>
                  <a:pt x="165179" y="58063"/>
                  <a:pt x="165902" y="54767"/>
                </a:cubicBezTo>
                <a:cubicBezTo>
                  <a:pt x="166625" y="51469"/>
                  <a:pt x="167823" y="48555"/>
                  <a:pt x="169495" y="46026"/>
                </a:cubicBezTo>
                <a:cubicBezTo>
                  <a:pt x="171169" y="43495"/>
                  <a:pt x="173407" y="41462"/>
                  <a:pt x="176210" y="39926"/>
                </a:cubicBezTo>
                <a:cubicBezTo>
                  <a:pt x="179014" y="38390"/>
                  <a:pt x="182496" y="37622"/>
                  <a:pt x="186657" y="37622"/>
                </a:cubicBezTo>
                <a:cubicBezTo>
                  <a:pt x="191540" y="37622"/>
                  <a:pt x="195429" y="38838"/>
                  <a:pt x="198322" y="41269"/>
                </a:cubicBezTo>
                <a:cubicBezTo>
                  <a:pt x="201216" y="43699"/>
                  <a:pt x="203115" y="47120"/>
                  <a:pt x="204019" y="51532"/>
                </a:cubicBezTo>
                <a:close/>
                <a:moveTo>
                  <a:pt x="228844" y="29051"/>
                </a:moveTo>
                <a:lnTo>
                  <a:pt x="228844" y="99221"/>
                </a:lnTo>
                <a:lnTo>
                  <a:pt x="240373" y="99221"/>
                </a:lnTo>
                <a:lnTo>
                  <a:pt x="240373" y="67989"/>
                </a:lnTo>
                <a:cubicBezTo>
                  <a:pt x="240373" y="63463"/>
                  <a:pt x="240825" y="59458"/>
                  <a:pt x="241729" y="55974"/>
                </a:cubicBezTo>
                <a:cubicBezTo>
                  <a:pt x="242634" y="52488"/>
                  <a:pt x="244082" y="49523"/>
                  <a:pt x="246071" y="47079"/>
                </a:cubicBezTo>
                <a:cubicBezTo>
                  <a:pt x="248061" y="44634"/>
                  <a:pt x="250684" y="42778"/>
                  <a:pt x="253939" y="41511"/>
                </a:cubicBezTo>
                <a:cubicBezTo>
                  <a:pt x="257194" y="40243"/>
                  <a:pt x="261128" y="39609"/>
                  <a:pt x="265739" y="39609"/>
                </a:cubicBezTo>
                <a:lnTo>
                  <a:pt x="265739" y="27422"/>
                </a:lnTo>
                <a:cubicBezTo>
                  <a:pt x="259501" y="27241"/>
                  <a:pt x="254346" y="28508"/>
                  <a:pt x="250275" y="31222"/>
                </a:cubicBezTo>
                <a:cubicBezTo>
                  <a:pt x="246206" y="33936"/>
                  <a:pt x="242770" y="38144"/>
                  <a:pt x="239967" y="43844"/>
                </a:cubicBezTo>
                <a:lnTo>
                  <a:pt x="239696" y="43844"/>
                </a:lnTo>
                <a:lnTo>
                  <a:pt x="239696" y="29051"/>
                </a:lnTo>
                <a:lnTo>
                  <a:pt x="228844" y="29051"/>
                </a:lnTo>
                <a:close/>
                <a:moveTo>
                  <a:pt x="301959" y="108596"/>
                </a:moveTo>
                <a:cubicBezTo>
                  <a:pt x="300603" y="112031"/>
                  <a:pt x="299269" y="114923"/>
                  <a:pt x="297958" y="117273"/>
                </a:cubicBezTo>
                <a:cubicBezTo>
                  <a:pt x="296647" y="119623"/>
                  <a:pt x="295200" y="121543"/>
                  <a:pt x="293618" y="123033"/>
                </a:cubicBezTo>
                <a:cubicBezTo>
                  <a:pt x="292035" y="124525"/>
                  <a:pt x="290271" y="125610"/>
                  <a:pt x="288327" y="126287"/>
                </a:cubicBezTo>
                <a:cubicBezTo>
                  <a:pt x="286383" y="126966"/>
                  <a:pt x="284144" y="127306"/>
                  <a:pt x="281612" y="127306"/>
                </a:cubicBezTo>
                <a:cubicBezTo>
                  <a:pt x="280256" y="127306"/>
                  <a:pt x="278899" y="127215"/>
                  <a:pt x="277543" y="127034"/>
                </a:cubicBezTo>
                <a:cubicBezTo>
                  <a:pt x="276186" y="126854"/>
                  <a:pt x="274875" y="126537"/>
                  <a:pt x="273608" y="126084"/>
                </a:cubicBezTo>
                <a:lnTo>
                  <a:pt x="273608" y="115509"/>
                </a:lnTo>
                <a:cubicBezTo>
                  <a:pt x="274603" y="115952"/>
                  <a:pt x="275756" y="116329"/>
                  <a:pt x="277067" y="116639"/>
                </a:cubicBezTo>
                <a:cubicBezTo>
                  <a:pt x="278379" y="116950"/>
                  <a:pt x="279487" y="117105"/>
                  <a:pt x="280391" y="117105"/>
                </a:cubicBezTo>
                <a:cubicBezTo>
                  <a:pt x="282742" y="117105"/>
                  <a:pt x="284709" y="116540"/>
                  <a:pt x="286292" y="115410"/>
                </a:cubicBezTo>
                <a:cubicBezTo>
                  <a:pt x="287875" y="114281"/>
                  <a:pt x="289073" y="112678"/>
                  <a:pt x="289886" y="110600"/>
                </a:cubicBezTo>
                <a:lnTo>
                  <a:pt x="294634" y="98807"/>
                </a:lnTo>
                <a:lnTo>
                  <a:pt x="266825" y="29144"/>
                </a:lnTo>
                <a:lnTo>
                  <a:pt x="279849" y="29144"/>
                </a:lnTo>
                <a:lnTo>
                  <a:pt x="300332" y="86496"/>
                </a:lnTo>
                <a:lnTo>
                  <a:pt x="300603" y="86496"/>
                </a:lnTo>
                <a:lnTo>
                  <a:pt x="320271" y="29144"/>
                </a:lnTo>
                <a:lnTo>
                  <a:pt x="332481" y="29144"/>
                </a:lnTo>
                <a:lnTo>
                  <a:pt x="301959" y="108596"/>
                </a:lnTo>
                <a:close/>
                <a:moveTo>
                  <a:pt x="342655" y="29051"/>
                </a:moveTo>
                <a:lnTo>
                  <a:pt x="342655" y="125981"/>
                </a:lnTo>
                <a:lnTo>
                  <a:pt x="354184" y="125981"/>
                </a:lnTo>
                <a:lnTo>
                  <a:pt x="354184" y="89826"/>
                </a:lnTo>
                <a:lnTo>
                  <a:pt x="354457" y="89826"/>
                </a:lnTo>
                <a:cubicBezTo>
                  <a:pt x="355724" y="91906"/>
                  <a:pt x="357284" y="93647"/>
                  <a:pt x="359137" y="95049"/>
                </a:cubicBezTo>
                <a:cubicBezTo>
                  <a:pt x="360990" y="96451"/>
                  <a:pt x="362957" y="97559"/>
                  <a:pt x="365036" y="98373"/>
                </a:cubicBezTo>
                <a:cubicBezTo>
                  <a:pt x="367117" y="99187"/>
                  <a:pt x="369220" y="99775"/>
                  <a:pt x="371345" y="100136"/>
                </a:cubicBezTo>
                <a:cubicBezTo>
                  <a:pt x="373470" y="100498"/>
                  <a:pt x="375392" y="100679"/>
                  <a:pt x="377112" y="100679"/>
                </a:cubicBezTo>
                <a:cubicBezTo>
                  <a:pt x="382447" y="100679"/>
                  <a:pt x="387126" y="99729"/>
                  <a:pt x="391150" y="97831"/>
                </a:cubicBezTo>
                <a:cubicBezTo>
                  <a:pt x="395175" y="95930"/>
                  <a:pt x="398521" y="93330"/>
                  <a:pt x="401189" y="90029"/>
                </a:cubicBezTo>
                <a:cubicBezTo>
                  <a:pt x="403856" y="86728"/>
                  <a:pt x="405845" y="82863"/>
                  <a:pt x="407156" y="78432"/>
                </a:cubicBezTo>
                <a:cubicBezTo>
                  <a:pt x="408468" y="73999"/>
                  <a:pt x="409124" y="69296"/>
                  <a:pt x="409124" y="64321"/>
                </a:cubicBezTo>
                <a:cubicBezTo>
                  <a:pt x="409124" y="59347"/>
                  <a:pt x="408446" y="54644"/>
                  <a:pt x="407090" y="50213"/>
                </a:cubicBezTo>
                <a:cubicBezTo>
                  <a:pt x="405733" y="45781"/>
                  <a:pt x="403721" y="41869"/>
                  <a:pt x="401052" y="38479"/>
                </a:cubicBezTo>
                <a:cubicBezTo>
                  <a:pt x="398385" y="35087"/>
                  <a:pt x="395039" y="32396"/>
                  <a:pt x="391015" y="30406"/>
                </a:cubicBezTo>
                <a:cubicBezTo>
                  <a:pt x="386991" y="28417"/>
                  <a:pt x="382266" y="27422"/>
                  <a:pt x="376839" y="27422"/>
                </a:cubicBezTo>
                <a:cubicBezTo>
                  <a:pt x="371955" y="27422"/>
                  <a:pt x="367479" y="28304"/>
                  <a:pt x="363409" y="30069"/>
                </a:cubicBezTo>
                <a:cubicBezTo>
                  <a:pt x="359340" y="31834"/>
                  <a:pt x="356356" y="34662"/>
                  <a:pt x="354457" y="38553"/>
                </a:cubicBezTo>
                <a:lnTo>
                  <a:pt x="354184" y="38553"/>
                </a:lnTo>
                <a:lnTo>
                  <a:pt x="354184" y="29051"/>
                </a:lnTo>
                <a:lnTo>
                  <a:pt x="342655" y="29051"/>
                </a:lnTo>
                <a:moveTo>
                  <a:pt x="396914" y="63506"/>
                </a:moveTo>
                <a:cubicBezTo>
                  <a:pt x="396914" y="66939"/>
                  <a:pt x="396552" y="70282"/>
                  <a:pt x="395828" y="73534"/>
                </a:cubicBezTo>
                <a:cubicBezTo>
                  <a:pt x="395105" y="76787"/>
                  <a:pt x="393929" y="79678"/>
                  <a:pt x="392301" y="82209"/>
                </a:cubicBezTo>
                <a:cubicBezTo>
                  <a:pt x="390674" y="84739"/>
                  <a:pt x="388526" y="86771"/>
                  <a:pt x="385859" y="88307"/>
                </a:cubicBezTo>
                <a:cubicBezTo>
                  <a:pt x="383192" y="89843"/>
                  <a:pt x="379868" y="90611"/>
                  <a:pt x="375889" y="90611"/>
                </a:cubicBezTo>
                <a:cubicBezTo>
                  <a:pt x="371910" y="90611"/>
                  <a:pt x="368519" y="89866"/>
                  <a:pt x="365715" y="88375"/>
                </a:cubicBezTo>
                <a:cubicBezTo>
                  <a:pt x="362911" y="86884"/>
                  <a:pt x="360627" y="84919"/>
                  <a:pt x="358864" y="82480"/>
                </a:cubicBezTo>
                <a:cubicBezTo>
                  <a:pt x="357102" y="80041"/>
                  <a:pt x="355814" y="77217"/>
                  <a:pt x="354999" y="74010"/>
                </a:cubicBezTo>
                <a:cubicBezTo>
                  <a:pt x="354185" y="70802"/>
                  <a:pt x="353778" y="67481"/>
                  <a:pt x="353778" y="64048"/>
                </a:cubicBezTo>
                <a:cubicBezTo>
                  <a:pt x="353778" y="60796"/>
                  <a:pt x="354162" y="57589"/>
                  <a:pt x="354931" y="54427"/>
                </a:cubicBezTo>
                <a:cubicBezTo>
                  <a:pt x="355700" y="51265"/>
                  <a:pt x="356943" y="48441"/>
                  <a:pt x="358661" y="45957"/>
                </a:cubicBezTo>
                <a:cubicBezTo>
                  <a:pt x="360379" y="43472"/>
                  <a:pt x="362594" y="41462"/>
                  <a:pt x="365307" y="39926"/>
                </a:cubicBezTo>
                <a:cubicBezTo>
                  <a:pt x="368020" y="38390"/>
                  <a:pt x="371321" y="37622"/>
                  <a:pt x="375210" y="37622"/>
                </a:cubicBezTo>
                <a:cubicBezTo>
                  <a:pt x="378917" y="37622"/>
                  <a:pt x="382151" y="38345"/>
                  <a:pt x="384909" y="39791"/>
                </a:cubicBezTo>
                <a:cubicBezTo>
                  <a:pt x="387667" y="41236"/>
                  <a:pt x="389928" y="43178"/>
                  <a:pt x="391692" y="45618"/>
                </a:cubicBezTo>
                <a:cubicBezTo>
                  <a:pt x="393456" y="48058"/>
                  <a:pt x="394766" y="50836"/>
                  <a:pt x="395625" y="53953"/>
                </a:cubicBezTo>
                <a:cubicBezTo>
                  <a:pt x="396484" y="57069"/>
                  <a:pt x="396914" y="60253"/>
                  <a:pt x="396914" y="63506"/>
                </a:cubicBezTo>
                <a:close/>
                <a:moveTo>
                  <a:pt x="438697" y="29011"/>
                </a:moveTo>
                <a:lnTo>
                  <a:pt x="438697" y="8081"/>
                </a:lnTo>
                <a:lnTo>
                  <a:pt x="427166" y="8081"/>
                </a:lnTo>
                <a:lnTo>
                  <a:pt x="427166" y="29011"/>
                </a:lnTo>
                <a:lnTo>
                  <a:pt x="415229" y="29011"/>
                </a:lnTo>
                <a:lnTo>
                  <a:pt x="415229" y="39212"/>
                </a:lnTo>
                <a:lnTo>
                  <a:pt x="427166" y="39212"/>
                </a:lnTo>
                <a:lnTo>
                  <a:pt x="427166" y="83880"/>
                </a:lnTo>
                <a:cubicBezTo>
                  <a:pt x="427166" y="87138"/>
                  <a:pt x="427482" y="89762"/>
                  <a:pt x="428116" y="91753"/>
                </a:cubicBezTo>
                <a:cubicBezTo>
                  <a:pt x="428749" y="93745"/>
                  <a:pt x="429721" y="95284"/>
                  <a:pt x="431032" y="96371"/>
                </a:cubicBezTo>
                <a:cubicBezTo>
                  <a:pt x="432343" y="97457"/>
                  <a:pt x="434061" y="98204"/>
                  <a:pt x="436186" y="98611"/>
                </a:cubicBezTo>
                <a:cubicBezTo>
                  <a:pt x="438311" y="99018"/>
                  <a:pt x="440866" y="99221"/>
                  <a:pt x="443851" y="99221"/>
                </a:cubicBezTo>
                <a:lnTo>
                  <a:pt x="452669" y="99221"/>
                </a:lnTo>
                <a:lnTo>
                  <a:pt x="452669" y="89021"/>
                </a:lnTo>
                <a:lnTo>
                  <a:pt x="447378" y="89021"/>
                </a:lnTo>
                <a:cubicBezTo>
                  <a:pt x="445569" y="89021"/>
                  <a:pt x="444099" y="88954"/>
                  <a:pt x="442969" y="88818"/>
                </a:cubicBezTo>
                <a:cubicBezTo>
                  <a:pt x="441839" y="88682"/>
                  <a:pt x="440957" y="88388"/>
                  <a:pt x="440324" y="87937"/>
                </a:cubicBezTo>
                <a:cubicBezTo>
                  <a:pt x="439692" y="87484"/>
                  <a:pt x="439263" y="86851"/>
                  <a:pt x="439036" y="86036"/>
                </a:cubicBezTo>
                <a:cubicBezTo>
                  <a:pt x="438810" y="85221"/>
                  <a:pt x="438697" y="84135"/>
                  <a:pt x="438697" y="82778"/>
                </a:cubicBezTo>
                <a:lnTo>
                  <a:pt x="438697" y="39212"/>
                </a:lnTo>
                <a:lnTo>
                  <a:pt x="452669" y="39212"/>
                </a:lnTo>
                <a:lnTo>
                  <a:pt x="452669" y="29011"/>
                </a:lnTo>
                <a:lnTo>
                  <a:pt x="438697" y="29011"/>
                </a:lnTo>
                <a:close/>
                <a:moveTo>
                  <a:pt x="514119" y="57493"/>
                </a:moveTo>
                <a:lnTo>
                  <a:pt x="473831" y="57493"/>
                </a:lnTo>
                <a:cubicBezTo>
                  <a:pt x="474011" y="54770"/>
                  <a:pt x="474599" y="52207"/>
                  <a:pt x="475594" y="49803"/>
                </a:cubicBezTo>
                <a:cubicBezTo>
                  <a:pt x="476589" y="47398"/>
                  <a:pt x="477945" y="45288"/>
                  <a:pt x="479663" y="43474"/>
                </a:cubicBezTo>
                <a:cubicBezTo>
                  <a:pt x="481381" y="41659"/>
                  <a:pt x="483439" y="40230"/>
                  <a:pt x="485836" y="39187"/>
                </a:cubicBezTo>
                <a:cubicBezTo>
                  <a:pt x="488233" y="38144"/>
                  <a:pt x="490923" y="37622"/>
                  <a:pt x="493906" y="37622"/>
                </a:cubicBezTo>
                <a:cubicBezTo>
                  <a:pt x="496800" y="37622"/>
                  <a:pt x="499445" y="38144"/>
                  <a:pt x="501842" y="39187"/>
                </a:cubicBezTo>
                <a:cubicBezTo>
                  <a:pt x="504239" y="40230"/>
                  <a:pt x="506319" y="41637"/>
                  <a:pt x="508083" y="43407"/>
                </a:cubicBezTo>
                <a:cubicBezTo>
                  <a:pt x="509846" y="45176"/>
                  <a:pt x="511248" y="47286"/>
                  <a:pt x="512287" y="49735"/>
                </a:cubicBezTo>
                <a:cubicBezTo>
                  <a:pt x="513327" y="52184"/>
                  <a:pt x="513938" y="54770"/>
                  <a:pt x="514119" y="57493"/>
                </a:cubicBezTo>
                <a:moveTo>
                  <a:pt x="525242" y="76966"/>
                </a:moveTo>
                <a:lnTo>
                  <a:pt x="513847" y="76966"/>
                </a:lnTo>
                <a:cubicBezTo>
                  <a:pt x="512852" y="81560"/>
                  <a:pt x="510795" y="84983"/>
                  <a:pt x="507675" y="87235"/>
                </a:cubicBezTo>
                <a:cubicBezTo>
                  <a:pt x="504555" y="89485"/>
                  <a:pt x="500553" y="90611"/>
                  <a:pt x="495670" y="90611"/>
                </a:cubicBezTo>
                <a:cubicBezTo>
                  <a:pt x="491872" y="90611"/>
                  <a:pt x="488571" y="89982"/>
                  <a:pt x="485767" y="88723"/>
                </a:cubicBezTo>
                <a:cubicBezTo>
                  <a:pt x="482965" y="87465"/>
                  <a:pt x="480659" y="85780"/>
                  <a:pt x="478850" y="83668"/>
                </a:cubicBezTo>
                <a:cubicBezTo>
                  <a:pt x="477041" y="81556"/>
                  <a:pt x="475729" y="79129"/>
                  <a:pt x="474915" y="76389"/>
                </a:cubicBezTo>
                <a:cubicBezTo>
                  <a:pt x="474101" y="73647"/>
                  <a:pt x="473739" y="70748"/>
                  <a:pt x="473831" y="67693"/>
                </a:cubicBezTo>
                <a:lnTo>
                  <a:pt x="526327" y="67693"/>
                </a:lnTo>
                <a:cubicBezTo>
                  <a:pt x="526507" y="63431"/>
                  <a:pt x="526123" y="58941"/>
                  <a:pt x="525174" y="54224"/>
                </a:cubicBezTo>
                <a:cubicBezTo>
                  <a:pt x="524224" y="49508"/>
                  <a:pt x="522506" y="45154"/>
                  <a:pt x="520018" y="41164"/>
                </a:cubicBezTo>
                <a:cubicBezTo>
                  <a:pt x="517531" y="37173"/>
                  <a:pt x="514230" y="33885"/>
                  <a:pt x="510115" y="31301"/>
                </a:cubicBezTo>
                <a:cubicBezTo>
                  <a:pt x="506000" y="28715"/>
                  <a:pt x="500823" y="27422"/>
                  <a:pt x="494583" y="27422"/>
                </a:cubicBezTo>
                <a:cubicBezTo>
                  <a:pt x="489791" y="27422"/>
                  <a:pt x="485382" y="28326"/>
                  <a:pt x="481357" y="30135"/>
                </a:cubicBezTo>
                <a:cubicBezTo>
                  <a:pt x="477333" y="31944"/>
                  <a:pt x="473851" y="34477"/>
                  <a:pt x="470912" y="37734"/>
                </a:cubicBezTo>
                <a:cubicBezTo>
                  <a:pt x="467973" y="40989"/>
                  <a:pt x="465689" y="44833"/>
                  <a:pt x="464061" y="49265"/>
                </a:cubicBezTo>
                <a:cubicBezTo>
                  <a:pt x="462434" y="53696"/>
                  <a:pt x="461620" y="58579"/>
                  <a:pt x="461620" y="63914"/>
                </a:cubicBezTo>
                <a:cubicBezTo>
                  <a:pt x="461801" y="69250"/>
                  <a:pt x="462592" y="74179"/>
                  <a:pt x="463994" y="78701"/>
                </a:cubicBezTo>
                <a:cubicBezTo>
                  <a:pt x="465396" y="83223"/>
                  <a:pt x="467499" y="87112"/>
                  <a:pt x="470301" y="90369"/>
                </a:cubicBezTo>
                <a:cubicBezTo>
                  <a:pt x="473105" y="93624"/>
                  <a:pt x="476565" y="96156"/>
                  <a:pt x="480680" y="97965"/>
                </a:cubicBezTo>
                <a:cubicBezTo>
                  <a:pt x="484795" y="99774"/>
                  <a:pt x="489655" y="100679"/>
                  <a:pt x="495262" y="100679"/>
                </a:cubicBezTo>
                <a:cubicBezTo>
                  <a:pt x="503221" y="100679"/>
                  <a:pt x="509824" y="98692"/>
                  <a:pt x="515069" y="94717"/>
                </a:cubicBezTo>
                <a:cubicBezTo>
                  <a:pt x="520314" y="90742"/>
                  <a:pt x="523705" y="84825"/>
                  <a:pt x="525242" y="76966"/>
                </a:cubicBezTo>
                <a:close/>
                <a:moveTo>
                  <a:pt x="546675" y="64727"/>
                </a:moveTo>
                <a:cubicBezTo>
                  <a:pt x="546675" y="61294"/>
                  <a:pt x="547037" y="57951"/>
                  <a:pt x="547760" y="54698"/>
                </a:cubicBezTo>
                <a:cubicBezTo>
                  <a:pt x="548484" y="51446"/>
                  <a:pt x="549660" y="48555"/>
                  <a:pt x="551287" y="46026"/>
                </a:cubicBezTo>
                <a:cubicBezTo>
                  <a:pt x="552915" y="43495"/>
                  <a:pt x="555086" y="41462"/>
                  <a:pt x="557799" y="39926"/>
                </a:cubicBezTo>
                <a:cubicBezTo>
                  <a:pt x="560511" y="38390"/>
                  <a:pt x="563812" y="37622"/>
                  <a:pt x="567701" y="37622"/>
                </a:cubicBezTo>
                <a:cubicBezTo>
                  <a:pt x="571679" y="37622"/>
                  <a:pt x="575070" y="38368"/>
                  <a:pt x="577874" y="39860"/>
                </a:cubicBezTo>
                <a:cubicBezTo>
                  <a:pt x="580678" y="41350"/>
                  <a:pt x="582961" y="43315"/>
                  <a:pt x="584723" y="45755"/>
                </a:cubicBezTo>
                <a:cubicBezTo>
                  <a:pt x="586487" y="48193"/>
                  <a:pt x="587776" y="51016"/>
                  <a:pt x="588590" y="54224"/>
                </a:cubicBezTo>
                <a:cubicBezTo>
                  <a:pt x="589404" y="57431"/>
                  <a:pt x="589811" y="60751"/>
                  <a:pt x="589811" y="64185"/>
                </a:cubicBezTo>
                <a:cubicBezTo>
                  <a:pt x="589811" y="67437"/>
                  <a:pt x="589427" y="70645"/>
                  <a:pt x="588658" y="73808"/>
                </a:cubicBezTo>
                <a:cubicBezTo>
                  <a:pt x="587890" y="76969"/>
                  <a:pt x="586646" y="79792"/>
                  <a:pt x="584928" y="82277"/>
                </a:cubicBezTo>
                <a:cubicBezTo>
                  <a:pt x="583210" y="84761"/>
                  <a:pt x="580995" y="86771"/>
                  <a:pt x="578282" y="88307"/>
                </a:cubicBezTo>
                <a:cubicBezTo>
                  <a:pt x="575569" y="89843"/>
                  <a:pt x="572268" y="90611"/>
                  <a:pt x="568380" y="90611"/>
                </a:cubicBezTo>
                <a:cubicBezTo>
                  <a:pt x="564672" y="90611"/>
                  <a:pt x="561439" y="89888"/>
                  <a:pt x="558680" y="88444"/>
                </a:cubicBezTo>
                <a:cubicBezTo>
                  <a:pt x="555922" y="86997"/>
                  <a:pt x="553661" y="85055"/>
                  <a:pt x="551897" y="82615"/>
                </a:cubicBezTo>
                <a:cubicBezTo>
                  <a:pt x="550134" y="80175"/>
                  <a:pt x="548822" y="77397"/>
                  <a:pt x="547963" y="74282"/>
                </a:cubicBezTo>
                <a:cubicBezTo>
                  <a:pt x="547104" y="71164"/>
                  <a:pt x="546675" y="67979"/>
                  <a:pt x="546675" y="64727"/>
                </a:cubicBezTo>
                <a:moveTo>
                  <a:pt x="600935" y="99186"/>
                </a:moveTo>
                <a:lnTo>
                  <a:pt x="600935" y="2384"/>
                </a:lnTo>
                <a:lnTo>
                  <a:pt x="589403" y="2384"/>
                </a:lnTo>
                <a:lnTo>
                  <a:pt x="589403" y="38411"/>
                </a:lnTo>
                <a:lnTo>
                  <a:pt x="589132" y="38411"/>
                </a:lnTo>
                <a:cubicBezTo>
                  <a:pt x="587866" y="36331"/>
                  <a:pt x="586306" y="34590"/>
                  <a:pt x="584452" y="33188"/>
                </a:cubicBezTo>
                <a:cubicBezTo>
                  <a:pt x="582599" y="31786"/>
                  <a:pt x="580632" y="30656"/>
                  <a:pt x="578551" y="29798"/>
                </a:cubicBezTo>
                <a:cubicBezTo>
                  <a:pt x="576472" y="28938"/>
                  <a:pt x="574391" y="28328"/>
                  <a:pt x="572310" y="27966"/>
                </a:cubicBezTo>
                <a:cubicBezTo>
                  <a:pt x="570231" y="27603"/>
                  <a:pt x="568287" y="27422"/>
                  <a:pt x="566478" y="27422"/>
                </a:cubicBezTo>
                <a:cubicBezTo>
                  <a:pt x="561143" y="27422"/>
                  <a:pt x="556463" y="28394"/>
                  <a:pt x="552438" y="30338"/>
                </a:cubicBezTo>
                <a:cubicBezTo>
                  <a:pt x="548414" y="32282"/>
                  <a:pt x="545068" y="34906"/>
                  <a:pt x="542401" y="38208"/>
                </a:cubicBezTo>
                <a:cubicBezTo>
                  <a:pt x="539733" y="41509"/>
                  <a:pt x="537744" y="45375"/>
                  <a:pt x="536431" y="49807"/>
                </a:cubicBezTo>
                <a:cubicBezTo>
                  <a:pt x="535120" y="54238"/>
                  <a:pt x="534465" y="58940"/>
                  <a:pt x="534465" y="63914"/>
                </a:cubicBezTo>
                <a:cubicBezTo>
                  <a:pt x="534465" y="68888"/>
                  <a:pt x="535143" y="73592"/>
                  <a:pt x="536500" y="78024"/>
                </a:cubicBezTo>
                <a:cubicBezTo>
                  <a:pt x="537856" y="82455"/>
                  <a:pt x="539868" y="86343"/>
                  <a:pt x="542535" y="89690"/>
                </a:cubicBezTo>
                <a:cubicBezTo>
                  <a:pt x="545204" y="93036"/>
                  <a:pt x="548550" y="95704"/>
                  <a:pt x="552574" y="97694"/>
                </a:cubicBezTo>
                <a:cubicBezTo>
                  <a:pt x="556598" y="99684"/>
                  <a:pt x="561324" y="100679"/>
                  <a:pt x="566751" y="100679"/>
                </a:cubicBezTo>
                <a:cubicBezTo>
                  <a:pt x="571634" y="100679"/>
                  <a:pt x="576111" y="99820"/>
                  <a:pt x="580180" y="98104"/>
                </a:cubicBezTo>
                <a:cubicBezTo>
                  <a:pt x="584249" y="96386"/>
                  <a:pt x="587234" y="93583"/>
                  <a:pt x="589132" y="89696"/>
                </a:cubicBezTo>
                <a:lnTo>
                  <a:pt x="589403" y="89696"/>
                </a:lnTo>
                <a:lnTo>
                  <a:pt x="589403" y="99186"/>
                </a:lnTo>
                <a:lnTo>
                  <a:pt x="600935" y="99186"/>
                </a:lnTo>
                <a:close/>
                <a:moveTo>
                  <a:pt x="658587" y="2384"/>
                </a:moveTo>
                <a:lnTo>
                  <a:pt x="658587" y="99221"/>
                </a:lnTo>
                <a:lnTo>
                  <a:pt x="670795" y="99221"/>
                </a:lnTo>
                <a:lnTo>
                  <a:pt x="670795" y="18660"/>
                </a:lnTo>
                <a:lnTo>
                  <a:pt x="671066" y="18660"/>
                </a:lnTo>
                <a:lnTo>
                  <a:pt x="701317" y="99221"/>
                </a:lnTo>
                <a:lnTo>
                  <a:pt x="712304" y="99221"/>
                </a:lnTo>
                <a:lnTo>
                  <a:pt x="742555" y="18660"/>
                </a:lnTo>
                <a:lnTo>
                  <a:pt x="742826" y="18660"/>
                </a:lnTo>
                <a:lnTo>
                  <a:pt x="742826" y="99221"/>
                </a:lnTo>
                <a:lnTo>
                  <a:pt x="755034" y="99221"/>
                </a:lnTo>
                <a:lnTo>
                  <a:pt x="755034" y="2384"/>
                </a:lnTo>
                <a:lnTo>
                  <a:pt x="737399" y="2384"/>
                </a:lnTo>
                <a:lnTo>
                  <a:pt x="706742" y="83760"/>
                </a:lnTo>
                <a:lnTo>
                  <a:pt x="676222" y="2384"/>
                </a:lnTo>
                <a:lnTo>
                  <a:pt x="658587" y="2384"/>
                </a:lnTo>
                <a:close/>
                <a:moveTo>
                  <a:pt x="793153" y="59215"/>
                </a:moveTo>
                <a:lnTo>
                  <a:pt x="809567" y="14048"/>
                </a:lnTo>
                <a:lnTo>
                  <a:pt x="809838" y="14048"/>
                </a:lnTo>
                <a:lnTo>
                  <a:pt x="825979" y="59215"/>
                </a:lnTo>
                <a:lnTo>
                  <a:pt x="793153" y="59215"/>
                </a:lnTo>
                <a:moveTo>
                  <a:pt x="802784" y="2384"/>
                </a:moveTo>
                <a:lnTo>
                  <a:pt x="765073" y="99221"/>
                </a:lnTo>
                <a:lnTo>
                  <a:pt x="778231" y="99221"/>
                </a:lnTo>
                <a:lnTo>
                  <a:pt x="789084" y="70078"/>
                </a:lnTo>
                <a:lnTo>
                  <a:pt x="830051" y="70078"/>
                </a:lnTo>
                <a:lnTo>
                  <a:pt x="840630" y="99221"/>
                </a:lnTo>
                <a:lnTo>
                  <a:pt x="854875" y="99221"/>
                </a:lnTo>
                <a:lnTo>
                  <a:pt x="817027" y="2384"/>
                </a:lnTo>
                <a:lnTo>
                  <a:pt x="802784" y="2384"/>
                </a:lnTo>
                <a:close/>
                <a:moveTo>
                  <a:pt x="932466" y="31483"/>
                </a:moveTo>
                <a:lnTo>
                  <a:pt x="945353" y="31483"/>
                </a:lnTo>
                <a:cubicBezTo>
                  <a:pt x="944630" y="26327"/>
                  <a:pt x="943093" y="21783"/>
                  <a:pt x="940742" y="17849"/>
                </a:cubicBezTo>
                <a:cubicBezTo>
                  <a:pt x="938390" y="13914"/>
                  <a:pt x="935451" y="10635"/>
                  <a:pt x="931924" y="8010"/>
                </a:cubicBezTo>
                <a:cubicBezTo>
                  <a:pt x="928397" y="5386"/>
                  <a:pt x="924372" y="3395"/>
                  <a:pt x="919850" y="2037"/>
                </a:cubicBezTo>
                <a:cubicBezTo>
                  <a:pt x="915328" y="679"/>
                  <a:pt x="910535" y="0"/>
                  <a:pt x="905471" y="0"/>
                </a:cubicBezTo>
                <a:cubicBezTo>
                  <a:pt x="898055" y="0"/>
                  <a:pt x="891476" y="1334"/>
                  <a:pt x="885733" y="4003"/>
                </a:cubicBezTo>
                <a:cubicBezTo>
                  <a:pt x="879991" y="6671"/>
                  <a:pt x="875198" y="10311"/>
                  <a:pt x="871355" y="14924"/>
                </a:cubicBezTo>
                <a:cubicBezTo>
                  <a:pt x="867512" y="19535"/>
                  <a:pt x="864596" y="24939"/>
                  <a:pt x="862606" y="31135"/>
                </a:cubicBezTo>
                <a:cubicBezTo>
                  <a:pt x="860616" y="37331"/>
                  <a:pt x="859621" y="43956"/>
                  <a:pt x="859621" y="51010"/>
                </a:cubicBezTo>
                <a:cubicBezTo>
                  <a:pt x="859621" y="58064"/>
                  <a:pt x="860548" y="64666"/>
                  <a:pt x="862401" y="70817"/>
                </a:cubicBezTo>
                <a:cubicBezTo>
                  <a:pt x="864256" y="76967"/>
                  <a:pt x="867037" y="82303"/>
                  <a:pt x="870745" y="86825"/>
                </a:cubicBezTo>
                <a:cubicBezTo>
                  <a:pt x="874453" y="91347"/>
                  <a:pt x="879110" y="94897"/>
                  <a:pt x="884716" y="97474"/>
                </a:cubicBezTo>
                <a:cubicBezTo>
                  <a:pt x="890323" y="100052"/>
                  <a:pt x="896880" y="101341"/>
                  <a:pt x="904386" y="101341"/>
                </a:cubicBezTo>
                <a:cubicBezTo>
                  <a:pt x="916775" y="101341"/>
                  <a:pt x="926542" y="97948"/>
                  <a:pt x="933685" y="91161"/>
                </a:cubicBezTo>
                <a:cubicBezTo>
                  <a:pt x="940831" y="84374"/>
                  <a:pt x="945037" y="74876"/>
                  <a:pt x="946303" y="62667"/>
                </a:cubicBezTo>
                <a:lnTo>
                  <a:pt x="933416" y="62667"/>
                </a:lnTo>
                <a:cubicBezTo>
                  <a:pt x="933144" y="66646"/>
                  <a:pt x="932330" y="70354"/>
                  <a:pt x="930974" y="73791"/>
                </a:cubicBezTo>
                <a:cubicBezTo>
                  <a:pt x="929617" y="77227"/>
                  <a:pt x="927741" y="80189"/>
                  <a:pt x="925344" y="82677"/>
                </a:cubicBezTo>
                <a:cubicBezTo>
                  <a:pt x="922948" y="85164"/>
                  <a:pt x="920099" y="87108"/>
                  <a:pt x="916797" y="88510"/>
                </a:cubicBezTo>
                <a:cubicBezTo>
                  <a:pt x="913497" y="89910"/>
                  <a:pt x="909721" y="90611"/>
                  <a:pt x="905471" y="90611"/>
                </a:cubicBezTo>
                <a:cubicBezTo>
                  <a:pt x="899684" y="90611"/>
                  <a:pt x="894710" y="89526"/>
                  <a:pt x="890549" y="87357"/>
                </a:cubicBezTo>
                <a:cubicBezTo>
                  <a:pt x="886390" y="85186"/>
                  <a:pt x="882976" y="82270"/>
                  <a:pt x="880307" y="78608"/>
                </a:cubicBezTo>
                <a:cubicBezTo>
                  <a:pt x="877640" y="74945"/>
                  <a:pt x="875673" y="70650"/>
                  <a:pt x="874406" y="65723"/>
                </a:cubicBezTo>
                <a:cubicBezTo>
                  <a:pt x="873141" y="60795"/>
                  <a:pt x="872508" y="55573"/>
                  <a:pt x="872508" y="50058"/>
                </a:cubicBezTo>
                <a:cubicBezTo>
                  <a:pt x="872508" y="44995"/>
                  <a:pt x="873141" y="40113"/>
                  <a:pt x="874406" y="35411"/>
                </a:cubicBezTo>
                <a:cubicBezTo>
                  <a:pt x="875673" y="30710"/>
                  <a:pt x="877640" y="26528"/>
                  <a:pt x="880307" y="22866"/>
                </a:cubicBezTo>
                <a:cubicBezTo>
                  <a:pt x="882976" y="19204"/>
                  <a:pt x="886367" y="16288"/>
                  <a:pt x="890481" y="14119"/>
                </a:cubicBezTo>
                <a:cubicBezTo>
                  <a:pt x="894596" y="11948"/>
                  <a:pt x="899548" y="10863"/>
                  <a:pt x="905336" y="10863"/>
                </a:cubicBezTo>
                <a:cubicBezTo>
                  <a:pt x="912119" y="10863"/>
                  <a:pt x="917974" y="12581"/>
                  <a:pt x="922901" y="16019"/>
                </a:cubicBezTo>
                <a:cubicBezTo>
                  <a:pt x="927830" y="19455"/>
                  <a:pt x="931019" y="24609"/>
                  <a:pt x="932466" y="3148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CC251F-191C-48C4-AD0C-56C443724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0773" y="1967780"/>
            <a:ext cx="562327" cy="10"/>
          </a:xfrm>
          <a:custGeom xmlns:a="http://schemas.openxmlformats.org/drawingml/2006/main">
            <a:pathLst>
              <a:path w="562327" h="1" fill="none">
                <a:moveTo>
                  <a:pt x="56232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5217" cap="rnd">
            <a:solidFill>
              <a:srgbClr val="235E00"/>
            </a:solidFill>
            <a:round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77DE86-42EF-4338-99A0-88D821D6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0548" y="1918946"/>
            <a:ext cx="130225" cy="97669"/>
          </a:xfrm>
          <a:custGeom xmlns:a="http://schemas.openxmlformats.org/drawingml/2006/main">
            <a:pathLst>
              <a:path w="130225" h="97669">
                <a:moveTo>
                  <a:pt x="0" y="48834"/>
                </a:moveTo>
                <a:lnTo>
                  <a:pt x="130225" y="97669"/>
                </a:lnTo>
                <a:lnTo>
                  <a:pt x="130225" y="0"/>
                </a:lnTo>
                <a:lnTo>
                  <a:pt x="0" y="48834"/>
                </a:lnTo>
                <a:close/>
              </a:path>
            </a:pathLst>
          </a:custGeom>
          <a:solidFill xmlns:a="http://schemas.openxmlformats.org/drawingml/2006/main">
            <a:srgbClr val="235E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0756F8-D3B2-4BFA-AAAC-DF58AAA6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0548" y="1918946"/>
            <a:ext cx="130225" cy="97669"/>
          </a:xfrm>
          <a:custGeom xmlns:a="http://schemas.openxmlformats.org/drawingml/2006/main">
            <a:pathLst>
              <a:path w="130225" h="97669" fill="none">
                <a:moveTo>
                  <a:pt x="0" y="48834"/>
                </a:moveTo>
                <a:lnTo>
                  <a:pt x="130225" y="97669"/>
                </a:lnTo>
                <a:lnTo>
                  <a:pt x="130225" y="0"/>
                </a:lnTo>
                <a:lnTo>
                  <a:pt x="0" y="4883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5217" cap="flat">
            <a:solidFill>
              <a:srgbClr val="235E00"/>
            </a:solidFill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A5B310-B791-4963-8F47-27A8E3C1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719" y="1729774"/>
            <a:ext cx="190316" cy="238006"/>
          </a:xfrm>
          <a:custGeom xmlns:a="http://schemas.openxmlformats.org/drawingml/2006/main">
            <a:pathLst>
              <a:path w="190316" h="238006" fill="none">
                <a:moveTo>
                  <a:pt x="190316" y="238006"/>
                </a:moveTo>
                <a:lnTo>
                  <a:pt x="907" y="23800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5217" cap="rnd">
            <a:solidFill>
              <a:srgbClr val="235E00"/>
            </a:solidFill>
            <a:round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30D17E-E090-4FFA-9363-151F7BD3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885" y="1599550"/>
            <a:ext cx="97668" cy="130411"/>
          </a:xfrm>
          <a:custGeom xmlns:a="http://schemas.openxmlformats.org/drawingml/2006/main">
            <a:pathLst>
              <a:path w="97668" h="130411">
                <a:moveTo>
                  <a:pt x="48338" y="0"/>
                </a:moveTo>
                <a:lnTo>
                  <a:pt x="0" y="130411"/>
                </a:lnTo>
                <a:lnTo>
                  <a:pt x="97668" y="130038"/>
                </a:lnTo>
                <a:lnTo>
                  <a:pt x="48338" y="0"/>
                </a:lnTo>
                <a:close/>
              </a:path>
            </a:pathLst>
          </a:custGeom>
          <a:solidFill xmlns:a="http://schemas.openxmlformats.org/drawingml/2006/main">
            <a:srgbClr val="235E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A15DDE-422A-4A25-AF62-24D19D20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885" y="1599549"/>
            <a:ext cx="97668" cy="130411"/>
          </a:xfrm>
          <a:custGeom xmlns:a="http://schemas.openxmlformats.org/drawingml/2006/main">
            <a:pathLst>
              <a:path w="97668" h="130411" fill="none">
                <a:moveTo>
                  <a:pt x="48338" y="0"/>
                </a:moveTo>
                <a:lnTo>
                  <a:pt x="0" y="130411"/>
                </a:lnTo>
                <a:lnTo>
                  <a:pt x="97668" y="130038"/>
                </a:lnTo>
                <a:lnTo>
                  <a:pt x="4833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5217" cap="flat">
            <a:solidFill>
              <a:srgbClr val="235E00"/>
            </a:solidFill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7E1D3B-DD41-468A-97EA-C258EBF6F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978" y="914026"/>
            <a:ext cx="3283" cy="313342"/>
          </a:xfrm>
          <a:custGeom xmlns:a="http://schemas.openxmlformats.org/drawingml/2006/main">
            <a:pathLst>
              <a:path w="3283" h="313342" fill="none">
                <a:moveTo>
                  <a:pt x="0" y="313342"/>
                </a:moveTo>
                <a:lnTo>
                  <a:pt x="3283" y="0"/>
                </a:lnTo>
              </a:path>
            </a:pathLst>
          </a:custGeom>
          <a:noFill xmlns:a="http://schemas.openxmlformats.org/drawingml/2006/main"/>
          <a:ln xmlns:a="http://schemas.openxmlformats.org/drawingml/2006/main" w="45217" cap="rnd">
            <a:solidFill>
              <a:srgbClr val="0096FF"/>
            </a:solidFill>
            <a:round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8C44CF-DAB8-4242-9483-2E6E5DC6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430" y="783808"/>
            <a:ext cx="97663" cy="130730"/>
          </a:xfrm>
          <a:custGeom xmlns:a="http://schemas.openxmlformats.org/drawingml/2006/main">
            <a:pathLst>
              <a:path w="97663" h="130730">
                <a:moveTo>
                  <a:pt x="50196" y="0"/>
                </a:moveTo>
                <a:lnTo>
                  <a:pt x="0" y="129707"/>
                </a:lnTo>
                <a:lnTo>
                  <a:pt x="97663" y="130730"/>
                </a:lnTo>
                <a:lnTo>
                  <a:pt x="50196" y="0"/>
                </a:lnTo>
                <a:close/>
              </a:path>
            </a:pathLst>
          </a:custGeom>
          <a:solidFill xmlns:a="http://schemas.openxmlformats.org/drawingml/2006/main">
            <a:srgbClr val="009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C590A2-4C13-496F-9117-21AAB6C3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429" y="783807"/>
            <a:ext cx="97663" cy="130730"/>
          </a:xfrm>
          <a:custGeom xmlns:a="http://schemas.openxmlformats.org/drawingml/2006/main">
            <a:pathLst>
              <a:path w="97663" h="130730" fill="none">
                <a:moveTo>
                  <a:pt x="50196" y="0"/>
                </a:moveTo>
                <a:lnTo>
                  <a:pt x="0" y="129707"/>
                </a:lnTo>
                <a:lnTo>
                  <a:pt x="97663" y="130730"/>
                </a:lnTo>
                <a:lnTo>
                  <a:pt x="5019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5217" cap="flat">
            <a:solidFill>
              <a:srgbClr val="0096FF"/>
            </a:solidFill>
            <a:miter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3DDEB9-F322-4F80-A6FF-2F208C4B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009" y="3072886"/>
            <a:ext cx="1515194" cy="872873"/>
          </a:xfrm>
          <a:custGeom xmlns:a="http://schemas.openxmlformats.org/drawingml/2006/main">
            <a:pathLst>
              <a:path w="1515194" h="872873">
                <a:moveTo>
                  <a:pt x="0" y="872873"/>
                </a:moveTo>
                <a:lnTo>
                  <a:pt x="1515194" y="872873"/>
                </a:lnTo>
                <a:lnTo>
                  <a:pt x="1515194" y="0"/>
                </a:lnTo>
                <a:lnTo>
                  <a:pt x="0" y="0"/>
                </a:lnTo>
                <a:lnTo>
                  <a:pt x="0" y="872873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6E3290-473D-4214-8EC3-823595B3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086" y="3540980"/>
            <a:ext cx="1334628" cy="170101"/>
          </a:xfrm>
          <a:custGeom xmlns:a="http://schemas.openxmlformats.org/drawingml/2006/main">
            <a:pathLst>
              <a:path w="1334628" h="170101">
                <a:moveTo>
                  <a:pt x="45217" y="0"/>
                </a:moveTo>
                <a:lnTo>
                  <a:pt x="1289411" y="0"/>
                </a:lnTo>
                <a:cubicBezTo>
                  <a:pt x="1314384" y="0"/>
                  <a:pt x="1334628" y="20245"/>
                  <a:pt x="1334628" y="45217"/>
                </a:cubicBezTo>
                <a:lnTo>
                  <a:pt x="1334628" y="124884"/>
                </a:lnTo>
                <a:cubicBezTo>
                  <a:pt x="1334628" y="149857"/>
                  <a:pt x="1314384" y="170101"/>
                  <a:pt x="1289411" y="170101"/>
                </a:cubicBezTo>
                <a:lnTo>
                  <a:pt x="45217" y="170101"/>
                </a:lnTo>
                <a:cubicBezTo>
                  <a:pt x="20245" y="170101"/>
                  <a:pt x="0" y="149857"/>
                  <a:pt x="0" y="124884"/>
                </a:cubicBezTo>
                <a:lnTo>
                  <a:pt x="0" y="45217"/>
                </a:lnTo>
                <a:cubicBezTo>
                  <a:pt x="0" y="20245"/>
                  <a:pt x="20245" y="0"/>
                  <a:pt x="45217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4EE0B9-BA4F-45EF-BF7F-5760B95B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086" y="3540979"/>
            <a:ext cx="1334628" cy="170101"/>
          </a:xfrm>
          <a:custGeom xmlns:a="http://schemas.openxmlformats.org/drawingml/2006/main">
            <a:pathLst>
              <a:path w="1334628" h="170101" fill="none">
                <a:moveTo>
                  <a:pt x="45217" y="0"/>
                </a:moveTo>
                <a:lnTo>
                  <a:pt x="1289411" y="0"/>
                </a:lnTo>
                <a:cubicBezTo>
                  <a:pt x="1314384" y="0"/>
                  <a:pt x="1334628" y="20245"/>
                  <a:pt x="1334628" y="45217"/>
                </a:cubicBezTo>
                <a:lnTo>
                  <a:pt x="1334628" y="124884"/>
                </a:lnTo>
                <a:cubicBezTo>
                  <a:pt x="1334628" y="149857"/>
                  <a:pt x="1314384" y="170101"/>
                  <a:pt x="1289411" y="170101"/>
                </a:cubicBezTo>
                <a:lnTo>
                  <a:pt x="45217" y="170101"/>
                </a:lnTo>
                <a:cubicBezTo>
                  <a:pt x="20245" y="170101"/>
                  <a:pt x="0" y="149857"/>
                  <a:pt x="0" y="124884"/>
                </a:cubicBezTo>
                <a:lnTo>
                  <a:pt x="0" y="45217"/>
                </a:lnTo>
                <a:cubicBezTo>
                  <a:pt x="0" y="20245"/>
                  <a:pt x="20245" y="0"/>
                  <a:pt x="45217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043" cap="rnd">
            <a:solidFill>
              <a:srgbClr val="000000"/>
            </a:solidFill>
            <a:round/>
          </a:ln>
        </p:spPr>
      </p:sp>
      <p:sp>
        <p:nvSpPr>
          <p:cNvPr id="161" name="Text LRUMap">
            <a:extLst xmlns:a="http://schemas.openxmlformats.org/drawingml/2006/main">
              <a:ext uri="{FF2B5EF4-FFF2-40B4-BE49-F238E27FC236}">
                <a16:creationId xmlns:a16="http://schemas.microsoft.com/office/drawing/2014/main" id="{BFC15608-ABFE-4076-AF19-E761FCEE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3265" y="3577033"/>
            <a:ext cx="559968" cy="123596"/>
          </a:xfrm>
          <a:custGeom xmlns:a="http://schemas.openxmlformats.org/drawingml/2006/main">
            <a:pathLst>
              <a:path w="559968" h="123596">
                <a:moveTo>
                  <a:pt x="0" y="0"/>
                </a:moveTo>
                <a:lnTo>
                  <a:pt x="0" y="96837"/>
                </a:lnTo>
                <a:lnTo>
                  <a:pt x="64162" y="96837"/>
                </a:lnTo>
                <a:lnTo>
                  <a:pt x="64162" y="85974"/>
                </a:lnTo>
                <a:lnTo>
                  <a:pt x="12887" y="85974"/>
                </a:lnTo>
                <a:lnTo>
                  <a:pt x="12887" y="0"/>
                </a:lnTo>
                <a:lnTo>
                  <a:pt x="0" y="0"/>
                </a:lnTo>
                <a:close/>
                <a:moveTo>
                  <a:pt x="75422" y="0"/>
                </a:moveTo>
                <a:lnTo>
                  <a:pt x="75422" y="96837"/>
                </a:lnTo>
                <a:lnTo>
                  <a:pt x="88309" y="96837"/>
                </a:lnTo>
                <a:lnTo>
                  <a:pt x="88309" y="55506"/>
                </a:lnTo>
                <a:lnTo>
                  <a:pt x="119780" y="55506"/>
                </a:lnTo>
                <a:cubicBezTo>
                  <a:pt x="122945" y="55506"/>
                  <a:pt x="125477" y="55980"/>
                  <a:pt x="127376" y="56930"/>
                </a:cubicBezTo>
                <a:cubicBezTo>
                  <a:pt x="129276" y="57878"/>
                  <a:pt x="130813" y="59143"/>
                  <a:pt x="131988" y="60724"/>
                </a:cubicBezTo>
                <a:cubicBezTo>
                  <a:pt x="133163" y="62304"/>
                  <a:pt x="134022" y="64156"/>
                  <a:pt x="134565" y="66279"/>
                </a:cubicBezTo>
                <a:cubicBezTo>
                  <a:pt x="135108" y="68402"/>
                  <a:pt x="135561" y="70637"/>
                  <a:pt x="135923" y="72986"/>
                </a:cubicBezTo>
                <a:cubicBezTo>
                  <a:pt x="136375" y="75336"/>
                  <a:pt x="136646" y="77731"/>
                  <a:pt x="136736" y="80170"/>
                </a:cubicBezTo>
                <a:cubicBezTo>
                  <a:pt x="136827" y="82609"/>
                  <a:pt x="136918" y="84890"/>
                  <a:pt x="137007" y="87013"/>
                </a:cubicBezTo>
                <a:cubicBezTo>
                  <a:pt x="137098" y="89136"/>
                  <a:pt x="137302" y="91055"/>
                  <a:pt x="137618" y="92772"/>
                </a:cubicBezTo>
                <a:cubicBezTo>
                  <a:pt x="137934" y="94488"/>
                  <a:pt x="138544" y="95843"/>
                  <a:pt x="139450" y="96837"/>
                </a:cubicBezTo>
                <a:lnTo>
                  <a:pt x="153829" y="96837"/>
                </a:lnTo>
                <a:cubicBezTo>
                  <a:pt x="152473" y="95210"/>
                  <a:pt x="151455" y="93335"/>
                  <a:pt x="150776" y="91211"/>
                </a:cubicBezTo>
                <a:cubicBezTo>
                  <a:pt x="150099" y="89087"/>
                  <a:pt x="149578" y="86851"/>
                  <a:pt x="149215" y="84503"/>
                </a:cubicBezTo>
                <a:cubicBezTo>
                  <a:pt x="148854" y="82153"/>
                  <a:pt x="148628" y="79758"/>
                  <a:pt x="148536" y="77318"/>
                </a:cubicBezTo>
                <a:cubicBezTo>
                  <a:pt x="148447" y="74878"/>
                  <a:pt x="148312" y="72484"/>
                  <a:pt x="148131" y="70134"/>
                </a:cubicBezTo>
                <a:cubicBezTo>
                  <a:pt x="147859" y="67785"/>
                  <a:pt x="147475" y="65526"/>
                  <a:pt x="146978" y="63357"/>
                </a:cubicBezTo>
                <a:cubicBezTo>
                  <a:pt x="146481" y="61188"/>
                  <a:pt x="145712" y="59222"/>
                  <a:pt x="144672" y="57460"/>
                </a:cubicBezTo>
                <a:cubicBezTo>
                  <a:pt x="143632" y="55698"/>
                  <a:pt x="142230" y="54184"/>
                  <a:pt x="140466" y="52920"/>
                </a:cubicBezTo>
                <a:cubicBezTo>
                  <a:pt x="138702" y="51655"/>
                  <a:pt x="136419" y="50751"/>
                  <a:pt x="133617" y="50209"/>
                </a:cubicBezTo>
                <a:lnTo>
                  <a:pt x="133617" y="49938"/>
                </a:lnTo>
                <a:cubicBezTo>
                  <a:pt x="139495" y="48309"/>
                  <a:pt x="143768" y="45279"/>
                  <a:pt x="146436" y="40847"/>
                </a:cubicBezTo>
                <a:cubicBezTo>
                  <a:pt x="149103" y="36413"/>
                  <a:pt x="150437" y="31256"/>
                  <a:pt x="150437" y="25377"/>
                </a:cubicBezTo>
                <a:cubicBezTo>
                  <a:pt x="150437" y="17506"/>
                  <a:pt x="147836" y="11308"/>
                  <a:pt x="142635" y="6785"/>
                </a:cubicBezTo>
                <a:cubicBezTo>
                  <a:pt x="137436" y="2262"/>
                  <a:pt x="130224" y="0"/>
                  <a:pt x="121001" y="0"/>
                </a:cubicBezTo>
                <a:lnTo>
                  <a:pt x="75422" y="0"/>
                </a:lnTo>
                <a:moveTo>
                  <a:pt x="115168" y="44643"/>
                </a:moveTo>
                <a:lnTo>
                  <a:pt x="88309" y="44643"/>
                </a:lnTo>
                <a:lnTo>
                  <a:pt x="88309" y="10863"/>
                </a:lnTo>
                <a:lnTo>
                  <a:pt x="120322" y="10863"/>
                </a:lnTo>
                <a:cubicBezTo>
                  <a:pt x="126381" y="10863"/>
                  <a:pt x="130767" y="12401"/>
                  <a:pt x="133480" y="15476"/>
                </a:cubicBezTo>
                <a:cubicBezTo>
                  <a:pt x="136193" y="18551"/>
                  <a:pt x="137550" y="22530"/>
                  <a:pt x="137550" y="27413"/>
                </a:cubicBezTo>
                <a:cubicBezTo>
                  <a:pt x="137550" y="30940"/>
                  <a:pt x="136939" y="33812"/>
                  <a:pt x="135718" y="36028"/>
                </a:cubicBezTo>
                <a:cubicBezTo>
                  <a:pt x="134498" y="38244"/>
                  <a:pt x="132870" y="40009"/>
                  <a:pt x="130835" y="41321"/>
                </a:cubicBezTo>
                <a:cubicBezTo>
                  <a:pt x="128801" y="42632"/>
                  <a:pt x="126427" y="43514"/>
                  <a:pt x="123712" y="43966"/>
                </a:cubicBezTo>
                <a:cubicBezTo>
                  <a:pt x="121000" y="44417"/>
                  <a:pt x="118151" y="44643"/>
                  <a:pt x="115168" y="44643"/>
                </a:cubicBezTo>
                <a:close/>
                <a:moveTo>
                  <a:pt x="245663" y="61815"/>
                </a:moveTo>
                <a:lnTo>
                  <a:pt x="245663" y="0"/>
                </a:lnTo>
                <a:lnTo>
                  <a:pt x="232776" y="0"/>
                </a:lnTo>
                <a:lnTo>
                  <a:pt x="232776" y="61798"/>
                </a:lnTo>
                <a:cubicBezTo>
                  <a:pt x="232776" y="70472"/>
                  <a:pt x="230629" y="77046"/>
                  <a:pt x="226333" y="81518"/>
                </a:cubicBezTo>
                <a:cubicBezTo>
                  <a:pt x="222037" y="85990"/>
                  <a:pt x="215775" y="88226"/>
                  <a:pt x="207547" y="88226"/>
                </a:cubicBezTo>
                <a:cubicBezTo>
                  <a:pt x="198864" y="88226"/>
                  <a:pt x="192217" y="85990"/>
                  <a:pt x="187606" y="81518"/>
                </a:cubicBezTo>
                <a:cubicBezTo>
                  <a:pt x="182994" y="77046"/>
                  <a:pt x="180688" y="70472"/>
                  <a:pt x="180688" y="61798"/>
                </a:cubicBezTo>
                <a:lnTo>
                  <a:pt x="180688" y="0"/>
                </a:lnTo>
                <a:lnTo>
                  <a:pt x="167801" y="0"/>
                </a:lnTo>
                <a:lnTo>
                  <a:pt x="167801" y="61815"/>
                </a:lnTo>
                <a:cubicBezTo>
                  <a:pt x="167801" y="74738"/>
                  <a:pt x="171305" y="84159"/>
                  <a:pt x="178314" y="90079"/>
                </a:cubicBezTo>
                <a:cubicBezTo>
                  <a:pt x="185323" y="95997"/>
                  <a:pt x="195067" y="98957"/>
                  <a:pt x="207547" y="98957"/>
                </a:cubicBezTo>
                <a:cubicBezTo>
                  <a:pt x="219755" y="98957"/>
                  <a:pt x="229160" y="95861"/>
                  <a:pt x="235761" y="89671"/>
                </a:cubicBezTo>
                <a:cubicBezTo>
                  <a:pt x="242363" y="83481"/>
                  <a:pt x="245663" y="74195"/>
                  <a:pt x="245663" y="61815"/>
                </a:cubicBezTo>
                <a:close/>
                <a:moveTo>
                  <a:pt x="304265" y="0"/>
                </a:moveTo>
                <a:lnTo>
                  <a:pt x="304265" y="96837"/>
                </a:lnTo>
                <a:lnTo>
                  <a:pt x="316474" y="96837"/>
                </a:lnTo>
                <a:lnTo>
                  <a:pt x="316474" y="16275"/>
                </a:lnTo>
                <a:lnTo>
                  <a:pt x="316745" y="16275"/>
                </a:lnTo>
                <a:lnTo>
                  <a:pt x="346996" y="96837"/>
                </a:lnTo>
                <a:lnTo>
                  <a:pt x="357983" y="96837"/>
                </a:lnTo>
                <a:lnTo>
                  <a:pt x="388234" y="16275"/>
                </a:lnTo>
                <a:lnTo>
                  <a:pt x="388505" y="16275"/>
                </a:lnTo>
                <a:lnTo>
                  <a:pt x="388505" y="96837"/>
                </a:lnTo>
                <a:lnTo>
                  <a:pt x="400713" y="96837"/>
                </a:lnTo>
                <a:lnTo>
                  <a:pt x="400713" y="0"/>
                </a:lnTo>
                <a:lnTo>
                  <a:pt x="383078" y="0"/>
                </a:lnTo>
                <a:lnTo>
                  <a:pt x="352421" y="81375"/>
                </a:lnTo>
                <a:lnTo>
                  <a:pt x="321901" y="0"/>
                </a:lnTo>
                <a:lnTo>
                  <a:pt x="304265" y="0"/>
                </a:lnTo>
                <a:close/>
                <a:moveTo>
                  <a:pt x="482376" y="96531"/>
                </a:moveTo>
                <a:cubicBezTo>
                  <a:pt x="480386" y="97706"/>
                  <a:pt x="477627" y="98294"/>
                  <a:pt x="474100" y="98294"/>
                </a:cubicBezTo>
                <a:cubicBezTo>
                  <a:pt x="471117" y="98294"/>
                  <a:pt x="468743" y="97458"/>
                  <a:pt x="466980" y="95785"/>
                </a:cubicBezTo>
                <a:cubicBezTo>
                  <a:pt x="465216" y="94112"/>
                  <a:pt x="464335" y="91375"/>
                  <a:pt x="464335" y="87576"/>
                </a:cubicBezTo>
                <a:cubicBezTo>
                  <a:pt x="461169" y="91375"/>
                  <a:pt x="457483" y="94112"/>
                  <a:pt x="453277" y="95785"/>
                </a:cubicBezTo>
                <a:cubicBezTo>
                  <a:pt x="449073" y="97458"/>
                  <a:pt x="444529" y="98294"/>
                  <a:pt x="439645" y="98294"/>
                </a:cubicBezTo>
                <a:cubicBezTo>
                  <a:pt x="436480" y="98294"/>
                  <a:pt x="433472" y="97933"/>
                  <a:pt x="430623" y="97210"/>
                </a:cubicBezTo>
                <a:cubicBezTo>
                  <a:pt x="427774" y="96486"/>
                  <a:pt x="425311" y="95356"/>
                  <a:pt x="423231" y="93819"/>
                </a:cubicBezTo>
                <a:cubicBezTo>
                  <a:pt x="421152" y="92282"/>
                  <a:pt x="419501" y="90271"/>
                  <a:pt x="418280" y="87785"/>
                </a:cubicBezTo>
                <a:cubicBezTo>
                  <a:pt x="417059" y="85299"/>
                  <a:pt x="416448" y="82293"/>
                  <a:pt x="416448" y="78767"/>
                </a:cubicBezTo>
                <a:cubicBezTo>
                  <a:pt x="416448" y="74789"/>
                  <a:pt x="417126" y="71534"/>
                  <a:pt x="418483" y="69003"/>
                </a:cubicBezTo>
                <a:cubicBezTo>
                  <a:pt x="419839" y="66473"/>
                  <a:pt x="421625" y="64417"/>
                  <a:pt x="423840" y="62835"/>
                </a:cubicBezTo>
                <a:cubicBezTo>
                  <a:pt x="426056" y="61252"/>
                  <a:pt x="428588" y="60054"/>
                  <a:pt x="431436" y="59240"/>
                </a:cubicBezTo>
                <a:cubicBezTo>
                  <a:pt x="434286" y="58426"/>
                  <a:pt x="437203" y="57747"/>
                  <a:pt x="440187" y="57205"/>
                </a:cubicBezTo>
                <a:cubicBezTo>
                  <a:pt x="443353" y="56573"/>
                  <a:pt x="446360" y="56099"/>
                  <a:pt x="449208" y="55783"/>
                </a:cubicBezTo>
                <a:cubicBezTo>
                  <a:pt x="452056" y="55466"/>
                  <a:pt x="454566" y="55013"/>
                  <a:pt x="456736" y="54425"/>
                </a:cubicBezTo>
                <a:cubicBezTo>
                  <a:pt x="458907" y="53837"/>
                  <a:pt x="460625" y="52979"/>
                  <a:pt x="461890" y="51850"/>
                </a:cubicBezTo>
                <a:cubicBezTo>
                  <a:pt x="463157" y="50720"/>
                  <a:pt x="463790" y="49070"/>
                  <a:pt x="463790" y="46899"/>
                </a:cubicBezTo>
                <a:cubicBezTo>
                  <a:pt x="463790" y="44368"/>
                  <a:pt x="463316" y="42334"/>
                  <a:pt x="462366" y="40797"/>
                </a:cubicBezTo>
                <a:cubicBezTo>
                  <a:pt x="461417" y="39260"/>
                  <a:pt x="460196" y="38085"/>
                  <a:pt x="458703" y="37272"/>
                </a:cubicBezTo>
                <a:cubicBezTo>
                  <a:pt x="457211" y="36458"/>
                  <a:pt x="455538" y="35916"/>
                  <a:pt x="453683" y="35645"/>
                </a:cubicBezTo>
                <a:cubicBezTo>
                  <a:pt x="451830" y="35373"/>
                  <a:pt x="449999" y="35238"/>
                  <a:pt x="448192" y="35238"/>
                </a:cubicBezTo>
                <a:cubicBezTo>
                  <a:pt x="443308" y="35238"/>
                  <a:pt x="439239" y="36161"/>
                  <a:pt x="435984" y="38009"/>
                </a:cubicBezTo>
                <a:cubicBezTo>
                  <a:pt x="432728" y="39857"/>
                  <a:pt x="430965" y="43349"/>
                  <a:pt x="430693" y="48485"/>
                </a:cubicBezTo>
                <a:lnTo>
                  <a:pt x="419162" y="48485"/>
                </a:lnTo>
                <a:cubicBezTo>
                  <a:pt x="419342" y="44148"/>
                  <a:pt x="420246" y="40488"/>
                  <a:pt x="421873" y="37506"/>
                </a:cubicBezTo>
                <a:cubicBezTo>
                  <a:pt x="423502" y="34524"/>
                  <a:pt x="425672" y="32107"/>
                  <a:pt x="428385" y="30255"/>
                </a:cubicBezTo>
                <a:cubicBezTo>
                  <a:pt x="431098" y="28403"/>
                  <a:pt x="434195" y="27071"/>
                  <a:pt x="437677" y="26258"/>
                </a:cubicBezTo>
                <a:cubicBezTo>
                  <a:pt x="441160" y="25444"/>
                  <a:pt x="444890" y="25037"/>
                  <a:pt x="448869" y="25037"/>
                </a:cubicBezTo>
                <a:cubicBezTo>
                  <a:pt x="452034" y="25037"/>
                  <a:pt x="455177" y="25263"/>
                  <a:pt x="458297" y="25716"/>
                </a:cubicBezTo>
                <a:cubicBezTo>
                  <a:pt x="461417" y="26167"/>
                  <a:pt x="464243" y="27094"/>
                  <a:pt x="466775" y="28496"/>
                </a:cubicBezTo>
                <a:cubicBezTo>
                  <a:pt x="469307" y="29897"/>
                  <a:pt x="471342" y="31863"/>
                  <a:pt x="472879" y="34395"/>
                </a:cubicBezTo>
                <a:cubicBezTo>
                  <a:pt x="474416" y="36926"/>
                  <a:pt x="475185" y="40225"/>
                  <a:pt x="475185" y="44293"/>
                </a:cubicBezTo>
                <a:lnTo>
                  <a:pt x="475185" y="80361"/>
                </a:lnTo>
                <a:cubicBezTo>
                  <a:pt x="475185" y="83074"/>
                  <a:pt x="475343" y="85063"/>
                  <a:pt x="475659" y="86328"/>
                </a:cubicBezTo>
                <a:cubicBezTo>
                  <a:pt x="475976" y="87594"/>
                  <a:pt x="477040" y="88226"/>
                  <a:pt x="478849" y="88226"/>
                </a:cubicBezTo>
                <a:cubicBezTo>
                  <a:pt x="479844" y="88226"/>
                  <a:pt x="481019" y="88010"/>
                  <a:pt x="482376" y="87576"/>
                </a:cubicBezTo>
                <a:lnTo>
                  <a:pt x="482376" y="96531"/>
                </a:lnTo>
                <a:moveTo>
                  <a:pt x="463656" y="60581"/>
                </a:moveTo>
                <a:cubicBezTo>
                  <a:pt x="462208" y="61666"/>
                  <a:pt x="460309" y="62456"/>
                  <a:pt x="457957" y="62953"/>
                </a:cubicBezTo>
                <a:cubicBezTo>
                  <a:pt x="455607" y="63450"/>
                  <a:pt x="453144" y="63856"/>
                  <a:pt x="450566" y="64172"/>
                </a:cubicBezTo>
                <a:cubicBezTo>
                  <a:pt x="447988" y="64488"/>
                  <a:pt x="445388" y="64850"/>
                  <a:pt x="442764" y="65257"/>
                </a:cubicBezTo>
                <a:cubicBezTo>
                  <a:pt x="440143" y="65663"/>
                  <a:pt x="437792" y="66317"/>
                  <a:pt x="435712" y="67221"/>
                </a:cubicBezTo>
                <a:cubicBezTo>
                  <a:pt x="433633" y="68125"/>
                  <a:pt x="431937" y="69413"/>
                  <a:pt x="430625" y="71084"/>
                </a:cubicBezTo>
                <a:cubicBezTo>
                  <a:pt x="429314" y="72755"/>
                  <a:pt x="428658" y="75036"/>
                  <a:pt x="428658" y="77927"/>
                </a:cubicBezTo>
                <a:cubicBezTo>
                  <a:pt x="428658" y="79824"/>
                  <a:pt x="429043" y="81428"/>
                  <a:pt x="429811" y="82739"/>
                </a:cubicBezTo>
                <a:cubicBezTo>
                  <a:pt x="430580" y="84049"/>
                  <a:pt x="431575" y="85110"/>
                  <a:pt x="432796" y="85923"/>
                </a:cubicBezTo>
                <a:cubicBezTo>
                  <a:pt x="434017" y="86735"/>
                  <a:pt x="435441" y="87322"/>
                  <a:pt x="437068" y="87684"/>
                </a:cubicBezTo>
                <a:cubicBezTo>
                  <a:pt x="438696" y="88046"/>
                  <a:pt x="440414" y="88226"/>
                  <a:pt x="442222" y="88226"/>
                </a:cubicBezTo>
                <a:cubicBezTo>
                  <a:pt x="446021" y="88226"/>
                  <a:pt x="449277" y="87707"/>
                  <a:pt x="451990" y="86668"/>
                </a:cubicBezTo>
                <a:cubicBezTo>
                  <a:pt x="454703" y="85629"/>
                  <a:pt x="456918" y="84319"/>
                  <a:pt x="458636" y="82739"/>
                </a:cubicBezTo>
                <a:cubicBezTo>
                  <a:pt x="460354" y="81158"/>
                  <a:pt x="461620" y="79441"/>
                  <a:pt x="462434" y="77589"/>
                </a:cubicBezTo>
                <a:cubicBezTo>
                  <a:pt x="463249" y="75736"/>
                  <a:pt x="463656" y="73997"/>
                  <a:pt x="463656" y="72371"/>
                </a:cubicBezTo>
                <a:lnTo>
                  <a:pt x="463656" y="60581"/>
                </a:lnTo>
                <a:close/>
                <a:moveTo>
                  <a:pt x="493499" y="26666"/>
                </a:moveTo>
                <a:lnTo>
                  <a:pt x="493499" y="123596"/>
                </a:lnTo>
                <a:lnTo>
                  <a:pt x="505028" y="123596"/>
                </a:lnTo>
                <a:lnTo>
                  <a:pt x="505028" y="87442"/>
                </a:lnTo>
                <a:lnTo>
                  <a:pt x="505301" y="87442"/>
                </a:lnTo>
                <a:cubicBezTo>
                  <a:pt x="506568" y="89521"/>
                  <a:pt x="508128" y="91262"/>
                  <a:pt x="509981" y="92664"/>
                </a:cubicBezTo>
                <a:cubicBezTo>
                  <a:pt x="511834" y="94066"/>
                  <a:pt x="513801" y="95174"/>
                  <a:pt x="515880" y="95988"/>
                </a:cubicBezTo>
                <a:cubicBezTo>
                  <a:pt x="517961" y="96802"/>
                  <a:pt x="520064" y="97390"/>
                  <a:pt x="522189" y="97752"/>
                </a:cubicBezTo>
                <a:cubicBezTo>
                  <a:pt x="524314" y="98113"/>
                  <a:pt x="526236" y="98294"/>
                  <a:pt x="527956" y="98294"/>
                </a:cubicBezTo>
                <a:cubicBezTo>
                  <a:pt x="533291" y="98294"/>
                  <a:pt x="537970" y="97345"/>
                  <a:pt x="541994" y="95446"/>
                </a:cubicBezTo>
                <a:cubicBezTo>
                  <a:pt x="546019" y="93546"/>
                  <a:pt x="549365" y="90945"/>
                  <a:pt x="552033" y="87645"/>
                </a:cubicBezTo>
                <a:cubicBezTo>
                  <a:pt x="554700" y="84344"/>
                  <a:pt x="556689" y="80478"/>
                  <a:pt x="558000" y="76047"/>
                </a:cubicBezTo>
                <a:cubicBezTo>
                  <a:pt x="559312" y="71615"/>
                  <a:pt x="559968" y="66911"/>
                  <a:pt x="559968" y="61937"/>
                </a:cubicBezTo>
                <a:cubicBezTo>
                  <a:pt x="559968" y="56962"/>
                  <a:pt x="559290" y="52259"/>
                  <a:pt x="557934" y="47829"/>
                </a:cubicBezTo>
                <a:cubicBezTo>
                  <a:pt x="556577" y="43396"/>
                  <a:pt x="554565" y="39485"/>
                  <a:pt x="551896" y="36094"/>
                </a:cubicBezTo>
                <a:cubicBezTo>
                  <a:pt x="549229" y="32703"/>
                  <a:pt x="545883" y="30012"/>
                  <a:pt x="541859" y="28022"/>
                </a:cubicBezTo>
                <a:cubicBezTo>
                  <a:pt x="537835" y="26032"/>
                  <a:pt x="533110" y="25037"/>
                  <a:pt x="527683" y="25037"/>
                </a:cubicBezTo>
                <a:cubicBezTo>
                  <a:pt x="522799" y="25037"/>
                  <a:pt x="518323" y="25920"/>
                  <a:pt x="514253" y="27685"/>
                </a:cubicBezTo>
                <a:cubicBezTo>
                  <a:pt x="510184" y="29449"/>
                  <a:pt x="507200" y="32278"/>
                  <a:pt x="505301" y="36169"/>
                </a:cubicBezTo>
                <a:lnTo>
                  <a:pt x="505028" y="36169"/>
                </a:lnTo>
                <a:lnTo>
                  <a:pt x="505028" y="26666"/>
                </a:lnTo>
                <a:lnTo>
                  <a:pt x="493499" y="26666"/>
                </a:lnTo>
                <a:moveTo>
                  <a:pt x="547758" y="61121"/>
                </a:moveTo>
                <a:cubicBezTo>
                  <a:pt x="547758" y="64555"/>
                  <a:pt x="547396" y="67897"/>
                  <a:pt x="546672" y="71150"/>
                </a:cubicBezTo>
                <a:cubicBezTo>
                  <a:pt x="545949" y="74402"/>
                  <a:pt x="544773" y="77294"/>
                  <a:pt x="543145" y="79825"/>
                </a:cubicBezTo>
                <a:cubicBezTo>
                  <a:pt x="541518" y="82354"/>
                  <a:pt x="539370" y="84387"/>
                  <a:pt x="536703" y="85923"/>
                </a:cubicBezTo>
                <a:cubicBezTo>
                  <a:pt x="534036" y="87458"/>
                  <a:pt x="530712" y="88226"/>
                  <a:pt x="526733" y="88226"/>
                </a:cubicBezTo>
                <a:cubicBezTo>
                  <a:pt x="522754" y="88226"/>
                  <a:pt x="519363" y="87481"/>
                  <a:pt x="516559" y="85991"/>
                </a:cubicBezTo>
                <a:cubicBezTo>
                  <a:pt x="513755" y="84499"/>
                  <a:pt x="511471" y="82534"/>
                  <a:pt x="509708" y="80096"/>
                </a:cubicBezTo>
                <a:cubicBezTo>
                  <a:pt x="507946" y="77656"/>
                  <a:pt x="506658" y="74833"/>
                  <a:pt x="505843" y="71626"/>
                </a:cubicBezTo>
                <a:cubicBezTo>
                  <a:pt x="505029" y="68418"/>
                  <a:pt x="504622" y="65097"/>
                  <a:pt x="504622" y="61664"/>
                </a:cubicBezTo>
                <a:cubicBezTo>
                  <a:pt x="504622" y="58411"/>
                  <a:pt x="505006" y="55204"/>
                  <a:pt x="505775" y="52043"/>
                </a:cubicBezTo>
                <a:cubicBezTo>
                  <a:pt x="506544" y="48880"/>
                  <a:pt x="507787" y="46057"/>
                  <a:pt x="509505" y="43573"/>
                </a:cubicBezTo>
                <a:cubicBezTo>
                  <a:pt x="511223" y="41088"/>
                  <a:pt x="513438" y="39077"/>
                  <a:pt x="516151" y="37541"/>
                </a:cubicBezTo>
                <a:cubicBezTo>
                  <a:pt x="518864" y="36005"/>
                  <a:pt x="522165" y="35238"/>
                  <a:pt x="526054" y="35238"/>
                </a:cubicBezTo>
                <a:cubicBezTo>
                  <a:pt x="529761" y="35238"/>
                  <a:pt x="532995" y="35961"/>
                  <a:pt x="535753" y="37407"/>
                </a:cubicBezTo>
                <a:cubicBezTo>
                  <a:pt x="538511" y="38852"/>
                  <a:pt x="540772" y="40794"/>
                  <a:pt x="542536" y="43233"/>
                </a:cubicBezTo>
                <a:cubicBezTo>
                  <a:pt x="544300" y="45673"/>
                  <a:pt x="545610" y="48452"/>
                  <a:pt x="546469" y="51569"/>
                </a:cubicBezTo>
                <a:cubicBezTo>
                  <a:pt x="547328" y="54685"/>
                  <a:pt x="547758" y="57869"/>
                  <a:pt x="547758" y="6112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Text Add-on:NITRO-R">
            <a:extLst xmlns:a="http://schemas.openxmlformats.org/drawingml/2006/main">
              <a:ext uri="{FF2B5EF4-FFF2-40B4-BE49-F238E27FC236}">
                <a16:creationId xmlns:a16="http://schemas.microsoft.com/office/drawing/2014/main" id="{577F89D8-E3AC-43F1-9CFB-B03D7A97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8017" y="3749496"/>
            <a:ext cx="1354016" cy="121450"/>
          </a:xfrm>
          <a:custGeom xmlns:a="http://schemas.openxmlformats.org/drawingml/2006/main">
            <a:pathLst>
              <a:path w="1354016" h="121450">
                <a:moveTo>
                  <a:pt x="41508" y="73919"/>
                </a:moveTo>
                <a:lnTo>
                  <a:pt x="56647" y="31346"/>
                </a:lnTo>
                <a:lnTo>
                  <a:pt x="56972" y="31346"/>
                </a:lnTo>
                <a:lnTo>
                  <a:pt x="71624" y="73919"/>
                </a:lnTo>
                <a:lnTo>
                  <a:pt x="41508" y="73919"/>
                </a:lnTo>
                <a:moveTo>
                  <a:pt x="43952" y="2702"/>
                </a:moveTo>
                <a:lnTo>
                  <a:pt x="0" y="118907"/>
                </a:lnTo>
                <a:lnTo>
                  <a:pt x="25718" y="118907"/>
                </a:lnTo>
                <a:lnTo>
                  <a:pt x="34833" y="92995"/>
                </a:lnTo>
                <a:lnTo>
                  <a:pt x="78298" y="92995"/>
                </a:lnTo>
                <a:lnTo>
                  <a:pt x="87089" y="118907"/>
                </a:lnTo>
                <a:lnTo>
                  <a:pt x="113621" y="118907"/>
                </a:lnTo>
                <a:lnTo>
                  <a:pt x="70159" y="2702"/>
                </a:lnTo>
                <a:lnTo>
                  <a:pt x="43952" y="2702"/>
                </a:lnTo>
                <a:close/>
                <a:moveTo>
                  <a:pt x="181013" y="76617"/>
                </a:moveTo>
                <a:cubicBezTo>
                  <a:pt x="181013" y="80089"/>
                  <a:pt x="180688" y="83454"/>
                  <a:pt x="180037" y="86711"/>
                </a:cubicBezTo>
                <a:cubicBezTo>
                  <a:pt x="179386" y="89967"/>
                  <a:pt x="178301" y="92870"/>
                  <a:pt x="176781" y="95422"/>
                </a:cubicBezTo>
                <a:cubicBezTo>
                  <a:pt x="175261" y="97972"/>
                  <a:pt x="173225" y="100007"/>
                  <a:pt x="170675" y="101527"/>
                </a:cubicBezTo>
                <a:cubicBezTo>
                  <a:pt x="168125" y="103046"/>
                  <a:pt x="164951" y="103805"/>
                  <a:pt x="161152" y="103805"/>
                </a:cubicBezTo>
                <a:cubicBezTo>
                  <a:pt x="157572" y="103805"/>
                  <a:pt x="154506" y="103018"/>
                  <a:pt x="151955" y="101445"/>
                </a:cubicBezTo>
                <a:cubicBezTo>
                  <a:pt x="149404" y="99871"/>
                  <a:pt x="147288" y="97808"/>
                  <a:pt x="145606" y="95258"/>
                </a:cubicBezTo>
                <a:cubicBezTo>
                  <a:pt x="143925" y="92706"/>
                  <a:pt x="142705" y="89803"/>
                  <a:pt x="141945" y="86547"/>
                </a:cubicBezTo>
                <a:cubicBezTo>
                  <a:pt x="141185" y="83292"/>
                  <a:pt x="140805" y="80035"/>
                  <a:pt x="140805" y="76778"/>
                </a:cubicBezTo>
                <a:cubicBezTo>
                  <a:pt x="140805" y="73306"/>
                  <a:pt x="141157" y="69968"/>
                  <a:pt x="141863" y="66766"/>
                </a:cubicBezTo>
                <a:cubicBezTo>
                  <a:pt x="142568" y="63563"/>
                  <a:pt x="143707" y="60714"/>
                  <a:pt x="145280" y="58219"/>
                </a:cubicBezTo>
                <a:cubicBezTo>
                  <a:pt x="146855" y="55722"/>
                  <a:pt x="148944" y="53714"/>
                  <a:pt x="151547" y="52196"/>
                </a:cubicBezTo>
                <a:cubicBezTo>
                  <a:pt x="154152" y="50675"/>
                  <a:pt x="157354" y="49915"/>
                  <a:pt x="161152" y="49915"/>
                </a:cubicBezTo>
                <a:cubicBezTo>
                  <a:pt x="164951" y="49915"/>
                  <a:pt x="168098" y="50675"/>
                  <a:pt x="170593" y="52196"/>
                </a:cubicBezTo>
                <a:cubicBezTo>
                  <a:pt x="173090" y="53714"/>
                  <a:pt x="175126" y="55695"/>
                  <a:pt x="176699" y="58137"/>
                </a:cubicBezTo>
                <a:cubicBezTo>
                  <a:pt x="178273" y="60579"/>
                  <a:pt x="179386" y="63402"/>
                  <a:pt x="180037" y="66604"/>
                </a:cubicBezTo>
                <a:cubicBezTo>
                  <a:pt x="180688" y="69805"/>
                  <a:pt x="181013" y="73143"/>
                  <a:pt x="181013" y="76617"/>
                </a:cubicBezTo>
                <a:moveTo>
                  <a:pt x="181338" y="108264"/>
                </a:moveTo>
                <a:lnTo>
                  <a:pt x="181338" y="119014"/>
                </a:lnTo>
                <a:lnTo>
                  <a:pt x="203313" y="119014"/>
                </a:lnTo>
                <a:lnTo>
                  <a:pt x="203313" y="2702"/>
                </a:lnTo>
                <a:lnTo>
                  <a:pt x="180198" y="2702"/>
                </a:lnTo>
                <a:lnTo>
                  <a:pt x="180198" y="45012"/>
                </a:lnTo>
                <a:lnTo>
                  <a:pt x="179873" y="45012"/>
                </a:lnTo>
                <a:cubicBezTo>
                  <a:pt x="177268" y="40873"/>
                  <a:pt x="173714" y="37740"/>
                  <a:pt x="169210" y="35616"/>
                </a:cubicBezTo>
                <a:cubicBezTo>
                  <a:pt x="164707" y="33491"/>
                  <a:pt x="159960" y="32429"/>
                  <a:pt x="154967" y="32429"/>
                </a:cubicBezTo>
                <a:cubicBezTo>
                  <a:pt x="148781" y="32429"/>
                  <a:pt x="143355" y="33652"/>
                  <a:pt x="138688" y="36098"/>
                </a:cubicBezTo>
                <a:cubicBezTo>
                  <a:pt x="134022" y="38544"/>
                  <a:pt x="130142" y="41778"/>
                  <a:pt x="127049" y="45800"/>
                </a:cubicBezTo>
                <a:cubicBezTo>
                  <a:pt x="123957" y="49822"/>
                  <a:pt x="121624" y="54469"/>
                  <a:pt x="120050" y="59742"/>
                </a:cubicBezTo>
                <a:cubicBezTo>
                  <a:pt x="118476" y="65014"/>
                  <a:pt x="117690" y="70476"/>
                  <a:pt x="117690" y="76127"/>
                </a:cubicBezTo>
                <a:cubicBezTo>
                  <a:pt x="117690" y="81998"/>
                  <a:pt x="118476" y="87651"/>
                  <a:pt x="120050" y="93087"/>
                </a:cubicBezTo>
                <a:cubicBezTo>
                  <a:pt x="121624" y="98522"/>
                  <a:pt x="123957" y="103332"/>
                  <a:pt x="127049" y="107518"/>
                </a:cubicBezTo>
                <a:cubicBezTo>
                  <a:pt x="130142" y="111703"/>
                  <a:pt x="134076" y="115018"/>
                  <a:pt x="138850" y="117464"/>
                </a:cubicBezTo>
                <a:cubicBezTo>
                  <a:pt x="143625" y="119909"/>
                  <a:pt x="149161" y="121132"/>
                  <a:pt x="155457" y="121132"/>
                </a:cubicBezTo>
                <a:cubicBezTo>
                  <a:pt x="160991" y="121132"/>
                  <a:pt x="165955" y="120128"/>
                  <a:pt x="170350" y="118119"/>
                </a:cubicBezTo>
                <a:cubicBezTo>
                  <a:pt x="174746" y="116109"/>
                  <a:pt x="178301" y="112824"/>
                  <a:pt x="181013" y="108264"/>
                </a:cubicBezTo>
                <a:lnTo>
                  <a:pt x="181338" y="108264"/>
                </a:lnTo>
                <a:close/>
                <a:moveTo>
                  <a:pt x="280472" y="76617"/>
                </a:moveTo>
                <a:cubicBezTo>
                  <a:pt x="280472" y="80089"/>
                  <a:pt x="280147" y="83454"/>
                  <a:pt x="279496" y="86711"/>
                </a:cubicBezTo>
                <a:cubicBezTo>
                  <a:pt x="278845" y="89967"/>
                  <a:pt x="277760" y="92870"/>
                  <a:pt x="276240" y="95422"/>
                </a:cubicBezTo>
                <a:cubicBezTo>
                  <a:pt x="274720" y="97972"/>
                  <a:pt x="272685" y="100007"/>
                  <a:pt x="270135" y="101527"/>
                </a:cubicBezTo>
                <a:cubicBezTo>
                  <a:pt x="267585" y="103046"/>
                  <a:pt x="264410" y="103805"/>
                  <a:pt x="260612" y="103805"/>
                </a:cubicBezTo>
                <a:cubicBezTo>
                  <a:pt x="257031" y="103805"/>
                  <a:pt x="253966" y="103018"/>
                  <a:pt x="251414" y="101445"/>
                </a:cubicBezTo>
                <a:cubicBezTo>
                  <a:pt x="248864" y="99871"/>
                  <a:pt x="246748" y="97808"/>
                  <a:pt x="245065" y="95258"/>
                </a:cubicBezTo>
                <a:cubicBezTo>
                  <a:pt x="243384" y="92706"/>
                  <a:pt x="242164" y="89803"/>
                  <a:pt x="241404" y="86547"/>
                </a:cubicBezTo>
                <a:cubicBezTo>
                  <a:pt x="240644" y="83292"/>
                  <a:pt x="240264" y="80035"/>
                  <a:pt x="240264" y="76778"/>
                </a:cubicBezTo>
                <a:cubicBezTo>
                  <a:pt x="240264" y="73306"/>
                  <a:pt x="240617" y="69968"/>
                  <a:pt x="241322" y="66766"/>
                </a:cubicBezTo>
                <a:cubicBezTo>
                  <a:pt x="242027" y="63563"/>
                  <a:pt x="243167" y="60714"/>
                  <a:pt x="244740" y="58219"/>
                </a:cubicBezTo>
                <a:cubicBezTo>
                  <a:pt x="246314" y="55722"/>
                  <a:pt x="248403" y="53714"/>
                  <a:pt x="251006" y="52196"/>
                </a:cubicBezTo>
                <a:cubicBezTo>
                  <a:pt x="253611" y="50675"/>
                  <a:pt x="256813" y="49915"/>
                  <a:pt x="260612" y="49915"/>
                </a:cubicBezTo>
                <a:cubicBezTo>
                  <a:pt x="264410" y="49915"/>
                  <a:pt x="267557" y="50675"/>
                  <a:pt x="270053" y="52196"/>
                </a:cubicBezTo>
                <a:cubicBezTo>
                  <a:pt x="272550" y="53714"/>
                  <a:pt x="274585" y="55695"/>
                  <a:pt x="276158" y="58137"/>
                </a:cubicBezTo>
                <a:cubicBezTo>
                  <a:pt x="277733" y="60579"/>
                  <a:pt x="278845" y="63402"/>
                  <a:pt x="279496" y="66604"/>
                </a:cubicBezTo>
                <a:cubicBezTo>
                  <a:pt x="280147" y="69805"/>
                  <a:pt x="280472" y="73143"/>
                  <a:pt x="280472" y="76617"/>
                </a:cubicBezTo>
                <a:moveTo>
                  <a:pt x="280798" y="108264"/>
                </a:moveTo>
                <a:lnTo>
                  <a:pt x="280798" y="119014"/>
                </a:lnTo>
                <a:lnTo>
                  <a:pt x="302772" y="119014"/>
                </a:lnTo>
                <a:lnTo>
                  <a:pt x="302772" y="2702"/>
                </a:lnTo>
                <a:lnTo>
                  <a:pt x="279658" y="2702"/>
                </a:lnTo>
                <a:lnTo>
                  <a:pt x="279658" y="45012"/>
                </a:lnTo>
                <a:lnTo>
                  <a:pt x="279332" y="45012"/>
                </a:lnTo>
                <a:cubicBezTo>
                  <a:pt x="276728" y="40873"/>
                  <a:pt x="273173" y="37740"/>
                  <a:pt x="268669" y="35616"/>
                </a:cubicBezTo>
                <a:cubicBezTo>
                  <a:pt x="264167" y="33491"/>
                  <a:pt x="259419" y="32429"/>
                  <a:pt x="254427" y="32429"/>
                </a:cubicBezTo>
                <a:cubicBezTo>
                  <a:pt x="248240" y="32429"/>
                  <a:pt x="242814" y="33652"/>
                  <a:pt x="238148" y="36098"/>
                </a:cubicBezTo>
                <a:cubicBezTo>
                  <a:pt x="233481" y="38544"/>
                  <a:pt x="229602" y="41778"/>
                  <a:pt x="226508" y="45800"/>
                </a:cubicBezTo>
                <a:cubicBezTo>
                  <a:pt x="223417" y="49822"/>
                  <a:pt x="221084" y="54469"/>
                  <a:pt x="219509" y="59742"/>
                </a:cubicBezTo>
                <a:cubicBezTo>
                  <a:pt x="217936" y="65014"/>
                  <a:pt x="217149" y="70476"/>
                  <a:pt x="217149" y="76127"/>
                </a:cubicBezTo>
                <a:cubicBezTo>
                  <a:pt x="217149" y="81998"/>
                  <a:pt x="217936" y="87651"/>
                  <a:pt x="219509" y="93087"/>
                </a:cubicBezTo>
                <a:cubicBezTo>
                  <a:pt x="221084" y="98522"/>
                  <a:pt x="223417" y="103332"/>
                  <a:pt x="226508" y="107518"/>
                </a:cubicBezTo>
                <a:cubicBezTo>
                  <a:pt x="229602" y="111703"/>
                  <a:pt x="233535" y="115018"/>
                  <a:pt x="238309" y="117464"/>
                </a:cubicBezTo>
                <a:cubicBezTo>
                  <a:pt x="243085" y="119909"/>
                  <a:pt x="248620" y="121132"/>
                  <a:pt x="254916" y="121132"/>
                </a:cubicBezTo>
                <a:cubicBezTo>
                  <a:pt x="260450" y="121132"/>
                  <a:pt x="265414" y="120128"/>
                  <a:pt x="269809" y="118119"/>
                </a:cubicBezTo>
                <a:cubicBezTo>
                  <a:pt x="274206" y="116109"/>
                  <a:pt x="277760" y="112824"/>
                  <a:pt x="280472" y="108264"/>
                </a:cubicBezTo>
                <a:lnTo>
                  <a:pt x="280798" y="108264"/>
                </a:lnTo>
                <a:close/>
                <a:moveTo>
                  <a:pt x="320026" y="64540"/>
                </a:moveTo>
                <a:lnTo>
                  <a:pt x="320026" y="84411"/>
                </a:lnTo>
                <a:lnTo>
                  <a:pt x="369025" y="84411"/>
                </a:lnTo>
                <a:lnTo>
                  <a:pt x="369025" y="64540"/>
                </a:lnTo>
                <a:lnTo>
                  <a:pt x="320026" y="64540"/>
                </a:lnTo>
                <a:close/>
                <a:moveTo>
                  <a:pt x="406952" y="76942"/>
                </a:moveTo>
                <a:cubicBezTo>
                  <a:pt x="406952" y="73577"/>
                  <a:pt x="407277" y="70267"/>
                  <a:pt x="407928" y="67012"/>
                </a:cubicBezTo>
                <a:cubicBezTo>
                  <a:pt x="408578" y="63755"/>
                  <a:pt x="409690" y="60878"/>
                  <a:pt x="411264" y="58383"/>
                </a:cubicBezTo>
                <a:cubicBezTo>
                  <a:pt x="412838" y="55886"/>
                  <a:pt x="414928" y="53851"/>
                  <a:pt x="417533" y="52278"/>
                </a:cubicBezTo>
                <a:cubicBezTo>
                  <a:pt x="420137" y="50703"/>
                  <a:pt x="423393" y="49915"/>
                  <a:pt x="427299" y="49915"/>
                </a:cubicBezTo>
                <a:cubicBezTo>
                  <a:pt x="431207" y="49915"/>
                  <a:pt x="434490" y="50703"/>
                  <a:pt x="437148" y="52278"/>
                </a:cubicBezTo>
                <a:cubicBezTo>
                  <a:pt x="439807" y="53851"/>
                  <a:pt x="441923" y="55886"/>
                  <a:pt x="443496" y="58383"/>
                </a:cubicBezTo>
                <a:cubicBezTo>
                  <a:pt x="445071" y="60878"/>
                  <a:pt x="446184" y="63755"/>
                  <a:pt x="446835" y="67012"/>
                </a:cubicBezTo>
                <a:cubicBezTo>
                  <a:pt x="447485" y="70267"/>
                  <a:pt x="447811" y="73577"/>
                  <a:pt x="447811" y="76942"/>
                </a:cubicBezTo>
                <a:cubicBezTo>
                  <a:pt x="447811" y="80307"/>
                  <a:pt x="447485" y="83591"/>
                  <a:pt x="446835" y="86793"/>
                </a:cubicBezTo>
                <a:cubicBezTo>
                  <a:pt x="446184" y="89994"/>
                  <a:pt x="445071" y="92870"/>
                  <a:pt x="443496" y="95422"/>
                </a:cubicBezTo>
                <a:cubicBezTo>
                  <a:pt x="441923" y="97972"/>
                  <a:pt x="439807" y="100007"/>
                  <a:pt x="437148" y="101527"/>
                </a:cubicBezTo>
                <a:cubicBezTo>
                  <a:pt x="434490" y="103046"/>
                  <a:pt x="431207" y="103805"/>
                  <a:pt x="427299" y="103805"/>
                </a:cubicBezTo>
                <a:cubicBezTo>
                  <a:pt x="423393" y="103805"/>
                  <a:pt x="420137" y="103046"/>
                  <a:pt x="417533" y="101527"/>
                </a:cubicBezTo>
                <a:cubicBezTo>
                  <a:pt x="414928" y="100007"/>
                  <a:pt x="412838" y="97972"/>
                  <a:pt x="411264" y="95422"/>
                </a:cubicBezTo>
                <a:cubicBezTo>
                  <a:pt x="409690" y="92870"/>
                  <a:pt x="408578" y="89994"/>
                  <a:pt x="407928" y="86793"/>
                </a:cubicBezTo>
                <a:cubicBezTo>
                  <a:pt x="407277" y="83591"/>
                  <a:pt x="406952" y="80307"/>
                  <a:pt x="406952" y="76942"/>
                </a:cubicBezTo>
                <a:moveTo>
                  <a:pt x="383837" y="76945"/>
                </a:moveTo>
                <a:cubicBezTo>
                  <a:pt x="383837" y="83684"/>
                  <a:pt x="384868" y="89771"/>
                  <a:pt x="386929" y="95206"/>
                </a:cubicBezTo>
                <a:cubicBezTo>
                  <a:pt x="388991" y="100641"/>
                  <a:pt x="391921" y="105288"/>
                  <a:pt x="395720" y="109148"/>
                </a:cubicBezTo>
                <a:cubicBezTo>
                  <a:pt x="399518" y="113006"/>
                  <a:pt x="404076" y="115968"/>
                  <a:pt x="409393" y="118035"/>
                </a:cubicBezTo>
                <a:cubicBezTo>
                  <a:pt x="414712" y="120100"/>
                  <a:pt x="420681" y="121132"/>
                  <a:pt x="427299" y="121132"/>
                </a:cubicBezTo>
                <a:cubicBezTo>
                  <a:pt x="433920" y="121132"/>
                  <a:pt x="439916" y="120100"/>
                  <a:pt x="445287" y="118035"/>
                </a:cubicBezTo>
                <a:cubicBezTo>
                  <a:pt x="450659" y="115968"/>
                  <a:pt x="455244" y="113006"/>
                  <a:pt x="459043" y="109148"/>
                </a:cubicBezTo>
                <a:cubicBezTo>
                  <a:pt x="462841" y="105288"/>
                  <a:pt x="465772" y="100641"/>
                  <a:pt x="467833" y="95206"/>
                </a:cubicBezTo>
                <a:cubicBezTo>
                  <a:pt x="469895" y="89771"/>
                  <a:pt x="470926" y="83684"/>
                  <a:pt x="470926" y="76945"/>
                </a:cubicBezTo>
                <a:cubicBezTo>
                  <a:pt x="470926" y="70205"/>
                  <a:pt x="469895" y="64091"/>
                  <a:pt x="467833" y="58601"/>
                </a:cubicBezTo>
                <a:cubicBezTo>
                  <a:pt x="465772" y="53110"/>
                  <a:pt x="462841" y="48436"/>
                  <a:pt x="459043" y="44578"/>
                </a:cubicBezTo>
                <a:cubicBezTo>
                  <a:pt x="455244" y="40718"/>
                  <a:pt x="450659" y="37728"/>
                  <a:pt x="445287" y="35608"/>
                </a:cubicBezTo>
                <a:cubicBezTo>
                  <a:pt x="439916" y="33489"/>
                  <a:pt x="433920" y="32429"/>
                  <a:pt x="427299" y="32429"/>
                </a:cubicBezTo>
                <a:cubicBezTo>
                  <a:pt x="420681" y="32429"/>
                  <a:pt x="414712" y="33489"/>
                  <a:pt x="409393" y="35608"/>
                </a:cubicBezTo>
                <a:cubicBezTo>
                  <a:pt x="404076" y="37728"/>
                  <a:pt x="399518" y="40718"/>
                  <a:pt x="395720" y="44578"/>
                </a:cubicBezTo>
                <a:cubicBezTo>
                  <a:pt x="391921" y="48436"/>
                  <a:pt x="388991" y="53110"/>
                  <a:pt x="386929" y="58601"/>
                </a:cubicBezTo>
                <a:cubicBezTo>
                  <a:pt x="384868" y="64091"/>
                  <a:pt x="383837" y="70205"/>
                  <a:pt x="383837" y="76945"/>
                </a:cubicBezTo>
                <a:close/>
                <a:moveTo>
                  <a:pt x="485902" y="34747"/>
                </a:moveTo>
                <a:lnTo>
                  <a:pt x="485902" y="118907"/>
                </a:lnTo>
                <a:lnTo>
                  <a:pt x="509016" y="118907"/>
                </a:lnTo>
                <a:lnTo>
                  <a:pt x="509016" y="74799"/>
                </a:lnTo>
                <a:cubicBezTo>
                  <a:pt x="509016" y="66226"/>
                  <a:pt x="510427" y="60069"/>
                  <a:pt x="513249" y="56326"/>
                </a:cubicBezTo>
                <a:cubicBezTo>
                  <a:pt x="516071" y="52582"/>
                  <a:pt x="520628" y="50710"/>
                  <a:pt x="526922" y="50710"/>
                </a:cubicBezTo>
                <a:cubicBezTo>
                  <a:pt x="532458" y="50710"/>
                  <a:pt x="536311" y="52419"/>
                  <a:pt x="538480" y="55837"/>
                </a:cubicBezTo>
                <a:cubicBezTo>
                  <a:pt x="540651" y="59255"/>
                  <a:pt x="541736" y="64436"/>
                  <a:pt x="541736" y="71381"/>
                </a:cubicBezTo>
                <a:lnTo>
                  <a:pt x="541736" y="118907"/>
                </a:lnTo>
                <a:lnTo>
                  <a:pt x="564851" y="118907"/>
                </a:lnTo>
                <a:lnTo>
                  <a:pt x="564851" y="67119"/>
                </a:lnTo>
                <a:cubicBezTo>
                  <a:pt x="564851" y="61907"/>
                  <a:pt x="564390" y="57157"/>
                  <a:pt x="563467" y="52869"/>
                </a:cubicBezTo>
                <a:cubicBezTo>
                  <a:pt x="562545" y="48580"/>
                  <a:pt x="560944" y="44943"/>
                  <a:pt x="558664" y="41957"/>
                </a:cubicBezTo>
                <a:cubicBezTo>
                  <a:pt x="556385" y="38972"/>
                  <a:pt x="553265" y="36638"/>
                  <a:pt x="549304" y="34955"/>
                </a:cubicBezTo>
                <a:cubicBezTo>
                  <a:pt x="545344" y="33271"/>
                  <a:pt x="540270" y="32429"/>
                  <a:pt x="534083" y="32429"/>
                </a:cubicBezTo>
                <a:cubicBezTo>
                  <a:pt x="529200" y="32429"/>
                  <a:pt x="524425" y="33544"/>
                  <a:pt x="519759" y="35775"/>
                </a:cubicBezTo>
                <a:cubicBezTo>
                  <a:pt x="515093" y="38005"/>
                  <a:pt x="511295" y="41569"/>
                  <a:pt x="508366" y="46465"/>
                </a:cubicBezTo>
                <a:lnTo>
                  <a:pt x="507876" y="46465"/>
                </a:lnTo>
                <a:lnTo>
                  <a:pt x="507876" y="34747"/>
                </a:lnTo>
                <a:lnTo>
                  <a:pt x="485902" y="34747"/>
                </a:lnTo>
                <a:close/>
                <a:moveTo>
                  <a:pt x="609128" y="61361"/>
                </a:moveTo>
                <a:lnTo>
                  <a:pt x="609128" y="36244"/>
                </a:lnTo>
                <a:lnTo>
                  <a:pt x="583571" y="36244"/>
                </a:lnTo>
                <a:lnTo>
                  <a:pt x="583571" y="61361"/>
                </a:lnTo>
                <a:lnTo>
                  <a:pt x="609128" y="61361"/>
                </a:lnTo>
                <a:moveTo>
                  <a:pt x="583571" y="93790"/>
                </a:moveTo>
                <a:lnTo>
                  <a:pt x="583571" y="118907"/>
                </a:lnTo>
                <a:lnTo>
                  <a:pt x="609128" y="118907"/>
                </a:lnTo>
                <a:lnTo>
                  <a:pt x="609128" y="93790"/>
                </a:lnTo>
                <a:lnTo>
                  <a:pt x="583571" y="93790"/>
                </a:lnTo>
                <a:close/>
                <a:moveTo>
                  <a:pt x="675379" y="2702"/>
                </a:moveTo>
                <a:lnTo>
                  <a:pt x="675379" y="118907"/>
                </a:lnTo>
                <a:lnTo>
                  <a:pt x="699308" y="118907"/>
                </a:lnTo>
                <a:lnTo>
                  <a:pt x="699308" y="41113"/>
                </a:lnTo>
                <a:lnTo>
                  <a:pt x="699634" y="41113"/>
                </a:lnTo>
                <a:lnTo>
                  <a:pt x="747979" y="118907"/>
                </a:lnTo>
                <a:lnTo>
                  <a:pt x="773536" y="118907"/>
                </a:lnTo>
                <a:lnTo>
                  <a:pt x="773536" y="2702"/>
                </a:lnTo>
                <a:lnTo>
                  <a:pt x="749606" y="2702"/>
                </a:lnTo>
                <a:lnTo>
                  <a:pt x="749606" y="80660"/>
                </a:lnTo>
                <a:lnTo>
                  <a:pt x="749281" y="80660"/>
                </a:lnTo>
                <a:lnTo>
                  <a:pt x="700771" y="2702"/>
                </a:lnTo>
                <a:lnTo>
                  <a:pt x="675379" y="2702"/>
                </a:lnTo>
                <a:close/>
                <a:moveTo>
                  <a:pt x="796001" y="2702"/>
                </a:moveTo>
                <a:lnTo>
                  <a:pt x="796001" y="118907"/>
                </a:lnTo>
                <a:lnTo>
                  <a:pt x="821557" y="118907"/>
                </a:lnTo>
                <a:lnTo>
                  <a:pt x="821557" y="2702"/>
                </a:lnTo>
                <a:lnTo>
                  <a:pt x="796001" y="2702"/>
                </a:lnTo>
                <a:close/>
                <a:moveTo>
                  <a:pt x="869741" y="24163"/>
                </a:moveTo>
                <a:lnTo>
                  <a:pt x="869741" y="118907"/>
                </a:lnTo>
                <a:lnTo>
                  <a:pt x="895298" y="118907"/>
                </a:lnTo>
                <a:lnTo>
                  <a:pt x="895298" y="24163"/>
                </a:lnTo>
                <a:lnTo>
                  <a:pt x="930134" y="24163"/>
                </a:lnTo>
                <a:lnTo>
                  <a:pt x="930134" y="2702"/>
                </a:lnTo>
                <a:lnTo>
                  <a:pt x="834905" y="2702"/>
                </a:lnTo>
                <a:lnTo>
                  <a:pt x="834905" y="24163"/>
                </a:lnTo>
                <a:lnTo>
                  <a:pt x="869741" y="24163"/>
                </a:lnTo>
                <a:close/>
                <a:moveTo>
                  <a:pt x="969037" y="55161"/>
                </a:moveTo>
                <a:lnTo>
                  <a:pt x="969037" y="22573"/>
                </a:lnTo>
                <a:lnTo>
                  <a:pt x="997035" y="22573"/>
                </a:lnTo>
                <a:cubicBezTo>
                  <a:pt x="1002895" y="22573"/>
                  <a:pt x="1007290" y="23843"/>
                  <a:pt x="1010219" y="26383"/>
                </a:cubicBezTo>
                <a:cubicBezTo>
                  <a:pt x="1013150" y="28924"/>
                  <a:pt x="1014615" y="33004"/>
                  <a:pt x="1014615" y="38624"/>
                </a:cubicBezTo>
                <a:cubicBezTo>
                  <a:pt x="1014615" y="44461"/>
                  <a:pt x="1013150" y="48677"/>
                  <a:pt x="1010219" y="51272"/>
                </a:cubicBezTo>
                <a:cubicBezTo>
                  <a:pt x="1007290" y="53865"/>
                  <a:pt x="1002895" y="55161"/>
                  <a:pt x="997035" y="55161"/>
                </a:cubicBezTo>
                <a:lnTo>
                  <a:pt x="969037" y="55161"/>
                </a:lnTo>
                <a:moveTo>
                  <a:pt x="943481" y="2702"/>
                </a:moveTo>
                <a:lnTo>
                  <a:pt x="943481" y="118907"/>
                </a:lnTo>
                <a:lnTo>
                  <a:pt x="969037" y="118907"/>
                </a:lnTo>
                <a:lnTo>
                  <a:pt x="969037" y="73442"/>
                </a:lnTo>
                <a:lnTo>
                  <a:pt x="994593" y="73442"/>
                </a:lnTo>
                <a:cubicBezTo>
                  <a:pt x="1000997" y="73442"/>
                  <a:pt x="1005609" y="74855"/>
                  <a:pt x="1008431" y="77680"/>
                </a:cubicBezTo>
                <a:cubicBezTo>
                  <a:pt x="1011252" y="80503"/>
                  <a:pt x="1013097" y="84957"/>
                  <a:pt x="1013965" y="91040"/>
                </a:cubicBezTo>
                <a:cubicBezTo>
                  <a:pt x="1014615" y="95712"/>
                  <a:pt x="1015104" y="100601"/>
                  <a:pt x="1015430" y="105708"/>
                </a:cubicBezTo>
                <a:cubicBezTo>
                  <a:pt x="1015756" y="110813"/>
                  <a:pt x="1016625" y="115212"/>
                  <a:pt x="1018036" y="118907"/>
                </a:cubicBezTo>
                <a:lnTo>
                  <a:pt x="1043592" y="118907"/>
                </a:lnTo>
                <a:cubicBezTo>
                  <a:pt x="1042398" y="117277"/>
                  <a:pt x="1041502" y="115294"/>
                  <a:pt x="1040904" y="112958"/>
                </a:cubicBezTo>
                <a:cubicBezTo>
                  <a:pt x="1040308" y="110622"/>
                  <a:pt x="1039875" y="108149"/>
                  <a:pt x="1039603" y="105541"/>
                </a:cubicBezTo>
                <a:cubicBezTo>
                  <a:pt x="1039331" y="102933"/>
                  <a:pt x="1039141" y="100380"/>
                  <a:pt x="1039032" y="97881"/>
                </a:cubicBezTo>
                <a:cubicBezTo>
                  <a:pt x="1038924" y="95381"/>
                  <a:pt x="1038816" y="93206"/>
                  <a:pt x="1038709" y="91358"/>
                </a:cubicBezTo>
                <a:cubicBezTo>
                  <a:pt x="1038490" y="88426"/>
                  <a:pt x="1038083" y="85492"/>
                  <a:pt x="1037487" y="82558"/>
                </a:cubicBezTo>
                <a:cubicBezTo>
                  <a:pt x="1036891" y="79624"/>
                  <a:pt x="1035941" y="76935"/>
                  <a:pt x="1034638" y="74491"/>
                </a:cubicBezTo>
                <a:cubicBezTo>
                  <a:pt x="1033336" y="72045"/>
                  <a:pt x="1031654" y="69925"/>
                  <a:pt x="1029591" y="68132"/>
                </a:cubicBezTo>
                <a:cubicBezTo>
                  <a:pt x="1027529" y="66339"/>
                  <a:pt x="1024925" y="65007"/>
                  <a:pt x="1021779" y="64138"/>
                </a:cubicBezTo>
                <a:lnTo>
                  <a:pt x="1021779" y="63813"/>
                </a:lnTo>
                <a:cubicBezTo>
                  <a:pt x="1028290" y="61213"/>
                  <a:pt x="1032983" y="57421"/>
                  <a:pt x="1035857" y="52437"/>
                </a:cubicBezTo>
                <a:cubicBezTo>
                  <a:pt x="1038734" y="47452"/>
                  <a:pt x="1040172" y="41547"/>
                  <a:pt x="1040172" y="34719"/>
                </a:cubicBezTo>
                <a:cubicBezTo>
                  <a:pt x="1040172" y="30278"/>
                  <a:pt x="1039384" y="26134"/>
                  <a:pt x="1037810" y="22288"/>
                </a:cubicBezTo>
                <a:cubicBezTo>
                  <a:pt x="1036237" y="18441"/>
                  <a:pt x="1033958" y="15055"/>
                  <a:pt x="1030974" y="12129"/>
                </a:cubicBezTo>
                <a:cubicBezTo>
                  <a:pt x="1027990" y="9203"/>
                  <a:pt x="1024409" y="6900"/>
                  <a:pt x="1020231" y="5221"/>
                </a:cubicBezTo>
                <a:cubicBezTo>
                  <a:pt x="1016054" y="3542"/>
                  <a:pt x="1011360" y="2702"/>
                  <a:pt x="1006150" y="2702"/>
                </a:cubicBezTo>
                <a:lnTo>
                  <a:pt x="943481" y="2702"/>
                </a:lnTo>
                <a:close/>
                <a:moveTo>
                  <a:pt x="1081520" y="61291"/>
                </a:moveTo>
                <a:cubicBezTo>
                  <a:pt x="1081520" y="56198"/>
                  <a:pt x="1082090" y="51267"/>
                  <a:pt x="1083229" y="46498"/>
                </a:cubicBezTo>
                <a:cubicBezTo>
                  <a:pt x="1084368" y="41729"/>
                  <a:pt x="1086186" y="37475"/>
                  <a:pt x="1088681" y="33736"/>
                </a:cubicBezTo>
                <a:cubicBezTo>
                  <a:pt x="1091178" y="29997"/>
                  <a:pt x="1094434" y="27016"/>
                  <a:pt x="1098448" y="24794"/>
                </a:cubicBezTo>
                <a:cubicBezTo>
                  <a:pt x="1102463" y="22572"/>
                  <a:pt x="1107347" y="21460"/>
                  <a:pt x="1113100" y="21460"/>
                </a:cubicBezTo>
                <a:cubicBezTo>
                  <a:pt x="1118851" y="21460"/>
                  <a:pt x="1123733" y="22572"/>
                  <a:pt x="1127747" y="24794"/>
                </a:cubicBezTo>
                <a:cubicBezTo>
                  <a:pt x="1131763" y="27016"/>
                  <a:pt x="1135018" y="29997"/>
                  <a:pt x="1137514" y="33736"/>
                </a:cubicBezTo>
                <a:cubicBezTo>
                  <a:pt x="1140011" y="37475"/>
                  <a:pt x="1141829" y="41729"/>
                  <a:pt x="1142968" y="46498"/>
                </a:cubicBezTo>
                <a:cubicBezTo>
                  <a:pt x="1144107" y="51267"/>
                  <a:pt x="1144677" y="56198"/>
                  <a:pt x="1144677" y="61291"/>
                </a:cubicBezTo>
                <a:cubicBezTo>
                  <a:pt x="1144677" y="66170"/>
                  <a:pt x="1144107" y="70912"/>
                  <a:pt x="1142968" y="75519"/>
                </a:cubicBezTo>
                <a:cubicBezTo>
                  <a:pt x="1141829" y="80124"/>
                  <a:pt x="1140011" y="84270"/>
                  <a:pt x="1137514" y="87956"/>
                </a:cubicBezTo>
                <a:cubicBezTo>
                  <a:pt x="1135018" y="91640"/>
                  <a:pt x="1131763" y="94593"/>
                  <a:pt x="1127747" y="96815"/>
                </a:cubicBezTo>
                <a:cubicBezTo>
                  <a:pt x="1123733" y="99038"/>
                  <a:pt x="1118851" y="100149"/>
                  <a:pt x="1113100" y="100149"/>
                </a:cubicBezTo>
                <a:cubicBezTo>
                  <a:pt x="1107347" y="100149"/>
                  <a:pt x="1102463" y="99038"/>
                  <a:pt x="1098448" y="96815"/>
                </a:cubicBezTo>
                <a:cubicBezTo>
                  <a:pt x="1094434" y="94593"/>
                  <a:pt x="1091178" y="91640"/>
                  <a:pt x="1088681" y="87956"/>
                </a:cubicBezTo>
                <a:cubicBezTo>
                  <a:pt x="1086186" y="84270"/>
                  <a:pt x="1084368" y="80124"/>
                  <a:pt x="1083229" y="75519"/>
                </a:cubicBezTo>
                <a:cubicBezTo>
                  <a:pt x="1082090" y="70912"/>
                  <a:pt x="1081520" y="66170"/>
                  <a:pt x="1081520" y="61291"/>
                </a:cubicBezTo>
                <a:moveTo>
                  <a:pt x="1055961" y="61294"/>
                </a:moveTo>
                <a:cubicBezTo>
                  <a:pt x="1055961" y="69749"/>
                  <a:pt x="1057264" y="77634"/>
                  <a:pt x="1059869" y="84950"/>
                </a:cubicBezTo>
                <a:cubicBezTo>
                  <a:pt x="1062473" y="92266"/>
                  <a:pt x="1066217" y="98634"/>
                  <a:pt x="1071101" y="104053"/>
                </a:cubicBezTo>
                <a:cubicBezTo>
                  <a:pt x="1075984" y="109473"/>
                  <a:pt x="1081979" y="113728"/>
                  <a:pt x="1089086" y="116818"/>
                </a:cubicBezTo>
                <a:cubicBezTo>
                  <a:pt x="1096195" y="119906"/>
                  <a:pt x="1104199" y="121450"/>
                  <a:pt x="1113097" y="121450"/>
                </a:cubicBezTo>
                <a:cubicBezTo>
                  <a:pt x="1122106" y="121450"/>
                  <a:pt x="1130137" y="119906"/>
                  <a:pt x="1137191" y="116818"/>
                </a:cubicBezTo>
                <a:cubicBezTo>
                  <a:pt x="1144245" y="113728"/>
                  <a:pt x="1150214" y="109473"/>
                  <a:pt x="1155097" y="104053"/>
                </a:cubicBezTo>
                <a:cubicBezTo>
                  <a:pt x="1159980" y="98634"/>
                  <a:pt x="1163724" y="92266"/>
                  <a:pt x="1166329" y="84950"/>
                </a:cubicBezTo>
                <a:cubicBezTo>
                  <a:pt x="1168933" y="77634"/>
                  <a:pt x="1170236" y="69749"/>
                  <a:pt x="1170236" y="61294"/>
                </a:cubicBezTo>
                <a:cubicBezTo>
                  <a:pt x="1170236" y="52624"/>
                  <a:pt x="1168933" y="44576"/>
                  <a:pt x="1166329" y="37151"/>
                </a:cubicBezTo>
                <a:cubicBezTo>
                  <a:pt x="1163724" y="29726"/>
                  <a:pt x="1159980" y="23250"/>
                  <a:pt x="1155097" y="17722"/>
                </a:cubicBezTo>
                <a:cubicBezTo>
                  <a:pt x="1150214" y="12193"/>
                  <a:pt x="1144245" y="7857"/>
                  <a:pt x="1137191" y="4714"/>
                </a:cubicBezTo>
                <a:cubicBezTo>
                  <a:pt x="1130137" y="1571"/>
                  <a:pt x="1122106" y="0"/>
                  <a:pt x="1113097" y="0"/>
                </a:cubicBezTo>
                <a:cubicBezTo>
                  <a:pt x="1104199" y="0"/>
                  <a:pt x="1096195" y="1571"/>
                  <a:pt x="1089086" y="4714"/>
                </a:cubicBezTo>
                <a:cubicBezTo>
                  <a:pt x="1081979" y="7857"/>
                  <a:pt x="1075984" y="12193"/>
                  <a:pt x="1071101" y="17722"/>
                </a:cubicBezTo>
                <a:cubicBezTo>
                  <a:pt x="1066217" y="23250"/>
                  <a:pt x="1062473" y="29726"/>
                  <a:pt x="1059869" y="37151"/>
                </a:cubicBezTo>
                <a:cubicBezTo>
                  <a:pt x="1057264" y="44576"/>
                  <a:pt x="1055961" y="52624"/>
                  <a:pt x="1055961" y="61294"/>
                </a:cubicBezTo>
                <a:close/>
                <a:moveTo>
                  <a:pt x="1185047" y="64540"/>
                </a:moveTo>
                <a:lnTo>
                  <a:pt x="1185047" y="84411"/>
                </a:lnTo>
                <a:lnTo>
                  <a:pt x="1234046" y="84411"/>
                </a:lnTo>
                <a:lnTo>
                  <a:pt x="1234046" y="64540"/>
                </a:lnTo>
                <a:lnTo>
                  <a:pt x="1185047" y="64540"/>
                </a:lnTo>
                <a:close/>
                <a:moveTo>
                  <a:pt x="1279461" y="55161"/>
                </a:moveTo>
                <a:lnTo>
                  <a:pt x="1279461" y="22573"/>
                </a:lnTo>
                <a:lnTo>
                  <a:pt x="1307459" y="22573"/>
                </a:lnTo>
                <a:cubicBezTo>
                  <a:pt x="1313319" y="22573"/>
                  <a:pt x="1317714" y="23843"/>
                  <a:pt x="1320643" y="26383"/>
                </a:cubicBezTo>
                <a:cubicBezTo>
                  <a:pt x="1323574" y="28924"/>
                  <a:pt x="1325040" y="33004"/>
                  <a:pt x="1325040" y="38624"/>
                </a:cubicBezTo>
                <a:cubicBezTo>
                  <a:pt x="1325040" y="44461"/>
                  <a:pt x="1323574" y="48677"/>
                  <a:pt x="1320643" y="51272"/>
                </a:cubicBezTo>
                <a:cubicBezTo>
                  <a:pt x="1317714" y="53865"/>
                  <a:pt x="1313319" y="55161"/>
                  <a:pt x="1307459" y="55161"/>
                </a:cubicBezTo>
                <a:lnTo>
                  <a:pt x="1279461" y="55161"/>
                </a:lnTo>
                <a:moveTo>
                  <a:pt x="1253905" y="2702"/>
                </a:moveTo>
                <a:lnTo>
                  <a:pt x="1253905" y="118907"/>
                </a:lnTo>
                <a:lnTo>
                  <a:pt x="1279461" y="118907"/>
                </a:lnTo>
                <a:lnTo>
                  <a:pt x="1279461" y="73442"/>
                </a:lnTo>
                <a:lnTo>
                  <a:pt x="1305017" y="73442"/>
                </a:lnTo>
                <a:cubicBezTo>
                  <a:pt x="1311421" y="73442"/>
                  <a:pt x="1316033" y="74855"/>
                  <a:pt x="1318855" y="77680"/>
                </a:cubicBezTo>
                <a:cubicBezTo>
                  <a:pt x="1321677" y="80503"/>
                  <a:pt x="1323521" y="84957"/>
                  <a:pt x="1324389" y="91040"/>
                </a:cubicBezTo>
                <a:cubicBezTo>
                  <a:pt x="1325040" y="95712"/>
                  <a:pt x="1325528" y="100601"/>
                  <a:pt x="1325854" y="105708"/>
                </a:cubicBezTo>
                <a:cubicBezTo>
                  <a:pt x="1326181" y="110813"/>
                  <a:pt x="1327049" y="115212"/>
                  <a:pt x="1328460" y="118907"/>
                </a:cubicBezTo>
                <a:lnTo>
                  <a:pt x="1354016" y="118907"/>
                </a:lnTo>
                <a:cubicBezTo>
                  <a:pt x="1352822" y="117277"/>
                  <a:pt x="1351926" y="115294"/>
                  <a:pt x="1351329" y="112958"/>
                </a:cubicBezTo>
                <a:cubicBezTo>
                  <a:pt x="1350733" y="110622"/>
                  <a:pt x="1350299" y="108149"/>
                  <a:pt x="1350027" y="105541"/>
                </a:cubicBezTo>
                <a:cubicBezTo>
                  <a:pt x="1349756" y="102933"/>
                  <a:pt x="1349565" y="100380"/>
                  <a:pt x="1349456" y="97881"/>
                </a:cubicBezTo>
                <a:cubicBezTo>
                  <a:pt x="1349348" y="95381"/>
                  <a:pt x="1349241" y="93206"/>
                  <a:pt x="1349133" y="91358"/>
                </a:cubicBezTo>
                <a:cubicBezTo>
                  <a:pt x="1348914" y="88426"/>
                  <a:pt x="1348507" y="85492"/>
                  <a:pt x="1347911" y="82558"/>
                </a:cubicBezTo>
                <a:cubicBezTo>
                  <a:pt x="1347315" y="79624"/>
                  <a:pt x="1346365" y="76935"/>
                  <a:pt x="1345062" y="74491"/>
                </a:cubicBezTo>
                <a:cubicBezTo>
                  <a:pt x="1343760" y="72045"/>
                  <a:pt x="1342078" y="69925"/>
                  <a:pt x="1340015" y="68132"/>
                </a:cubicBezTo>
                <a:cubicBezTo>
                  <a:pt x="1337953" y="66339"/>
                  <a:pt x="1335349" y="65007"/>
                  <a:pt x="1332203" y="64138"/>
                </a:cubicBezTo>
                <a:lnTo>
                  <a:pt x="1332203" y="63813"/>
                </a:lnTo>
                <a:cubicBezTo>
                  <a:pt x="1338714" y="61213"/>
                  <a:pt x="1343407" y="57421"/>
                  <a:pt x="1346282" y="52437"/>
                </a:cubicBezTo>
                <a:cubicBezTo>
                  <a:pt x="1349158" y="47452"/>
                  <a:pt x="1350596" y="41547"/>
                  <a:pt x="1350596" y="34719"/>
                </a:cubicBezTo>
                <a:cubicBezTo>
                  <a:pt x="1350596" y="30278"/>
                  <a:pt x="1349809" y="26134"/>
                  <a:pt x="1348234" y="22288"/>
                </a:cubicBezTo>
                <a:cubicBezTo>
                  <a:pt x="1346661" y="18441"/>
                  <a:pt x="1344382" y="15055"/>
                  <a:pt x="1341398" y="12129"/>
                </a:cubicBezTo>
                <a:cubicBezTo>
                  <a:pt x="1338414" y="9203"/>
                  <a:pt x="1334833" y="6900"/>
                  <a:pt x="1330656" y="5221"/>
                </a:cubicBezTo>
                <a:cubicBezTo>
                  <a:pt x="1326478" y="3542"/>
                  <a:pt x="1321784" y="2702"/>
                  <a:pt x="1316575" y="2702"/>
                </a:cubicBezTo>
                <a:lnTo>
                  <a:pt x="1253905" y="270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D3386D-9B06-469D-BE7D-0677BB59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086" y="3343934"/>
            <a:ext cx="1334628" cy="170100"/>
          </a:xfrm>
          <a:custGeom xmlns:a="http://schemas.openxmlformats.org/drawingml/2006/main">
            <a:pathLst>
              <a:path w="1334628" h="170100">
                <a:moveTo>
                  <a:pt x="45217" y="0"/>
                </a:moveTo>
                <a:lnTo>
                  <a:pt x="1289411" y="0"/>
                </a:lnTo>
                <a:cubicBezTo>
                  <a:pt x="1314384" y="0"/>
                  <a:pt x="1334628" y="20245"/>
                  <a:pt x="1334628" y="45217"/>
                </a:cubicBezTo>
                <a:lnTo>
                  <a:pt x="1334628" y="124883"/>
                </a:lnTo>
                <a:cubicBezTo>
                  <a:pt x="1334628" y="149856"/>
                  <a:pt x="1314384" y="170100"/>
                  <a:pt x="1289411" y="170100"/>
                </a:cubicBezTo>
                <a:lnTo>
                  <a:pt x="45217" y="170100"/>
                </a:lnTo>
                <a:cubicBezTo>
                  <a:pt x="20245" y="170100"/>
                  <a:pt x="0" y="149856"/>
                  <a:pt x="0" y="124883"/>
                </a:cubicBezTo>
                <a:lnTo>
                  <a:pt x="0" y="45217"/>
                </a:lnTo>
                <a:cubicBezTo>
                  <a:pt x="0" y="20245"/>
                  <a:pt x="20245" y="0"/>
                  <a:pt x="45217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E810CA-4136-43BC-AF61-732AF1C09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086" y="3343934"/>
            <a:ext cx="1334628" cy="170099"/>
          </a:xfrm>
          <a:custGeom xmlns:a="http://schemas.openxmlformats.org/drawingml/2006/main">
            <a:pathLst>
              <a:path w="1334628" h="170099" fill="none">
                <a:moveTo>
                  <a:pt x="45217" y="0"/>
                </a:moveTo>
                <a:lnTo>
                  <a:pt x="1289411" y="0"/>
                </a:lnTo>
                <a:cubicBezTo>
                  <a:pt x="1314384" y="0"/>
                  <a:pt x="1334628" y="20243"/>
                  <a:pt x="1334628" y="45217"/>
                </a:cubicBezTo>
                <a:lnTo>
                  <a:pt x="1334628" y="124882"/>
                </a:lnTo>
                <a:cubicBezTo>
                  <a:pt x="1334628" y="149855"/>
                  <a:pt x="1314384" y="170099"/>
                  <a:pt x="1289411" y="170099"/>
                </a:cubicBezTo>
                <a:lnTo>
                  <a:pt x="45217" y="170099"/>
                </a:lnTo>
                <a:cubicBezTo>
                  <a:pt x="20245" y="170099"/>
                  <a:pt x="0" y="149855"/>
                  <a:pt x="0" y="124882"/>
                </a:cubicBezTo>
                <a:lnTo>
                  <a:pt x="0" y="45217"/>
                </a:lnTo>
                <a:cubicBezTo>
                  <a:pt x="0" y="20243"/>
                  <a:pt x="20245" y="0"/>
                  <a:pt x="45217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043" cap="rnd">
            <a:solidFill>
              <a:srgbClr val="000000"/>
            </a:solidFill>
            <a:round/>
          </a:ln>
        </p:spPr>
      </p:sp>
      <p:sp>
        <p:nvSpPr>
          <p:cNvPr id="165" name="Text WindowStrategy">
            <a:extLst xmlns:a="http://schemas.openxmlformats.org/drawingml/2006/main">
              <a:ext uri="{FF2B5EF4-FFF2-40B4-BE49-F238E27FC236}">
                <a16:creationId xmlns:a16="http://schemas.microsoft.com/office/drawing/2014/main" id="{986D48FC-6502-4180-A36F-12BF3A75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2075" y="3377602"/>
            <a:ext cx="1037191" cy="127570"/>
          </a:xfrm>
          <a:custGeom xmlns:a="http://schemas.openxmlformats.org/drawingml/2006/main">
            <a:pathLst>
              <a:path w="1037191" h="127570">
                <a:moveTo>
                  <a:pt x="96450" y="99221"/>
                </a:moveTo>
                <a:lnTo>
                  <a:pt x="122359" y="2384"/>
                </a:lnTo>
                <a:lnTo>
                  <a:pt x="109471" y="2384"/>
                </a:lnTo>
                <a:lnTo>
                  <a:pt x="89801" y="82946"/>
                </a:lnTo>
                <a:lnTo>
                  <a:pt x="89530" y="82946"/>
                </a:lnTo>
                <a:lnTo>
                  <a:pt x="68099" y="2384"/>
                </a:lnTo>
                <a:lnTo>
                  <a:pt x="54125" y="2384"/>
                </a:lnTo>
                <a:lnTo>
                  <a:pt x="32423" y="82946"/>
                </a:lnTo>
                <a:lnTo>
                  <a:pt x="32149" y="82946"/>
                </a:lnTo>
                <a:lnTo>
                  <a:pt x="13158" y="2384"/>
                </a:lnTo>
                <a:lnTo>
                  <a:pt x="0" y="2384"/>
                </a:lnTo>
                <a:lnTo>
                  <a:pt x="24826" y="99221"/>
                </a:lnTo>
                <a:lnTo>
                  <a:pt x="38255" y="99221"/>
                </a:lnTo>
                <a:lnTo>
                  <a:pt x="60637" y="17846"/>
                </a:lnTo>
                <a:lnTo>
                  <a:pt x="60908" y="17846"/>
                </a:lnTo>
                <a:lnTo>
                  <a:pt x="83018" y="99221"/>
                </a:lnTo>
                <a:lnTo>
                  <a:pt x="96450" y="99221"/>
                </a:lnTo>
                <a:close/>
                <a:moveTo>
                  <a:pt x="144878" y="16559"/>
                </a:moveTo>
                <a:lnTo>
                  <a:pt x="144878" y="2384"/>
                </a:lnTo>
                <a:lnTo>
                  <a:pt x="133346" y="2384"/>
                </a:lnTo>
                <a:lnTo>
                  <a:pt x="133346" y="16559"/>
                </a:lnTo>
                <a:lnTo>
                  <a:pt x="144878" y="16559"/>
                </a:lnTo>
                <a:moveTo>
                  <a:pt x="133346" y="29090"/>
                </a:moveTo>
                <a:lnTo>
                  <a:pt x="133346" y="99221"/>
                </a:lnTo>
                <a:lnTo>
                  <a:pt x="144878" y="99221"/>
                </a:lnTo>
                <a:lnTo>
                  <a:pt x="144878" y="29090"/>
                </a:lnTo>
                <a:lnTo>
                  <a:pt x="133346" y="29090"/>
                </a:lnTo>
                <a:close/>
                <a:moveTo>
                  <a:pt x="162782" y="29051"/>
                </a:moveTo>
                <a:lnTo>
                  <a:pt x="162782" y="99221"/>
                </a:lnTo>
                <a:lnTo>
                  <a:pt x="174313" y="99221"/>
                </a:lnTo>
                <a:lnTo>
                  <a:pt x="174313" y="59602"/>
                </a:lnTo>
                <a:cubicBezTo>
                  <a:pt x="174313" y="56436"/>
                  <a:pt x="174743" y="53519"/>
                  <a:pt x="175601" y="50851"/>
                </a:cubicBezTo>
                <a:cubicBezTo>
                  <a:pt x="176461" y="48182"/>
                  <a:pt x="177749" y="45853"/>
                  <a:pt x="179467" y="43863"/>
                </a:cubicBezTo>
                <a:cubicBezTo>
                  <a:pt x="181185" y="41873"/>
                  <a:pt x="183333" y="40336"/>
                  <a:pt x="185911" y="39251"/>
                </a:cubicBezTo>
                <a:cubicBezTo>
                  <a:pt x="188489" y="38165"/>
                  <a:pt x="191541" y="37622"/>
                  <a:pt x="195068" y="37622"/>
                </a:cubicBezTo>
                <a:cubicBezTo>
                  <a:pt x="199499" y="37622"/>
                  <a:pt x="202980" y="38889"/>
                  <a:pt x="205513" y="41422"/>
                </a:cubicBezTo>
                <a:cubicBezTo>
                  <a:pt x="208045" y="43954"/>
                  <a:pt x="209311" y="47391"/>
                  <a:pt x="209311" y="51732"/>
                </a:cubicBezTo>
                <a:lnTo>
                  <a:pt x="209311" y="99221"/>
                </a:lnTo>
                <a:lnTo>
                  <a:pt x="220842" y="99221"/>
                </a:lnTo>
                <a:lnTo>
                  <a:pt x="220842" y="53074"/>
                </a:lnTo>
                <a:cubicBezTo>
                  <a:pt x="220842" y="49273"/>
                  <a:pt x="220458" y="45813"/>
                  <a:pt x="219689" y="42691"/>
                </a:cubicBezTo>
                <a:cubicBezTo>
                  <a:pt x="218921" y="39570"/>
                  <a:pt x="217586" y="36878"/>
                  <a:pt x="215686" y="34617"/>
                </a:cubicBezTo>
                <a:cubicBezTo>
                  <a:pt x="213787" y="32354"/>
                  <a:pt x="211301" y="30589"/>
                  <a:pt x="208226" y="29322"/>
                </a:cubicBezTo>
                <a:cubicBezTo>
                  <a:pt x="205152" y="28055"/>
                  <a:pt x="201308" y="27422"/>
                  <a:pt x="196695" y="27422"/>
                </a:cubicBezTo>
                <a:cubicBezTo>
                  <a:pt x="186295" y="27422"/>
                  <a:pt x="178698" y="31675"/>
                  <a:pt x="173906" y="40180"/>
                </a:cubicBezTo>
                <a:lnTo>
                  <a:pt x="173635" y="40180"/>
                </a:lnTo>
                <a:lnTo>
                  <a:pt x="173635" y="29051"/>
                </a:lnTo>
                <a:lnTo>
                  <a:pt x="162782" y="29051"/>
                </a:lnTo>
                <a:close/>
                <a:moveTo>
                  <a:pt x="246616" y="64727"/>
                </a:moveTo>
                <a:cubicBezTo>
                  <a:pt x="246616" y="61294"/>
                  <a:pt x="246978" y="57951"/>
                  <a:pt x="247701" y="54698"/>
                </a:cubicBezTo>
                <a:cubicBezTo>
                  <a:pt x="248425" y="51446"/>
                  <a:pt x="249601" y="48555"/>
                  <a:pt x="251228" y="46026"/>
                </a:cubicBezTo>
                <a:cubicBezTo>
                  <a:pt x="252856" y="43495"/>
                  <a:pt x="255027" y="41462"/>
                  <a:pt x="257740" y="39926"/>
                </a:cubicBezTo>
                <a:cubicBezTo>
                  <a:pt x="260453" y="38390"/>
                  <a:pt x="263753" y="37622"/>
                  <a:pt x="267642" y="37622"/>
                </a:cubicBezTo>
                <a:cubicBezTo>
                  <a:pt x="271620" y="37622"/>
                  <a:pt x="275011" y="38368"/>
                  <a:pt x="277815" y="39860"/>
                </a:cubicBezTo>
                <a:cubicBezTo>
                  <a:pt x="280619" y="41350"/>
                  <a:pt x="282902" y="43315"/>
                  <a:pt x="284665" y="45755"/>
                </a:cubicBezTo>
                <a:cubicBezTo>
                  <a:pt x="286428" y="48193"/>
                  <a:pt x="287717" y="51016"/>
                  <a:pt x="288531" y="54224"/>
                </a:cubicBezTo>
                <a:cubicBezTo>
                  <a:pt x="289345" y="57431"/>
                  <a:pt x="289752" y="60751"/>
                  <a:pt x="289752" y="64185"/>
                </a:cubicBezTo>
                <a:cubicBezTo>
                  <a:pt x="289752" y="67437"/>
                  <a:pt x="289368" y="70645"/>
                  <a:pt x="288599" y="73808"/>
                </a:cubicBezTo>
                <a:cubicBezTo>
                  <a:pt x="287831" y="76969"/>
                  <a:pt x="286587" y="79792"/>
                  <a:pt x="284869" y="82277"/>
                </a:cubicBezTo>
                <a:cubicBezTo>
                  <a:pt x="283151" y="84761"/>
                  <a:pt x="280936" y="86771"/>
                  <a:pt x="278223" y="88307"/>
                </a:cubicBezTo>
                <a:cubicBezTo>
                  <a:pt x="275510" y="89843"/>
                  <a:pt x="272209" y="90611"/>
                  <a:pt x="268321" y="90611"/>
                </a:cubicBezTo>
                <a:cubicBezTo>
                  <a:pt x="264613" y="90611"/>
                  <a:pt x="261380" y="89888"/>
                  <a:pt x="258621" y="88444"/>
                </a:cubicBezTo>
                <a:cubicBezTo>
                  <a:pt x="255863" y="86997"/>
                  <a:pt x="253602" y="85055"/>
                  <a:pt x="251838" y="82615"/>
                </a:cubicBezTo>
                <a:cubicBezTo>
                  <a:pt x="250075" y="80175"/>
                  <a:pt x="248763" y="77397"/>
                  <a:pt x="247904" y="74282"/>
                </a:cubicBezTo>
                <a:cubicBezTo>
                  <a:pt x="247045" y="71164"/>
                  <a:pt x="246616" y="67979"/>
                  <a:pt x="246616" y="64727"/>
                </a:cubicBezTo>
                <a:moveTo>
                  <a:pt x="300876" y="99186"/>
                </a:moveTo>
                <a:lnTo>
                  <a:pt x="300876" y="2384"/>
                </a:lnTo>
                <a:lnTo>
                  <a:pt x="289345" y="2384"/>
                </a:lnTo>
                <a:lnTo>
                  <a:pt x="289345" y="38411"/>
                </a:lnTo>
                <a:lnTo>
                  <a:pt x="289073" y="38411"/>
                </a:lnTo>
                <a:cubicBezTo>
                  <a:pt x="287807" y="36331"/>
                  <a:pt x="286247" y="34590"/>
                  <a:pt x="284393" y="33188"/>
                </a:cubicBezTo>
                <a:cubicBezTo>
                  <a:pt x="282540" y="31786"/>
                  <a:pt x="280573" y="30656"/>
                  <a:pt x="278492" y="29798"/>
                </a:cubicBezTo>
                <a:cubicBezTo>
                  <a:pt x="276413" y="28938"/>
                  <a:pt x="274332" y="28328"/>
                  <a:pt x="272252" y="27966"/>
                </a:cubicBezTo>
                <a:cubicBezTo>
                  <a:pt x="270172" y="27603"/>
                  <a:pt x="268228" y="27422"/>
                  <a:pt x="266419" y="27422"/>
                </a:cubicBezTo>
                <a:cubicBezTo>
                  <a:pt x="261084" y="27422"/>
                  <a:pt x="256404" y="28394"/>
                  <a:pt x="252379" y="30338"/>
                </a:cubicBezTo>
                <a:cubicBezTo>
                  <a:pt x="248355" y="32282"/>
                  <a:pt x="245009" y="34906"/>
                  <a:pt x="242342" y="38208"/>
                </a:cubicBezTo>
                <a:cubicBezTo>
                  <a:pt x="239674" y="41509"/>
                  <a:pt x="237685" y="45375"/>
                  <a:pt x="236372" y="49807"/>
                </a:cubicBezTo>
                <a:cubicBezTo>
                  <a:pt x="235061" y="54238"/>
                  <a:pt x="234406" y="58940"/>
                  <a:pt x="234406" y="63914"/>
                </a:cubicBezTo>
                <a:cubicBezTo>
                  <a:pt x="234406" y="68888"/>
                  <a:pt x="235084" y="73592"/>
                  <a:pt x="236441" y="78024"/>
                </a:cubicBezTo>
                <a:cubicBezTo>
                  <a:pt x="237797" y="82455"/>
                  <a:pt x="239809" y="86343"/>
                  <a:pt x="242476" y="89690"/>
                </a:cubicBezTo>
                <a:cubicBezTo>
                  <a:pt x="245145" y="93036"/>
                  <a:pt x="248491" y="95704"/>
                  <a:pt x="252515" y="97694"/>
                </a:cubicBezTo>
                <a:cubicBezTo>
                  <a:pt x="256539" y="99684"/>
                  <a:pt x="261265" y="100679"/>
                  <a:pt x="266692" y="100679"/>
                </a:cubicBezTo>
                <a:cubicBezTo>
                  <a:pt x="271575" y="100679"/>
                  <a:pt x="276052" y="99820"/>
                  <a:pt x="280121" y="98104"/>
                </a:cubicBezTo>
                <a:cubicBezTo>
                  <a:pt x="284191" y="96386"/>
                  <a:pt x="287175" y="93583"/>
                  <a:pt x="289073" y="89696"/>
                </a:cubicBezTo>
                <a:lnTo>
                  <a:pt x="289345" y="89696"/>
                </a:lnTo>
                <a:lnTo>
                  <a:pt x="289345" y="99186"/>
                </a:lnTo>
                <a:lnTo>
                  <a:pt x="300876" y="99186"/>
                </a:lnTo>
                <a:close/>
                <a:moveTo>
                  <a:pt x="327057" y="64185"/>
                </a:moveTo>
                <a:cubicBezTo>
                  <a:pt x="327057" y="59937"/>
                  <a:pt x="327622" y="56165"/>
                  <a:pt x="328753" y="52869"/>
                </a:cubicBezTo>
                <a:cubicBezTo>
                  <a:pt x="329883" y="49571"/>
                  <a:pt x="331443" y="46792"/>
                  <a:pt x="333433" y="44533"/>
                </a:cubicBezTo>
                <a:cubicBezTo>
                  <a:pt x="335422" y="42274"/>
                  <a:pt x="337751" y="40558"/>
                  <a:pt x="340418" y="39383"/>
                </a:cubicBezTo>
                <a:cubicBezTo>
                  <a:pt x="343086" y="38209"/>
                  <a:pt x="345912" y="37622"/>
                  <a:pt x="348897" y="37622"/>
                </a:cubicBezTo>
                <a:cubicBezTo>
                  <a:pt x="351881" y="37622"/>
                  <a:pt x="354707" y="38209"/>
                  <a:pt x="357375" y="39383"/>
                </a:cubicBezTo>
                <a:cubicBezTo>
                  <a:pt x="360042" y="40558"/>
                  <a:pt x="362371" y="42274"/>
                  <a:pt x="364361" y="44533"/>
                </a:cubicBezTo>
                <a:cubicBezTo>
                  <a:pt x="366350" y="46792"/>
                  <a:pt x="367910" y="49571"/>
                  <a:pt x="369041" y="52869"/>
                </a:cubicBezTo>
                <a:cubicBezTo>
                  <a:pt x="370171" y="56165"/>
                  <a:pt x="370736" y="59937"/>
                  <a:pt x="370736" y="64185"/>
                </a:cubicBezTo>
                <a:cubicBezTo>
                  <a:pt x="370736" y="68431"/>
                  <a:pt x="370171" y="72203"/>
                  <a:pt x="369041" y="75501"/>
                </a:cubicBezTo>
                <a:cubicBezTo>
                  <a:pt x="367910" y="78799"/>
                  <a:pt x="366350" y="81554"/>
                  <a:pt x="364361" y="83768"/>
                </a:cubicBezTo>
                <a:cubicBezTo>
                  <a:pt x="362371" y="85981"/>
                  <a:pt x="360042" y="87675"/>
                  <a:pt x="357375" y="88849"/>
                </a:cubicBezTo>
                <a:cubicBezTo>
                  <a:pt x="354707" y="90024"/>
                  <a:pt x="351881" y="90611"/>
                  <a:pt x="348897" y="90611"/>
                </a:cubicBezTo>
                <a:cubicBezTo>
                  <a:pt x="345912" y="90611"/>
                  <a:pt x="343086" y="90024"/>
                  <a:pt x="340418" y="88849"/>
                </a:cubicBezTo>
                <a:cubicBezTo>
                  <a:pt x="337751" y="87675"/>
                  <a:pt x="335422" y="85981"/>
                  <a:pt x="333433" y="83768"/>
                </a:cubicBezTo>
                <a:cubicBezTo>
                  <a:pt x="331443" y="81554"/>
                  <a:pt x="329883" y="78799"/>
                  <a:pt x="328753" y="75501"/>
                </a:cubicBezTo>
                <a:cubicBezTo>
                  <a:pt x="327622" y="72203"/>
                  <a:pt x="327057" y="68431"/>
                  <a:pt x="327057" y="64185"/>
                </a:cubicBezTo>
                <a:moveTo>
                  <a:pt x="314847" y="64187"/>
                </a:moveTo>
                <a:cubicBezTo>
                  <a:pt x="314847" y="69341"/>
                  <a:pt x="315570" y="74134"/>
                  <a:pt x="317016" y="78566"/>
                </a:cubicBezTo>
                <a:cubicBezTo>
                  <a:pt x="318464" y="82997"/>
                  <a:pt x="320635" y="86864"/>
                  <a:pt x="323528" y="90166"/>
                </a:cubicBezTo>
                <a:cubicBezTo>
                  <a:pt x="326422" y="93467"/>
                  <a:pt x="329994" y="96044"/>
                  <a:pt x="334244" y="97899"/>
                </a:cubicBezTo>
                <a:cubicBezTo>
                  <a:pt x="338495" y="99752"/>
                  <a:pt x="343380" y="100679"/>
                  <a:pt x="348897" y="100679"/>
                </a:cubicBezTo>
                <a:cubicBezTo>
                  <a:pt x="354503" y="100679"/>
                  <a:pt x="359409" y="99752"/>
                  <a:pt x="363613" y="97899"/>
                </a:cubicBezTo>
                <a:cubicBezTo>
                  <a:pt x="367819" y="96044"/>
                  <a:pt x="371369" y="93467"/>
                  <a:pt x="374263" y="90166"/>
                </a:cubicBezTo>
                <a:cubicBezTo>
                  <a:pt x="377157" y="86864"/>
                  <a:pt x="379326" y="82997"/>
                  <a:pt x="380773" y="78566"/>
                </a:cubicBezTo>
                <a:cubicBezTo>
                  <a:pt x="382220" y="74134"/>
                  <a:pt x="382944" y="69341"/>
                  <a:pt x="382944" y="64187"/>
                </a:cubicBezTo>
                <a:cubicBezTo>
                  <a:pt x="382944" y="59031"/>
                  <a:pt x="382220" y="54216"/>
                  <a:pt x="380773" y="49739"/>
                </a:cubicBezTo>
                <a:cubicBezTo>
                  <a:pt x="379326" y="45261"/>
                  <a:pt x="377157" y="41372"/>
                  <a:pt x="374263" y="38071"/>
                </a:cubicBezTo>
                <a:cubicBezTo>
                  <a:pt x="371369" y="34770"/>
                  <a:pt x="367819" y="32171"/>
                  <a:pt x="363613" y="30272"/>
                </a:cubicBezTo>
                <a:cubicBezTo>
                  <a:pt x="359409" y="28372"/>
                  <a:pt x="354503" y="27422"/>
                  <a:pt x="348897" y="27422"/>
                </a:cubicBezTo>
                <a:cubicBezTo>
                  <a:pt x="343380" y="27422"/>
                  <a:pt x="338495" y="28372"/>
                  <a:pt x="334244" y="30272"/>
                </a:cubicBezTo>
                <a:cubicBezTo>
                  <a:pt x="329994" y="32171"/>
                  <a:pt x="326422" y="34770"/>
                  <a:pt x="323528" y="38071"/>
                </a:cubicBezTo>
                <a:cubicBezTo>
                  <a:pt x="320635" y="41372"/>
                  <a:pt x="318464" y="45261"/>
                  <a:pt x="317016" y="49739"/>
                </a:cubicBezTo>
                <a:cubicBezTo>
                  <a:pt x="315570" y="54216"/>
                  <a:pt x="314847" y="59031"/>
                  <a:pt x="314847" y="64187"/>
                </a:cubicBezTo>
                <a:close/>
                <a:moveTo>
                  <a:pt x="465963" y="99221"/>
                </a:moveTo>
                <a:lnTo>
                  <a:pt x="488345" y="29144"/>
                </a:lnTo>
                <a:lnTo>
                  <a:pt x="476408" y="29144"/>
                </a:lnTo>
                <a:lnTo>
                  <a:pt x="460673" y="86479"/>
                </a:lnTo>
                <a:lnTo>
                  <a:pt x="460402" y="86479"/>
                </a:lnTo>
                <a:lnTo>
                  <a:pt x="445751" y="29144"/>
                </a:lnTo>
                <a:lnTo>
                  <a:pt x="433135" y="29144"/>
                </a:lnTo>
                <a:lnTo>
                  <a:pt x="419027" y="86479"/>
                </a:lnTo>
                <a:lnTo>
                  <a:pt x="418756" y="86479"/>
                </a:lnTo>
                <a:lnTo>
                  <a:pt x="402884" y="29144"/>
                </a:lnTo>
                <a:lnTo>
                  <a:pt x="390134" y="29144"/>
                </a:lnTo>
                <a:lnTo>
                  <a:pt x="412652" y="99221"/>
                </a:lnTo>
                <a:lnTo>
                  <a:pt x="425131" y="99221"/>
                </a:lnTo>
                <a:lnTo>
                  <a:pt x="439239" y="43511"/>
                </a:lnTo>
                <a:lnTo>
                  <a:pt x="439510" y="43511"/>
                </a:lnTo>
                <a:lnTo>
                  <a:pt x="453753" y="99221"/>
                </a:lnTo>
                <a:lnTo>
                  <a:pt x="465963" y="99221"/>
                </a:lnTo>
                <a:close/>
                <a:moveTo>
                  <a:pt x="594967" y="30667"/>
                </a:moveTo>
                <a:lnTo>
                  <a:pt x="607175" y="30667"/>
                </a:lnTo>
                <a:cubicBezTo>
                  <a:pt x="606994" y="25332"/>
                  <a:pt x="605977" y="20744"/>
                  <a:pt x="604122" y="16901"/>
                </a:cubicBezTo>
                <a:cubicBezTo>
                  <a:pt x="602269" y="13056"/>
                  <a:pt x="599737" y="9867"/>
                  <a:pt x="596526" y="7334"/>
                </a:cubicBezTo>
                <a:cubicBezTo>
                  <a:pt x="593316" y="4799"/>
                  <a:pt x="589586" y="2943"/>
                  <a:pt x="585336" y="1766"/>
                </a:cubicBezTo>
                <a:cubicBezTo>
                  <a:pt x="581086" y="589"/>
                  <a:pt x="576474" y="0"/>
                  <a:pt x="571499" y="0"/>
                </a:cubicBezTo>
                <a:cubicBezTo>
                  <a:pt x="567068" y="0"/>
                  <a:pt x="562750" y="565"/>
                  <a:pt x="558544" y="1695"/>
                </a:cubicBezTo>
                <a:cubicBezTo>
                  <a:pt x="554339" y="2825"/>
                  <a:pt x="550586" y="4544"/>
                  <a:pt x="547286" y="6851"/>
                </a:cubicBezTo>
                <a:cubicBezTo>
                  <a:pt x="543986" y="9157"/>
                  <a:pt x="541342" y="12096"/>
                  <a:pt x="539352" y="15669"/>
                </a:cubicBezTo>
                <a:cubicBezTo>
                  <a:pt x="537362" y="19240"/>
                  <a:pt x="536367" y="23467"/>
                  <a:pt x="536367" y="28349"/>
                </a:cubicBezTo>
                <a:cubicBezTo>
                  <a:pt x="536367" y="32780"/>
                  <a:pt x="537249" y="36465"/>
                  <a:pt x="539012" y="39404"/>
                </a:cubicBezTo>
                <a:cubicBezTo>
                  <a:pt x="540776" y="42343"/>
                  <a:pt x="543127" y="44740"/>
                  <a:pt x="546066" y="46595"/>
                </a:cubicBezTo>
                <a:cubicBezTo>
                  <a:pt x="549006" y="48448"/>
                  <a:pt x="552329" y="49940"/>
                  <a:pt x="556037" y="51070"/>
                </a:cubicBezTo>
                <a:cubicBezTo>
                  <a:pt x="559745" y="52200"/>
                  <a:pt x="563520" y="53195"/>
                  <a:pt x="567363" y="54055"/>
                </a:cubicBezTo>
                <a:cubicBezTo>
                  <a:pt x="571206" y="54913"/>
                  <a:pt x="574982" y="55749"/>
                  <a:pt x="578690" y="56563"/>
                </a:cubicBezTo>
                <a:cubicBezTo>
                  <a:pt x="582397" y="57378"/>
                  <a:pt x="585721" y="58440"/>
                  <a:pt x="588660" y="59751"/>
                </a:cubicBezTo>
                <a:cubicBezTo>
                  <a:pt x="591599" y="61062"/>
                  <a:pt x="593951" y="62758"/>
                  <a:pt x="595714" y="64839"/>
                </a:cubicBezTo>
                <a:cubicBezTo>
                  <a:pt x="597478" y="66918"/>
                  <a:pt x="598360" y="69631"/>
                  <a:pt x="598360" y="72978"/>
                </a:cubicBezTo>
                <a:cubicBezTo>
                  <a:pt x="598360" y="76505"/>
                  <a:pt x="597636" y="79398"/>
                  <a:pt x="596188" y="81659"/>
                </a:cubicBezTo>
                <a:cubicBezTo>
                  <a:pt x="594742" y="83919"/>
                  <a:pt x="592843" y="85705"/>
                  <a:pt x="590492" y="87017"/>
                </a:cubicBezTo>
                <a:cubicBezTo>
                  <a:pt x="588141" y="88328"/>
                  <a:pt x="585495" y="89255"/>
                  <a:pt x="582556" y="89797"/>
                </a:cubicBezTo>
                <a:cubicBezTo>
                  <a:pt x="579617" y="90340"/>
                  <a:pt x="576701" y="90611"/>
                  <a:pt x="573807" y="90611"/>
                </a:cubicBezTo>
                <a:cubicBezTo>
                  <a:pt x="570189" y="90611"/>
                  <a:pt x="566661" y="90159"/>
                  <a:pt x="563224" y="89255"/>
                </a:cubicBezTo>
                <a:cubicBezTo>
                  <a:pt x="559788" y="88351"/>
                  <a:pt x="556781" y="86950"/>
                  <a:pt x="554203" y="85051"/>
                </a:cubicBezTo>
                <a:cubicBezTo>
                  <a:pt x="551627" y="83151"/>
                  <a:pt x="549547" y="80731"/>
                  <a:pt x="547964" y="77792"/>
                </a:cubicBezTo>
                <a:cubicBezTo>
                  <a:pt x="546382" y="74853"/>
                  <a:pt x="545590" y="71349"/>
                  <a:pt x="545590" y="67279"/>
                </a:cubicBezTo>
                <a:lnTo>
                  <a:pt x="533382" y="67279"/>
                </a:lnTo>
                <a:cubicBezTo>
                  <a:pt x="533382" y="73158"/>
                  <a:pt x="534445" y="78245"/>
                  <a:pt x="536570" y="82540"/>
                </a:cubicBezTo>
                <a:cubicBezTo>
                  <a:pt x="538695" y="86836"/>
                  <a:pt x="541589" y="90364"/>
                  <a:pt x="545251" y="93126"/>
                </a:cubicBezTo>
                <a:cubicBezTo>
                  <a:pt x="548913" y="95886"/>
                  <a:pt x="553163" y="97944"/>
                  <a:pt x="558001" y="99302"/>
                </a:cubicBezTo>
                <a:cubicBezTo>
                  <a:pt x="562841" y="100661"/>
                  <a:pt x="567973" y="101341"/>
                  <a:pt x="573399" y="101341"/>
                </a:cubicBezTo>
                <a:cubicBezTo>
                  <a:pt x="577830" y="101341"/>
                  <a:pt x="582284" y="100821"/>
                  <a:pt x="586760" y="99780"/>
                </a:cubicBezTo>
                <a:cubicBezTo>
                  <a:pt x="591237" y="98741"/>
                  <a:pt x="595283" y="97069"/>
                  <a:pt x="598900" y="94763"/>
                </a:cubicBezTo>
                <a:cubicBezTo>
                  <a:pt x="602518" y="92456"/>
                  <a:pt x="605480" y="89471"/>
                  <a:pt x="607786" y="85809"/>
                </a:cubicBezTo>
                <a:cubicBezTo>
                  <a:pt x="610092" y="82146"/>
                  <a:pt x="611245" y="77738"/>
                  <a:pt x="611245" y="72584"/>
                </a:cubicBezTo>
                <a:cubicBezTo>
                  <a:pt x="611245" y="67790"/>
                  <a:pt x="610363" y="63811"/>
                  <a:pt x="608599" y="60647"/>
                </a:cubicBezTo>
                <a:cubicBezTo>
                  <a:pt x="606836" y="57482"/>
                  <a:pt x="604484" y="54859"/>
                  <a:pt x="601545" y="52780"/>
                </a:cubicBezTo>
                <a:cubicBezTo>
                  <a:pt x="598606" y="50699"/>
                  <a:pt x="595282" y="49048"/>
                  <a:pt x="591575" y="47829"/>
                </a:cubicBezTo>
                <a:cubicBezTo>
                  <a:pt x="587868" y="46607"/>
                  <a:pt x="584093" y="45545"/>
                  <a:pt x="580248" y="44641"/>
                </a:cubicBezTo>
                <a:cubicBezTo>
                  <a:pt x="576405" y="43736"/>
                  <a:pt x="572630" y="42899"/>
                  <a:pt x="568922" y="42130"/>
                </a:cubicBezTo>
                <a:cubicBezTo>
                  <a:pt x="565215" y="41362"/>
                  <a:pt x="561893" y="40389"/>
                  <a:pt x="558953" y="39214"/>
                </a:cubicBezTo>
                <a:cubicBezTo>
                  <a:pt x="556014" y="38038"/>
                  <a:pt x="553663" y="36524"/>
                  <a:pt x="551899" y="34670"/>
                </a:cubicBezTo>
                <a:cubicBezTo>
                  <a:pt x="550136" y="32816"/>
                  <a:pt x="549254" y="30396"/>
                  <a:pt x="549254" y="27411"/>
                </a:cubicBezTo>
                <a:cubicBezTo>
                  <a:pt x="549254" y="24247"/>
                  <a:pt x="549864" y="21603"/>
                  <a:pt x="551084" y="19478"/>
                </a:cubicBezTo>
                <a:cubicBezTo>
                  <a:pt x="552305" y="17351"/>
                  <a:pt x="553933" y="15655"/>
                  <a:pt x="555967" y="14390"/>
                </a:cubicBezTo>
                <a:cubicBezTo>
                  <a:pt x="558002" y="13123"/>
                  <a:pt x="560331" y="12218"/>
                  <a:pt x="562952" y="11676"/>
                </a:cubicBezTo>
                <a:cubicBezTo>
                  <a:pt x="565576" y="11134"/>
                  <a:pt x="568244" y="10863"/>
                  <a:pt x="570957" y="10863"/>
                </a:cubicBezTo>
                <a:cubicBezTo>
                  <a:pt x="577649" y="10863"/>
                  <a:pt x="583143" y="12423"/>
                  <a:pt x="587439" y="15543"/>
                </a:cubicBezTo>
                <a:cubicBezTo>
                  <a:pt x="591735" y="18663"/>
                  <a:pt x="594244" y="23704"/>
                  <a:pt x="594967" y="30667"/>
                </a:cubicBezTo>
                <a:close/>
                <a:moveTo>
                  <a:pt x="640954" y="29011"/>
                </a:moveTo>
                <a:lnTo>
                  <a:pt x="640954" y="8081"/>
                </a:lnTo>
                <a:lnTo>
                  <a:pt x="629423" y="8081"/>
                </a:lnTo>
                <a:lnTo>
                  <a:pt x="629423" y="29011"/>
                </a:lnTo>
                <a:lnTo>
                  <a:pt x="617486" y="29011"/>
                </a:lnTo>
                <a:lnTo>
                  <a:pt x="617486" y="39212"/>
                </a:lnTo>
                <a:lnTo>
                  <a:pt x="629423" y="39212"/>
                </a:lnTo>
                <a:lnTo>
                  <a:pt x="629423" y="83880"/>
                </a:lnTo>
                <a:cubicBezTo>
                  <a:pt x="629423" y="87138"/>
                  <a:pt x="629739" y="89762"/>
                  <a:pt x="630373" y="91753"/>
                </a:cubicBezTo>
                <a:cubicBezTo>
                  <a:pt x="631006" y="93745"/>
                  <a:pt x="631978" y="95284"/>
                  <a:pt x="633289" y="96371"/>
                </a:cubicBezTo>
                <a:cubicBezTo>
                  <a:pt x="634600" y="97457"/>
                  <a:pt x="636318" y="98204"/>
                  <a:pt x="638443" y="98611"/>
                </a:cubicBezTo>
                <a:cubicBezTo>
                  <a:pt x="640568" y="99018"/>
                  <a:pt x="643123" y="99221"/>
                  <a:pt x="646108" y="99221"/>
                </a:cubicBezTo>
                <a:lnTo>
                  <a:pt x="654926" y="99221"/>
                </a:lnTo>
                <a:lnTo>
                  <a:pt x="654926" y="89021"/>
                </a:lnTo>
                <a:lnTo>
                  <a:pt x="649635" y="89021"/>
                </a:lnTo>
                <a:cubicBezTo>
                  <a:pt x="647826" y="89021"/>
                  <a:pt x="646356" y="88954"/>
                  <a:pt x="645226" y="88818"/>
                </a:cubicBezTo>
                <a:cubicBezTo>
                  <a:pt x="644096" y="88682"/>
                  <a:pt x="643214" y="88388"/>
                  <a:pt x="642581" y="87937"/>
                </a:cubicBezTo>
                <a:cubicBezTo>
                  <a:pt x="641949" y="87484"/>
                  <a:pt x="641520" y="86851"/>
                  <a:pt x="641294" y="86036"/>
                </a:cubicBezTo>
                <a:cubicBezTo>
                  <a:pt x="641067" y="85221"/>
                  <a:pt x="640954" y="84135"/>
                  <a:pt x="640954" y="82778"/>
                </a:cubicBezTo>
                <a:lnTo>
                  <a:pt x="640954" y="39212"/>
                </a:lnTo>
                <a:lnTo>
                  <a:pt x="654926" y="39212"/>
                </a:lnTo>
                <a:lnTo>
                  <a:pt x="654926" y="29011"/>
                </a:lnTo>
                <a:lnTo>
                  <a:pt x="640954" y="29011"/>
                </a:lnTo>
                <a:close/>
                <a:moveTo>
                  <a:pt x="667270" y="29051"/>
                </a:moveTo>
                <a:lnTo>
                  <a:pt x="667270" y="99221"/>
                </a:lnTo>
                <a:lnTo>
                  <a:pt x="678799" y="99221"/>
                </a:lnTo>
                <a:lnTo>
                  <a:pt x="678799" y="67989"/>
                </a:lnTo>
                <a:cubicBezTo>
                  <a:pt x="678799" y="63463"/>
                  <a:pt x="679251" y="59458"/>
                  <a:pt x="680155" y="55974"/>
                </a:cubicBezTo>
                <a:cubicBezTo>
                  <a:pt x="681060" y="52488"/>
                  <a:pt x="682508" y="49523"/>
                  <a:pt x="684498" y="47079"/>
                </a:cubicBezTo>
                <a:cubicBezTo>
                  <a:pt x="686488" y="44634"/>
                  <a:pt x="689110" y="42778"/>
                  <a:pt x="692365" y="41511"/>
                </a:cubicBezTo>
                <a:cubicBezTo>
                  <a:pt x="695621" y="40243"/>
                  <a:pt x="699554" y="39609"/>
                  <a:pt x="704166" y="39609"/>
                </a:cubicBezTo>
                <a:lnTo>
                  <a:pt x="704166" y="27422"/>
                </a:lnTo>
                <a:cubicBezTo>
                  <a:pt x="697927" y="27241"/>
                  <a:pt x="692772" y="28508"/>
                  <a:pt x="688702" y="31222"/>
                </a:cubicBezTo>
                <a:cubicBezTo>
                  <a:pt x="684632" y="33936"/>
                  <a:pt x="681196" y="38144"/>
                  <a:pt x="678394" y="43844"/>
                </a:cubicBezTo>
                <a:lnTo>
                  <a:pt x="678122" y="43844"/>
                </a:lnTo>
                <a:lnTo>
                  <a:pt x="678122" y="29051"/>
                </a:lnTo>
                <a:lnTo>
                  <a:pt x="667270" y="29051"/>
                </a:lnTo>
                <a:close/>
                <a:moveTo>
                  <a:pt x="774977" y="98915"/>
                </a:moveTo>
                <a:cubicBezTo>
                  <a:pt x="772987" y="100091"/>
                  <a:pt x="770229" y="100679"/>
                  <a:pt x="766701" y="100679"/>
                </a:cubicBezTo>
                <a:cubicBezTo>
                  <a:pt x="763718" y="100679"/>
                  <a:pt x="761345" y="99842"/>
                  <a:pt x="759581" y="98170"/>
                </a:cubicBezTo>
                <a:cubicBezTo>
                  <a:pt x="757818" y="96496"/>
                  <a:pt x="756936" y="93760"/>
                  <a:pt x="756936" y="89961"/>
                </a:cubicBezTo>
                <a:cubicBezTo>
                  <a:pt x="753770" y="93760"/>
                  <a:pt x="750085" y="96496"/>
                  <a:pt x="745879" y="98170"/>
                </a:cubicBezTo>
                <a:cubicBezTo>
                  <a:pt x="741674" y="99842"/>
                  <a:pt x="737130" y="100679"/>
                  <a:pt x="732246" y="100679"/>
                </a:cubicBezTo>
                <a:cubicBezTo>
                  <a:pt x="729081" y="100679"/>
                  <a:pt x="726073" y="100317"/>
                  <a:pt x="723224" y="99594"/>
                </a:cubicBezTo>
                <a:cubicBezTo>
                  <a:pt x="720376" y="98871"/>
                  <a:pt x="717912" y="97741"/>
                  <a:pt x="715832" y="96204"/>
                </a:cubicBezTo>
                <a:cubicBezTo>
                  <a:pt x="713753" y="94666"/>
                  <a:pt x="712102" y="92655"/>
                  <a:pt x="710881" y="90170"/>
                </a:cubicBezTo>
                <a:cubicBezTo>
                  <a:pt x="709660" y="87683"/>
                  <a:pt x="709049" y="84677"/>
                  <a:pt x="709049" y="81151"/>
                </a:cubicBezTo>
                <a:cubicBezTo>
                  <a:pt x="709049" y="77173"/>
                  <a:pt x="709727" y="73919"/>
                  <a:pt x="711084" y="71388"/>
                </a:cubicBezTo>
                <a:cubicBezTo>
                  <a:pt x="712440" y="68857"/>
                  <a:pt x="714226" y="66801"/>
                  <a:pt x="716441" y="65220"/>
                </a:cubicBezTo>
                <a:cubicBezTo>
                  <a:pt x="718657" y="63637"/>
                  <a:pt x="721189" y="62438"/>
                  <a:pt x="724037" y="61624"/>
                </a:cubicBezTo>
                <a:cubicBezTo>
                  <a:pt x="726887" y="60810"/>
                  <a:pt x="729804" y="60132"/>
                  <a:pt x="732789" y="59590"/>
                </a:cubicBezTo>
                <a:cubicBezTo>
                  <a:pt x="735954" y="58958"/>
                  <a:pt x="738961" y="58484"/>
                  <a:pt x="741809" y="58168"/>
                </a:cubicBezTo>
                <a:cubicBezTo>
                  <a:pt x="744657" y="57850"/>
                  <a:pt x="747167" y="57398"/>
                  <a:pt x="749337" y="56810"/>
                </a:cubicBezTo>
                <a:cubicBezTo>
                  <a:pt x="751508" y="56222"/>
                  <a:pt x="753226" y="55364"/>
                  <a:pt x="754491" y="54235"/>
                </a:cubicBezTo>
                <a:cubicBezTo>
                  <a:pt x="755758" y="53105"/>
                  <a:pt x="756391" y="51454"/>
                  <a:pt x="756391" y="49284"/>
                </a:cubicBezTo>
                <a:cubicBezTo>
                  <a:pt x="756391" y="46753"/>
                  <a:pt x="755917" y="44719"/>
                  <a:pt x="754967" y="43182"/>
                </a:cubicBezTo>
                <a:cubicBezTo>
                  <a:pt x="754018" y="41644"/>
                  <a:pt x="752797" y="40469"/>
                  <a:pt x="751304" y="39657"/>
                </a:cubicBezTo>
                <a:cubicBezTo>
                  <a:pt x="749812" y="38843"/>
                  <a:pt x="748139" y="38300"/>
                  <a:pt x="746284" y="38030"/>
                </a:cubicBezTo>
                <a:cubicBezTo>
                  <a:pt x="744431" y="37758"/>
                  <a:pt x="742601" y="37622"/>
                  <a:pt x="740793" y="37622"/>
                </a:cubicBezTo>
                <a:cubicBezTo>
                  <a:pt x="735909" y="37622"/>
                  <a:pt x="731840" y="38546"/>
                  <a:pt x="728585" y="40394"/>
                </a:cubicBezTo>
                <a:cubicBezTo>
                  <a:pt x="725330" y="42241"/>
                  <a:pt x="723566" y="45733"/>
                  <a:pt x="723294" y="50869"/>
                </a:cubicBezTo>
                <a:lnTo>
                  <a:pt x="711763" y="50869"/>
                </a:lnTo>
                <a:cubicBezTo>
                  <a:pt x="711944" y="46532"/>
                  <a:pt x="712847" y="42873"/>
                  <a:pt x="714474" y="39891"/>
                </a:cubicBezTo>
                <a:cubicBezTo>
                  <a:pt x="716103" y="36909"/>
                  <a:pt x="718273" y="34492"/>
                  <a:pt x="720986" y="32640"/>
                </a:cubicBezTo>
                <a:cubicBezTo>
                  <a:pt x="723699" y="30788"/>
                  <a:pt x="726796" y="29456"/>
                  <a:pt x="730278" y="28643"/>
                </a:cubicBezTo>
                <a:cubicBezTo>
                  <a:pt x="733761" y="27829"/>
                  <a:pt x="737491" y="27422"/>
                  <a:pt x="741470" y="27422"/>
                </a:cubicBezTo>
                <a:cubicBezTo>
                  <a:pt x="744635" y="27422"/>
                  <a:pt x="747778" y="27648"/>
                  <a:pt x="750898" y="28101"/>
                </a:cubicBezTo>
                <a:cubicBezTo>
                  <a:pt x="754018" y="28552"/>
                  <a:pt x="756844" y="29478"/>
                  <a:pt x="759376" y="30880"/>
                </a:cubicBezTo>
                <a:cubicBezTo>
                  <a:pt x="761908" y="32281"/>
                  <a:pt x="763943" y="34247"/>
                  <a:pt x="765480" y="36780"/>
                </a:cubicBezTo>
                <a:cubicBezTo>
                  <a:pt x="767017" y="39310"/>
                  <a:pt x="767786" y="42610"/>
                  <a:pt x="767786" y="46678"/>
                </a:cubicBezTo>
                <a:lnTo>
                  <a:pt x="767786" y="82745"/>
                </a:lnTo>
                <a:cubicBezTo>
                  <a:pt x="767786" y="85458"/>
                  <a:pt x="767944" y="87447"/>
                  <a:pt x="768260" y="88713"/>
                </a:cubicBezTo>
                <a:cubicBezTo>
                  <a:pt x="768577" y="89978"/>
                  <a:pt x="769641" y="90611"/>
                  <a:pt x="771450" y="90611"/>
                </a:cubicBezTo>
                <a:cubicBezTo>
                  <a:pt x="772445" y="90611"/>
                  <a:pt x="773620" y="90394"/>
                  <a:pt x="774977" y="89961"/>
                </a:cubicBezTo>
                <a:lnTo>
                  <a:pt x="774977" y="98915"/>
                </a:lnTo>
                <a:moveTo>
                  <a:pt x="756257" y="62966"/>
                </a:moveTo>
                <a:cubicBezTo>
                  <a:pt x="754809" y="64050"/>
                  <a:pt x="752910" y="64841"/>
                  <a:pt x="750559" y="65338"/>
                </a:cubicBezTo>
                <a:cubicBezTo>
                  <a:pt x="748209" y="65834"/>
                  <a:pt x="745745" y="66241"/>
                  <a:pt x="743167" y="66557"/>
                </a:cubicBezTo>
                <a:cubicBezTo>
                  <a:pt x="740589" y="66873"/>
                  <a:pt x="737989" y="67234"/>
                  <a:pt x="735366" y="67641"/>
                </a:cubicBezTo>
                <a:cubicBezTo>
                  <a:pt x="732744" y="68047"/>
                  <a:pt x="730393" y="68702"/>
                  <a:pt x="728314" y="69606"/>
                </a:cubicBezTo>
                <a:cubicBezTo>
                  <a:pt x="726234" y="70510"/>
                  <a:pt x="724538" y="71797"/>
                  <a:pt x="723226" y="73468"/>
                </a:cubicBezTo>
                <a:cubicBezTo>
                  <a:pt x="721915" y="75139"/>
                  <a:pt x="721259" y="77420"/>
                  <a:pt x="721259" y="80311"/>
                </a:cubicBezTo>
                <a:cubicBezTo>
                  <a:pt x="721259" y="82208"/>
                  <a:pt x="721644" y="83813"/>
                  <a:pt x="722412" y="85124"/>
                </a:cubicBezTo>
                <a:cubicBezTo>
                  <a:pt x="723181" y="86433"/>
                  <a:pt x="724176" y="87494"/>
                  <a:pt x="725397" y="88307"/>
                </a:cubicBezTo>
                <a:cubicBezTo>
                  <a:pt x="726618" y="89120"/>
                  <a:pt x="728042" y="89707"/>
                  <a:pt x="729669" y="90068"/>
                </a:cubicBezTo>
                <a:cubicBezTo>
                  <a:pt x="731298" y="90430"/>
                  <a:pt x="733016" y="90611"/>
                  <a:pt x="734823" y="90611"/>
                </a:cubicBezTo>
                <a:cubicBezTo>
                  <a:pt x="738622" y="90611"/>
                  <a:pt x="741878" y="90091"/>
                  <a:pt x="744591" y="89052"/>
                </a:cubicBezTo>
                <a:cubicBezTo>
                  <a:pt x="747304" y="88013"/>
                  <a:pt x="749519" y="86704"/>
                  <a:pt x="751237" y="85124"/>
                </a:cubicBezTo>
                <a:cubicBezTo>
                  <a:pt x="752955" y="83542"/>
                  <a:pt x="754221" y="81826"/>
                  <a:pt x="755036" y="79974"/>
                </a:cubicBezTo>
                <a:cubicBezTo>
                  <a:pt x="755850" y="78120"/>
                  <a:pt x="756257" y="76381"/>
                  <a:pt x="756257" y="74756"/>
                </a:cubicBezTo>
                <a:lnTo>
                  <a:pt x="756257" y="62966"/>
                </a:lnTo>
                <a:close/>
                <a:moveTo>
                  <a:pt x="801701" y="29011"/>
                </a:moveTo>
                <a:lnTo>
                  <a:pt x="801701" y="8081"/>
                </a:lnTo>
                <a:lnTo>
                  <a:pt x="790169" y="8081"/>
                </a:lnTo>
                <a:lnTo>
                  <a:pt x="790169" y="29011"/>
                </a:lnTo>
                <a:lnTo>
                  <a:pt x="778232" y="29011"/>
                </a:lnTo>
                <a:lnTo>
                  <a:pt x="778232" y="39212"/>
                </a:lnTo>
                <a:lnTo>
                  <a:pt x="790169" y="39212"/>
                </a:lnTo>
                <a:lnTo>
                  <a:pt x="790169" y="83880"/>
                </a:lnTo>
                <a:cubicBezTo>
                  <a:pt x="790169" y="87138"/>
                  <a:pt x="790486" y="89762"/>
                  <a:pt x="791120" y="91753"/>
                </a:cubicBezTo>
                <a:cubicBezTo>
                  <a:pt x="791753" y="93745"/>
                  <a:pt x="792725" y="95284"/>
                  <a:pt x="794036" y="96371"/>
                </a:cubicBezTo>
                <a:cubicBezTo>
                  <a:pt x="795347" y="97457"/>
                  <a:pt x="797065" y="98204"/>
                  <a:pt x="799190" y="98611"/>
                </a:cubicBezTo>
                <a:cubicBezTo>
                  <a:pt x="801315" y="99018"/>
                  <a:pt x="803870" y="99221"/>
                  <a:pt x="806855" y="99221"/>
                </a:cubicBezTo>
                <a:lnTo>
                  <a:pt x="815672" y="99221"/>
                </a:lnTo>
                <a:lnTo>
                  <a:pt x="815672" y="89021"/>
                </a:lnTo>
                <a:lnTo>
                  <a:pt x="810382" y="89021"/>
                </a:lnTo>
                <a:cubicBezTo>
                  <a:pt x="808573" y="89021"/>
                  <a:pt x="807103" y="88954"/>
                  <a:pt x="805973" y="88818"/>
                </a:cubicBezTo>
                <a:cubicBezTo>
                  <a:pt x="804843" y="88682"/>
                  <a:pt x="803961" y="88388"/>
                  <a:pt x="803328" y="87937"/>
                </a:cubicBezTo>
                <a:cubicBezTo>
                  <a:pt x="802696" y="87484"/>
                  <a:pt x="802266" y="86851"/>
                  <a:pt x="802040" y="86036"/>
                </a:cubicBezTo>
                <a:cubicBezTo>
                  <a:pt x="801814" y="85221"/>
                  <a:pt x="801701" y="84135"/>
                  <a:pt x="801701" y="82778"/>
                </a:cubicBezTo>
                <a:lnTo>
                  <a:pt x="801701" y="39212"/>
                </a:lnTo>
                <a:lnTo>
                  <a:pt x="815672" y="39212"/>
                </a:lnTo>
                <a:lnTo>
                  <a:pt x="815672" y="29011"/>
                </a:lnTo>
                <a:lnTo>
                  <a:pt x="801701" y="29011"/>
                </a:lnTo>
                <a:close/>
                <a:moveTo>
                  <a:pt x="877122" y="57493"/>
                </a:moveTo>
                <a:lnTo>
                  <a:pt x="836834" y="57493"/>
                </a:lnTo>
                <a:cubicBezTo>
                  <a:pt x="837015" y="54770"/>
                  <a:pt x="837603" y="52207"/>
                  <a:pt x="838598" y="49803"/>
                </a:cubicBezTo>
                <a:cubicBezTo>
                  <a:pt x="839593" y="47398"/>
                  <a:pt x="840949" y="45288"/>
                  <a:pt x="842667" y="43474"/>
                </a:cubicBezTo>
                <a:cubicBezTo>
                  <a:pt x="844385" y="41659"/>
                  <a:pt x="846443" y="40230"/>
                  <a:pt x="848840" y="39187"/>
                </a:cubicBezTo>
                <a:cubicBezTo>
                  <a:pt x="851237" y="38144"/>
                  <a:pt x="853927" y="37622"/>
                  <a:pt x="856910" y="37622"/>
                </a:cubicBezTo>
                <a:cubicBezTo>
                  <a:pt x="859804" y="37622"/>
                  <a:pt x="862449" y="38144"/>
                  <a:pt x="864846" y="39187"/>
                </a:cubicBezTo>
                <a:cubicBezTo>
                  <a:pt x="867243" y="40230"/>
                  <a:pt x="869323" y="41637"/>
                  <a:pt x="871087" y="43407"/>
                </a:cubicBezTo>
                <a:cubicBezTo>
                  <a:pt x="872850" y="45176"/>
                  <a:pt x="874252" y="47286"/>
                  <a:pt x="875291" y="49735"/>
                </a:cubicBezTo>
                <a:cubicBezTo>
                  <a:pt x="876331" y="52184"/>
                  <a:pt x="876942" y="54770"/>
                  <a:pt x="877122" y="57493"/>
                </a:cubicBezTo>
                <a:moveTo>
                  <a:pt x="888246" y="76966"/>
                </a:moveTo>
                <a:lnTo>
                  <a:pt x="876851" y="76966"/>
                </a:lnTo>
                <a:cubicBezTo>
                  <a:pt x="875856" y="81560"/>
                  <a:pt x="873799" y="84983"/>
                  <a:pt x="870679" y="87235"/>
                </a:cubicBezTo>
                <a:cubicBezTo>
                  <a:pt x="867559" y="89485"/>
                  <a:pt x="863557" y="90611"/>
                  <a:pt x="858674" y="90611"/>
                </a:cubicBezTo>
                <a:cubicBezTo>
                  <a:pt x="854876" y="90611"/>
                  <a:pt x="851575" y="89982"/>
                  <a:pt x="848771" y="88723"/>
                </a:cubicBezTo>
                <a:cubicBezTo>
                  <a:pt x="845969" y="87465"/>
                  <a:pt x="843663" y="85780"/>
                  <a:pt x="841854" y="83668"/>
                </a:cubicBezTo>
                <a:cubicBezTo>
                  <a:pt x="840045" y="81556"/>
                  <a:pt x="838733" y="79129"/>
                  <a:pt x="837919" y="76389"/>
                </a:cubicBezTo>
                <a:cubicBezTo>
                  <a:pt x="837105" y="73647"/>
                  <a:pt x="836743" y="70748"/>
                  <a:pt x="836834" y="67693"/>
                </a:cubicBezTo>
                <a:lnTo>
                  <a:pt x="889331" y="67693"/>
                </a:lnTo>
                <a:cubicBezTo>
                  <a:pt x="889511" y="63431"/>
                  <a:pt x="889127" y="58941"/>
                  <a:pt x="888178" y="54224"/>
                </a:cubicBezTo>
                <a:cubicBezTo>
                  <a:pt x="887228" y="49508"/>
                  <a:pt x="885510" y="45154"/>
                  <a:pt x="883022" y="41164"/>
                </a:cubicBezTo>
                <a:cubicBezTo>
                  <a:pt x="880535" y="37173"/>
                  <a:pt x="877234" y="33885"/>
                  <a:pt x="873119" y="31301"/>
                </a:cubicBezTo>
                <a:cubicBezTo>
                  <a:pt x="869004" y="28715"/>
                  <a:pt x="863827" y="27422"/>
                  <a:pt x="857587" y="27422"/>
                </a:cubicBezTo>
                <a:cubicBezTo>
                  <a:pt x="852795" y="27422"/>
                  <a:pt x="848386" y="28326"/>
                  <a:pt x="844361" y="30135"/>
                </a:cubicBezTo>
                <a:cubicBezTo>
                  <a:pt x="840337" y="31944"/>
                  <a:pt x="836855" y="34477"/>
                  <a:pt x="833916" y="37734"/>
                </a:cubicBezTo>
                <a:cubicBezTo>
                  <a:pt x="830977" y="40989"/>
                  <a:pt x="828693" y="44833"/>
                  <a:pt x="827065" y="49265"/>
                </a:cubicBezTo>
                <a:cubicBezTo>
                  <a:pt x="825438" y="53696"/>
                  <a:pt x="824624" y="58579"/>
                  <a:pt x="824624" y="63914"/>
                </a:cubicBezTo>
                <a:cubicBezTo>
                  <a:pt x="824805" y="69250"/>
                  <a:pt x="825596" y="74179"/>
                  <a:pt x="826998" y="78701"/>
                </a:cubicBezTo>
                <a:cubicBezTo>
                  <a:pt x="828400" y="83223"/>
                  <a:pt x="830503" y="87112"/>
                  <a:pt x="833305" y="90369"/>
                </a:cubicBezTo>
                <a:cubicBezTo>
                  <a:pt x="836109" y="93624"/>
                  <a:pt x="839569" y="96156"/>
                  <a:pt x="843684" y="97965"/>
                </a:cubicBezTo>
                <a:cubicBezTo>
                  <a:pt x="847799" y="99774"/>
                  <a:pt x="852659" y="100679"/>
                  <a:pt x="858266" y="100679"/>
                </a:cubicBezTo>
                <a:cubicBezTo>
                  <a:pt x="866225" y="100679"/>
                  <a:pt x="872828" y="98692"/>
                  <a:pt x="878073" y="94717"/>
                </a:cubicBezTo>
                <a:cubicBezTo>
                  <a:pt x="883318" y="90742"/>
                  <a:pt x="886709" y="84825"/>
                  <a:pt x="888246" y="76966"/>
                </a:cubicBezTo>
                <a:close/>
                <a:moveTo>
                  <a:pt x="961768" y="93237"/>
                </a:moveTo>
                <a:lnTo>
                  <a:pt x="961768" y="29051"/>
                </a:lnTo>
                <a:lnTo>
                  <a:pt x="950915" y="29051"/>
                </a:lnTo>
                <a:lnTo>
                  <a:pt x="950915" y="39092"/>
                </a:lnTo>
                <a:lnTo>
                  <a:pt x="950781" y="39092"/>
                </a:lnTo>
                <a:cubicBezTo>
                  <a:pt x="948701" y="35202"/>
                  <a:pt x="945808" y="32285"/>
                  <a:pt x="942100" y="30340"/>
                </a:cubicBezTo>
                <a:cubicBezTo>
                  <a:pt x="938392" y="28395"/>
                  <a:pt x="934322" y="27422"/>
                  <a:pt x="929890" y="27422"/>
                </a:cubicBezTo>
                <a:cubicBezTo>
                  <a:pt x="923830" y="27422"/>
                  <a:pt x="918720" y="28575"/>
                  <a:pt x="914560" y="30883"/>
                </a:cubicBezTo>
                <a:cubicBezTo>
                  <a:pt x="910401" y="33188"/>
                  <a:pt x="907055" y="36128"/>
                  <a:pt x="904523" y="39702"/>
                </a:cubicBezTo>
                <a:cubicBezTo>
                  <a:pt x="901991" y="43276"/>
                  <a:pt x="900182" y="47257"/>
                  <a:pt x="899096" y="51645"/>
                </a:cubicBezTo>
                <a:cubicBezTo>
                  <a:pt x="898011" y="56032"/>
                  <a:pt x="897469" y="60306"/>
                  <a:pt x="897469" y="64466"/>
                </a:cubicBezTo>
                <a:cubicBezTo>
                  <a:pt x="897469" y="69261"/>
                  <a:pt x="898125" y="73808"/>
                  <a:pt x="899435" y="78105"/>
                </a:cubicBezTo>
                <a:cubicBezTo>
                  <a:pt x="900748" y="82402"/>
                  <a:pt x="902715" y="86156"/>
                  <a:pt x="905337" y="89369"/>
                </a:cubicBezTo>
                <a:cubicBezTo>
                  <a:pt x="907960" y="92580"/>
                  <a:pt x="911216" y="95136"/>
                  <a:pt x="915104" y="97036"/>
                </a:cubicBezTo>
                <a:cubicBezTo>
                  <a:pt x="918993" y="98934"/>
                  <a:pt x="923560" y="99884"/>
                  <a:pt x="928805" y="99884"/>
                </a:cubicBezTo>
                <a:cubicBezTo>
                  <a:pt x="933326" y="99884"/>
                  <a:pt x="937598" y="98867"/>
                  <a:pt x="941622" y="96833"/>
                </a:cubicBezTo>
                <a:cubicBezTo>
                  <a:pt x="945647" y="94797"/>
                  <a:pt x="948654" y="91609"/>
                  <a:pt x="950644" y="87268"/>
                </a:cubicBezTo>
                <a:lnTo>
                  <a:pt x="950915" y="87268"/>
                </a:lnTo>
                <a:lnTo>
                  <a:pt x="950915" y="91880"/>
                </a:lnTo>
                <a:cubicBezTo>
                  <a:pt x="950915" y="95768"/>
                  <a:pt x="950531" y="99338"/>
                  <a:pt x="949762" y="102589"/>
                </a:cubicBezTo>
                <a:cubicBezTo>
                  <a:pt x="948994" y="105840"/>
                  <a:pt x="947750" y="108617"/>
                  <a:pt x="946032" y="110918"/>
                </a:cubicBezTo>
                <a:cubicBezTo>
                  <a:pt x="944314" y="113220"/>
                  <a:pt x="942144" y="115025"/>
                  <a:pt x="939521" y="116333"/>
                </a:cubicBezTo>
                <a:cubicBezTo>
                  <a:pt x="936899" y="117643"/>
                  <a:pt x="933688" y="118297"/>
                  <a:pt x="929890" y="118297"/>
                </a:cubicBezTo>
                <a:cubicBezTo>
                  <a:pt x="927991" y="118297"/>
                  <a:pt x="926002" y="118094"/>
                  <a:pt x="923922" y="117687"/>
                </a:cubicBezTo>
                <a:cubicBezTo>
                  <a:pt x="921843" y="117280"/>
                  <a:pt x="919921" y="116624"/>
                  <a:pt x="918157" y="115718"/>
                </a:cubicBezTo>
                <a:cubicBezTo>
                  <a:pt x="916394" y="114815"/>
                  <a:pt x="914902" y="113639"/>
                  <a:pt x="913680" y="112191"/>
                </a:cubicBezTo>
                <a:cubicBezTo>
                  <a:pt x="912461" y="110745"/>
                  <a:pt x="911805" y="108982"/>
                  <a:pt x="911714" y="106903"/>
                </a:cubicBezTo>
                <a:lnTo>
                  <a:pt x="900183" y="106903"/>
                </a:lnTo>
                <a:cubicBezTo>
                  <a:pt x="900363" y="110700"/>
                  <a:pt x="901358" y="113912"/>
                  <a:pt x="903165" y="116538"/>
                </a:cubicBezTo>
                <a:cubicBezTo>
                  <a:pt x="904974" y="119165"/>
                  <a:pt x="907258" y="121297"/>
                  <a:pt x="910017" y="122934"/>
                </a:cubicBezTo>
                <a:cubicBezTo>
                  <a:pt x="912775" y="124571"/>
                  <a:pt x="915850" y="125752"/>
                  <a:pt x="919240" y="126480"/>
                </a:cubicBezTo>
                <a:cubicBezTo>
                  <a:pt x="922632" y="127207"/>
                  <a:pt x="925956" y="127570"/>
                  <a:pt x="929213" y="127570"/>
                </a:cubicBezTo>
                <a:cubicBezTo>
                  <a:pt x="940426" y="127570"/>
                  <a:pt x="948655" y="124720"/>
                  <a:pt x="953900" y="119020"/>
                </a:cubicBezTo>
                <a:cubicBezTo>
                  <a:pt x="959145" y="113321"/>
                  <a:pt x="961768" y="104727"/>
                  <a:pt x="961768" y="93237"/>
                </a:cubicBezTo>
                <a:moveTo>
                  <a:pt x="929484" y="89816"/>
                </a:moveTo>
                <a:cubicBezTo>
                  <a:pt x="925685" y="89816"/>
                  <a:pt x="922519" y="89025"/>
                  <a:pt x="919987" y="87444"/>
                </a:cubicBezTo>
                <a:cubicBezTo>
                  <a:pt x="917456" y="85862"/>
                  <a:pt x="915422" y="83784"/>
                  <a:pt x="913883" y="81207"/>
                </a:cubicBezTo>
                <a:cubicBezTo>
                  <a:pt x="912346" y="78631"/>
                  <a:pt x="911261" y="75762"/>
                  <a:pt x="910627" y="72599"/>
                </a:cubicBezTo>
                <a:cubicBezTo>
                  <a:pt x="909995" y="69436"/>
                  <a:pt x="909679" y="66273"/>
                  <a:pt x="909679" y="63108"/>
                </a:cubicBezTo>
                <a:cubicBezTo>
                  <a:pt x="909679" y="59765"/>
                  <a:pt x="910064" y="56557"/>
                  <a:pt x="910832" y="53483"/>
                </a:cubicBezTo>
                <a:cubicBezTo>
                  <a:pt x="911601" y="50410"/>
                  <a:pt x="912821" y="47699"/>
                  <a:pt x="914494" y="45349"/>
                </a:cubicBezTo>
                <a:cubicBezTo>
                  <a:pt x="916168" y="42999"/>
                  <a:pt x="918315" y="41124"/>
                  <a:pt x="920937" y="39723"/>
                </a:cubicBezTo>
                <a:cubicBezTo>
                  <a:pt x="923561" y="38322"/>
                  <a:pt x="926726" y="37622"/>
                  <a:pt x="930434" y="37622"/>
                </a:cubicBezTo>
                <a:cubicBezTo>
                  <a:pt x="934051" y="37622"/>
                  <a:pt x="937125" y="38345"/>
                  <a:pt x="939657" y="39791"/>
                </a:cubicBezTo>
                <a:cubicBezTo>
                  <a:pt x="942189" y="41237"/>
                  <a:pt x="944246" y="43158"/>
                  <a:pt x="945828" y="45554"/>
                </a:cubicBezTo>
                <a:cubicBezTo>
                  <a:pt x="947410" y="47948"/>
                  <a:pt x="948563" y="50637"/>
                  <a:pt x="949286" y="53620"/>
                </a:cubicBezTo>
                <a:cubicBezTo>
                  <a:pt x="950011" y="56602"/>
                  <a:pt x="950373" y="59630"/>
                  <a:pt x="950373" y="62703"/>
                </a:cubicBezTo>
                <a:cubicBezTo>
                  <a:pt x="950373" y="65957"/>
                  <a:pt x="949989" y="69210"/>
                  <a:pt x="949220" y="72464"/>
                </a:cubicBezTo>
                <a:cubicBezTo>
                  <a:pt x="948451" y="75717"/>
                  <a:pt x="947253" y="78631"/>
                  <a:pt x="945625" y="81207"/>
                </a:cubicBezTo>
                <a:cubicBezTo>
                  <a:pt x="943998" y="83784"/>
                  <a:pt x="941850" y="85862"/>
                  <a:pt x="939181" y="87444"/>
                </a:cubicBezTo>
                <a:cubicBezTo>
                  <a:pt x="936514" y="89025"/>
                  <a:pt x="933281" y="89816"/>
                  <a:pt x="929484" y="89816"/>
                </a:cubicBezTo>
                <a:close/>
                <a:moveTo>
                  <a:pt x="1006668" y="108596"/>
                </a:moveTo>
                <a:cubicBezTo>
                  <a:pt x="1005312" y="112031"/>
                  <a:pt x="1003978" y="114923"/>
                  <a:pt x="1002667" y="117273"/>
                </a:cubicBezTo>
                <a:cubicBezTo>
                  <a:pt x="1001356" y="119623"/>
                  <a:pt x="999910" y="121543"/>
                  <a:pt x="998327" y="123033"/>
                </a:cubicBezTo>
                <a:cubicBezTo>
                  <a:pt x="996744" y="124525"/>
                  <a:pt x="994980" y="125610"/>
                  <a:pt x="993036" y="126287"/>
                </a:cubicBezTo>
                <a:cubicBezTo>
                  <a:pt x="991092" y="126966"/>
                  <a:pt x="988854" y="127306"/>
                  <a:pt x="986322" y="127306"/>
                </a:cubicBezTo>
                <a:cubicBezTo>
                  <a:pt x="984965" y="127306"/>
                  <a:pt x="983609" y="127215"/>
                  <a:pt x="982252" y="127034"/>
                </a:cubicBezTo>
                <a:cubicBezTo>
                  <a:pt x="980896" y="126854"/>
                  <a:pt x="979584" y="126537"/>
                  <a:pt x="978317" y="126084"/>
                </a:cubicBezTo>
                <a:lnTo>
                  <a:pt x="978317" y="115509"/>
                </a:lnTo>
                <a:cubicBezTo>
                  <a:pt x="979312" y="115952"/>
                  <a:pt x="980465" y="116329"/>
                  <a:pt x="981776" y="116639"/>
                </a:cubicBezTo>
                <a:cubicBezTo>
                  <a:pt x="983088" y="116950"/>
                  <a:pt x="984196" y="117105"/>
                  <a:pt x="985100" y="117105"/>
                </a:cubicBezTo>
                <a:cubicBezTo>
                  <a:pt x="987452" y="117105"/>
                  <a:pt x="989419" y="116540"/>
                  <a:pt x="991001" y="115410"/>
                </a:cubicBezTo>
                <a:cubicBezTo>
                  <a:pt x="992584" y="114281"/>
                  <a:pt x="993782" y="112678"/>
                  <a:pt x="994595" y="110600"/>
                </a:cubicBezTo>
                <a:lnTo>
                  <a:pt x="999343" y="98807"/>
                </a:lnTo>
                <a:lnTo>
                  <a:pt x="971534" y="29144"/>
                </a:lnTo>
                <a:lnTo>
                  <a:pt x="984558" y="29144"/>
                </a:lnTo>
                <a:lnTo>
                  <a:pt x="1005041" y="86496"/>
                </a:lnTo>
                <a:lnTo>
                  <a:pt x="1005313" y="86496"/>
                </a:lnTo>
                <a:lnTo>
                  <a:pt x="1024981" y="29144"/>
                </a:lnTo>
                <a:lnTo>
                  <a:pt x="1037191" y="29144"/>
                </a:lnTo>
                <a:lnTo>
                  <a:pt x="1006668" y="1085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58B9F9-8A88-435E-AB75-9B95EA98D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086" y="3134531"/>
            <a:ext cx="1356512" cy="170100"/>
          </a:xfrm>
          <a:custGeom xmlns:a="http://schemas.openxmlformats.org/drawingml/2006/main">
            <a:pathLst>
              <a:path w="1356512" h="170100">
                <a:moveTo>
                  <a:pt x="45217" y="0"/>
                </a:moveTo>
                <a:lnTo>
                  <a:pt x="1311295" y="0"/>
                </a:lnTo>
                <a:cubicBezTo>
                  <a:pt x="1336269" y="0"/>
                  <a:pt x="1356512" y="20245"/>
                  <a:pt x="1356512" y="45217"/>
                </a:cubicBezTo>
                <a:lnTo>
                  <a:pt x="1356512" y="124883"/>
                </a:lnTo>
                <a:cubicBezTo>
                  <a:pt x="1356512" y="149857"/>
                  <a:pt x="1336269" y="170100"/>
                  <a:pt x="1311295" y="170100"/>
                </a:cubicBezTo>
                <a:lnTo>
                  <a:pt x="45217" y="170100"/>
                </a:lnTo>
                <a:cubicBezTo>
                  <a:pt x="20245" y="170100"/>
                  <a:pt x="0" y="149857"/>
                  <a:pt x="0" y="124883"/>
                </a:cubicBezTo>
                <a:lnTo>
                  <a:pt x="0" y="45217"/>
                </a:lnTo>
                <a:cubicBezTo>
                  <a:pt x="0" y="20245"/>
                  <a:pt x="20245" y="0"/>
                  <a:pt x="45217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43F19F-F859-4CB8-9BE6-D1A59C44C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086" y="3134532"/>
            <a:ext cx="1356512" cy="170099"/>
          </a:xfrm>
          <a:custGeom xmlns:a="http://schemas.openxmlformats.org/drawingml/2006/main">
            <a:pathLst>
              <a:path w="1356512" h="170099" fill="none">
                <a:moveTo>
                  <a:pt x="45217" y="0"/>
                </a:moveTo>
                <a:lnTo>
                  <a:pt x="1311295" y="0"/>
                </a:lnTo>
                <a:cubicBezTo>
                  <a:pt x="1336269" y="0"/>
                  <a:pt x="1356512" y="20244"/>
                  <a:pt x="1356512" y="45217"/>
                </a:cubicBezTo>
                <a:lnTo>
                  <a:pt x="1356512" y="124882"/>
                </a:lnTo>
                <a:cubicBezTo>
                  <a:pt x="1356512" y="149855"/>
                  <a:pt x="1336269" y="170099"/>
                  <a:pt x="1311295" y="170099"/>
                </a:cubicBezTo>
                <a:lnTo>
                  <a:pt x="45217" y="170099"/>
                </a:lnTo>
                <a:cubicBezTo>
                  <a:pt x="20245" y="170099"/>
                  <a:pt x="0" y="149855"/>
                  <a:pt x="0" y="124882"/>
                </a:cubicBezTo>
                <a:lnTo>
                  <a:pt x="0" y="45217"/>
                </a:lnTo>
                <a:cubicBezTo>
                  <a:pt x="0" y="20244"/>
                  <a:pt x="20245" y="0"/>
                  <a:pt x="45217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043" cap="rnd">
            <a:solidFill>
              <a:srgbClr val="000000"/>
            </a:solidFill>
            <a:round/>
          </a:ln>
        </p:spPr>
      </p:sp>
      <p:sp>
        <p:nvSpPr>
          <p:cNvPr id="168" name="Text KeyConstruction">
            <a:extLst xmlns:a="http://schemas.openxmlformats.org/drawingml/2006/main">
              <a:ext uri="{FF2B5EF4-FFF2-40B4-BE49-F238E27FC236}">
                <a16:creationId xmlns:a16="http://schemas.microsoft.com/office/drawing/2014/main" id="{FCFF1AB0-F80B-4A67-A4A6-2D23D33D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818" y="3168201"/>
            <a:ext cx="1030949" cy="127306"/>
          </a:xfrm>
          <a:custGeom xmlns:a="http://schemas.openxmlformats.org/drawingml/2006/main">
            <a:pathLst>
              <a:path w="1030949" h="127306">
                <a:moveTo>
                  <a:pt x="0" y="2384"/>
                </a:moveTo>
                <a:lnTo>
                  <a:pt x="0" y="99221"/>
                </a:lnTo>
                <a:lnTo>
                  <a:pt x="12887" y="99221"/>
                </a:lnTo>
                <a:lnTo>
                  <a:pt x="12887" y="65309"/>
                </a:lnTo>
                <a:lnTo>
                  <a:pt x="29030" y="50252"/>
                </a:lnTo>
                <a:lnTo>
                  <a:pt x="64027" y="99221"/>
                </a:lnTo>
                <a:lnTo>
                  <a:pt x="80305" y="99221"/>
                </a:lnTo>
                <a:lnTo>
                  <a:pt x="37846" y="41445"/>
                </a:lnTo>
                <a:lnTo>
                  <a:pt x="78678" y="2384"/>
                </a:lnTo>
                <a:lnTo>
                  <a:pt x="61993" y="2384"/>
                </a:lnTo>
                <a:lnTo>
                  <a:pt x="12887" y="50666"/>
                </a:lnTo>
                <a:lnTo>
                  <a:pt x="12887" y="2384"/>
                </a:lnTo>
                <a:lnTo>
                  <a:pt x="0" y="2384"/>
                </a:lnTo>
                <a:close/>
                <a:moveTo>
                  <a:pt x="137279" y="57493"/>
                </a:moveTo>
                <a:lnTo>
                  <a:pt x="96991" y="57493"/>
                </a:lnTo>
                <a:cubicBezTo>
                  <a:pt x="97172" y="54770"/>
                  <a:pt x="97760" y="52207"/>
                  <a:pt x="98755" y="49803"/>
                </a:cubicBezTo>
                <a:cubicBezTo>
                  <a:pt x="99750" y="47398"/>
                  <a:pt x="101106" y="45288"/>
                  <a:pt x="102824" y="43474"/>
                </a:cubicBezTo>
                <a:cubicBezTo>
                  <a:pt x="104542" y="41659"/>
                  <a:pt x="106599" y="40230"/>
                  <a:pt x="108996" y="39187"/>
                </a:cubicBezTo>
                <a:cubicBezTo>
                  <a:pt x="111393" y="38144"/>
                  <a:pt x="114083" y="37622"/>
                  <a:pt x="117067" y="37622"/>
                </a:cubicBezTo>
                <a:cubicBezTo>
                  <a:pt x="119961" y="37622"/>
                  <a:pt x="122606" y="38144"/>
                  <a:pt x="125003" y="39187"/>
                </a:cubicBezTo>
                <a:cubicBezTo>
                  <a:pt x="127400" y="40230"/>
                  <a:pt x="129480" y="41637"/>
                  <a:pt x="131243" y="43407"/>
                </a:cubicBezTo>
                <a:cubicBezTo>
                  <a:pt x="133007" y="45176"/>
                  <a:pt x="134408" y="47286"/>
                  <a:pt x="135447" y="49735"/>
                </a:cubicBezTo>
                <a:cubicBezTo>
                  <a:pt x="136488" y="52184"/>
                  <a:pt x="137098" y="54770"/>
                  <a:pt x="137279" y="57493"/>
                </a:cubicBezTo>
                <a:moveTo>
                  <a:pt x="148403" y="76966"/>
                </a:moveTo>
                <a:lnTo>
                  <a:pt x="137008" y="76966"/>
                </a:lnTo>
                <a:cubicBezTo>
                  <a:pt x="136013" y="81560"/>
                  <a:pt x="133956" y="84983"/>
                  <a:pt x="130836" y="87235"/>
                </a:cubicBezTo>
                <a:cubicBezTo>
                  <a:pt x="127716" y="89485"/>
                  <a:pt x="123714" y="90611"/>
                  <a:pt x="118830" y="90611"/>
                </a:cubicBezTo>
                <a:cubicBezTo>
                  <a:pt x="115033" y="90611"/>
                  <a:pt x="111732" y="89982"/>
                  <a:pt x="108928" y="88723"/>
                </a:cubicBezTo>
                <a:cubicBezTo>
                  <a:pt x="106125" y="87465"/>
                  <a:pt x="103820" y="85780"/>
                  <a:pt x="102011" y="83668"/>
                </a:cubicBezTo>
                <a:cubicBezTo>
                  <a:pt x="100202" y="81556"/>
                  <a:pt x="98890" y="79129"/>
                  <a:pt x="98076" y="76389"/>
                </a:cubicBezTo>
                <a:cubicBezTo>
                  <a:pt x="97262" y="73647"/>
                  <a:pt x="96900" y="70748"/>
                  <a:pt x="96991" y="67693"/>
                </a:cubicBezTo>
                <a:lnTo>
                  <a:pt x="149487" y="67693"/>
                </a:lnTo>
                <a:cubicBezTo>
                  <a:pt x="149668" y="63431"/>
                  <a:pt x="149284" y="58941"/>
                  <a:pt x="148334" y="54224"/>
                </a:cubicBezTo>
                <a:cubicBezTo>
                  <a:pt x="147385" y="49508"/>
                  <a:pt x="145666" y="45154"/>
                  <a:pt x="143178" y="41164"/>
                </a:cubicBezTo>
                <a:cubicBezTo>
                  <a:pt x="140692" y="37173"/>
                  <a:pt x="137391" y="33885"/>
                  <a:pt x="133276" y="31301"/>
                </a:cubicBezTo>
                <a:cubicBezTo>
                  <a:pt x="129161" y="28715"/>
                  <a:pt x="123984" y="27422"/>
                  <a:pt x="117744" y="27422"/>
                </a:cubicBezTo>
                <a:cubicBezTo>
                  <a:pt x="112951" y="27422"/>
                  <a:pt x="108542" y="28326"/>
                  <a:pt x="104517" y="30135"/>
                </a:cubicBezTo>
                <a:cubicBezTo>
                  <a:pt x="100493" y="31944"/>
                  <a:pt x="97012" y="34477"/>
                  <a:pt x="94073" y="37734"/>
                </a:cubicBezTo>
                <a:cubicBezTo>
                  <a:pt x="91133" y="40989"/>
                  <a:pt x="88850" y="44833"/>
                  <a:pt x="87221" y="49265"/>
                </a:cubicBezTo>
                <a:cubicBezTo>
                  <a:pt x="85594" y="53696"/>
                  <a:pt x="84781" y="58579"/>
                  <a:pt x="84781" y="63914"/>
                </a:cubicBezTo>
                <a:cubicBezTo>
                  <a:pt x="84962" y="69250"/>
                  <a:pt x="85753" y="74179"/>
                  <a:pt x="87155" y="78701"/>
                </a:cubicBezTo>
                <a:cubicBezTo>
                  <a:pt x="88557" y="83223"/>
                  <a:pt x="90659" y="87112"/>
                  <a:pt x="93462" y="90369"/>
                </a:cubicBezTo>
                <a:cubicBezTo>
                  <a:pt x="96266" y="93624"/>
                  <a:pt x="99725" y="96156"/>
                  <a:pt x="103840" y="97965"/>
                </a:cubicBezTo>
                <a:cubicBezTo>
                  <a:pt x="107955" y="99774"/>
                  <a:pt x="112816" y="100679"/>
                  <a:pt x="118423" y="100679"/>
                </a:cubicBezTo>
                <a:cubicBezTo>
                  <a:pt x="126382" y="100679"/>
                  <a:pt x="132984" y="98692"/>
                  <a:pt x="138229" y="94717"/>
                </a:cubicBezTo>
                <a:cubicBezTo>
                  <a:pt x="143474" y="90742"/>
                  <a:pt x="146865" y="84825"/>
                  <a:pt x="148403" y="76966"/>
                </a:cubicBezTo>
                <a:close/>
                <a:moveTo>
                  <a:pt x="188961" y="108596"/>
                </a:moveTo>
                <a:cubicBezTo>
                  <a:pt x="187605" y="112031"/>
                  <a:pt x="186271" y="114923"/>
                  <a:pt x="184960" y="117273"/>
                </a:cubicBezTo>
                <a:cubicBezTo>
                  <a:pt x="183649" y="119623"/>
                  <a:pt x="182202" y="121543"/>
                  <a:pt x="180620" y="123033"/>
                </a:cubicBezTo>
                <a:cubicBezTo>
                  <a:pt x="179037" y="124525"/>
                  <a:pt x="177273" y="125610"/>
                  <a:pt x="175329" y="126287"/>
                </a:cubicBezTo>
                <a:cubicBezTo>
                  <a:pt x="173385" y="126966"/>
                  <a:pt x="171147" y="127306"/>
                  <a:pt x="168614" y="127306"/>
                </a:cubicBezTo>
                <a:cubicBezTo>
                  <a:pt x="167258" y="127306"/>
                  <a:pt x="165902" y="127215"/>
                  <a:pt x="164545" y="127034"/>
                </a:cubicBezTo>
                <a:cubicBezTo>
                  <a:pt x="163189" y="126854"/>
                  <a:pt x="161877" y="126537"/>
                  <a:pt x="160610" y="126084"/>
                </a:cubicBezTo>
                <a:lnTo>
                  <a:pt x="160610" y="115509"/>
                </a:lnTo>
                <a:cubicBezTo>
                  <a:pt x="161605" y="115952"/>
                  <a:pt x="162758" y="116329"/>
                  <a:pt x="164069" y="116639"/>
                </a:cubicBezTo>
                <a:cubicBezTo>
                  <a:pt x="165381" y="116950"/>
                  <a:pt x="166489" y="117105"/>
                  <a:pt x="167393" y="117105"/>
                </a:cubicBezTo>
                <a:cubicBezTo>
                  <a:pt x="169745" y="117105"/>
                  <a:pt x="171712" y="116540"/>
                  <a:pt x="173294" y="115410"/>
                </a:cubicBezTo>
                <a:cubicBezTo>
                  <a:pt x="174877" y="114281"/>
                  <a:pt x="176075" y="112678"/>
                  <a:pt x="176888" y="110600"/>
                </a:cubicBezTo>
                <a:lnTo>
                  <a:pt x="181636" y="98807"/>
                </a:lnTo>
                <a:lnTo>
                  <a:pt x="153827" y="29144"/>
                </a:lnTo>
                <a:lnTo>
                  <a:pt x="166851" y="29144"/>
                </a:lnTo>
                <a:lnTo>
                  <a:pt x="187334" y="86496"/>
                </a:lnTo>
                <a:lnTo>
                  <a:pt x="187606" y="86496"/>
                </a:lnTo>
                <a:lnTo>
                  <a:pt x="207273" y="29144"/>
                </a:lnTo>
                <a:lnTo>
                  <a:pt x="219484" y="29144"/>
                </a:lnTo>
                <a:lnTo>
                  <a:pt x="188961" y="108596"/>
                </a:lnTo>
                <a:close/>
                <a:moveTo>
                  <a:pt x="336958" y="31483"/>
                </a:moveTo>
                <a:lnTo>
                  <a:pt x="349845" y="31483"/>
                </a:lnTo>
                <a:cubicBezTo>
                  <a:pt x="349121" y="26327"/>
                  <a:pt x="347584" y="21783"/>
                  <a:pt x="345233" y="17849"/>
                </a:cubicBezTo>
                <a:cubicBezTo>
                  <a:pt x="342882" y="13914"/>
                  <a:pt x="339942" y="10635"/>
                  <a:pt x="336415" y="8010"/>
                </a:cubicBezTo>
                <a:cubicBezTo>
                  <a:pt x="332888" y="5386"/>
                  <a:pt x="328864" y="3395"/>
                  <a:pt x="324342" y="2037"/>
                </a:cubicBezTo>
                <a:cubicBezTo>
                  <a:pt x="319820" y="679"/>
                  <a:pt x="315027" y="0"/>
                  <a:pt x="309962" y="0"/>
                </a:cubicBezTo>
                <a:cubicBezTo>
                  <a:pt x="302547" y="0"/>
                  <a:pt x="295967" y="1334"/>
                  <a:pt x="290224" y="4003"/>
                </a:cubicBezTo>
                <a:cubicBezTo>
                  <a:pt x="284482" y="6671"/>
                  <a:pt x="279690" y="10311"/>
                  <a:pt x="275847" y="14924"/>
                </a:cubicBezTo>
                <a:cubicBezTo>
                  <a:pt x="272004" y="19535"/>
                  <a:pt x="269087" y="24939"/>
                  <a:pt x="267097" y="31135"/>
                </a:cubicBezTo>
                <a:cubicBezTo>
                  <a:pt x="265107" y="37331"/>
                  <a:pt x="264112" y="43956"/>
                  <a:pt x="264112" y="51010"/>
                </a:cubicBezTo>
                <a:cubicBezTo>
                  <a:pt x="264112" y="58064"/>
                  <a:pt x="265039" y="64666"/>
                  <a:pt x="266892" y="70817"/>
                </a:cubicBezTo>
                <a:cubicBezTo>
                  <a:pt x="268747" y="76967"/>
                  <a:pt x="271528" y="82303"/>
                  <a:pt x="275236" y="86825"/>
                </a:cubicBezTo>
                <a:cubicBezTo>
                  <a:pt x="278944" y="91347"/>
                  <a:pt x="283601" y="94897"/>
                  <a:pt x="289208" y="97474"/>
                </a:cubicBezTo>
                <a:cubicBezTo>
                  <a:pt x="294814" y="100052"/>
                  <a:pt x="301371" y="101341"/>
                  <a:pt x="308878" y="101341"/>
                </a:cubicBezTo>
                <a:cubicBezTo>
                  <a:pt x="321267" y="101341"/>
                  <a:pt x="331033" y="97948"/>
                  <a:pt x="338177" y="91161"/>
                </a:cubicBezTo>
                <a:cubicBezTo>
                  <a:pt x="345322" y="84374"/>
                  <a:pt x="349528" y="74876"/>
                  <a:pt x="350795" y="62667"/>
                </a:cubicBezTo>
                <a:lnTo>
                  <a:pt x="337908" y="62667"/>
                </a:lnTo>
                <a:cubicBezTo>
                  <a:pt x="337636" y="66646"/>
                  <a:pt x="336822" y="70354"/>
                  <a:pt x="335465" y="73791"/>
                </a:cubicBezTo>
                <a:cubicBezTo>
                  <a:pt x="334109" y="77227"/>
                  <a:pt x="332232" y="80189"/>
                  <a:pt x="329835" y="82677"/>
                </a:cubicBezTo>
                <a:cubicBezTo>
                  <a:pt x="327440" y="85164"/>
                  <a:pt x="324591" y="87108"/>
                  <a:pt x="321289" y="88510"/>
                </a:cubicBezTo>
                <a:cubicBezTo>
                  <a:pt x="317988" y="89910"/>
                  <a:pt x="314212" y="90611"/>
                  <a:pt x="309962" y="90611"/>
                </a:cubicBezTo>
                <a:cubicBezTo>
                  <a:pt x="304175" y="90611"/>
                  <a:pt x="299201" y="89526"/>
                  <a:pt x="295041" y="87357"/>
                </a:cubicBezTo>
                <a:cubicBezTo>
                  <a:pt x="290881" y="85186"/>
                  <a:pt x="287468" y="82270"/>
                  <a:pt x="284799" y="78608"/>
                </a:cubicBezTo>
                <a:cubicBezTo>
                  <a:pt x="282131" y="74945"/>
                  <a:pt x="280164" y="70650"/>
                  <a:pt x="278898" y="65723"/>
                </a:cubicBezTo>
                <a:cubicBezTo>
                  <a:pt x="277632" y="60795"/>
                  <a:pt x="276999" y="55573"/>
                  <a:pt x="276999" y="50058"/>
                </a:cubicBezTo>
                <a:cubicBezTo>
                  <a:pt x="276999" y="44995"/>
                  <a:pt x="277632" y="40113"/>
                  <a:pt x="278898" y="35411"/>
                </a:cubicBezTo>
                <a:cubicBezTo>
                  <a:pt x="280164" y="30710"/>
                  <a:pt x="282131" y="26528"/>
                  <a:pt x="284799" y="22866"/>
                </a:cubicBezTo>
                <a:cubicBezTo>
                  <a:pt x="287468" y="19204"/>
                  <a:pt x="290859" y="16288"/>
                  <a:pt x="294972" y="14119"/>
                </a:cubicBezTo>
                <a:cubicBezTo>
                  <a:pt x="299087" y="11948"/>
                  <a:pt x="304039" y="10863"/>
                  <a:pt x="309828" y="10863"/>
                </a:cubicBezTo>
                <a:cubicBezTo>
                  <a:pt x="316610" y="10863"/>
                  <a:pt x="322465" y="12581"/>
                  <a:pt x="327393" y="16019"/>
                </a:cubicBezTo>
                <a:cubicBezTo>
                  <a:pt x="332322" y="19455"/>
                  <a:pt x="335510" y="24609"/>
                  <a:pt x="336958" y="31483"/>
                </a:cubicBezTo>
                <a:close/>
                <a:moveTo>
                  <a:pt x="373313" y="64185"/>
                </a:moveTo>
                <a:cubicBezTo>
                  <a:pt x="373313" y="59937"/>
                  <a:pt x="373878" y="56165"/>
                  <a:pt x="375008" y="52869"/>
                </a:cubicBezTo>
                <a:cubicBezTo>
                  <a:pt x="376138" y="49571"/>
                  <a:pt x="377698" y="46792"/>
                  <a:pt x="379688" y="44533"/>
                </a:cubicBezTo>
                <a:cubicBezTo>
                  <a:pt x="381678" y="42274"/>
                  <a:pt x="384006" y="40558"/>
                  <a:pt x="386674" y="39383"/>
                </a:cubicBezTo>
                <a:cubicBezTo>
                  <a:pt x="389341" y="38209"/>
                  <a:pt x="392167" y="37622"/>
                  <a:pt x="395152" y="37622"/>
                </a:cubicBezTo>
                <a:cubicBezTo>
                  <a:pt x="398137" y="37622"/>
                  <a:pt x="400963" y="38209"/>
                  <a:pt x="403630" y="39383"/>
                </a:cubicBezTo>
                <a:cubicBezTo>
                  <a:pt x="406298" y="40558"/>
                  <a:pt x="408626" y="42274"/>
                  <a:pt x="410616" y="44533"/>
                </a:cubicBezTo>
                <a:cubicBezTo>
                  <a:pt x="412606" y="46792"/>
                  <a:pt x="414166" y="49571"/>
                  <a:pt x="415296" y="52869"/>
                </a:cubicBezTo>
                <a:cubicBezTo>
                  <a:pt x="416426" y="56165"/>
                  <a:pt x="416991" y="59937"/>
                  <a:pt x="416991" y="64185"/>
                </a:cubicBezTo>
                <a:cubicBezTo>
                  <a:pt x="416991" y="68431"/>
                  <a:pt x="416426" y="72203"/>
                  <a:pt x="415296" y="75501"/>
                </a:cubicBezTo>
                <a:cubicBezTo>
                  <a:pt x="414166" y="78799"/>
                  <a:pt x="412606" y="81554"/>
                  <a:pt x="410616" y="83768"/>
                </a:cubicBezTo>
                <a:cubicBezTo>
                  <a:pt x="408626" y="85981"/>
                  <a:pt x="406298" y="87675"/>
                  <a:pt x="403630" y="88849"/>
                </a:cubicBezTo>
                <a:cubicBezTo>
                  <a:pt x="400963" y="90024"/>
                  <a:pt x="398137" y="90611"/>
                  <a:pt x="395152" y="90611"/>
                </a:cubicBezTo>
                <a:cubicBezTo>
                  <a:pt x="392167" y="90611"/>
                  <a:pt x="389341" y="90024"/>
                  <a:pt x="386674" y="88849"/>
                </a:cubicBezTo>
                <a:cubicBezTo>
                  <a:pt x="384006" y="87675"/>
                  <a:pt x="381678" y="85981"/>
                  <a:pt x="379688" y="83768"/>
                </a:cubicBezTo>
                <a:cubicBezTo>
                  <a:pt x="377698" y="81554"/>
                  <a:pt x="376138" y="78799"/>
                  <a:pt x="375008" y="75501"/>
                </a:cubicBezTo>
                <a:cubicBezTo>
                  <a:pt x="373878" y="72203"/>
                  <a:pt x="373313" y="68431"/>
                  <a:pt x="373313" y="64185"/>
                </a:cubicBezTo>
                <a:moveTo>
                  <a:pt x="361103" y="64187"/>
                </a:moveTo>
                <a:cubicBezTo>
                  <a:pt x="361103" y="69341"/>
                  <a:pt x="361826" y="74134"/>
                  <a:pt x="363272" y="78566"/>
                </a:cubicBezTo>
                <a:cubicBezTo>
                  <a:pt x="364719" y="82997"/>
                  <a:pt x="366890" y="86864"/>
                  <a:pt x="369784" y="90166"/>
                </a:cubicBezTo>
                <a:cubicBezTo>
                  <a:pt x="372677" y="93467"/>
                  <a:pt x="376249" y="96044"/>
                  <a:pt x="380499" y="97899"/>
                </a:cubicBezTo>
                <a:cubicBezTo>
                  <a:pt x="384751" y="99752"/>
                  <a:pt x="389635" y="100679"/>
                  <a:pt x="395152" y="100679"/>
                </a:cubicBezTo>
                <a:cubicBezTo>
                  <a:pt x="400759" y="100679"/>
                  <a:pt x="405664" y="99752"/>
                  <a:pt x="409869" y="97899"/>
                </a:cubicBezTo>
                <a:cubicBezTo>
                  <a:pt x="414075" y="96044"/>
                  <a:pt x="417625" y="93467"/>
                  <a:pt x="420518" y="90166"/>
                </a:cubicBezTo>
                <a:cubicBezTo>
                  <a:pt x="423412" y="86864"/>
                  <a:pt x="425582" y="82997"/>
                  <a:pt x="427028" y="78566"/>
                </a:cubicBezTo>
                <a:cubicBezTo>
                  <a:pt x="428476" y="74134"/>
                  <a:pt x="429199" y="69341"/>
                  <a:pt x="429199" y="64187"/>
                </a:cubicBezTo>
                <a:cubicBezTo>
                  <a:pt x="429199" y="59031"/>
                  <a:pt x="428476" y="54216"/>
                  <a:pt x="427028" y="49739"/>
                </a:cubicBezTo>
                <a:cubicBezTo>
                  <a:pt x="425582" y="45261"/>
                  <a:pt x="423412" y="41372"/>
                  <a:pt x="420518" y="38071"/>
                </a:cubicBezTo>
                <a:cubicBezTo>
                  <a:pt x="417625" y="34770"/>
                  <a:pt x="414075" y="32171"/>
                  <a:pt x="409869" y="30272"/>
                </a:cubicBezTo>
                <a:cubicBezTo>
                  <a:pt x="405664" y="28372"/>
                  <a:pt x="400759" y="27422"/>
                  <a:pt x="395152" y="27422"/>
                </a:cubicBezTo>
                <a:cubicBezTo>
                  <a:pt x="389635" y="27422"/>
                  <a:pt x="384751" y="28372"/>
                  <a:pt x="380499" y="30272"/>
                </a:cubicBezTo>
                <a:cubicBezTo>
                  <a:pt x="376249" y="32171"/>
                  <a:pt x="372677" y="34770"/>
                  <a:pt x="369784" y="38071"/>
                </a:cubicBezTo>
                <a:cubicBezTo>
                  <a:pt x="366890" y="41372"/>
                  <a:pt x="364719" y="45261"/>
                  <a:pt x="363272" y="49739"/>
                </a:cubicBezTo>
                <a:cubicBezTo>
                  <a:pt x="361826" y="54216"/>
                  <a:pt x="361103" y="59031"/>
                  <a:pt x="361103" y="64187"/>
                </a:cubicBezTo>
                <a:close/>
                <a:moveTo>
                  <a:pt x="442764" y="29051"/>
                </a:moveTo>
                <a:lnTo>
                  <a:pt x="442764" y="99221"/>
                </a:lnTo>
                <a:lnTo>
                  <a:pt x="454296" y="99221"/>
                </a:lnTo>
                <a:lnTo>
                  <a:pt x="454296" y="59602"/>
                </a:lnTo>
                <a:cubicBezTo>
                  <a:pt x="454296" y="56436"/>
                  <a:pt x="454725" y="53519"/>
                  <a:pt x="455583" y="50851"/>
                </a:cubicBezTo>
                <a:cubicBezTo>
                  <a:pt x="456443" y="48182"/>
                  <a:pt x="457732" y="45853"/>
                  <a:pt x="459450" y="43863"/>
                </a:cubicBezTo>
                <a:cubicBezTo>
                  <a:pt x="461168" y="41873"/>
                  <a:pt x="463315" y="40336"/>
                  <a:pt x="465893" y="39251"/>
                </a:cubicBezTo>
                <a:cubicBezTo>
                  <a:pt x="468471" y="38165"/>
                  <a:pt x="471523" y="37622"/>
                  <a:pt x="475050" y="37622"/>
                </a:cubicBezTo>
                <a:cubicBezTo>
                  <a:pt x="479481" y="37622"/>
                  <a:pt x="482963" y="38889"/>
                  <a:pt x="485495" y="41422"/>
                </a:cubicBezTo>
                <a:cubicBezTo>
                  <a:pt x="488027" y="43954"/>
                  <a:pt x="489293" y="47391"/>
                  <a:pt x="489293" y="51732"/>
                </a:cubicBezTo>
                <a:lnTo>
                  <a:pt x="489293" y="99221"/>
                </a:lnTo>
                <a:lnTo>
                  <a:pt x="500824" y="99221"/>
                </a:lnTo>
                <a:lnTo>
                  <a:pt x="500824" y="53074"/>
                </a:lnTo>
                <a:cubicBezTo>
                  <a:pt x="500824" y="49273"/>
                  <a:pt x="500440" y="45813"/>
                  <a:pt x="499671" y="42691"/>
                </a:cubicBezTo>
                <a:cubicBezTo>
                  <a:pt x="498903" y="39570"/>
                  <a:pt x="497568" y="36878"/>
                  <a:pt x="495668" y="34617"/>
                </a:cubicBezTo>
                <a:cubicBezTo>
                  <a:pt x="493769" y="32354"/>
                  <a:pt x="491283" y="30589"/>
                  <a:pt x="488208" y="29322"/>
                </a:cubicBezTo>
                <a:cubicBezTo>
                  <a:pt x="485134" y="28055"/>
                  <a:pt x="481290" y="27422"/>
                  <a:pt x="476677" y="27422"/>
                </a:cubicBezTo>
                <a:cubicBezTo>
                  <a:pt x="466277" y="27422"/>
                  <a:pt x="458680" y="31675"/>
                  <a:pt x="453888" y="40180"/>
                </a:cubicBezTo>
                <a:lnTo>
                  <a:pt x="453617" y="40180"/>
                </a:lnTo>
                <a:lnTo>
                  <a:pt x="453617" y="29051"/>
                </a:lnTo>
                <a:lnTo>
                  <a:pt x="442764" y="29051"/>
                </a:lnTo>
                <a:close/>
                <a:moveTo>
                  <a:pt x="525241" y="77099"/>
                </a:moveTo>
                <a:lnTo>
                  <a:pt x="513712" y="77099"/>
                </a:lnTo>
                <a:cubicBezTo>
                  <a:pt x="513892" y="81436"/>
                  <a:pt x="514796" y="85117"/>
                  <a:pt x="516423" y="88143"/>
                </a:cubicBezTo>
                <a:cubicBezTo>
                  <a:pt x="518051" y="91170"/>
                  <a:pt x="520222" y="93609"/>
                  <a:pt x="522935" y="95463"/>
                </a:cubicBezTo>
                <a:cubicBezTo>
                  <a:pt x="525648" y="97314"/>
                  <a:pt x="528768" y="98647"/>
                  <a:pt x="532295" y="99459"/>
                </a:cubicBezTo>
                <a:cubicBezTo>
                  <a:pt x="535822" y="100272"/>
                  <a:pt x="539530" y="100679"/>
                  <a:pt x="543418" y="100679"/>
                </a:cubicBezTo>
                <a:cubicBezTo>
                  <a:pt x="546945" y="100679"/>
                  <a:pt x="550495" y="100339"/>
                  <a:pt x="554066" y="99660"/>
                </a:cubicBezTo>
                <a:cubicBezTo>
                  <a:pt x="557638" y="98983"/>
                  <a:pt x="560849" y="97786"/>
                  <a:pt x="563697" y="96069"/>
                </a:cubicBezTo>
                <a:cubicBezTo>
                  <a:pt x="566546" y="94351"/>
                  <a:pt x="568853" y="92091"/>
                  <a:pt x="570616" y="89288"/>
                </a:cubicBezTo>
                <a:cubicBezTo>
                  <a:pt x="572380" y="86486"/>
                  <a:pt x="573262" y="82960"/>
                  <a:pt x="573262" y="78711"/>
                </a:cubicBezTo>
                <a:cubicBezTo>
                  <a:pt x="573262" y="75366"/>
                  <a:pt x="572606" y="72564"/>
                  <a:pt x="571293" y="70303"/>
                </a:cubicBezTo>
                <a:cubicBezTo>
                  <a:pt x="569982" y="68043"/>
                  <a:pt x="568264" y="66167"/>
                  <a:pt x="566139" y="64675"/>
                </a:cubicBezTo>
                <a:cubicBezTo>
                  <a:pt x="564014" y="63184"/>
                  <a:pt x="561573" y="61986"/>
                  <a:pt x="558814" y="61082"/>
                </a:cubicBezTo>
                <a:cubicBezTo>
                  <a:pt x="556057" y="60178"/>
                  <a:pt x="553232" y="59410"/>
                  <a:pt x="550338" y="58776"/>
                </a:cubicBezTo>
                <a:cubicBezTo>
                  <a:pt x="547624" y="58144"/>
                  <a:pt x="544910" y="57534"/>
                  <a:pt x="542197" y="56946"/>
                </a:cubicBezTo>
                <a:cubicBezTo>
                  <a:pt x="539484" y="56359"/>
                  <a:pt x="537042" y="55635"/>
                  <a:pt x="534872" y="54777"/>
                </a:cubicBezTo>
                <a:cubicBezTo>
                  <a:pt x="532703" y="53917"/>
                  <a:pt x="530917" y="52832"/>
                  <a:pt x="529515" y="51521"/>
                </a:cubicBezTo>
                <a:cubicBezTo>
                  <a:pt x="528113" y="50210"/>
                  <a:pt x="527412" y="48561"/>
                  <a:pt x="527412" y="46572"/>
                </a:cubicBezTo>
                <a:cubicBezTo>
                  <a:pt x="527412" y="44764"/>
                  <a:pt x="527864" y="43296"/>
                  <a:pt x="528768" y="42165"/>
                </a:cubicBezTo>
                <a:cubicBezTo>
                  <a:pt x="529673" y="41035"/>
                  <a:pt x="530849" y="40131"/>
                  <a:pt x="532295" y="39454"/>
                </a:cubicBezTo>
                <a:cubicBezTo>
                  <a:pt x="533742" y="38775"/>
                  <a:pt x="535348" y="38300"/>
                  <a:pt x="537111" y="38030"/>
                </a:cubicBezTo>
                <a:cubicBezTo>
                  <a:pt x="538875" y="37758"/>
                  <a:pt x="540616" y="37622"/>
                  <a:pt x="542334" y="37622"/>
                </a:cubicBezTo>
                <a:cubicBezTo>
                  <a:pt x="544232" y="37622"/>
                  <a:pt x="546108" y="37826"/>
                  <a:pt x="547962" y="38233"/>
                </a:cubicBezTo>
                <a:cubicBezTo>
                  <a:pt x="549816" y="38638"/>
                  <a:pt x="551512" y="39293"/>
                  <a:pt x="553049" y="40197"/>
                </a:cubicBezTo>
                <a:cubicBezTo>
                  <a:pt x="554587" y="41101"/>
                  <a:pt x="555853" y="42298"/>
                  <a:pt x="556848" y="43788"/>
                </a:cubicBezTo>
                <a:cubicBezTo>
                  <a:pt x="557843" y="45278"/>
                  <a:pt x="558430" y="47153"/>
                  <a:pt x="558611" y="49412"/>
                </a:cubicBezTo>
                <a:lnTo>
                  <a:pt x="570142" y="49412"/>
                </a:lnTo>
                <a:cubicBezTo>
                  <a:pt x="569871" y="45159"/>
                  <a:pt x="568966" y="41607"/>
                  <a:pt x="567429" y="38756"/>
                </a:cubicBezTo>
                <a:cubicBezTo>
                  <a:pt x="565892" y="35905"/>
                  <a:pt x="563834" y="33643"/>
                  <a:pt x="561257" y="31969"/>
                </a:cubicBezTo>
                <a:cubicBezTo>
                  <a:pt x="558680" y="30295"/>
                  <a:pt x="555719" y="29119"/>
                  <a:pt x="552373" y="28440"/>
                </a:cubicBezTo>
                <a:cubicBezTo>
                  <a:pt x="549026" y="27761"/>
                  <a:pt x="545363" y="27422"/>
                  <a:pt x="541384" y="27422"/>
                </a:cubicBezTo>
                <a:cubicBezTo>
                  <a:pt x="538309" y="27422"/>
                  <a:pt x="535212" y="27806"/>
                  <a:pt x="532092" y="28575"/>
                </a:cubicBezTo>
                <a:cubicBezTo>
                  <a:pt x="528972" y="29343"/>
                  <a:pt x="526169" y="30519"/>
                  <a:pt x="523682" y="32102"/>
                </a:cubicBezTo>
                <a:cubicBezTo>
                  <a:pt x="521195" y="33683"/>
                  <a:pt x="519161" y="35739"/>
                  <a:pt x="517578" y="38270"/>
                </a:cubicBezTo>
                <a:cubicBezTo>
                  <a:pt x="515995" y="40801"/>
                  <a:pt x="515204" y="43829"/>
                  <a:pt x="515204" y="47355"/>
                </a:cubicBezTo>
                <a:cubicBezTo>
                  <a:pt x="515204" y="51875"/>
                  <a:pt x="516334" y="55401"/>
                  <a:pt x="518594" y="57932"/>
                </a:cubicBezTo>
                <a:cubicBezTo>
                  <a:pt x="520856" y="60462"/>
                  <a:pt x="523682" y="62429"/>
                  <a:pt x="527073" y="63831"/>
                </a:cubicBezTo>
                <a:cubicBezTo>
                  <a:pt x="530464" y="65231"/>
                  <a:pt x="534149" y="66316"/>
                  <a:pt x="538128" y="67085"/>
                </a:cubicBezTo>
                <a:cubicBezTo>
                  <a:pt x="542107" y="67853"/>
                  <a:pt x="545792" y="68712"/>
                  <a:pt x="549183" y="69662"/>
                </a:cubicBezTo>
                <a:cubicBezTo>
                  <a:pt x="552575" y="70610"/>
                  <a:pt x="555401" y="71852"/>
                  <a:pt x="557661" y="73389"/>
                </a:cubicBezTo>
                <a:cubicBezTo>
                  <a:pt x="559923" y="74927"/>
                  <a:pt x="561054" y="77187"/>
                  <a:pt x="561054" y="80170"/>
                </a:cubicBezTo>
                <a:cubicBezTo>
                  <a:pt x="561054" y="82340"/>
                  <a:pt x="560511" y="84125"/>
                  <a:pt x="559425" y="85527"/>
                </a:cubicBezTo>
                <a:cubicBezTo>
                  <a:pt x="558340" y="86928"/>
                  <a:pt x="556961" y="87990"/>
                  <a:pt x="555287" y="88713"/>
                </a:cubicBezTo>
                <a:cubicBezTo>
                  <a:pt x="553615" y="89436"/>
                  <a:pt x="551783" y="89933"/>
                  <a:pt x="549794" y="90205"/>
                </a:cubicBezTo>
                <a:cubicBezTo>
                  <a:pt x="547805" y="90476"/>
                  <a:pt x="545906" y="90611"/>
                  <a:pt x="544097" y="90611"/>
                </a:cubicBezTo>
                <a:cubicBezTo>
                  <a:pt x="541746" y="90611"/>
                  <a:pt x="539462" y="90386"/>
                  <a:pt x="537246" y="89936"/>
                </a:cubicBezTo>
                <a:cubicBezTo>
                  <a:pt x="535030" y="89485"/>
                  <a:pt x="533040" y="88742"/>
                  <a:pt x="531276" y="87707"/>
                </a:cubicBezTo>
                <a:cubicBezTo>
                  <a:pt x="529513" y="86670"/>
                  <a:pt x="528089" y="85274"/>
                  <a:pt x="527004" y="83517"/>
                </a:cubicBezTo>
                <a:cubicBezTo>
                  <a:pt x="525920" y="81761"/>
                  <a:pt x="525332" y="79621"/>
                  <a:pt x="525241" y="77099"/>
                </a:cubicBezTo>
                <a:close/>
                <a:moveTo>
                  <a:pt x="602021" y="29011"/>
                </a:moveTo>
                <a:lnTo>
                  <a:pt x="602021" y="8081"/>
                </a:lnTo>
                <a:lnTo>
                  <a:pt x="590489" y="8081"/>
                </a:lnTo>
                <a:lnTo>
                  <a:pt x="590489" y="29011"/>
                </a:lnTo>
                <a:lnTo>
                  <a:pt x="578552" y="29011"/>
                </a:lnTo>
                <a:lnTo>
                  <a:pt x="578552" y="39212"/>
                </a:lnTo>
                <a:lnTo>
                  <a:pt x="590489" y="39212"/>
                </a:lnTo>
                <a:lnTo>
                  <a:pt x="590489" y="83880"/>
                </a:lnTo>
                <a:cubicBezTo>
                  <a:pt x="590489" y="87138"/>
                  <a:pt x="590806" y="89762"/>
                  <a:pt x="591439" y="91753"/>
                </a:cubicBezTo>
                <a:cubicBezTo>
                  <a:pt x="592073" y="93745"/>
                  <a:pt x="593045" y="95284"/>
                  <a:pt x="594356" y="96371"/>
                </a:cubicBezTo>
                <a:cubicBezTo>
                  <a:pt x="595667" y="97457"/>
                  <a:pt x="597385" y="98204"/>
                  <a:pt x="599510" y="98611"/>
                </a:cubicBezTo>
                <a:cubicBezTo>
                  <a:pt x="601635" y="99018"/>
                  <a:pt x="604190" y="99221"/>
                  <a:pt x="607175" y="99221"/>
                </a:cubicBezTo>
                <a:lnTo>
                  <a:pt x="615992" y="99221"/>
                </a:lnTo>
                <a:lnTo>
                  <a:pt x="615992" y="89021"/>
                </a:lnTo>
                <a:lnTo>
                  <a:pt x="610702" y="89021"/>
                </a:lnTo>
                <a:cubicBezTo>
                  <a:pt x="608893" y="89021"/>
                  <a:pt x="607423" y="88954"/>
                  <a:pt x="606293" y="88818"/>
                </a:cubicBezTo>
                <a:cubicBezTo>
                  <a:pt x="605163" y="88682"/>
                  <a:pt x="604281" y="88388"/>
                  <a:pt x="603648" y="87937"/>
                </a:cubicBezTo>
                <a:cubicBezTo>
                  <a:pt x="603016" y="87484"/>
                  <a:pt x="602586" y="86851"/>
                  <a:pt x="602360" y="86036"/>
                </a:cubicBezTo>
                <a:cubicBezTo>
                  <a:pt x="602134" y="85221"/>
                  <a:pt x="602021" y="84135"/>
                  <a:pt x="602021" y="82778"/>
                </a:cubicBezTo>
                <a:lnTo>
                  <a:pt x="602021" y="39212"/>
                </a:lnTo>
                <a:lnTo>
                  <a:pt x="615992" y="39212"/>
                </a:lnTo>
                <a:lnTo>
                  <a:pt x="615992" y="29011"/>
                </a:lnTo>
                <a:lnTo>
                  <a:pt x="602021" y="29011"/>
                </a:lnTo>
                <a:close/>
                <a:moveTo>
                  <a:pt x="628337" y="29051"/>
                </a:moveTo>
                <a:lnTo>
                  <a:pt x="628337" y="99221"/>
                </a:lnTo>
                <a:lnTo>
                  <a:pt x="639866" y="99221"/>
                </a:lnTo>
                <a:lnTo>
                  <a:pt x="639866" y="67989"/>
                </a:lnTo>
                <a:cubicBezTo>
                  <a:pt x="639866" y="63463"/>
                  <a:pt x="640318" y="59458"/>
                  <a:pt x="641222" y="55974"/>
                </a:cubicBezTo>
                <a:cubicBezTo>
                  <a:pt x="642127" y="52488"/>
                  <a:pt x="643575" y="49523"/>
                  <a:pt x="645565" y="47079"/>
                </a:cubicBezTo>
                <a:cubicBezTo>
                  <a:pt x="647554" y="44634"/>
                  <a:pt x="650177" y="42778"/>
                  <a:pt x="653432" y="41511"/>
                </a:cubicBezTo>
                <a:cubicBezTo>
                  <a:pt x="656687" y="40243"/>
                  <a:pt x="660621" y="39609"/>
                  <a:pt x="665232" y="39609"/>
                </a:cubicBezTo>
                <a:lnTo>
                  <a:pt x="665232" y="27422"/>
                </a:lnTo>
                <a:cubicBezTo>
                  <a:pt x="658994" y="27241"/>
                  <a:pt x="653839" y="28508"/>
                  <a:pt x="649768" y="31222"/>
                </a:cubicBezTo>
                <a:cubicBezTo>
                  <a:pt x="645699" y="33936"/>
                  <a:pt x="642263" y="38144"/>
                  <a:pt x="639460" y="43844"/>
                </a:cubicBezTo>
                <a:lnTo>
                  <a:pt x="639189" y="43844"/>
                </a:lnTo>
                <a:lnTo>
                  <a:pt x="639189" y="29051"/>
                </a:lnTo>
                <a:lnTo>
                  <a:pt x="628337" y="29051"/>
                </a:lnTo>
                <a:close/>
                <a:moveTo>
                  <a:pt x="731974" y="99188"/>
                </a:moveTo>
                <a:lnTo>
                  <a:pt x="731974" y="29144"/>
                </a:lnTo>
                <a:lnTo>
                  <a:pt x="720443" y="29144"/>
                </a:lnTo>
                <a:lnTo>
                  <a:pt x="720443" y="68678"/>
                </a:lnTo>
                <a:cubicBezTo>
                  <a:pt x="720443" y="71837"/>
                  <a:pt x="720013" y="74748"/>
                  <a:pt x="719153" y="77411"/>
                </a:cubicBezTo>
                <a:cubicBezTo>
                  <a:pt x="718295" y="80073"/>
                  <a:pt x="717007" y="82397"/>
                  <a:pt x="715289" y="84383"/>
                </a:cubicBezTo>
                <a:cubicBezTo>
                  <a:pt x="713571" y="86368"/>
                  <a:pt x="711423" y="87903"/>
                  <a:pt x="708845" y="88986"/>
                </a:cubicBezTo>
                <a:cubicBezTo>
                  <a:pt x="706268" y="90069"/>
                  <a:pt x="703215" y="90611"/>
                  <a:pt x="699688" y="90611"/>
                </a:cubicBezTo>
                <a:cubicBezTo>
                  <a:pt x="695257" y="90611"/>
                  <a:pt x="691776" y="89347"/>
                  <a:pt x="689244" y="86821"/>
                </a:cubicBezTo>
                <a:cubicBezTo>
                  <a:pt x="686711" y="84293"/>
                  <a:pt x="685445" y="80862"/>
                  <a:pt x="685445" y="76529"/>
                </a:cubicBezTo>
                <a:lnTo>
                  <a:pt x="685445" y="29144"/>
                </a:lnTo>
                <a:lnTo>
                  <a:pt x="673914" y="29144"/>
                </a:lnTo>
                <a:lnTo>
                  <a:pt x="673914" y="75209"/>
                </a:lnTo>
                <a:cubicBezTo>
                  <a:pt x="673914" y="79002"/>
                  <a:pt x="674298" y="82457"/>
                  <a:pt x="675067" y="85573"/>
                </a:cubicBezTo>
                <a:cubicBezTo>
                  <a:pt x="675836" y="88689"/>
                  <a:pt x="677169" y="91376"/>
                  <a:pt x="679068" y="93635"/>
                </a:cubicBezTo>
                <a:cubicBezTo>
                  <a:pt x="680968" y="95892"/>
                  <a:pt x="683455" y="97631"/>
                  <a:pt x="686530" y="98851"/>
                </a:cubicBezTo>
                <a:cubicBezTo>
                  <a:pt x="689604" y="100069"/>
                  <a:pt x="693448" y="100679"/>
                  <a:pt x="698061" y="100679"/>
                </a:cubicBezTo>
                <a:cubicBezTo>
                  <a:pt x="703215" y="100679"/>
                  <a:pt x="707691" y="99663"/>
                  <a:pt x="711488" y="97632"/>
                </a:cubicBezTo>
                <a:cubicBezTo>
                  <a:pt x="715287" y="95599"/>
                  <a:pt x="718408" y="92415"/>
                  <a:pt x="720850" y="88079"/>
                </a:cubicBezTo>
                <a:lnTo>
                  <a:pt x="721122" y="88079"/>
                </a:lnTo>
                <a:lnTo>
                  <a:pt x="721122" y="99188"/>
                </a:lnTo>
                <a:lnTo>
                  <a:pt x="731974" y="99188"/>
                </a:lnTo>
                <a:close/>
                <a:moveTo>
                  <a:pt x="796949" y="51532"/>
                </a:moveTo>
                <a:lnTo>
                  <a:pt x="808888" y="51532"/>
                </a:lnTo>
                <a:cubicBezTo>
                  <a:pt x="808436" y="47378"/>
                  <a:pt x="807350" y="43789"/>
                  <a:pt x="805632" y="40764"/>
                </a:cubicBezTo>
                <a:cubicBezTo>
                  <a:pt x="803914" y="37738"/>
                  <a:pt x="801721" y="35232"/>
                  <a:pt x="799052" y="33246"/>
                </a:cubicBezTo>
                <a:cubicBezTo>
                  <a:pt x="796385" y="31259"/>
                  <a:pt x="793311" y="29792"/>
                  <a:pt x="789829" y="28844"/>
                </a:cubicBezTo>
                <a:cubicBezTo>
                  <a:pt x="786347" y="27896"/>
                  <a:pt x="782617" y="27422"/>
                  <a:pt x="778637" y="27422"/>
                </a:cubicBezTo>
                <a:cubicBezTo>
                  <a:pt x="773120" y="27422"/>
                  <a:pt x="768282" y="28394"/>
                  <a:pt x="764121" y="30338"/>
                </a:cubicBezTo>
                <a:cubicBezTo>
                  <a:pt x="759962" y="32282"/>
                  <a:pt x="756503" y="34951"/>
                  <a:pt x="753745" y="38342"/>
                </a:cubicBezTo>
                <a:cubicBezTo>
                  <a:pt x="750986" y="41734"/>
                  <a:pt x="748929" y="45714"/>
                  <a:pt x="747573" y="50281"/>
                </a:cubicBezTo>
                <a:cubicBezTo>
                  <a:pt x="746216" y="54848"/>
                  <a:pt x="745538" y="59754"/>
                  <a:pt x="745538" y="65000"/>
                </a:cubicBezTo>
                <a:cubicBezTo>
                  <a:pt x="745538" y="70245"/>
                  <a:pt x="746239" y="75061"/>
                  <a:pt x="747641" y="79448"/>
                </a:cubicBezTo>
                <a:cubicBezTo>
                  <a:pt x="749043" y="83835"/>
                  <a:pt x="751123" y="87611"/>
                  <a:pt x="753881" y="90776"/>
                </a:cubicBezTo>
                <a:cubicBezTo>
                  <a:pt x="756640" y="93941"/>
                  <a:pt x="760076" y="96382"/>
                  <a:pt x="764189" y="98102"/>
                </a:cubicBezTo>
                <a:cubicBezTo>
                  <a:pt x="768304" y="99820"/>
                  <a:pt x="773030" y="100679"/>
                  <a:pt x="778366" y="100679"/>
                </a:cubicBezTo>
                <a:cubicBezTo>
                  <a:pt x="787319" y="100679"/>
                  <a:pt x="794395" y="98325"/>
                  <a:pt x="799595" y="93618"/>
                </a:cubicBezTo>
                <a:cubicBezTo>
                  <a:pt x="804796" y="88911"/>
                  <a:pt x="808029" y="82213"/>
                  <a:pt x="809294" y="73522"/>
                </a:cubicBezTo>
                <a:lnTo>
                  <a:pt x="797494" y="73522"/>
                </a:lnTo>
                <a:cubicBezTo>
                  <a:pt x="796769" y="78946"/>
                  <a:pt x="794802" y="83151"/>
                  <a:pt x="791590" y="86136"/>
                </a:cubicBezTo>
                <a:cubicBezTo>
                  <a:pt x="788381" y="89119"/>
                  <a:pt x="783927" y="90611"/>
                  <a:pt x="778229" y="90611"/>
                </a:cubicBezTo>
                <a:cubicBezTo>
                  <a:pt x="774613" y="90611"/>
                  <a:pt x="771493" y="89888"/>
                  <a:pt x="768869" y="88444"/>
                </a:cubicBezTo>
                <a:cubicBezTo>
                  <a:pt x="766248" y="86997"/>
                  <a:pt x="764123" y="85077"/>
                  <a:pt x="762494" y="82683"/>
                </a:cubicBezTo>
                <a:cubicBezTo>
                  <a:pt x="760867" y="80289"/>
                  <a:pt x="759670" y="77556"/>
                  <a:pt x="758901" y="74484"/>
                </a:cubicBezTo>
                <a:cubicBezTo>
                  <a:pt x="758132" y="71413"/>
                  <a:pt x="757748" y="68251"/>
                  <a:pt x="757748" y="64998"/>
                </a:cubicBezTo>
                <a:cubicBezTo>
                  <a:pt x="757748" y="61474"/>
                  <a:pt x="758110" y="58063"/>
                  <a:pt x="758833" y="54767"/>
                </a:cubicBezTo>
                <a:cubicBezTo>
                  <a:pt x="759556" y="51469"/>
                  <a:pt x="760753" y="48555"/>
                  <a:pt x="762426" y="46026"/>
                </a:cubicBezTo>
                <a:cubicBezTo>
                  <a:pt x="764100" y="43495"/>
                  <a:pt x="766338" y="41462"/>
                  <a:pt x="769141" y="39926"/>
                </a:cubicBezTo>
                <a:cubicBezTo>
                  <a:pt x="771945" y="38390"/>
                  <a:pt x="775427" y="37622"/>
                  <a:pt x="779587" y="37622"/>
                </a:cubicBezTo>
                <a:cubicBezTo>
                  <a:pt x="784471" y="37622"/>
                  <a:pt x="788359" y="38838"/>
                  <a:pt x="791253" y="41269"/>
                </a:cubicBezTo>
                <a:cubicBezTo>
                  <a:pt x="794147" y="43699"/>
                  <a:pt x="796045" y="47120"/>
                  <a:pt x="796949" y="51532"/>
                </a:cubicBezTo>
                <a:close/>
                <a:moveTo>
                  <a:pt x="838190" y="29011"/>
                </a:moveTo>
                <a:lnTo>
                  <a:pt x="838190" y="8081"/>
                </a:lnTo>
                <a:lnTo>
                  <a:pt x="826658" y="8081"/>
                </a:lnTo>
                <a:lnTo>
                  <a:pt x="826658" y="29011"/>
                </a:lnTo>
                <a:lnTo>
                  <a:pt x="814721" y="29011"/>
                </a:lnTo>
                <a:lnTo>
                  <a:pt x="814721" y="39212"/>
                </a:lnTo>
                <a:lnTo>
                  <a:pt x="826658" y="39212"/>
                </a:lnTo>
                <a:lnTo>
                  <a:pt x="826658" y="83880"/>
                </a:lnTo>
                <a:cubicBezTo>
                  <a:pt x="826658" y="87138"/>
                  <a:pt x="826975" y="89762"/>
                  <a:pt x="827608" y="91753"/>
                </a:cubicBezTo>
                <a:cubicBezTo>
                  <a:pt x="828242" y="93745"/>
                  <a:pt x="829214" y="95284"/>
                  <a:pt x="830525" y="96371"/>
                </a:cubicBezTo>
                <a:cubicBezTo>
                  <a:pt x="831836" y="97457"/>
                  <a:pt x="833554" y="98204"/>
                  <a:pt x="835679" y="98611"/>
                </a:cubicBezTo>
                <a:cubicBezTo>
                  <a:pt x="837804" y="99018"/>
                  <a:pt x="840359" y="99221"/>
                  <a:pt x="843344" y="99221"/>
                </a:cubicBezTo>
                <a:lnTo>
                  <a:pt x="852161" y="99221"/>
                </a:lnTo>
                <a:lnTo>
                  <a:pt x="852161" y="89021"/>
                </a:lnTo>
                <a:lnTo>
                  <a:pt x="846871" y="89021"/>
                </a:lnTo>
                <a:cubicBezTo>
                  <a:pt x="845062" y="89021"/>
                  <a:pt x="843592" y="88954"/>
                  <a:pt x="842462" y="88818"/>
                </a:cubicBezTo>
                <a:cubicBezTo>
                  <a:pt x="841332" y="88682"/>
                  <a:pt x="840450" y="88388"/>
                  <a:pt x="839816" y="87937"/>
                </a:cubicBezTo>
                <a:cubicBezTo>
                  <a:pt x="839184" y="87484"/>
                  <a:pt x="838755" y="86851"/>
                  <a:pt x="838529" y="86036"/>
                </a:cubicBezTo>
                <a:cubicBezTo>
                  <a:pt x="838303" y="85221"/>
                  <a:pt x="838190" y="84135"/>
                  <a:pt x="838190" y="82778"/>
                </a:cubicBezTo>
                <a:lnTo>
                  <a:pt x="838190" y="39212"/>
                </a:lnTo>
                <a:lnTo>
                  <a:pt x="852161" y="39212"/>
                </a:lnTo>
                <a:lnTo>
                  <a:pt x="852161" y="29011"/>
                </a:lnTo>
                <a:lnTo>
                  <a:pt x="838190" y="29011"/>
                </a:lnTo>
                <a:close/>
                <a:moveTo>
                  <a:pt x="877121" y="16559"/>
                </a:moveTo>
                <a:lnTo>
                  <a:pt x="877121" y="2384"/>
                </a:lnTo>
                <a:lnTo>
                  <a:pt x="865590" y="2384"/>
                </a:lnTo>
                <a:lnTo>
                  <a:pt x="865590" y="16559"/>
                </a:lnTo>
                <a:lnTo>
                  <a:pt x="877121" y="16559"/>
                </a:lnTo>
                <a:moveTo>
                  <a:pt x="865590" y="29090"/>
                </a:moveTo>
                <a:lnTo>
                  <a:pt x="865590" y="99221"/>
                </a:lnTo>
                <a:lnTo>
                  <a:pt x="877121" y="99221"/>
                </a:lnTo>
                <a:lnTo>
                  <a:pt x="877121" y="29090"/>
                </a:lnTo>
                <a:lnTo>
                  <a:pt x="865590" y="29090"/>
                </a:lnTo>
                <a:close/>
                <a:moveTo>
                  <a:pt x="903438" y="64185"/>
                </a:moveTo>
                <a:cubicBezTo>
                  <a:pt x="903438" y="59937"/>
                  <a:pt x="904003" y="56165"/>
                  <a:pt x="905133" y="52869"/>
                </a:cubicBezTo>
                <a:cubicBezTo>
                  <a:pt x="906263" y="49571"/>
                  <a:pt x="907823" y="46792"/>
                  <a:pt x="909813" y="44533"/>
                </a:cubicBezTo>
                <a:cubicBezTo>
                  <a:pt x="911803" y="42274"/>
                  <a:pt x="914131" y="40558"/>
                  <a:pt x="916799" y="39383"/>
                </a:cubicBezTo>
                <a:cubicBezTo>
                  <a:pt x="919466" y="38209"/>
                  <a:pt x="922292" y="37622"/>
                  <a:pt x="925277" y="37622"/>
                </a:cubicBezTo>
                <a:cubicBezTo>
                  <a:pt x="928262" y="37622"/>
                  <a:pt x="931088" y="38209"/>
                  <a:pt x="933755" y="39383"/>
                </a:cubicBezTo>
                <a:cubicBezTo>
                  <a:pt x="936422" y="40558"/>
                  <a:pt x="938751" y="42274"/>
                  <a:pt x="940741" y="44533"/>
                </a:cubicBezTo>
                <a:cubicBezTo>
                  <a:pt x="942731" y="46792"/>
                  <a:pt x="944291" y="49571"/>
                  <a:pt x="945421" y="52869"/>
                </a:cubicBezTo>
                <a:cubicBezTo>
                  <a:pt x="946551" y="56165"/>
                  <a:pt x="947116" y="59937"/>
                  <a:pt x="947116" y="64185"/>
                </a:cubicBezTo>
                <a:cubicBezTo>
                  <a:pt x="947116" y="68431"/>
                  <a:pt x="946551" y="72203"/>
                  <a:pt x="945421" y="75501"/>
                </a:cubicBezTo>
                <a:cubicBezTo>
                  <a:pt x="944291" y="78799"/>
                  <a:pt x="942731" y="81554"/>
                  <a:pt x="940741" y="83768"/>
                </a:cubicBezTo>
                <a:cubicBezTo>
                  <a:pt x="938751" y="85981"/>
                  <a:pt x="936422" y="87675"/>
                  <a:pt x="933755" y="88849"/>
                </a:cubicBezTo>
                <a:cubicBezTo>
                  <a:pt x="931088" y="90024"/>
                  <a:pt x="928262" y="90611"/>
                  <a:pt x="925277" y="90611"/>
                </a:cubicBezTo>
                <a:cubicBezTo>
                  <a:pt x="922292" y="90611"/>
                  <a:pt x="919466" y="90024"/>
                  <a:pt x="916799" y="88849"/>
                </a:cubicBezTo>
                <a:cubicBezTo>
                  <a:pt x="914131" y="87675"/>
                  <a:pt x="911803" y="85981"/>
                  <a:pt x="909813" y="83768"/>
                </a:cubicBezTo>
                <a:cubicBezTo>
                  <a:pt x="907823" y="81554"/>
                  <a:pt x="906263" y="78799"/>
                  <a:pt x="905133" y="75501"/>
                </a:cubicBezTo>
                <a:cubicBezTo>
                  <a:pt x="904003" y="72203"/>
                  <a:pt x="903438" y="68431"/>
                  <a:pt x="903438" y="64185"/>
                </a:cubicBezTo>
                <a:moveTo>
                  <a:pt x="891227" y="64187"/>
                </a:moveTo>
                <a:cubicBezTo>
                  <a:pt x="891227" y="69341"/>
                  <a:pt x="891951" y="74134"/>
                  <a:pt x="893397" y="78566"/>
                </a:cubicBezTo>
                <a:cubicBezTo>
                  <a:pt x="894844" y="82997"/>
                  <a:pt x="897015" y="86864"/>
                  <a:pt x="899909" y="90166"/>
                </a:cubicBezTo>
                <a:cubicBezTo>
                  <a:pt x="902802" y="93467"/>
                  <a:pt x="906374" y="96044"/>
                  <a:pt x="910624" y="97899"/>
                </a:cubicBezTo>
                <a:cubicBezTo>
                  <a:pt x="914876" y="99752"/>
                  <a:pt x="919760" y="100679"/>
                  <a:pt x="925277" y="100679"/>
                </a:cubicBezTo>
                <a:cubicBezTo>
                  <a:pt x="930883" y="100679"/>
                  <a:pt x="935789" y="99752"/>
                  <a:pt x="939994" y="97899"/>
                </a:cubicBezTo>
                <a:cubicBezTo>
                  <a:pt x="944200" y="96044"/>
                  <a:pt x="947749" y="93467"/>
                  <a:pt x="950643" y="90166"/>
                </a:cubicBezTo>
                <a:cubicBezTo>
                  <a:pt x="953537" y="86864"/>
                  <a:pt x="955707" y="82997"/>
                  <a:pt x="957153" y="78566"/>
                </a:cubicBezTo>
                <a:cubicBezTo>
                  <a:pt x="958600" y="74134"/>
                  <a:pt x="959324" y="69341"/>
                  <a:pt x="959324" y="64187"/>
                </a:cubicBezTo>
                <a:cubicBezTo>
                  <a:pt x="959324" y="59031"/>
                  <a:pt x="958600" y="54216"/>
                  <a:pt x="957153" y="49739"/>
                </a:cubicBezTo>
                <a:cubicBezTo>
                  <a:pt x="955707" y="45261"/>
                  <a:pt x="953537" y="41372"/>
                  <a:pt x="950643" y="38071"/>
                </a:cubicBezTo>
                <a:cubicBezTo>
                  <a:pt x="947749" y="34770"/>
                  <a:pt x="944200" y="32171"/>
                  <a:pt x="939994" y="30272"/>
                </a:cubicBezTo>
                <a:cubicBezTo>
                  <a:pt x="935789" y="28372"/>
                  <a:pt x="930883" y="27422"/>
                  <a:pt x="925277" y="27422"/>
                </a:cubicBezTo>
                <a:cubicBezTo>
                  <a:pt x="919760" y="27422"/>
                  <a:pt x="914876" y="28372"/>
                  <a:pt x="910624" y="30272"/>
                </a:cubicBezTo>
                <a:cubicBezTo>
                  <a:pt x="906374" y="32171"/>
                  <a:pt x="902802" y="34770"/>
                  <a:pt x="899909" y="38071"/>
                </a:cubicBezTo>
                <a:cubicBezTo>
                  <a:pt x="897015" y="41372"/>
                  <a:pt x="894844" y="45261"/>
                  <a:pt x="893397" y="49739"/>
                </a:cubicBezTo>
                <a:cubicBezTo>
                  <a:pt x="891951" y="54216"/>
                  <a:pt x="891227" y="59031"/>
                  <a:pt x="891227" y="64187"/>
                </a:cubicBezTo>
                <a:close/>
                <a:moveTo>
                  <a:pt x="972889" y="29051"/>
                </a:moveTo>
                <a:lnTo>
                  <a:pt x="972889" y="99221"/>
                </a:lnTo>
                <a:lnTo>
                  <a:pt x="984420" y="99221"/>
                </a:lnTo>
                <a:lnTo>
                  <a:pt x="984420" y="59602"/>
                </a:lnTo>
                <a:cubicBezTo>
                  <a:pt x="984420" y="56436"/>
                  <a:pt x="984850" y="53519"/>
                  <a:pt x="985708" y="50851"/>
                </a:cubicBezTo>
                <a:cubicBezTo>
                  <a:pt x="986568" y="48182"/>
                  <a:pt x="987856" y="45853"/>
                  <a:pt x="989574" y="43863"/>
                </a:cubicBezTo>
                <a:cubicBezTo>
                  <a:pt x="991292" y="41873"/>
                  <a:pt x="993440" y="40336"/>
                  <a:pt x="996018" y="39251"/>
                </a:cubicBezTo>
                <a:cubicBezTo>
                  <a:pt x="998596" y="38165"/>
                  <a:pt x="1001648" y="37622"/>
                  <a:pt x="1005175" y="37622"/>
                </a:cubicBezTo>
                <a:cubicBezTo>
                  <a:pt x="1009606" y="37622"/>
                  <a:pt x="1013087" y="38889"/>
                  <a:pt x="1015620" y="41422"/>
                </a:cubicBezTo>
                <a:cubicBezTo>
                  <a:pt x="1018152" y="43954"/>
                  <a:pt x="1019418" y="47391"/>
                  <a:pt x="1019418" y="51732"/>
                </a:cubicBezTo>
                <a:lnTo>
                  <a:pt x="1019418" y="99221"/>
                </a:lnTo>
                <a:lnTo>
                  <a:pt x="1030949" y="99221"/>
                </a:lnTo>
                <a:lnTo>
                  <a:pt x="1030949" y="53074"/>
                </a:lnTo>
                <a:cubicBezTo>
                  <a:pt x="1030949" y="49273"/>
                  <a:pt x="1030565" y="45813"/>
                  <a:pt x="1029796" y="42691"/>
                </a:cubicBezTo>
                <a:cubicBezTo>
                  <a:pt x="1029028" y="39570"/>
                  <a:pt x="1027693" y="36878"/>
                  <a:pt x="1025793" y="34617"/>
                </a:cubicBezTo>
                <a:cubicBezTo>
                  <a:pt x="1023894" y="32354"/>
                  <a:pt x="1021408" y="30589"/>
                  <a:pt x="1018333" y="29322"/>
                </a:cubicBezTo>
                <a:cubicBezTo>
                  <a:pt x="1015259" y="28055"/>
                  <a:pt x="1011415" y="27422"/>
                  <a:pt x="1006802" y="27422"/>
                </a:cubicBezTo>
                <a:cubicBezTo>
                  <a:pt x="996402" y="27422"/>
                  <a:pt x="988805" y="31675"/>
                  <a:pt x="984013" y="40180"/>
                </a:cubicBezTo>
                <a:lnTo>
                  <a:pt x="983741" y="40180"/>
                </a:lnTo>
                <a:lnTo>
                  <a:pt x="983741" y="29051"/>
                </a:lnTo>
                <a:lnTo>
                  <a:pt x="972889" y="290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85c184506847d1"/>
          <a:stretch xmlns:a="http://schemas.openxmlformats.org/drawingml/2006/main"/>
        </p:blipFill>
        <p:spPr>
          <a:xfrm xmlns:a="http://schemas.openxmlformats.org/drawingml/2006/main">
            <a:off x="173730" y="1223857"/>
            <a:ext cx="1021374" cy="361737"/>
          </a:xfrm>
          <a:prstGeom xmlns:a="http://schemas.openxmlformats.org/drawingml/2006/main" prst="rect">
            <a:avLst/>
          </a:prstGeom>
        </p:spPr>
      </p:pic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3DEE1D-B340-4FA2-B933-60A7A55E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216" y="1227368"/>
            <a:ext cx="970337" cy="304357"/>
          </a:xfrm>
          <a:custGeom xmlns:a="http://schemas.openxmlformats.org/drawingml/2006/main">
            <a:pathLst>
              <a:path w="970337" h="304357">
                <a:moveTo>
                  <a:pt x="0" y="304357"/>
                </a:moveTo>
                <a:lnTo>
                  <a:pt x="970337" y="304357"/>
                </a:lnTo>
                <a:lnTo>
                  <a:pt x="970337" y="0"/>
                </a:lnTo>
                <a:lnTo>
                  <a:pt x="0" y="0"/>
                </a:lnTo>
                <a:lnTo>
                  <a:pt x="0" y="30435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467CBD22-339C-4D9A-A2B5-FCF455BB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216" y="1227368"/>
            <a:ext cx="970337" cy="304357"/>
          </a:xfrm>
          <a:custGeom xmlns:a="http://schemas.openxmlformats.org/drawingml/2006/main">
            <a:pathLst>
              <a:path w="970337" h="304357">
                <a:moveTo>
                  <a:pt x="0" y="304357"/>
                </a:moveTo>
                <a:lnTo>
                  <a:pt x="0" y="0"/>
                </a:lnTo>
                <a:lnTo>
                  <a:pt x="970337" y="0"/>
                </a:lnTo>
                <a:lnTo>
                  <a:pt x="970337" y="304357"/>
                </a:lnTo>
                <a:lnTo>
                  <a:pt x="0" y="304357"/>
                </a:lnTo>
                <a:close/>
                <a:moveTo>
                  <a:pt x="956771" y="13565"/>
                </a:moveTo>
                <a:lnTo>
                  <a:pt x="13565" y="13565"/>
                </a:lnTo>
                <a:lnTo>
                  <a:pt x="13565" y="290791"/>
                </a:lnTo>
                <a:lnTo>
                  <a:pt x="956771" y="290791"/>
                </a:lnTo>
                <a:lnTo>
                  <a:pt x="956771" y="135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Text X">
            <a:extLst xmlns:a="http://schemas.openxmlformats.org/drawingml/2006/main">
              <a:ext uri="{FF2B5EF4-FFF2-40B4-BE49-F238E27FC236}">
                <a16:creationId xmlns:a16="http://schemas.microsoft.com/office/drawing/2014/main" id="{B5C4D3A9-AE31-447D-9F70-BDD8D4ED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88" y="1286396"/>
            <a:ext cx="114456" cy="107779"/>
          </a:xfrm>
          <a:custGeom xmlns:a="http://schemas.openxmlformats.org/drawingml/2006/main">
            <a:pathLst>
              <a:path w="114456" h="107779">
                <a:moveTo>
                  <a:pt x="65221" y="48087"/>
                </a:moveTo>
                <a:lnTo>
                  <a:pt x="88385" y="82583"/>
                </a:lnTo>
                <a:cubicBezTo>
                  <a:pt x="94797" y="92086"/>
                  <a:pt x="99553" y="98092"/>
                  <a:pt x="102652" y="100601"/>
                </a:cubicBezTo>
                <a:cubicBezTo>
                  <a:pt x="105752" y="103110"/>
                  <a:pt x="109687" y="104496"/>
                  <a:pt x="114456" y="104759"/>
                </a:cubicBezTo>
                <a:lnTo>
                  <a:pt x="114456" y="107779"/>
                </a:lnTo>
                <a:lnTo>
                  <a:pt x="68197" y="107779"/>
                </a:lnTo>
                <a:lnTo>
                  <a:pt x="68197" y="104759"/>
                </a:lnTo>
                <a:cubicBezTo>
                  <a:pt x="71270" y="104706"/>
                  <a:pt x="73548" y="104390"/>
                  <a:pt x="75032" y="103810"/>
                </a:cubicBezTo>
                <a:cubicBezTo>
                  <a:pt x="76145" y="103336"/>
                  <a:pt x="77059" y="102613"/>
                  <a:pt x="77774" y="101639"/>
                </a:cubicBezTo>
                <a:cubicBezTo>
                  <a:pt x="78490" y="100664"/>
                  <a:pt x="78847" y="99676"/>
                  <a:pt x="78847" y="98676"/>
                </a:cubicBezTo>
                <a:cubicBezTo>
                  <a:pt x="78847" y="97464"/>
                  <a:pt x="78609" y="96252"/>
                  <a:pt x="78132" y="95039"/>
                </a:cubicBezTo>
                <a:cubicBezTo>
                  <a:pt x="77761" y="94145"/>
                  <a:pt x="76304" y="91828"/>
                  <a:pt x="73760" y="88087"/>
                </a:cubicBezTo>
                <a:lnTo>
                  <a:pt x="55412" y="60608"/>
                </a:lnTo>
                <a:lnTo>
                  <a:pt x="32906" y="89339"/>
                </a:lnTo>
                <a:cubicBezTo>
                  <a:pt x="30522" y="92396"/>
                  <a:pt x="29091" y="94438"/>
                  <a:pt x="28614" y="95467"/>
                </a:cubicBezTo>
                <a:cubicBezTo>
                  <a:pt x="28137" y="96495"/>
                  <a:pt x="27899" y="97563"/>
                  <a:pt x="27899" y="98671"/>
                </a:cubicBezTo>
                <a:cubicBezTo>
                  <a:pt x="27899" y="100357"/>
                  <a:pt x="28614" y="101753"/>
                  <a:pt x="30045" y="102861"/>
                </a:cubicBezTo>
                <a:cubicBezTo>
                  <a:pt x="31475" y="103967"/>
                  <a:pt x="34204" y="104600"/>
                  <a:pt x="38231" y="104759"/>
                </a:cubicBezTo>
                <a:lnTo>
                  <a:pt x="38231" y="107779"/>
                </a:lnTo>
                <a:lnTo>
                  <a:pt x="0" y="107779"/>
                </a:lnTo>
                <a:lnTo>
                  <a:pt x="0" y="104759"/>
                </a:lnTo>
                <a:cubicBezTo>
                  <a:pt x="2702" y="104496"/>
                  <a:pt x="5034" y="103942"/>
                  <a:pt x="6995" y="103097"/>
                </a:cubicBezTo>
                <a:cubicBezTo>
                  <a:pt x="10280" y="101726"/>
                  <a:pt x="13406" y="99880"/>
                  <a:pt x="16374" y="97558"/>
                </a:cubicBezTo>
                <a:cubicBezTo>
                  <a:pt x="19341" y="95237"/>
                  <a:pt x="22732" y="91676"/>
                  <a:pt x="26547" y="86875"/>
                </a:cubicBezTo>
                <a:lnTo>
                  <a:pt x="51602" y="54901"/>
                </a:lnTo>
                <a:lnTo>
                  <a:pt x="30760" y="23788"/>
                </a:lnTo>
                <a:cubicBezTo>
                  <a:pt x="24984" y="15354"/>
                  <a:pt x="20083" y="9824"/>
                  <a:pt x="16056" y="7198"/>
                </a:cubicBezTo>
                <a:cubicBezTo>
                  <a:pt x="12028" y="4572"/>
                  <a:pt x="7392" y="3179"/>
                  <a:pt x="2146" y="3020"/>
                </a:cubicBezTo>
                <a:lnTo>
                  <a:pt x="2146" y="0"/>
                </a:lnTo>
                <a:lnTo>
                  <a:pt x="51982" y="0"/>
                </a:lnTo>
                <a:lnTo>
                  <a:pt x="51982" y="3020"/>
                </a:lnTo>
                <a:cubicBezTo>
                  <a:pt x="47743" y="3178"/>
                  <a:pt x="44842" y="3861"/>
                  <a:pt x="43279" y="5070"/>
                </a:cubicBezTo>
                <a:cubicBezTo>
                  <a:pt x="41715" y="6278"/>
                  <a:pt x="40934" y="7619"/>
                  <a:pt x="40934" y="9091"/>
                </a:cubicBezTo>
                <a:cubicBezTo>
                  <a:pt x="40934" y="11035"/>
                  <a:pt x="42206" y="13872"/>
                  <a:pt x="44749" y="17603"/>
                </a:cubicBezTo>
                <a:lnTo>
                  <a:pt x="61401" y="42399"/>
                </a:lnTo>
                <a:lnTo>
                  <a:pt x="80437" y="18105"/>
                </a:lnTo>
                <a:cubicBezTo>
                  <a:pt x="82662" y="15262"/>
                  <a:pt x="84027" y="13313"/>
                  <a:pt x="84530" y="12260"/>
                </a:cubicBezTo>
                <a:cubicBezTo>
                  <a:pt x="85034" y="11207"/>
                  <a:pt x="85285" y="10127"/>
                  <a:pt x="85285" y="9021"/>
                </a:cubicBezTo>
                <a:cubicBezTo>
                  <a:pt x="85285" y="7917"/>
                  <a:pt x="84967" y="6943"/>
                  <a:pt x="84332" y="6100"/>
                </a:cubicBezTo>
                <a:cubicBezTo>
                  <a:pt x="83537" y="4994"/>
                  <a:pt x="82530" y="4218"/>
                  <a:pt x="81311" y="3770"/>
                </a:cubicBezTo>
                <a:cubicBezTo>
                  <a:pt x="80093" y="3323"/>
                  <a:pt x="77576" y="3073"/>
                  <a:pt x="73760" y="3020"/>
                </a:cubicBezTo>
                <a:lnTo>
                  <a:pt x="73760" y="0"/>
                </a:lnTo>
                <a:lnTo>
                  <a:pt x="111992" y="0"/>
                </a:lnTo>
                <a:lnTo>
                  <a:pt x="111992" y="3020"/>
                </a:lnTo>
                <a:cubicBezTo>
                  <a:pt x="108971" y="3179"/>
                  <a:pt x="106507" y="3655"/>
                  <a:pt x="104600" y="4449"/>
                </a:cubicBezTo>
                <a:cubicBezTo>
                  <a:pt x="101738" y="5666"/>
                  <a:pt x="99115" y="7306"/>
                  <a:pt x="96731" y="9369"/>
                </a:cubicBezTo>
                <a:cubicBezTo>
                  <a:pt x="94347" y="11431"/>
                  <a:pt x="90982" y="15238"/>
                  <a:pt x="86637" y="20792"/>
                </a:cubicBezTo>
                <a:lnTo>
                  <a:pt x="65221" y="480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Text i">
            <a:extLst xmlns:a="http://schemas.openxmlformats.org/drawingml/2006/main">
              <a:ext uri="{FF2B5EF4-FFF2-40B4-BE49-F238E27FC236}">
                <a16:creationId xmlns:a16="http://schemas.microsoft.com/office/drawing/2014/main" id="{646B5CDF-AAA5-4FFF-8DC7-DA31D210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220" y="1353498"/>
            <a:ext cx="36483" cy="113025"/>
          </a:xfrm>
          <a:custGeom xmlns:a="http://schemas.openxmlformats.org/drawingml/2006/main">
            <a:pathLst>
              <a:path w="36483" h="113025">
                <a:moveTo>
                  <a:pt x="18838" y="0"/>
                </a:moveTo>
                <a:cubicBezTo>
                  <a:pt x="21063" y="0"/>
                  <a:pt x="22957" y="786"/>
                  <a:pt x="24521" y="2357"/>
                </a:cubicBezTo>
                <a:cubicBezTo>
                  <a:pt x="26084" y="3927"/>
                  <a:pt x="26865" y="5830"/>
                  <a:pt x="26865" y="8068"/>
                </a:cubicBezTo>
                <a:cubicBezTo>
                  <a:pt x="26865" y="10305"/>
                  <a:pt x="26084" y="12222"/>
                  <a:pt x="24521" y="13820"/>
                </a:cubicBezTo>
                <a:cubicBezTo>
                  <a:pt x="22957" y="15416"/>
                  <a:pt x="21063" y="16215"/>
                  <a:pt x="18838" y="16215"/>
                </a:cubicBezTo>
                <a:cubicBezTo>
                  <a:pt x="16612" y="16215"/>
                  <a:pt x="14704" y="15416"/>
                  <a:pt x="13115" y="13820"/>
                </a:cubicBezTo>
                <a:cubicBezTo>
                  <a:pt x="11525" y="12222"/>
                  <a:pt x="10730" y="10305"/>
                  <a:pt x="10730" y="8068"/>
                </a:cubicBezTo>
                <a:cubicBezTo>
                  <a:pt x="10730" y="5830"/>
                  <a:pt x="11512" y="3927"/>
                  <a:pt x="13075" y="2357"/>
                </a:cubicBezTo>
                <a:cubicBezTo>
                  <a:pt x="14638" y="786"/>
                  <a:pt x="16559" y="0"/>
                  <a:pt x="18838" y="0"/>
                </a:cubicBezTo>
                <a:moveTo>
                  <a:pt x="25435" y="38152"/>
                </a:moveTo>
                <a:lnTo>
                  <a:pt x="25435" y="96493"/>
                </a:lnTo>
                <a:cubicBezTo>
                  <a:pt x="25435" y="101076"/>
                  <a:pt x="25766" y="104128"/>
                  <a:pt x="26428" y="105648"/>
                </a:cubicBezTo>
                <a:cubicBezTo>
                  <a:pt x="27091" y="107166"/>
                  <a:pt x="28071" y="108299"/>
                  <a:pt x="29369" y="109046"/>
                </a:cubicBezTo>
                <a:cubicBezTo>
                  <a:pt x="30667" y="109791"/>
                  <a:pt x="33038" y="110164"/>
                  <a:pt x="36483" y="110164"/>
                </a:cubicBezTo>
                <a:lnTo>
                  <a:pt x="36483" y="113025"/>
                </a:lnTo>
                <a:lnTo>
                  <a:pt x="1113" y="113025"/>
                </a:lnTo>
                <a:lnTo>
                  <a:pt x="1113" y="110164"/>
                </a:lnTo>
                <a:cubicBezTo>
                  <a:pt x="4663" y="110164"/>
                  <a:pt x="7048" y="109818"/>
                  <a:pt x="8266" y="109125"/>
                </a:cubicBezTo>
                <a:cubicBezTo>
                  <a:pt x="9485" y="108432"/>
                  <a:pt x="10452" y="107286"/>
                  <a:pt x="11167" y="105688"/>
                </a:cubicBezTo>
                <a:cubicBezTo>
                  <a:pt x="11883" y="104088"/>
                  <a:pt x="12240" y="101023"/>
                  <a:pt x="12240" y="96493"/>
                </a:cubicBezTo>
                <a:lnTo>
                  <a:pt x="12240" y="68673"/>
                </a:lnTo>
                <a:cubicBezTo>
                  <a:pt x="12240" y="60745"/>
                  <a:pt x="12002" y="55610"/>
                  <a:pt x="11525" y="53269"/>
                </a:cubicBezTo>
                <a:cubicBezTo>
                  <a:pt x="11154" y="51565"/>
                  <a:pt x="10571" y="50382"/>
                  <a:pt x="9776" y="49719"/>
                </a:cubicBezTo>
                <a:cubicBezTo>
                  <a:pt x="8982" y="49055"/>
                  <a:pt x="7895" y="48723"/>
                  <a:pt x="6518" y="48723"/>
                </a:cubicBezTo>
                <a:cubicBezTo>
                  <a:pt x="5034" y="48723"/>
                  <a:pt x="3232" y="49121"/>
                  <a:pt x="1113" y="49915"/>
                </a:cubicBezTo>
                <a:lnTo>
                  <a:pt x="0" y="47054"/>
                </a:lnTo>
                <a:lnTo>
                  <a:pt x="21937" y="38152"/>
                </a:lnTo>
                <a:lnTo>
                  <a:pt x="25435" y="381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Text =T">
            <a:extLst xmlns:a="http://schemas.openxmlformats.org/drawingml/2006/main">
              <a:ext uri="{FF2B5EF4-FFF2-40B4-BE49-F238E27FC236}">
                <a16:creationId xmlns:a16="http://schemas.microsoft.com/office/drawing/2014/main" id="{A4A9275A-95AC-4A1C-A4AB-4D3205B4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313" y="1286396"/>
            <a:ext cx="224943" cy="107779"/>
          </a:xfrm>
          <a:custGeom xmlns:a="http://schemas.openxmlformats.org/drawingml/2006/main">
            <a:pathLst>
              <a:path w="224943" h="107779">
                <a:moveTo>
                  <a:pt x="0" y="37516"/>
                </a:moveTo>
                <a:lnTo>
                  <a:pt x="85762" y="37516"/>
                </a:lnTo>
                <a:lnTo>
                  <a:pt x="85762" y="44034"/>
                </a:lnTo>
                <a:lnTo>
                  <a:pt x="0" y="44034"/>
                </a:lnTo>
                <a:lnTo>
                  <a:pt x="0" y="37516"/>
                </a:lnTo>
                <a:moveTo>
                  <a:pt x="0" y="63428"/>
                </a:moveTo>
                <a:lnTo>
                  <a:pt x="85762" y="63428"/>
                </a:lnTo>
                <a:lnTo>
                  <a:pt x="85762" y="69945"/>
                </a:lnTo>
                <a:lnTo>
                  <a:pt x="0" y="69945"/>
                </a:lnTo>
                <a:lnTo>
                  <a:pt x="0" y="63428"/>
                </a:lnTo>
                <a:close/>
                <a:moveTo>
                  <a:pt x="223751" y="0"/>
                </a:moveTo>
                <a:lnTo>
                  <a:pt x="224943" y="25355"/>
                </a:lnTo>
                <a:lnTo>
                  <a:pt x="221923" y="25355"/>
                </a:lnTo>
                <a:cubicBezTo>
                  <a:pt x="221340" y="20904"/>
                  <a:pt x="220545" y="17725"/>
                  <a:pt x="219538" y="15817"/>
                </a:cubicBezTo>
                <a:cubicBezTo>
                  <a:pt x="217896" y="12744"/>
                  <a:pt x="215710" y="10479"/>
                  <a:pt x="212981" y="9021"/>
                </a:cubicBezTo>
                <a:cubicBezTo>
                  <a:pt x="210252" y="7564"/>
                  <a:pt x="206662" y="6836"/>
                  <a:pt x="202211" y="6836"/>
                </a:cubicBezTo>
                <a:lnTo>
                  <a:pt x="187030" y="6836"/>
                </a:lnTo>
                <a:lnTo>
                  <a:pt x="187030" y="89021"/>
                </a:lnTo>
                <a:cubicBezTo>
                  <a:pt x="187030" y="95645"/>
                  <a:pt x="187745" y="99778"/>
                  <a:pt x="189176" y="101421"/>
                </a:cubicBezTo>
                <a:cubicBezTo>
                  <a:pt x="191189" y="103646"/>
                  <a:pt x="194289" y="104759"/>
                  <a:pt x="198475" y="104759"/>
                </a:cubicBezTo>
                <a:lnTo>
                  <a:pt x="202211" y="104759"/>
                </a:lnTo>
                <a:lnTo>
                  <a:pt x="202211" y="107779"/>
                </a:lnTo>
                <a:lnTo>
                  <a:pt x="156508" y="107779"/>
                </a:lnTo>
                <a:lnTo>
                  <a:pt x="156508" y="104759"/>
                </a:lnTo>
                <a:lnTo>
                  <a:pt x="160323" y="104759"/>
                </a:lnTo>
                <a:cubicBezTo>
                  <a:pt x="164880" y="104759"/>
                  <a:pt x="168113" y="103381"/>
                  <a:pt x="170020" y="100626"/>
                </a:cubicBezTo>
                <a:cubicBezTo>
                  <a:pt x="171186" y="98930"/>
                  <a:pt x="171769" y="95062"/>
                  <a:pt x="171769" y="89021"/>
                </a:cubicBezTo>
                <a:lnTo>
                  <a:pt x="171769" y="6836"/>
                </a:lnTo>
                <a:lnTo>
                  <a:pt x="158813" y="6836"/>
                </a:lnTo>
                <a:cubicBezTo>
                  <a:pt x="153779" y="6836"/>
                  <a:pt x="150202" y="7206"/>
                  <a:pt x="148083" y="7948"/>
                </a:cubicBezTo>
                <a:cubicBezTo>
                  <a:pt x="145327" y="8955"/>
                  <a:pt x="142969" y="10889"/>
                  <a:pt x="141009" y="13751"/>
                </a:cubicBezTo>
                <a:cubicBezTo>
                  <a:pt x="139048" y="16612"/>
                  <a:pt x="137883" y="20480"/>
                  <a:pt x="137512" y="25355"/>
                </a:cubicBezTo>
                <a:lnTo>
                  <a:pt x="134491" y="25355"/>
                </a:lnTo>
                <a:lnTo>
                  <a:pt x="135763" y="0"/>
                </a:lnTo>
                <a:lnTo>
                  <a:pt x="22375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Text i">
            <a:extLst xmlns:a="http://schemas.openxmlformats.org/drawingml/2006/main">
              <a:ext uri="{FF2B5EF4-FFF2-40B4-BE49-F238E27FC236}">
                <a16:creationId xmlns:a16="http://schemas.microsoft.com/office/drawing/2014/main" id="{4F62D32E-8E59-4859-B60E-4B7B7E53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073" y="1353498"/>
            <a:ext cx="36483" cy="113025"/>
          </a:xfrm>
          <a:custGeom xmlns:a="http://schemas.openxmlformats.org/drawingml/2006/main">
            <a:pathLst>
              <a:path w="36483" h="113025">
                <a:moveTo>
                  <a:pt x="18838" y="0"/>
                </a:moveTo>
                <a:cubicBezTo>
                  <a:pt x="21063" y="0"/>
                  <a:pt x="22957" y="786"/>
                  <a:pt x="24521" y="2357"/>
                </a:cubicBezTo>
                <a:cubicBezTo>
                  <a:pt x="26084" y="3927"/>
                  <a:pt x="26865" y="5830"/>
                  <a:pt x="26865" y="8068"/>
                </a:cubicBezTo>
                <a:cubicBezTo>
                  <a:pt x="26865" y="10305"/>
                  <a:pt x="26084" y="12222"/>
                  <a:pt x="24521" y="13820"/>
                </a:cubicBezTo>
                <a:cubicBezTo>
                  <a:pt x="22957" y="15416"/>
                  <a:pt x="21063" y="16215"/>
                  <a:pt x="18838" y="16215"/>
                </a:cubicBezTo>
                <a:cubicBezTo>
                  <a:pt x="16612" y="16215"/>
                  <a:pt x="14704" y="15416"/>
                  <a:pt x="13115" y="13820"/>
                </a:cubicBezTo>
                <a:cubicBezTo>
                  <a:pt x="11525" y="12222"/>
                  <a:pt x="10730" y="10305"/>
                  <a:pt x="10730" y="8068"/>
                </a:cubicBezTo>
                <a:cubicBezTo>
                  <a:pt x="10730" y="5830"/>
                  <a:pt x="11512" y="3927"/>
                  <a:pt x="13075" y="2357"/>
                </a:cubicBezTo>
                <a:cubicBezTo>
                  <a:pt x="14638" y="786"/>
                  <a:pt x="16559" y="0"/>
                  <a:pt x="18838" y="0"/>
                </a:cubicBezTo>
                <a:moveTo>
                  <a:pt x="25435" y="38152"/>
                </a:moveTo>
                <a:lnTo>
                  <a:pt x="25435" y="96493"/>
                </a:lnTo>
                <a:cubicBezTo>
                  <a:pt x="25435" y="101076"/>
                  <a:pt x="25766" y="104128"/>
                  <a:pt x="26428" y="105648"/>
                </a:cubicBezTo>
                <a:cubicBezTo>
                  <a:pt x="27091" y="107166"/>
                  <a:pt x="28071" y="108299"/>
                  <a:pt x="29369" y="109046"/>
                </a:cubicBezTo>
                <a:cubicBezTo>
                  <a:pt x="30667" y="109791"/>
                  <a:pt x="33038" y="110164"/>
                  <a:pt x="36483" y="110164"/>
                </a:cubicBezTo>
                <a:lnTo>
                  <a:pt x="36483" y="113025"/>
                </a:lnTo>
                <a:lnTo>
                  <a:pt x="1113" y="113025"/>
                </a:lnTo>
                <a:lnTo>
                  <a:pt x="1113" y="110164"/>
                </a:lnTo>
                <a:cubicBezTo>
                  <a:pt x="4663" y="110164"/>
                  <a:pt x="7048" y="109818"/>
                  <a:pt x="8266" y="109125"/>
                </a:cubicBezTo>
                <a:cubicBezTo>
                  <a:pt x="9485" y="108432"/>
                  <a:pt x="10452" y="107286"/>
                  <a:pt x="11167" y="105688"/>
                </a:cubicBezTo>
                <a:cubicBezTo>
                  <a:pt x="11883" y="104088"/>
                  <a:pt x="12240" y="101023"/>
                  <a:pt x="12240" y="96493"/>
                </a:cubicBezTo>
                <a:lnTo>
                  <a:pt x="12240" y="68673"/>
                </a:lnTo>
                <a:cubicBezTo>
                  <a:pt x="12240" y="60745"/>
                  <a:pt x="12002" y="55610"/>
                  <a:pt x="11525" y="53269"/>
                </a:cubicBezTo>
                <a:cubicBezTo>
                  <a:pt x="11154" y="51565"/>
                  <a:pt x="10571" y="50382"/>
                  <a:pt x="9776" y="49719"/>
                </a:cubicBezTo>
                <a:cubicBezTo>
                  <a:pt x="8982" y="49055"/>
                  <a:pt x="7895" y="48723"/>
                  <a:pt x="6518" y="48723"/>
                </a:cubicBezTo>
                <a:cubicBezTo>
                  <a:pt x="5034" y="48723"/>
                  <a:pt x="3232" y="49121"/>
                  <a:pt x="1113" y="49915"/>
                </a:cubicBezTo>
                <a:lnTo>
                  <a:pt x="0" y="47054"/>
                </a:lnTo>
                <a:lnTo>
                  <a:pt x="21937" y="38152"/>
                </a:lnTo>
                <a:lnTo>
                  <a:pt x="25435" y="381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Text W">
            <a:extLst xmlns:a="http://schemas.openxmlformats.org/drawingml/2006/main">
              <a:ext uri="{FF2B5EF4-FFF2-40B4-BE49-F238E27FC236}">
                <a16:creationId xmlns:a16="http://schemas.microsoft.com/office/drawing/2014/main" id="{42AFA96B-93AF-4F59-BBB4-B9CA123F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153" y="1286396"/>
            <a:ext cx="150223" cy="110164"/>
          </a:xfrm>
          <a:custGeom xmlns:a="http://schemas.openxmlformats.org/drawingml/2006/main">
            <a:pathLst>
              <a:path w="150223" h="110164">
                <a:moveTo>
                  <a:pt x="150223" y="0"/>
                </a:moveTo>
                <a:lnTo>
                  <a:pt x="150223" y="3020"/>
                </a:lnTo>
                <a:cubicBezTo>
                  <a:pt x="147415" y="3020"/>
                  <a:pt x="145136" y="3523"/>
                  <a:pt x="143388" y="4528"/>
                </a:cubicBezTo>
                <a:cubicBezTo>
                  <a:pt x="141639" y="5533"/>
                  <a:pt x="139970" y="7412"/>
                  <a:pt x="138380" y="10164"/>
                </a:cubicBezTo>
                <a:cubicBezTo>
                  <a:pt x="137320" y="12015"/>
                  <a:pt x="135651" y="16433"/>
                  <a:pt x="133373" y="23418"/>
                </a:cubicBezTo>
                <a:lnTo>
                  <a:pt x="103328" y="110164"/>
                </a:lnTo>
                <a:lnTo>
                  <a:pt x="100149" y="110164"/>
                </a:lnTo>
                <a:lnTo>
                  <a:pt x="75588" y="41378"/>
                </a:lnTo>
                <a:lnTo>
                  <a:pt x="51187" y="110164"/>
                </a:lnTo>
                <a:lnTo>
                  <a:pt x="48326" y="110164"/>
                </a:lnTo>
                <a:lnTo>
                  <a:pt x="16294" y="20750"/>
                </a:lnTo>
                <a:cubicBezTo>
                  <a:pt x="13910" y="14102"/>
                  <a:pt x="12399" y="10171"/>
                  <a:pt x="11764" y="8957"/>
                </a:cubicBezTo>
                <a:cubicBezTo>
                  <a:pt x="10704" y="6951"/>
                  <a:pt x="9260" y="5461"/>
                  <a:pt x="7432" y="4486"/>
                </a:cubicBezTo>
                <a:cubicBezTo>
                  <a:pt x="5604" y="3509"/>
                  <a:pt x="3126" y="3020"/>
                  <a:pt x="0" y="3020"/>
                </a:cubicBezTo>
                <a:lnTo>
                  <a:pt x="0" y="0"/>
                </a:lnTo>
                <a:lnTo>
                  <a:pt x="39901" y="0"/>
                </a:lnTo>
                <a:lnTo>
                  <a:pt x="39901" y="3020"/>
                </a:lnTo>
                <a:lnTo>
                  <a:pt x="37993" y="3020"/>
                </a:lnTo>
                <a:cubicBezTo>
                  <a:pt x="35185" y="3020"/>
                  <a:pt x="33038" y="3652"/>
                  <a:pt x="31555" y="4916"/>
                </a:cubicBezTo>
                <a:cubicBezTo>
                  <a:pt x="30071" y="6177"/>
                  <a:pt x="29329" y="7703"/>
                  <a:pt x="29329" y="9493"/>
                </a:cubicBezTo>
                <a:cubicBezTo>
                  <a:pt x="29329" y="11335"/>
                  <a:pt x="30495" y="15570"/>
                  <a:pt x="32827" y="22201"/>
                </a:cubicBezTo>
                <a:lnTo>
                  <a:pt x="54049" y="82623"/>
                </a:lnTo>
                <a:lnTo>
                  <a:pt x="71932" y="31197"/>
                </a:lnTo>
                <a:lnTo>
                  <a:pt x="68753" y="22243"/>
                </a:lnTo>
                <a:lnTo>
                  <a:pt x="66209" y="15045"/>
                </a:lnTo>
                <a:cubicBezTo>
                  <a:pt x="65097" y="12407"/>
                  <a:pt x="63851" y="10086"/>
                  <a:pt x="62474" y="8082"/>
                </a:cubicBezTo>
                <a:cubicBezTo>
                  <a:pt x="61785" y="7081"/>
                  <a:pt x="60937" y="6237"/>
                  <a:pt x="59930" y="5551"/>
                </a:cubicBezTo>
                <a:cubicBezTo>
                  <a:pt x="58606" y="4603"/>
                  <a:pt x="57281" y="3917"/>
                  <a:pt x="55956" y="3495"/>
                </a:cubicBezTo>
                <a:cubicBezTo>
                  <a:pt x="54949" y="3179"/>
                  <a:pt x="53360" y="3020"/>
                  <a:pt x="51187" y="3020"/>
                </a:cubicBezTo>
                <a:lnTo>
                  <a:pt x="51187" y="0"/>
                </a:lnTo>
                <a:lnTo>
                  <a:pt x="93154" y="0"/>
                </a:lnTo>
                <a:lnTo>
                  <a:pt x="93154" y="3020"/>
                </a:lnTo>
                <a:lnTo>
                  <a:pt x="90293" y="3020"/>
                </a:lnTo>
                <a:cubicBezTo>
                  <a:pt x="87325" y="3020"/>
                  <a:pt x="85153" y="3655"/>
                  <a:pt x="83775" y="4923"/>
                </a:cubicBezTo>
                <a:cubicBezTo>
                  <a:pt x="82398" y="6191"/>
                  <a:pt x="81709" y="7909"/>
                  <a:pt x="81709" y="10077"/>
                </a:cubicBezTo>
                <a:cubicBezTo>
                  <a:pt x="81709" y="12773"/>
                  <a:pt x="82901" y="17477"/>
                  <a:pt x="85285" y="24190"/>
                </a:cubicBezTo>
                <a:lnTo>
                  <a:pt x="105951" y="82769"/>
                </a:lnTo>
                <a:lnTo>
                  <a:pt x="126458" y="23383"/>
                </a:lnTo>
                <a:cubicBezTo>
                  <a:pt x="128789" y="16834"/>
                  <a:pt x="129955" y="12291"/>
                  <a:pt x="129955" y="9754"/>
                </a:cubicBezTo>
                <a:cubicBezTo>
                  <a:pt x="129955" y="8540"/>
                  <a:pt x="129571" y="7405"/>
                  <a:pt x="128802" y="6349"/>
                </a:cubicBezTo>
                <a:cubicBezTo>
                  <a:pt x="128034" y="5292"/>
                  <a:pt x="127067" y="4553"/>
                  <a:pt x="125901" y="4131"/>
                </a:cubicBezTo>
                <a:cubicBezTo>
                  <a:pt x="123888" y="3390"/>
                  <a:pt x="121265" y="3020"/>
                  <a:pt x="118032" y="3020"/>
                </a:cubicBezTo>
                <a:lnTo>
                  <a:pt x="118032" y="0"/>
                </a:lnTo>
                <a:lnTo>
                  <a:pt x="15022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Text i">
            <a:extLst xmlns:a="http://schemas.openxmlformats.org/drawingml/2006/main">
              <a:ext uri="{FF2B5EF4-FFF2-40B4-BE49-F238E27FC236}">
                <a16:creationId xmlns:a16="http://schemas.microsoft.com/office/drawing/2014/main" id="{85306E67-14F2-4126-869B-D90DD7287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416" y="1353498"/>
            <a:ext cx="36483" cy="113025"/>
          </a:xfrm>
          <a:custGeom xmlns:a="http://schemas.openxmlformats.org/drawingml/2006/main">
            <a:pathLst>
              <a:path w="36483" h="113025">
                <a:moveTo>
                  <a:pt x="18838" y="0"/>
                </a:moveTo>
                <a:cubicBezTo>
                  <a:pt x="21063" y="0"/>
                  <a:pt x="22957" y="786"/>
                  <a:pt x="24521" y="2357"/>
                </a:cubicBezTo>
                <a:cubicBezTo>
                  <a:pt x="26084" y="3927"/>
                  <a:pt x="26865" y="5830"/>
                  <a:pt x="26865" y="8068"/>
                </a:cubicBezTo>
                <a:cubicBezTo>
                  <a:pt x="26865" y="10305"/>
                  <a:pt x="26084" y="12222"/>
                  <a:pt x="24521" y="13820"/>
                </a:cubicBezTo>
                <a:cubicBezTo>
                  <a:pt x="22957" y="15416"/>
                  <a:pt x="21063" y="16215"/>
                  <a:pt x="18838" y="16215"/>
                </a:cubicBezTo>
                <a:cubicBezTo>
                  <a:pt x="16612" y="16215"/>
                  <a:pt x="14704" y="15416"/>
                  <a:pt x="13115" y="13820"/>
                </a:cubicBezTo>
                <a:cubicBezTo>
                  <a:pt x="11525" y="12222"/>
                  <a:pt x="10730" y="10305"/>
                  <a:pt x="10730" y="8068"/>
                </a:cubicBezTo>
                <a:cubicBezTo>
                  <a:pt x="10730" y="5830"/>
                  <a:pt x="11512" y="3927"/>
                  <a:pt x="13075" y="2357"/>
                </a:cubicBezTo>
                <a:cubicBezTo>
                  <a:pt x="14638" y="786"/>
                  <a:pt x="16559" y="0"/>
                  <a:pt x="18838" y="0"/>
                </a:cubicBezTo>
                <a:moveTo>
                  <a:pt x="25435" y="38152"/>
                </a:moveTo>
                <a:lnTo>
                  <a:pt x="25435" y="96493"/>
                </a:lnTo>
                <a:cubicBezTo>
                  <a:pt x="25435" y="101076"/>
                  <a:pt x="25766" y="104128"/>
                  <a:pt x="26428" y="105648"/>
                </a:cubicBezTo>
                <a:cubicBezTo>
                  <a:pt x="27091" y="107166"/>
                  <a:pt x="28071" y="108299"/>
                  <a:pt x="29369" y="109046"/>
                </a:cubicBezTo>
                <a:cubicBezTo>
                  <a:pt x="30667" y="109791"/>
                  <a:pt x="33038" y="110164"/>
                  <a:pt x="36483" y="110164"/>
                </a:cubicBezTo>
                <a:lnTo>
                  <a:pt x="36483" y="113025"/>
                </a:lnTo>
                <a:lnTo>
                  <a:pt x="1113" y="113025"/>
                </a:lnTo>
                <a:lnTo>
                  <a:pt x="1113" y="110164"/>
                </a:lnTo>
                <a:cubicBezTo>
                  <a:pt x="4663" y="110164"/>
                  <a:pt x="7048" y="109818"/>
                  <a:pt x="8266" y="109125"/>
                </a:cubicBezTo>
                <a:cubicBezTo>
                  <a:pt x="9485" y="108432"/>
                  <a:pt x="10452" y="107286"/>
                  <a:pt x="11167" y="105688"/>
                </a:cubicBezTo>
                <a:cubicBezTo>
                  <a:pt x="11883" y="104088"/>
                  <a:pt x="12240" y="101023"/>
                  <a:pt x="12240" y="96493"/>
                </a:cubicBezTo>
                <a:lnTo>
                  <a:pt x="12240" y="68673"/>
                </a:lnTo>
                <a:cubicBezTo>
                  <a:pt x="12240" y="60745"/>
                  <a:pt x="12002" y="55610"/>
                  <a:pt x="11525" y="53269"/>
                </a:cubicBezTo>
                <a:cubicBezTo>
                  <a:pt x="11154" y="51565"/>
                  <a:pt x="10571" y="50382"/>
                  <a:pt x="9776" y="49719"/>
                </a:cubicBezTo>
                <a:cubicBezTo>
                  <a:pt x="8982" y="49055"/>
                  <a:pt x="7895" y="48723"/>
                  <a:pt x="6518" y="48723"/>
                </a:cubicBezTo>
                <a:cubicBezTo>
                  <a:pt x="5034" y="48723"/>
                  <a:pt x="3232" y="49121"/>
                  <a:pt x="1113" y="49915"/>
                </a:cubicBezTo>
                <a:lnTo>
                  <a:pt x="0" y="47054"/>
                </a:lnTo>
                <a:lnTo>
                  <a:pt x="21937" y="38152"/>
                </a:lnTo>
                <a:lnTo>
                  <a:pt x="25435" y="381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49ae5e023e4031"/>
          <a:stretch xmlns:a="http://schemas.openxmlformats.org/drawingml/2006/main"/>
        </p:blipFill>
        <p:spPr>
          <a:xfrm xmlns:a="http://schemas.openxmlformats.org/drawingml/2006/main">
            <a:off x="737829" y="1268561"/>
            <a:ext cx="173710" cy="196367"/>
          </a:xfrm>
          <a:prstGeom xmlns:a="http://schemas.openxmlformats.org/drawingml/2006/main" prst="rect">
            <a:avLst/>
          </a:prstGeom>
        </p:spPr>
      </p:pic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F3DAF1-B223-4083-BD86-8A30A2CD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4778" y="1949678"/>
            <a:ext cx="1094308" cy="284904"/>
          </a:xfrm>
          <a:custGeom xmlns:a="http://schemas.openxmlformats.org/drawingml/2006/main">
            <a:pathLst>
              <a:path w="1094308" h="284904">
                <a:moveTo>
                  <a:pt x="45217" y="0"/>
                </a:moveTo>
                <a:lnTo>
                  <a:pt x="1049091" y="0"/>
                </a:lnTo>
                <a:cubicBezTo>
                  <a:pt x="1074064" y="0"/>
                  <a:pt x="1094308" y="20245"/>
                  <a:pt x="1094308" y="45217"/>
                </a:cubicBezTo>
                <a:lnTo>
                  <a:pt x="1094308" y="239687"/>
                </a:lnTo>
                <a:cubicBezTo>
                  <a:pt x="1094308" y="264659"/>
                  <a:pt x="1074064" y="284904"/>
                  <a:pt x="1049091" y="284904"/>
                </a:cubicBezTo>
                <a:lnTo>
                  <a:pt x="45217" y="284904"/>
                </a:lnTo>
                <a:cubicBezTo>
                  <a:pt x="20245" y="284904"/>
                  <a:pt x="0" y="264659"/>
                  <a:pt x="0" y="239687"/>
                </a:cubicBezTo>
                <a:lnTo>
                  <a:pt x="0" y="45217"/>
                </a:lnTo>
                <a:cubicBezTo>
                  <a:pt x="0" y="20245"/>
                  <a:pt x="20245" y="0"/>
                  <a:pt x="45217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4CFFD3-A97E-4F76-9E83-7022FF3C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4779" y="1949677"/>
            <a:ext cx="1094309" cy="284904"/>
          </a:xfrm>
          <a:custGeom xmlns:a="http://schemas.openxmlformats.org/drawingml/2006/main">
            <a:pathLst>
              <a:path w="1094309" h="284904" fill="none">
                <a:moveTo>
                  <a:pt x="45217" y="0"/>
                </a:moveTo>
                <a:lnTo>
                  <a:pt x="1049091" y="0"/>
                </a:lnTo>
                <a:cubicBezTo>
                  <a:pt x="1074060" y="0"/>
                  <a:pt x="1094309" y="20245"/>
                  <a:pt x="1094309" y="45217"/>
                </a:cubicBezTo>
                <a:lnTo>
                  <a:pt x="1094309" y="239687"/>
                </a:lnTo>
                <a:cubicBezTo>
                  <a:pt x="1094309" y="264660"/>
                  <a:pt x="1074060" y="284904"/>
                  <a:pt x="1049091" y="284904"/>
                </a:cubicBezTo>
                <a:lnTo>
                  <a:pt x="45217" y="284904"/>
                </a:lnTo>
                <a:cubicBezTo>
                  <a:pt x="20241" y="284904"/>
                  <a:pt x="0" y="264660"/>
                  <a:pt x="0" y="239687"/>
                </a:cubicBezTo>
                <a:lnTo>
                  <a:pt x="0" y="45217"/>
                </a:lnTo>
                <a:cubicBezTo>
                  <a:pt x="0" y="20245"/>
                  <a:pt x="20241" y="0"/>
                  <a:pt x="45217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043" cap="rnd">
            <a:solidFill>
              <a:srgbClr val="000000"/>
            </a:solidFill>
            <a:round/>
          </a:ln>
        </p:spPr>
      </p:sp>
      <p:sp>
        <p:nvSpPr>
          <p:cNvPr id="181" name="Text StateUpdater">
            <a:extLst xmlns:a="http://schemas.openxmlformats.org/drawingml/2006/main">
              <a:ext uri="{FF2B5EF4-FFF2-40B4-BE49-F238E27FC236}">
                <a16:creationId xmlns:a16="http://schemas.microsoft.com/office/drawing/2014/main" id="{3406A5DA-9F50-4EC8-9C23-D6C7A19B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2364" y="2040747"/>
            <a:ext cx="844155" cy="125981"/>
          </a:xfrm>
          <a:custGeom xmlns:a="http://schemas.openxmlformats.org/drawingml/2006/main">
            <a:pathLst>
              <a:path w="844155" h="125981">
                <a:moveTo>
                  <a:pt x="61585" y="30667"/>
                </a:moveTo>
                <a:lnTo>
                  <a:pt x="73793" y="30667"/>
                </a:lnTo>
                <a:cubicBezTo>
                  <a:pt x="73612" y="25332"/>
                  <a:pt x="72595" y="20744"/>
                  <a:pt x="70740" y="16901"/>
                </a:cubicBezTo>
                <a:cubicBezTo>
                  <a:pt x="68887" y="13056"/>
                  <a:pt x="66355" y="9867"/>
                  <a:pt x="63144" y="7334"/>
                </a:cubicBezTo>
                <a:cubicBezTo>
                  <a:pt x="59934" y="4799"/>
                  <a:pt x="56204" y="2943"/>
                  <a:pt x="51954" y="1766"/>
                </a:cubicBezTo>
                <a:cubicBezTo>
                  <a:pt x="47704" y="589"/>
                  <a:pt x="43091" y="0"/>
                  <a:pt x="38117" y="0"/>
                </a:cubicBezTo>
                <a:cubicBezTo>
                  <a:pt x="33686" y="0"/>
                  <a:pt x="29367" y="565"/>
                  <a:pt x="25161" y="1695"/>
                </a:cubicBezTo>
                <a:cubicBezTo>
                  <a:pt x="20957" y="2825"/>
                  <a:pt x="17204" y="4544"/>
                  <a:pt x="13903" y="6851"/>
                </a:cubicBezTo>
                <a:cubicBezTo>
                  <a:pt x="10604" y="9157"/>
                  <a:pt x="7959" y="12096"/>
                  <a:pt x="5970" y="15669"/>
                </a:cubicBezTo>
                <a:cubicBezTo>
                  <a:pt x="3980" y="19240"/>
                  <a:pt x="2985" y="23467"/>
                  <a:pt x="2985" y="28349"/>
                </a:cubicBezTo>
                <a:cubicBezTo>
                  <a:pt x="2985" y="32780"/>
                  <a:pt x="3867" y="36465"/>
                  <a:pt x="5630" y="39404"/>
                </a:cubicBezTo>
                <a:cubicBezTo>
                  <a:pt x="7394" y="42343"/>
                  <a:pt x="9745" y="44740"/>
                  <a:pt x="12684" y="46595"/>
                </a:cubicBezTo>
                <a:cubicBezTo>
                  <a:pt x="15623" y="48448"/>
                  <a:pt x="18947" y="49940"/>
                  <a:pt x="22655" y="51070"/>
                </a:cubicBezTo>
                <a:cubicBezTo>
                  <a:pt x="26363" y="52200"/>
                  <a:pt x="30138" y="53195"/>
                  <a:pt x="33981" y="54055"/>
                </a:cubicBezTo>
                <a:cubicBezTo>
                  <a:pt x="37824" y="54913"/>
                  <a:pt x="41600" y="55749"/>
                  <a:pt x="45307" y="56563"/>
                </a:cubicBezTo>
                <a:cubicBezTo>
                  <a:pt x="49015" y="57378"/>
                  <a:pt x="52339" y="58440"/>
                  <a:pt x="55278" y="59751"/>
                </a:cubicBezTo>
                <a:cubicBezTo>
                  <a:pt x="58217" y="61062"/>
                  <a:pt x="60569" y="62758"/>
                  <a:pt x="62332" y="64839"/>
                </a:cubicBezTo>
                <a:cubicBezTo>
                  <a:pt x="64096" y="66918"/>
                  <a:pt x="64977" y="69631"/>
                  <a:pt x="64977" y="72978"/>
                </a:cubicBezTo>
                <a:cubicBezTo>
                  <a:pt x="64977" y="76505"/>
                  <a:pt x="64254" y="79398"/>
                  <a:pt x="62806" y="81659"/>
                </a:cubicBezTo>
                <a:cubicBezTo>
                  <a:pt x="61360" y="83919"/>
                  <a:pt x="59461" y="85705"/>
                  <a:pt x="57110" y="87017"/>
                </a:cubicBezTo>
                <a:cubicBezTo>
                  <a:pt x="54759" y="88328"/>
                  <a:pt x="52113" y="89255"/>
                  <a:pt x="49174" y="89797"/>
                </a:cubicBezTo>
                <a:cubicBezTo>
                  <a:pt x="46235" y="90340"/>
                  <a:pt x="43318" y="90611"/>
                  <a:pt x="40425" y="90611"/>
                </a:cubicBezTo>
                <a:cubicBezTo>
                  <a:pt x="36806" y="90611"/>
                  <a:pt x="33279" y="90159"/>
                  <a:pt x="29841" y="89255"/>
                </a:cubicBezTo>
                <a:cubicBezTo>
                  <a:pt x="26405" y="88351"/>
                  <a:pt x="23399" y="86950"/>
                  <a:pt x="20821" y="85051"/>
                </a:cubicBezTo>
                <a:cubicBezTo>
                  <a:pt x="18245" y="83151"/>
                  <a:pt x="16165" y="80731"/>
                  <a:pt x="14582" y="77792"/>
                </a:cubicBezTo>
                <a:cubicBezTo>
                  <a:pt x="12999" y="74853"/>
                  <a:pt x="12208" y="71349"/>
                  <a:pt x="12208" y="67279"/>
                </a:cubicBezTo>
                <a:lnTo>
                  <a:pt x="0" y="67279"/>
                </a:lnTo>
                <a:cubicBezTo>
                  <a:pt x="0" y="73158"/>
                  <a:pt x="1063" y="78245"/>
                  <a:pt x="3188" y="82540"/>
                </a:cubicBezTo>
                <a:cubicBezTo>
                  <a:pt x="5313" y="86836"/>
                  <a:pt x="8206" y="90364"/>
                  <a:pt x="11869" y="93126"/>
                </a:cubicBezTo>
                <a:cubicBezTo>
                  <a:pt x="15531" y="95886"/>
                  <a:pt x="19781" y="97944"/>
                  <a:pt x="24619" y="99302"/>
                </a:cubicBezTo>
                <a:cubicBezTo>
                  <a:pt x="29458" y="100661"/>
                  <a:pt x="34591" y="101341"/>
                  <a:pt x="40017" y="101341"/>
                </a:cubicBezTo>
                <a:cubicBezTo>
                  <a:pt x="44448" y="101341"/>
                  <a:pt x="48901" y="100821"/>
                  <a:pt x="53378" y="99780"/>
                </a:cubicBezTo>
                <a:cubicBezTo>
                  <a:pt x="57854" y="98741"/>
                  <a:pt x="61901" y="97069"/>
                  <a:pt x="65518" y="94763"/>
                </a:cubicBezTo>
                <a:cubicBezTo>
                  <a:pt x="69136" y="92456"/>
                  <a:pt x="72098" y="89471"/>
                  <a:pt x="74404" y="85809"/>
                </a:cubicBezTo>
                <a:cubicBezTo>
                  <a:pt x="76710" y="82146"/>
                  <a:pt x="77862" y="77738"/>
                  <a:pt x="77862" y="72584"/>
                </a:cubicBezTo>
                <a:cubicBezTo>
                  <a:pt x="77862" y="67790"/>
                  <a:pt x="76981" y="63811"/>
                  <a:pt x="75217" y="60647"/>
                </a:cubicBezTo>
                <a:cubicBezTo>
                  <a:pt x="73454" y="57482"/>
                  <a:pt x="71102" y="54859"/>
                  <a:pt x="68163" y="52780"/>
                </a:cubicBezTo>
                <a:cubicBezTo>
                  <a:pt x="65224" y="50699"/>
                  <a:pt x="61900" y="49048"/>
                  <a:pt x="58192" y="47829"/>
                </a:cubicBezTo>
                <a:cubicBezTo>
                  <a:pt x="54486" y="46607"/>
                  <a:pt x="50711" y="45545"/>
                  <a:pt x="46866" y="44641"/>
                </a:cubicBezTo>
                <a:cubicBezTo>
                  <a:pt x="43023" y="43736"/>
                  <a:pt x="39248" y="42899"/>
                  <a:pt x="35540" y="42130"/>
                </a:cubicBezTo>
                <a:cubicBezTo>
                  <a:pt x="31833" y="41362"/>
                  <a:pt x="28510" y="40389"/>
                  <a:pt x="25571" y="39214"/>
                </a:cubicBezTo>
                <a:cubicBezTo>
                  <a:pt x="22632" y="38038"/>
                  <a:pt x="20281" y="36524"/>
                  <a:pt x="18517" y="34670"/>
                </a:cubicBezTo>
                <a:cubicBezTo>
                  <a:pt x="16754" y="32816"/>
                  <a:pt x="15872" y="30396"/>
                  <a:pt x="15872" y="27411"/>
                </a:cubicBezTo>
                <a:cubicBezTo>
                  <a:pt x="15872" y="24247"/>
                  <a:pt x="16482" y="21603"/>
                  <a:pt x="17702" y="19478"/>
                </a:cubicBezTo>
                <a:cubicBezTo>
                  <a:pt x="18923" y="17351"/>
                  <a:pt x="20550" y="15655"/>
                  <a:pt x="22584" y="14390"/>
                </a:cubicBezTo>
                <a:cubicBezTo>
                  <a:pt x="24620" y="13123"/>
                  <a:pt x="26948" y="12218"/>
                  <a:pt x="29570" y="11676"/>
                </a:cubicBezTo>
                <a:cubicBezTo>
                  <a:pt x="32193" y="11134"/>
                  <a:pt x="34862" y="10863"/>
                  <a:pt x="37574" y="10863"/>
                </a:cubicBezTo>
                <a:cubicBezTo>
                  <a:pt x="44267" y="10863"/>
                  <a:pt x="49761" y="12423"/>
                  <a:pt x="54057" y="15543"/>
                </a:cubicBezTo>
                <a:cubicBezTo>
                  <a:pt x="58353" y="18663"/>
                  <a:pt x="60862" y="23704"/>
                  <a:pt x="61585" y="30667"/>
                </a:cubicBezTo>
                <a:close/>
                <a:moveTo>
                  <a:pt x="107572" y="29011"/>
                </a:moveTo>
                <a:lnTo>
                  <a:pt x="107572" y="8081"/>
                </a:lnTo>
                <a:lnTo>
                  <a:pt x="96040" y="8081"/>
                </a:lnTo>
                <a:lnTo>
                  <a:pt x="96040" y="29011"/>
                </a:lnTo>
                <a:lnTo>
                  <a:pt x="84103" y="29011"/>
                </a:lnTo>
                <a:lnTo>
                  <a:pt x="84103" y="39212"/>
                </a:lnTo>
                <a:lnTo>
                  <a:pt x="96040" y="39212"/>
                </a:lnTo>
                <a:lnTo>
                  <a:pt x="96040" y="83880"/>
                </a:lnTo>
                <a:cubicBezTo>
                  <a:pt x="96040" y="87138"/>
                  <a:pt x="96357" y="89762"/>
                  <a:pt x="96990" y="91753"/>
                </a:cubicBezTo>
                <a:cubicBezTo>
                  <a:pt x="97624" y="93745"/>
                  <a:pt x="98596" y="95284"/>
                  <a:pt x="99907" y="96371"/>
                </a:cubicBezTo>
                <a:cubicBezTo>
                  <a:pt x="101218" y="97457"/>
                  <a:pt x="102936" y="98204"/>
                  <a:pt x="105061" y="98611"/>
                </a:cubicBezTo>
                <a:cubicBezTo>
                  <a:pt x="107186" y="99018"/>
                  <a:pt x="109741" y="99221"/>
                  <a:pt x="112726" y="99221"/>
                </a:cubicBezTo>
                <a:lnTo>
                  <a:pt x="121543" y="99221"/>
                </a:lnTo>
                <a:lnTo>
                  <a:pt x="121543" y="89021"/>
                </a:lnTo>
                <a:lnTo>
                  <a:pt x="116253" y="89021"/>
                </a:lnTo>
                <a:cubicBezTo>
                  <a:pt x="114444" y="89021"/>
                  <a:pt x="112974" y="88954"/>
                  <a:pt x="111844" y="88818"/>
                </a:cubicBezTo>
                <a:cubicBezTo>
                  <a:pt x="110714" y="88682"/>
                  <a:pt x="109832" y="88388"/>
                  <a:pt x="109198" y="87937"/>
                </a:cubicBezTo>
                <a:cubicBezTo>
                  <a:pt x="108566" y="87484"/>
                  <a:pt x="108137" y="86851"/>
                  <a:pt x="107911" y="86036"/>
                </a:cubicBezTo>
                <a:cubicBezTo>
                  <a:pt x="107685" y="85221"/>
                  <a:pt x="107572" y="84135"/>
                  <a:pt x="107572" y="82778"/>
                </a:cubicBezTo>
                <a:lnTo>
                  <a:pt x="107572" y="39212"/>
                </a:lnTo>
                <a:lnTo>
                  <a:pt x="121543" y="39212"/>
                </a:lnTo>
                <a:lnTo>
                  <a:pt x="121543" y="29011"/>
                </a:lnTo>
                <a:lnTo>
                  <a:pt x="107572" y="29011"/>
                </a:lnTo>
                <a:close/>
                <a:moveTo>
                  <a:pt x="196422" y="98915"/>
                </a:moveTo>
                <a:cubicBezTo>
                  <a:pt x="194433" y="100091"/>
                  <a:pt x="191674" y="100679"/>
                  <a:pt x="188147" y="100679"/>
                </a:cubicBezTo>
                <a:cubicBezTo>
                  <a:pt x="185164" y="100679"/>
                  <a:pt x="182790" y="99842"/>
                  <a:pt x="181027" y="98170"/>
                </a:cubicBezTo>
                <a:cubicBezTo>
                  <a:pt x="179263" y="96496"/>
                  <a:pt x="178381" y="93760"/>
                  <a:pt x="178381" y="89961"/>
                </a:cubicBezTo>
                <a:cubicBezTo>
                  <a:pt x="175216" y="93760"/>
                  <a:pt x="171530" y="96496"/>
                  <a:pt x="167324" y="98170"/>
                </a:cubicBezTo>
                <a:cubicBezTo>
                  <a:pt x="163120" y="99842"/>
                  <a:pt x="158575" y="100679"/>
                  <a:pt x="153692" y="100679"/>
                </a:cubicBezTo>
                <a:cubicBezTo>
                  <a:pt x="150526" y="100679"/>
                  <a:pt x="147519" y="100317"/>
                  <a:pt x="144669" y="99594"/>
                </a:cubicBezTo>
                <a:cubicBezTo>
                  <a:pt x="141821" y="98871"/>
                  <a:pt x="139357" y="97741"/>
                  <a:pt x="137278" y="96204"/>
                </a:cubicBezTo>
                <a:cubicBezTo>
                  <a:pt x="135198" y="94666"/>
                  <a:pt x="133548" y="92655"/>
                  <a:pt x="132327" y="90170"/>
                </a:cubicBezTo>
                <a:cubicBezTo>
                  <a:pt x="131105" y="87683"/>
                  <a:pt x="130495" y="84677"/>
                  <a:pt x="130495" y="81151"/>
                </a:cubicBezTo>
                <a:cubicBezTo>
                  <a:pt x="130495" y="77173"/>
                  <a:pt x="131173" y="73919"/>
                  <a:pt x="132530" y="71388"/>
                </a:cubicBezTo>
                <a:cubicBezTo>
                  <a:pt x="133886" y="68857"/>
                  <a:pt x="135672" y="66801"/>
                  <a:pt x="137886" y="65220"/>
                </a:cubicBezTo>
                <a:cubicBezTo>
                  <a:pt x="140103" y="63637"/>
                  <a:pt x="142635" y="62438"/>
                  <a:pt x="145483" y="61624"/>
                </a:cubicBezTo>
                <a:cubicBezTo>
                  <a:pt x="148332" y="60810"/>
                  <a:pt x="151249" y="60132"/>
                  <a:pt x="154234" y="59590"/>
                </a:cubicBezTo>
                <a:cubicBezTo>
                  <a:pt x="157400" y="58958"/>
                  <a:pt x="160407" y="58484"/>
                  <a:pt x="163255" y="58168"/>
                </a:cubicBezTo>
                <a:cubicBezTo>
                  <a:pt x="166103" y="57850"/>
                  <a:pt x="168612" y="57398"/>
                  <a:pt x="170783" y="56810"/>
                </a:cubicBezTo>
                <a:cubicBezTo>
                  <a:pt x="172953" y="56222"/>
                  <a:pt x="174671" y="55364"/>
                  <a:pt x="175937" y="54235"/>
                </a:cubicBezTo>
                <a:cubicBezTo>
                  <a:pt x="177204" y="53105"/>
                  <a:pt x="177837" y="51454"/>
                  <a:pt x="177837" y="49284"/>
                </a:cubicBezTo>
                <a:cubicBezTo>
                  <a:pt x="177837" y="46753"/>
                  <a:pt x="177362" y="44719"/>
                  <a:pt x="176413" y="43182"/>
                </a:cubicBezTo>
                <a:cubicBezTo>
                  <a:pt x="175464" y="41644"/>
                  <a:pt x="174242" y="40469"/>
                  <a:pt x="172749" y="39657"/>
                </a:cubicBezTo>
                <a:cubicBezTo>
                  <a:pt x="171258" y="38843"/>
                  <a:pt x="169584" y="38300"/>
                  <a:pt x="167730" y="38030"/>
                </a:cubicBezTo>
                <a:cubicBezTo>
                  <a:pt x="165877" y="37758"/>
                  <a:pt x="164046" y="37622"/>
                  <a:pt x="162238" y="37622"/>
                </a:cubicBezTo>
                <a:cubicBezTo>
                  <a:pt x="157355" y="37622"/>
                  <a:pt x="153286" y="38546"/>
                  <a:pt x="150030" y="40394"/>
                </a:cubicBezTo>
                <a:cubicBezTo>
                  <a:pt x="146775" y="42241"/>
                  <a:pt x="145012" y="45733"/>
                  <a:pt x="144740" y="50869"/>
                </a:cubicBezTo>
                <a:lnTo>
                  <a:pt x="133208" y="50869"/>
                </a:lnTo>
                <a:cubicBezTo>
                  <a:pt x="133389" y="46532"/>
                  <a:pt x="134293" y="42873"/>
                  <a:pt x="135920" y="39891"/>
                </a:cubicBezTo>
                <a:cubicBezTo>
                  <a:pt x="137548" y="36909"/>
                  <a:pt x="139719" y="34492"/>
                  <a:pt x="142432" y="32640"/>
                </a:cubicBezTo>
                <a:cubicBezTo>
                  <a:pt x="145145" y="30788"/>
                  <a:pt x="148242" y="29456"/>
                  <a:pt x="151723" y="28643"/>
                </a:cubicBezTo>
                <a:cubicBezTo>
                  <a:pt x="155206" y="27829"/>
                  <a:pt x="158937" y="27422"/>
                  <a:pt x="162915" y="27422"/>
                </a:cubicBezTo>
                <a:cubicBezTo>
                  <a:pt x="166081" y="27422"/>
                  <a:pt x="169224" y="27648"/>
                  <a:pt x="172344" y="28101"/>
                </a:cubicBezTo>
                <a:cubicBezTo>
                  <a:pt x="175464" y="28552"/>
                  <a:pt x="178290" y="29478"/>
                  <a:pt x="180822" y="30880"/>
                </a:cubicBezTo>
                <a:cubicBezTo>
                  <a:pt x="183354" y="32281"/>
                  <a:pt x="185389" y="34247"/>
                  <a:pt x="186926" y="36780"/>
                </a:cubicBezTo>
                <a:cubicBezTo>
                  <a:pt x="188463" y="39310"/>
                  <a:pt x="189232" y="42610"/>
                  <a:pt x="189232" y="46678"/>
                </a:cubicBezTo>
                <a:lnTo>
                  <a:pt x="189232" y="82745"/>
                </a:lnTo>
                <a:cubicBezTo>
                  <a:pt x="189232" y="85458"/>
                  <a:pt x="189390" y="87447"/>
                  <a:pt x="189706" y="88713"/>
                </a:cubicBezTo>
                <a:cubicBezTo>
                  <a:pt x="190023" y="89978"/>
                  <a:pt x="191086" y="90611"/>
                  <a:pt x="192895" y="90611"/>
                </a:cubicBezTo>
                <a:cubicBezTo>
                  <a:pt x="193890" y="90611"/>
                  <a:pt x="195066" y="90394"/>
                  <a:pt x="196422" y="89961"/>
                </a:cubicBezTo>
                <a:lnTo>
                  <a:pt x="196422" y="98915"/>
                </a:lnTo>
                <a:moveTo>
                  <a:pt x="177702" y="62966"/>
                </a:moveTo>
                <a:cubicBezTo>
                  <a:pt x="176255" y="64050"/>
                  <a:pt x="174355" y="64841"/>
                  <a:pt x="172004" y="65338"/>
                </a:cubicBezTo>
                <a:cubicBezTo>
                  <a:pt x="169654" y="65834"/>
                  <a:pt x="167190" y="66241"/>
                  <a:pt x="164613" y="66557"/>
                </a:cubicBezTo>
                <a:cubicBezTo>
                  <a:pt x="162035" y="66873"/>
                  <a:pt x="159434" y="67234"/>
                  <a:pt x="156811" y="67641"/>
                </a:cubicBezTo>
                <a:cubicBezTo>
                  <a:pt x="154189" y="68047"/>
                  <a:pt x="151839" y="68702"/>
                  <a:pt x="149759" y="69606"/>
                </a:cubicBezTo>
                <a:cubicBezTo>
                  <a:pt x="147680" y="70510"/>
                  <a:pt x="145984" y="71797"/>
                  <a:pt x="144671" y="73468"/>
                </a:cubicBezTo>
                <a:cubicBezTo>
                  <a:pt x="143361" y="75139"/>
                  <a:pt x="142705" y="77420"/>
                  <a:pt x="142705" y="80311"/>
                </a:cubicBezTo>
                <a:cubicBezTo>
                  <a:pt x="142705" y="82208"/>
                  <a:pt x="143089" y="83813"/>
                  <a:pt x="143858" y="85124"/>
                </a:cubicBezTo>
                <a:cubicBezTo>
                  <a:pt x="144627" y="86433"/>
                  <a:pt x="145621" y="87494"/>
                  <a:pt x="146843" y="88307"/>
                </a:cubicBezTo>
                <a:cubicBezTo>
                  <a:pt x="148064" y="89120"/>
                  <a:pt x="149488" y="89707"/>
                  <a:pt x="151115" y="90068"/>
                </a:cubicBezTo>
                <a:cubicBezTo>
                  <a:pt x="152743" y="90430"/>
                  <a:pt x="154461" y="90611"/>
                  <a:pt x="156269" y="90611"/>
                </a:cubicBezTo>
                <a:cubicBezTo>
                  <a:pt x="160068" y="90611"/>
                  <a:pt x="163324" y="90091"/>
                  <a:pt x="166037" y="89052"/>
                </a:cubicBezTo>
                <a:cubicBezTo>
                  <a:pt x="168750" y="88013"/>
                  <a:pt x="170965" y="86704"/>
                  <a:pt x="172683" y="85124"/>
                </a:cubicBezTo>
                <a:cubicBezTo>
                  <a:pt x="174401" y="83542"/>
                  <a:pt x="175667" y="81826"/>
                  <a:pt x="176481" y="79974"/>
                </a:cubicBezTo>
                <a:cubicBezTo>
                  <a:pt x="177295" y="78120"/>
                  <a:pt x="177702" y="76381"/>
                  <a:pt x="177702" y="74756"/>
                </a:cubicBezTo>
                <a:lnTo>
                  <a:pt x="177702" y="62966"/>
                </a:lnTo>
                <a:close/>
                <a:moveTo>
                  <a:pt x="223146" y="29011"/>
                </a:moveTo>
                <a:lnTo>
                  <a:pt x="223146" y="8081"/>
                </a:lnTo>
                <a:lnTo>
                  <a:pt x="211615" y="8081"/>
                </a:lnTo>
                <a:lnTo>
                  <a:pt x="211615" y="29011"/>
                </a:lnTo>
                <a:lnTo>
                  <a:pt x="199678" y="29011"/>
                </a:lnTo>
                <a:lnTo>
                  <a:pt x="199678" y="39212"/>
                </a:lnTo>
                <a:lnTo>
                  <a:pt x="211615" y="39212"/>
                </a:lnTo>
                <a:lnTo>
                  <a:pt x="211615" y="83880"/>
                </a:lnTo>
                <a:cubicBezTo>
                  <a:pt x="211615" y="87138"/>
                  <a:pt x="211931" y="89762"/>
                  <a:pt x="212565" y="91753"/>
                </a:cubicBezTo>
                <a:cubicBezTo>
                  <a:pt x="213198" y="93745"/>
                  <a:pt x="214170" y="95284"/>
                  <a:pt x="215481" y="96371"/>
                </a:cubicBezTo>
                <a:cubicBezTo>
                  <a:pt x="216792" y="97457"/>
                  <a:pt x="218510" y="98204"/>
                  <a:pt x="220635" y="98611"/>
                </a:cubicBezTo>
                <a:cubicBezTo>
                  <a:pt x="222760" y="99018"/>
                  <a:pt x="225315" y="99221"/>
                  <a:pt x="228300" y="99221"/>
                </a:cubicBezTo>
                <a:lnTo>
                  <a:pt x="237118" y="99221"/>
                </a:lnTo>
                <a:lnTo>
                  <a:pt x="237118" y="89021"/>
                </a:lnTo>
                <a:lnTo>
                  <a:pt x="231827" y="89021"/>
                </a:lnTo>
                <a:cubicBezTo>
                  <a:pt x="230018" y="89021"/>
                  <a:pt x="228548" y="88954"/>
                  <a:pt x="227418" y="88818"/>
                </a:cubicBezTo>
                <a:cubicBezTo>
                  <a:pt x="226288" y="88682"/>
                  <a:pt x="225406" y="88388"/>
                  <a:pt x="224773" y="87937"/>
                </a:cubicBezTo>
                <a:cubicBezTo>
                  <a:pt x="224141" y="87484"/>
                  <a:pt x="223712" y="86851"/>
                  <a:pt x="223485" y="86036"/>
                </a:cubicBezTo>
                <a:cubicBezTo>
                  <a:pt x="223259" y="85221"/>
                  <a:pt x="223146" y="84135"/>
                  <a:pt x="223146" y="82778"/>
                </a:cubicBezTo>
                <a:lnTo>
                  <a:pt x="223146" y="39212"/>
                </a:lnTo>
                <a:lnTo>
                  <a:pt x="237118" y="39212"/>
                </a:lnTo>
                <a:lnTo>
                  <a:pt x="237118" y="29011"/>
                </a:lnTo>
                <a:lnTo>
                  <a:pt x="223146" y="29011"/>
                </a:lnTo>
                <a:close/>
                <a:moveTo>
                  <a:pt x="298568" y="57493"/>
                </a:moveTo>
                <a:lnTo>
                  <a:pt x="258279" y="57493"/>
                </a:lnTo>
                <a:cubicBezTo>
                  <a:pt x="258460" y="54770"/>
                  <a:pt x="259048" y="52207"/>
                  <a:pt x="260043" y="49803"/>
                </a:cubicBezTo>
                <a:cubicBezTo>
                  <a:pt x="261038" y="47398"/>
                  <a:pt x="262394" y="45288"/>
                  <a:pt x="264112" y="43474"/>
                </a:cubicBezTo>
                <a:cubicBezTo>
                  <a:pt x="265830" y="41659"/>
                  <a:pt x="267888" y="40230"/>
                  <a:pt x="270285" y="39187"/>
                </a:cubicBezTo>
                <a:cubicBezTo>
                  <a:pt x="272682" y="38144"/>
                  <a:pt x="275372" y="37622"/>
                  <a:pt x="278355" y="37622"/>
                </a:cubicBezTo>
                <a:cubicBezTo>
                  <a:pt x="281249" y="37622"/>
                  <a:pt x="283894" y="38144"/>
                  <a:pt x="286291" y="39187"/>
                </a:cubicBezTo>
                <a:cubicBezTo>
                  <a:pt x="288688" y="40230"/>
                  <a:pt x="290768" y="41637"/>
                  <a:pt x="292532" y="43407"/>
                </a:cubicBezTo>
                <a:cubicBezTo>
                  <a:pt x="294295" y="45176"/>
                  <a:pt x="295697" y="47286"/>
                  <a:pt x="296736" y="49735"/>
                </a:cubicBezTo>
                <a:cubicBezTo>
                  <a:pt x="297776" y="52184"/>
                  <a:pt x="298387" y="54770"/>
                  <a:pt x="298568" y="57493"/>
                </a:cubicBezTo>
                <a:moveTo>
                  <a:pt x="309691" y="76966"/>
                </a:moveTo>
                <a:lnTo>
                  <a:pt x="298296" y="76966"/>
                </a:lnTo>
                <a:cubicBezTo>
                  <a:pt x="297301" y="81560"/>
                  <a:pt x="295244" y="84983"/>
                  <a:pt x="292124" y="87235"/>
                </a:cubicBezTo>
                <a:cubicBezTo>
                  <a:pt x="289004" y="89485"/>
                  <a:pt x="285002" y="90611"/>
                  <a:pt x="280119" y="90611"/>
                </a:cubicBezTo>
                <a:cubicBezTo>
                  <a:pt x="276321" y="90611"/>
                  <a:pt x="273020" y="89982"/>
                  <a:pt x="270216" y="88723"/>
                </a:cubicBezTo>
                <a:cubicBezTo>
                  <a:pt x="267414" y="87465"/>
                  <a:pt x="265108" y="85780"/>
                  <a:pt x="263299" y="83668"/>
                </a:cubicBezTo>
                <a:cubicBezTo>
                  <a:pt x="261490" y="81556"/>
                  <a:pt x="260178" y="79129"/>
                  <a:pt x="259364" y="76389"/>
                </a:cubicBezTo>
                <a:cubicBezTo>
                  <a:pt x="258550" y="73647"/>
                  <a:pt x="258188" y="70748"/>
                  <a:pt x="258279" y="67693"/>
                </a:cubicBezTo>
                <a:lnTo>
                  <a:pt x="310776" y="67693"/>
                </a:lnTo>
                <a:cubicBezTo>
                  <a:pt x="310956" y="63431"/>
                  <a:pt x="310572" y="58941"/>
                  <a:pt x="309623" y="54224"/>
                </a:cubicBezTo>
                <a:cubicBezTo>
                  <a:pt x="308673" y="49508"/>
                  <a:pt x="306955" y="45154"/>
                  <a:pt x="304467" y="41164"/>
                </a:cubicBezTo>
                <a:cubicBezTo>
                  <a:pt x="301980" y="37173"/>
                  <a:pt x="298679" y="33885"/>
                  <a:pt x="294564" y="31301"/>
                </a:cubicBezTo>
                <a:cubicBezTo>
                  <a:pt x="290449" y="28715"/>
                  <a:pt x="285272" y="27422"/>
                  <a:pt x="279032" y="27422"/>
                </a:cubicBezTo>
                <a:cubicBezTo>
                  <a:pt x="274240" y="27422"/>
                  <a:pt x="269831" y="28326"/>
                  <a:pt x="265806" y="30135"/>
                </a:cubicBezTo>
                <a:cubicBezTo>
                  <a:pt x="261782" y="31944"/>
                  <a:pt x="258300" y="34477"/>
                  <a:pt x="255361" y="37734"/>
                </a:cubicBezTo>
                <a:cubicBezTo>
                  <a:pt x="252422" y="40989"/>
                  <a:pt x="250138" y="44833"/>
                  <a:pt x="248510" y="49265"/>
                </a:cubicBezTo>
                <a:cubicBezTo>
                  <a:pt x="246883" y="53696"/>
                  <a:pt x="246069" y="58579"/>
                  <a:pt x="246069" y="63914"/>
                </a:cubicBezTo>
                <a:cubicBezTo>
                  <a:pt x="246250" y="69250"/>
                  <a:pt x="247041" y="74179"/>
                  <a:pt x="248443" y="78701"/>
                </a:cubicBezTo>
                <a:cubicBezTo>
                  <a:pt x="249845" y="83223"/>
                  <a:pt x="251948" y="87112"/>
                  <a:pt x="254750" y="90369"/>
                </a:cubicBezTo>
                <a:cubicBezTo>
                  <a:pt x="257554" y="93624"/>
                  <a:pt x="261014" y="96156"/>
                  <a:pt x="265129" y="97965"/>
                </a:cubicBezTo>
                <a:cubicBezTo>
                  <a:pt x="269244" y="99774"/>
                  <a:pt x="274104" y="100679"/>
                  <a:pt x="279711" y="100679"/>
                </a:cubicBezTo>
                <a:cubicBezTo>
                  <a:pt x="287670" y="100679"/>
                  <a:pt x="294273" y="98692"/>
                  <a:pt x="299518" y="94717"/>
                </a:cubicBezTo>
                <a:cubicBezTo>
                  <a:pt x="304763" y="90742"/>
                  <a:pt x="308154" y="84825"/>
                  <a:pt x="309691" y="76966"/>
                </a:cubicBezTo>
                <a:close/>
                <a:moveTo>
                  <a:pt x="439643" y="64199"/>
                </a:moveTo>
                <a:lnTo>
                  <a:pt x="439643" y="2384"/>
                </a:lnTo>
                <a:lnTo>
                  <a:pt x="426756" y="2384"/>
                </a:lnTo>
                <a:lnTo>
                  <a:pt x="426756" y="64183"/>
                </a:lnTo>
                <a:cubicBezTo>
                  <a:pt x="426756" y="72857"/>
                  <a:pt x="424608" y="79430"/>
                  <a:pt x="420313" y="83902"/>
                </a:cubicBezTo>
                <a:cubicBezTo>
                  <a:pt x="416017" y="88375"/>
                  <a:pt x="409755" y="90611"/>
                  <a:pt x="401527" y="90611"/>
                </a:cubicBezTo>
                <a:cubicBezTo>
                  <a:pt x="392844" y="90611"/>
                  <a:pt x="386197" y="88375"/>
                  <a:pt x="381585" y="83902"/>
                </a:cubicBezTo>
                <a:cubicBezTo>
                  <a:pt x="376974" y="79430"/>
                  <a:pt x="374668" y="72857"/>
                  <a:pt x="374668" y="64183"/>
                </a:cubicBezTo>
                <a:lnTo>
                  <a:pt x="374668" y="2384"/>
                </a:lnTo>
                <a:lnTo>
                  <a:pt x="361781" y="2384"/>
                </a:lnTo>
                <a:lnTo>
                  <a:pt x="361781" y="64199"/>
                </a:lnTo>
                <a:cubicBezTo>
                  <a:pt x="361781" y="77122"/>
                  <a:pt x="365285" y="86543"/>
                  <a:pt x="372294" y="92463"/>
                </a:cubicBezTo>
                <a:cubicBezTo>
                  <a:pt x="379302" y="98382"/>
                  <a:pt x="389047" y="101341"/>
                  <a:pt x="401527" y="101341"/>
                </a:cubicBezTo>
                <a:cubicBezTo>
                  <a:pt x="413735" y="101341"/>
                  <a:pt x="423140" y="98246"/>
                  <a:pt x="429741" y="92056"/>
                </a:cubicBezTo>
                <a:cubicBezTo>
                  <a:pt x="436343" y="85865"/>
                  <a:pt x="439643" y="76580"/>
                  <a:pt x="439643" y="64199"/>
                </a:cubicBezTo>
                <a:close/>
                <a:moveTo>
                  <a:pt x="458771" y="29051"/>
                </a:moveTo>
                <a:lnTo>
                  <a:pt x="458771" y="125981"/>
                </a:lnTo>
                <a:lnTo>
                  <a:pt x="470301" y="125981"/>
                </a:lnTo>
                <a:lnTo>
                  <a:pt x="470301" y="89826"/>
                </a:lnTo>
                <a:lnTo>
                  <a:pt x="470574" y="89826"/>
                </a:lnTo>
                <a:cubicBezTo>
                  <a:pt x="471841" y="91906"/>
                  <a:pt x="473401" y="93647"/>
                  <a:pt x="475254" y="95049"/>
                </a:cubicBezTo>
                <a:cubicBezTo>
                  <a:pt x="477107" y="96451"/>
                  <a:pt x="479073" y="97559"/>
                  <a:pt x="481153" y="98373"/>
                </a:cubicBezTo>
                <a:cubicBezTo>
                  <a:pt x="483234" y="99187"/>
                  <a:pt x="485337" y="99775"/>
                  <a:pt x="487462" y="100136"/>
                </a:cubicBezTo>
                <a:cubicBezTo>
                  <a:pt x="489587" y="100498"/>
                  <a:pt x="491509" y="100679"/>
                  <a:pt x="493229" y="100679"/>
                </a:cubicBezTo>
                <a:cubicBezTo>
                  <a:pt x="498563" y="100679"/>
                  <a:pt x="503243" y="99729"/>
                  <a:pt x="507266" y="97831"/>
                </a:cubicBezTo>
                <a:cubicBezTo>
                  <a:pt x="511292" y="95930"/>
                  <a:pt x="514638" y="93330"/>
                  <a:pt x="517305" y="90029"/>
                </a:cubicBezTo>
                <a:cubicBezTo>
                  <a:pt x="519973" y="86728"/>
                  <a:pt x="521962" y="82863"/>
                  <a:pt x="523273" y="78432"/>
                </a:cubicBezTo>
                <a:cubicBezTo>
                  <a:pt x="524585" y="73999"/>
                  <a:pt x="525241" y="69296"/>
                  <a:pt x="525241" y="64321"/>
                </a:cubicBezTo>
                <a:cubicBezTo>
                  <a:pt x="525241" y="59347"/>
                  <a:pt x="524563" y="54644"/>
                  <a:pt x="523207" y="50213"/>
                </a:cubicBezTo>
                <a:cubicBezTo>
                  <a:pt x="521850" y="45781"/>
                  <a:pt x="519837" y="41869"/>
                  <a:pt x="517169" y="38479"/>
                </a:cubicBezTo>
                <a:cubicBezTo>
                  <a:pt x="514501" y="35087"/>
                  <a:pt x="511156" y="32396"/>
                  <a:pt x="507132" y="30406"/>
                </a:cubicBezTo>
                <a:cubicBezTo>
                  <a:pt x="503108" y="28417"/>
                  <a:pt x="498383" y="27422"/>
                  <a:pt x="492955" y="27422"/>
                </a:cubicBezTo>
                <a:cubicBezTo>
                  <a:pt x="488072" y="27422"/>
                  <a:pt x="483595" y="28304"/>
                  <a:pt x="479526" y="30069"/>
                </a:cubicBezTo>
                <a:cubicBezTo>
                  <a:pt x="475457" y="31834"/>
                  <a:pt x="472473" y="34662"/>
                  <a:pt x="470574" y="38553"/>
                </a:cubicBezTo>
                <a:lnTo>
                  <a:pt x="470301" y="38553"/>
                </a:lnTo>
                <a:lnTo>
                  <a:pt x="470301" y="29051"/>
                </a:lnTo>
                <a:lnTo>
                  <a:pt x="458771" y="29051"/>
                </a:lnTo>
                <a:moveTo>
                  <a:pt x="513031" y="63506"/>
                </a:moveTo>
                <a:cubicBezTo>
                  <a:pt x="513031" y="66939"/>
                  <a:pt x="512669" y="70282"/>
                  <a:pt x="511944" y="73534"/>
                </a:cubicBezTo>
                <a:cubicBezTo>
                  <a:pt x="511221" y="76787"/>
                  <a:pt x="510046" y="79678"/>
                  <a:pt x="508417" y="82209"/>
                </a:cubicBezTo>
                <a:cubicBezTo>
                  <a:pt x="506790" y="84739"/>
                  <a:pt x="504643" y="86771"/>
                  <a:pt x="501976" y="88307"/>
                </a:cubicBezTo>
                <a:cubicBezTo>
                  <a:pt x="499308" y="89843"/>
                  <a:pt x="495985" y="90611"/>
                  <a:pt x="492005" y="90611"/>
                </a:cubicBezTo>
                <a:cubicBezTo>
                  <a:pt x="488027" y="90611"/>
                  <a:pt x="484636" y="89866"/>
                  <a:pt x="481832" y="88375"/>
                </a:cubicBezTo>
                <a:cubicBezTo>
                  <a:pt x="479028" y="86884"/>
                  <a:pt x="476744" y="84919"/>
                  <a:pt x="474981" y="82480"/>
                </a:cubicBezTo>
                <a:cubicBezTo>
                  <a:pt x="473218" y="80041"/>
                  <a:pt x="471930" y="77217"/>
                  <a:pt x="471116" y="74010"/>
                </a:cubicBezTo>
                <a:cubicBezTo>
                  <a:pt x="470302" y="70802"/>
                  <a:pt x="469895" y="67481"/>
                  <a:pt x="469895" y="64048"/>
                </a:cubicBezTo>
                <a:cubicBezTo>
                  <a:pt x="469895" y="60796"/>
                  <a:pt x="470279" y="57589"/>
                  <a:pt x="471048" y="54427"/>
                </a:cubicBezTo>
                <a:cubicBezTo>
                  <a:pt x="471816" y="51265"/>
                  <a:pt x="473060" y="48441"/>
                  <a:pt x="474778" y="45957"/>
                </a:cubicBezTo>
                <a:cubicBezTo>
                  <a:pt x="476496" y="43472"/>
                  <a:pt x="478711" y="41462"/>
                  <a:pt x="481424" y="39926"/>
                </a:cubicBezTo>
                <a:cubicBezTo>
                  <a:pt x="484137" y="38390"/>
                  <a:pt x="487438" y="37622"/>
                  <a:pt x="491326" y="37622"/>
                </a:cubicBezTo>
                <a:cubicBezTo>
                  <a:pt x="495034" y="37622"/>
                  <a:pt x="498267" y="38345"/>
                  <a:pt x="501026" y="39791"/>
                </a:cubicBezTo>
                <a:cubicBezTo>
                  <a:pt x="503784" y="41236"/>
                  <a:pt x="506045" y="43178"/>
                  <a:pt x="507809" y="45618"/>
                </a:cubicBezTo>
                <a:cubicBezTo>
                  <a:pt x="509572" y="48058"/>
                  <a:pt x="510883" y="50836"/>
                  <a:pt x="511741" y="53953"/>
                </a:cubicBezTo>
                <a:cubicBezTo>
                  <a:pt x="512601" y="57069"/>
                  <a:pt x="513031" y="60253"/>
                  <a:pt x="513031" y="63506"/>
                </a:cubicBezTo>
                <a:close/>
                <a:moveTo>
                  <a:pt x="547217" y="64727"/>
                </a:moveTo>
                <a:cubicBezTo>
                  <a:pt x="547217" y="61294"/>
                  <a:pt x="547578" y="57951"/>
                  <a:pt x="548301" y="54698"/>
                </a:cubicBezTo>
                <a:cubicBezTo>
                  <a:pt x="549026" y="51446"/>
                  <a:pt x="550202" y="48555"/>
                  <a:pt x="551828" y="46026"/>
                </a:cubicBezTo>
                <a:cubicBezTo>
                  <a:pt x="553457" y="43495"/>
                  <a:pt x="555627" y="41462"/>
                  <a:pt x="558340" y="39926"/>
                </a:cubicBezTo>
                <a:cubicBezTo>
                  <a:pt x="561053" y="38390"/>
                  <a:pt x="564354" y="37622"/>
                  <a:pt x="568243" y="37622"/>
                </a:cubicBezTo>
                <a:cubicBezTo>
                  <a:pt x="572221" y="37622"/>
                  <a:pt x="575612" y="38368"/>
                  <a:pt x="578416" y="39860"/>
                </a:cubicBezTo>
                <a:cubicBezTo>
                  <a:pt x="581220" y="41350"/>
                  <a:pt x="583503" y="43315"/>
                  <a:pt x="585265" y="45755"/>
                </a:cubicBezTo>
                <a:cubicBezTo>
                  <a:pt x="587029" y="48193"/>
                  <a:pt x="588318" y="51016"/>
                  <a:pt x="589132" y="54224"/>
                </a:cubicBezTo>
                <a:cubicBezTo>
                  <a:pt x="589946" y="57431"/>
                  <a:pt x="590353" y="60751"/>
                  <a:pt x="590353" y="64185"/>
                </a:cubicBezTo>
                <a:cubicBezTo>
                  <a:pt x="590353" y="67437"/>
                  <a:pt x="589969" y="70645"/>
                  <a:pt x="589200" y="73808"/>
                </a:cubicBezTo>
                <a:cubicBezTo>
                  <a:pt x="588431" y="76969"/>
                  <a:pt x="587188" y="79792"/>
                  <a:pt x="585470" y="82277"/>
                </a:cubicBezTo>
                <a:cubicBezTo>
                  <a:pt x="583752" y="84761"/>
                  <a:pt x="581537" y="86771"/>
                  <a:pt x="578824" y="88307"/>
                </a:cubicBezTo>
                <a:cubicBezTo>
                  <a:pt x="576111" y="89843"/>
                  <a:pt x="572810" y="90611"/>
                  <a:pt x="568921" y="90611"/>
                </a:cubicBezTo>
                <a:cubicBezTo>
                  <a:pt x="565214" y="90611"/>
                  <a:pt x="561980" y="89888"/>
                  <a:pt x="559222" y="88444"/>
                </a:cubicBezTo>
                <a:cubicBezTo>
                  <a:pt x="556464" y="86997"/>
                  <a:pt x="554203" y="85055"/>
                  <a:pt x="552439" y="82615"/>
                </a:cubicBezTo>
                <a:cubicBezTo>
                  <a:pt x="550676" y="80175"/>
                  <a:pt x="549364" y="77397"/>
                  <a:pt x="548504" y="74282"/>
                </a:cubicBezTo>
                <a:cubicBezTo>
                  <a:pt x="547646" y="71164"/>
                  <a:pt x="547217" y="67979"/>
                  <a:pt x="547217" y="64727"/>
                </a:cubicBezTo>
                <a:moveTo>
                  <a:pt x="601476" y="99186"/>
                </a:moveTo>
                <a:lnTo>
                  <a:pt x="601476" y="2384"/>
                </a:lnTo>
                <a:lnTo>
                  <a:pt x="589945" y="2384"/>
                </a:lnTo>
                <a:lnTo>
                  <a:pt x="589945" y="38411"/>
                </a:lnTo>
                <a:lnTo>
                  <a:pt x="589674" y="38411"/>
                </a:lnTo>
                <a:cubicBezTo>
                  <a:pt x="588407" y="36331"/>
                  <a:pt x="586847" y="34590"/>
                  <a:pt x="584994" y="33188"/>
                </a:cubicBezTo>
                <a:cubicBezTo>
                  <a:pt x="583141" y="31786"/>
                  <a:pt x="581174" y="30656"/>
                  <a:pt x="579093" y="29798"/>
                </a:cubicBezTo>
                <a:cubicBezTo>
                  <a:pt x="577013" y="28938"/>
                  <a:pt x="574933" y="28328"/>
                  <a:pt x="572852" y="27966"/>
                </a:cubicBezTo>
                <a:cubicBezTo>
                  <a:pt x="570773" y="27603"/>
                  <a:pt x="568828" y="27422"/>
                  <a:pt x="567019" y="27422"/>
                </a:cubicBezTo>
                <a:cubicBezTo>
                  <a:pt x="561684" y="27422"/>
                  <a:pt x="557004" y="28394"/>
                  <a:pt x="552979" y="30338"/>
                </a:cubicBezTo>
                <a:cubicBezTo>
                  <a:pt x="548955" y="32282"/>
                  <a:pt x="545610" y="34906"/>
                  <a:pt x="542942" y="38208"/>
                </a:cubicBezTo>
                <a:cubicBezTo>
                  <a:pt x="540275" y="41509"/>
                  <a:pt x="538285" y="45375"/>
                  <a:pt x="536973" y="49807"/>
                </a:cubicBezTo>
                <a:cubicBezTo>
                  <a:pt x="535662" y="54238"/>
                  <a:pt x="535007" y="58940"/>
                  <a:pt x="535007" y="63914"/>
                </a:cubicBezTo>
                <a:cubicBezTo>
                  <a:pt x="535007" y="68888"/>
                  <a:pt x="535685" y="73592"/>
                  <a:pt x="537041" y="78024"/>
                </a:cubicBezTo>
                <a:cubicBezTo>
                  <a:pt x="538398" y="82455"/>
                  <a:pt x="540410" y="86343"/>
                  <a:pt x="543077" y="89690"/>
                </a:cubicBezTo>
                <a:cubicBezTo>
                  <a:pt x="545746" y="93036"/>
                  <a:pt x="549092" y="95704"/>
                  <a:pt x="553116" y="97694"/>
                </a:cubicBezTo>
                <a:cubicBezTo>
                  <a:pt x="557140" y="99684"/>
                  <a:pt x="561865" y="100679"/>
                  <a:pt x="567292" y="100679"/>
                </a:cubicBezTo>
                <a:cubicBezTo>
                  <a:pt x="572176" y="100679"/>
                  <a:pt x="576652" y="99820"/>
                  <a:pt x="580722" y="98104"/>
                </a:cubicBezTo>
                <a:cubicBezTo>
                  <a:pt x="584791" y="96386"/>
                  <a:pt x="587775" y="93583"/>
                  <a:pt x="589674" y="89696"/>
                </a:cubicBezTo>
                <a:lnTo>
                  <a:pt x="589945" y="89696"/>
                </a:lnTo>
                <a:lnTo>
                  <a:pt x="589945" y="99186"/>
                </a:lnTo>
                <a:lnTo>
                  <a:pt x="601476" y="99186"/>
                </a:lnTo>
                <a:close/>
                <a:moveTo>
                  <a:pt x="681376" y="98915"/>
                </a:moveTo>
                <a:cubicBezTo>
                  <a:pt x="679386" y="100091"/>
                  <a:pt x="676627" y="100679"/>
                  <a:pt x="673100" y="100679"/>
                </a:cubicBezTo>
                <a:cubicBezTo>
                  <a:pt x="670117" y="100679"/>
                  <a:pt x="667743" y="99842"/>
                  <a:pt x="665980" y="98170"/>
                </a:cubicBezTo>
                <a:cubicBezTo>
                  <a:pt x="664216" y="96496"/>
                  <a:pt x="663335" y="93760"/>
                  <a:pt x="663335" y="89961"/>
                </a:cubicBezTo>
                <a:cubicBezTo>
                  <a:pt x="660169" y="93760"/>
                  <a:pt x="656483" y="96496"/>
                  <a:pt x="652277" y="98170"/>
                </a:cubicBezTo>
                <a:cubicBezTo>
                  <a:pt x="648073" y="99842"/>
                  <a:pt x="643529" y="100679"/>
                  <a:pt x="638645" y="100679"/>
                </a:cubicBezTo>
                <a:cubicBezTo>
                  <a:pt x="635480" y="100679"/>
                  <a:pt x="632472" y="100317"/>
                  <a:pt x="629623" y="99594"/>
                </a:cubicBezTo>
                <a:cubicBezTo>
                  <a:pt x="626774" y="98871"/>
                  <a:pt x="624311" y="97741"/>
                  <a:pt x="622231" y="96204"/>
                </a:cubicBezTo>
                <a:cubicBezTo>
                  <a:pt x="620151" y="94666"/>
                  <a:pt x="618501" y="92655"/>
                  <a:pt x="617280" y="90170"/>
                </a:cubicBezTo>
                <a:cubicBezTo>
                  <a:pt x="616059" y="87683"/>
                  <a:pt x="615448" y="84677"/>
                  <a:pt x="615448" y="81151"/>
                </a:cubicBezTo>
                <a:cubicBezTo>
                  <a:pt x="615448" y="77173"/>
                  <a:pt x="616126" y="73919"/>
                  <a:pt x="617483" y="71388"/>
                </a:cubicBezTo>
                <a:cubicBezTo>
                  <a:pt x="618839" y="68857"/>
                  <a:pt x="620625" y="66801"/>
                  <a:pt x="622840" y="65220"/>
                </a:cubicBezTo>
                <a:cubicBezTo>
                  <a:pt x="625056" y="63637"/>
                  <a:pt x="627588" y="62438"/>
                  <a:pt x="630436" y="61624"/>
                </a:cubicBezTo>
                <a:cubicBezTo>
                  <a:pt x="633286" y="60810"/>
                  <a:pt x="636203" y="60132"/>
                  <a:pt x="639187" y="59590"/>
                </a:cubicBezTo>
                <a:cubicBezTo>
                  <a:pt x="642353" y="58958"/>
                  <a:pt x="645360" y="58484"/>
                  <a:pt x="648208" y="58168"/>
                </a:cubicBezTo>
                <a:cubicBezTo>
                  <a:pt x="651056" y="57850"/>
                  <a:pt x="653565" y="57398"/>
                  <a:pt x="655736" y="56810"/>
                </a:cubicBezTo>
                <a:cubicBezTo>
                  <a:pt x="657907" y="56222"/>
                  <a:pt x="659625" y="55364"/>
                  <a:pt x="660890" y="54235"/>
                </a:cubicBezTo>
                <a:cubicBezTo>
                  <a:pt x="662157" y="53105"/>
                  <a:pt x="662790" y="51454"/>
                  <a:pt x="662790" y="49284"/>
                </a:cubicBezTo>
                <a:cubicBezTo>
                  <a:pt x="662790" y="46753"/>
                  <a:pt x="662316" y="44719"/>
                  <a:pt x="661366" y="43182"/>
                </a:cubicBezTo>
                <a:cubicBezTo>
                  <a:pt x="660417" y="41644"/>
                  <a:pt x="659196" y="40469"/>
                  <a:pt x="657702" y="39657"/>
                </a:cubicBezTo>
                <a:cubicBezTo>
                  <a:pt x="656211" y="38843"/>
                  <a:pt x="654538" y="38300"/>
                  <a:pt x="652683" y="38030"/>
                </a:cubicBezTo>
                <a:cubicBezTo>
                  <a:pt x="650830" y="37758"/>
                  <a:pt x="648999" y="37622"/>
                  <a:pt x="647192" y="37622"/>
                </a:cubicBezTo>
                <a:cubicBezTo>
                  <a:pt x="642308" y="37622"/>
                  <a:pt x="638239" y="38546"/>
                  <a:pt x="634984" y="40394"/>
                </a:cubicBezTo>
                <a:cubicBezTo>
                  <a:pt x="631728" y="42241"/>
                  <a:pt x="629965" y="45733"/>
                  <a:pt x="629693" y="50869"/>
                </a:cubicBezTo>
                <a:lnTo>
                  <a:pt x="618162" y="50869"/>
                </a:lnTo>
                <a:cubicBezTo>
                  <a:pt x="618342" y="46532"/>
                  <a:pt x="619246" y="42873"/>
                  <a:pt x="620873" y="39891"/>
                </a:cubicBezTo>
                <a:cubicBezTo>
                  <a:pt x="622501" y="36909"/>
                  <a:pt x="624672" y="34492"/>
                  <a:pt x="627385" y="32640"/>
                </a:cubicBezTo>
                <a:cubicBezTo>
                  <a:pt x="630098" y="30788"/>
                  <a:pt x="633195" y="29456"/>
                  <a:pt x="636677" y="28643"/>
                </a:cubicBezTo>
                <a:cubicBezTo>
                  <a:pt x="640160" y="27829"/>
                  <a:pt x="643890" y="27422"/>
                  <a:pt x="647868" y="27422"/>
                </a:cubicBezTo>
                <a:cubicBezTo>
                  <a:pt x="651034" y="27422"/>
                  <a:pt x="654177" y="27648"/>
                  <a:pt x="657297" y="28101"/>
                </a:cubicBezTo>
                <a:cubicBezTo>
                  <a:pt x="660417" y="28552"/>
                  <a:pt x="663243" y="29478"/>
                  <a:pt x="665775" y="30880"/>
                </a:cubicBezTo>
                <a:cubicBezTo>
                  <a:pt x="668307" y="32281"/>
                  <a:pt x="670342" y="34247"/>
                  <a:pt x="671879" y="36780"/>
                </a:cubicBezTo>
                <a:cubicBezTo>
                  <a:pt x="673416" y="39310"/>
                  <a:pt x="674185" y="42610"/>
                  <a:pt x="674185" y="46678"/>
                </a:cubicBezTo>
                <a:lnTo>
                  <a:pt x="674185" y="82745"/>
                </a:lnTo>
                <a:cubicBezTo>
                  <a:pt x="674185" y="85458"/>
                  <a:pt x="674343" y="87447"/>
                  <a:pt x="674659" y="88713"/>
                </a:cubicBezTo>
                <a:cubicBezTo>
                  <a:pt x="674976" y="89978"/>
                  <a:pt x="676039" y="90611"/>
                  <a:pt x="677849" y="90611"/>
                </a:cubicBezTo>
                <a:cubicBezTo>
                  <a:pt x="678843" y="90611"/>
                  <a:pt x="680019" y="90394"/>
                  <a:pt x="681376" y="89961"/>
                </a:cubicBezTo>
                <a:lnTo>
                  <a:pt x="681376" y="98915"/>
                </a:lnTo>
                <a:moveTo>
                  <a:pt x="662656" y="62966"/>
                </a:moveTo>
                <a:cubicBezTo>
                  <a:pt x="661208" y="64050"/>
                  <a:pt x="659309" y="64841"/>
                  <a:pt x="656957" y="65338"/>
                </a:cubicBezTo>
                <a:cubicBezTo>
                  <a:pt x="654607" y="65834"/>
                  <a:pt x="652143" y="66241"/>
                  <a:pt x="649566" y="66557"/>
                </a:cubicBezTo>
                <a:cubicBezTo>
                  <a:pt x="646988" y="66873"/>
                  <a:pt x="644388" y="67234"/>
                  <a:pt x="641764" y="67641"/>
                </a:cubicBezTo>
                <a:cubicBezTo>
                  <a:pt x="639143" y="68047"/>
                  <a:pt x="636792" y="68702"/>
                  <a:pt x="634712" y="69606"/>
                </a:cubicBezTo>
                <a:cubicBezTo>
                  <a:pt x="632633" y="70510"/>
                  <a:pt x="630937" y="71797"/>
                  <a:pt x="629625" y="73468"/>
                </a:cubicBezTo>
                <a:cubicBezTo>
                  <a:pt x="628314" y="75139"/>
                  <a:pt x="627658" y="77420"/>
                  <a:pt x="627658" y="80311"/>
                </a:cubicBezTo>
                <a:cubicBezTo>
                  <a:pt x="627658" y="82208"/>
                  <a:pt x="628043" y="83813"/>
                  <a:pt x="628811" y="85124"/>
                </a:cubicBezTo>
                <a:cubicBezTo>
                  <a:pt x="629580" y="86433"/>
                  <a:pt x="630575" y="87494"/>
                  <a:pt x="631796" y="88307"/>
                </a:cubicBezTo>
                <a:cubicBezTo>
                  <a:pt x="633017" y="89120"/>
                  <a:pt x="634441" y="89707"/>
                  <a:pt x="636068" y="90068"/>
                </a:cubicBezTo>
                <a:cubicBezTo>
                  <a:pt x="637696" y="90430"/>
                  <a:pt x="639414" y="90611"/>
                  <a:pt x="641222" y="90611"/>
                </a:cubicBezTo>
                <a:cubicBezTo>
                  <a:pt x="645021" y="90611"/>
                  <a:pt x="648277" y="90091"/>
                  <a:pt x="650990" y="89052"/>
                </a:cubicBezTo>
                <a:cubicBezTo>
                  <a:pt x="653703" y="88013"/>
                  <a:pt x="655918" y="86704"/>
                  <a:pt x="657636" y="85124"/>
                </a:cubicBezTo>
                <a:cubicBezTo>
                  <a:pt x="659354" y="83542"/>
                  <a:pt x="660620" y="81826"/>
                  <a:pt x="661434" y="79974"/>
                </a:cubicBezTo>
                <a:cubicBezTo>
                  <a:pt x="662249" y="78120"/>
                  <a:pt x="662656" y="76381"/>
                  <a:pt x="662656" y="74756"/>
                </a:cubicBezTo>
                <a:lnTo>
                  <a:pt x="662656" y="62966"/>
                </a:lnTo>
                <a:close/>
                <a:moveTo>
                  <a:pt x="708099" y="29011"/>
                </a:moveTo>
                <a:lnTo>
                  <a:pt x="708099" y="8081"/>
                </a:lnTo>
                <a:lnTo>
                  <a:pt x="696568" y="8081"/>
                </a:lnTo>
                <a:lnTo>
                  <a:pt x="696568" y="29011"/>
                </a:lnTo>
                <a:lnTo>
                  <a:pt x="684631" y="29011"/>
                </a:lnTo>
                <a:lnTo>
                  <a:pt x="684631" y="39212"/>
                </a:lnTo>
                <a:lnTo>
                  <a:pt x="696568" y="39212"/>
                </a:lnTo>
                <a:lnTo>
                  <a:pt x="696568" y="83880"/>
                </a:lnTo>
                <a:cubicBezTo>
                  <a:pt x="696568" y="87138"/>
                  <a:pt x="696885" y="89762"/>
                  <a:pt x="697518" y="91753"/>
                </a:cubicBezTo>
                <a:cubicBezTo>
                  <a:pt x="698151" y="93745"/>
                  <a:pt x="699124" y="95284"/>
                  <a:pt x="700434" y="96371"/>
                </a:cubicBezTo>
                <a:cubicBezTo>
                  <a:pt x="701745" y="97457"/>
                  <a:pt x="703463" y="98204"/>
                  <a:pt x="705588" y="98611"/>
                </a:cubicBezTo>
                <a:cubicBezTo>
                  <a:pt x="707714" y="99018"/>
                  <a:pt x="710268" y="99221"/>
                  <a:pt x="713253" y="99221"/>
                </a:cubicBezTo>
                <a:lnTo>
                  <a:pt x="722071" y="99221"/>
                </a:lnTo>
                <a:lnTo>
                  <a:pt x="722071" y="89021"/>
                </a:lnTo>
                <a:lnTo>
                  <a:pt x="716780" y="89021"/>
                </a:lnTo>
                <a:cubicBezTo>
                  <a:pt x="714971" y="89021"/>
                  <a:pt x="713502" y="88954"/>
                  <a:pt x="712371" y="88818"/>
                </a:cubicBezTo>
                <a:cubicBezTo>
                  <a:pt x="711241" y="88682"/>
                  <a:pt x="710359" y="88388"/>
                  <a:pt x="709726" y="87937"/>
                </a:cubicBezTo>
                <a:cubicBezTo>
                  <a:pt x="709094" y="87484"/>
                  <a:pt x="708665" y="86851"/>
                  <a:pt x="708439" y="86036"/>
                </a:cubicBezTo>
                <a:cubicBezTo>
                  <a:pt x="708212" y="85221"/>
                  <a:pt x="708099" y="84135"/>
                  <a:pt x="708099" y="82778"/>
                </a:cubicBezTo>
                <a:lnTo>
                  <a:pt x="708099" y="39212"/>
                </a:lnTo>
                <a:lnTo>
                  <a:pt x="722071" y="39212"/>
                </a:lnTo>
                <a:lnTo>
                  <a:pt x="722071" y="29011"/>
                </a:lnTo>
                <a:lnTo>
                  <a:pt x="708099" y="29011"/>
                </a:lnTo>
                <a:close/>
                <a:moveTo>
                  <a:pt x="783521" y="57493"/>
                </a:moveTo>
                <a:lnTo>
                  <a:pt x="743233" y="57493"/>
                </a:lnTo>
                <a:cubicBezTo>
                  <a:pt x="743413" y="54770"/>
                  <a:pt x="744001" y="52207"/>
                  <a:pt x="744996" y="49803"/>
                </a:cubicBezTo>
                <a:cubicBezTo>
                  <a:pt x="745991" y="47398"/>
                  <a:pt x="747348" y="45288"/>
                  <a:pt x="749066" y="43474"/>
                </a:cubicBezTo>
                <a:cubicBezTo>
                  <a:pt x="750784" y="41659"/>
                  <a:pt x="752841" y="40230"/>
                  <a:pt x="755238" y="39187"/>
                </a:cubicBezTo>
                <a:cubicBezTo>
                  <a:pt x="757635" y="38144"/>
                  <a:pt x="760325" y="37622"/>
                  <a:pt x="763308" y="37622"/>
                </a:cubicBezTo>
                <a:cubicBezTo>
                  <a:pt x="766202" y="37622"/>
                  <a:pt x="768847" y="38144"/>
                  <a:pt x="771244" y="39187"/>
                </a:cubicBezTo>
                <a:cubicBezTo>
                  <a:pt x="773641" y="40230"/>
                  <a:pt x="775721" y="41637"/>
                  <a:pt x="777485" y="43407"/>
                </a:cubicBezTo>
                <a:cubicBezTo>
                  <a:pt x="779248" y="45176"/>
                  <a:pt x="780650" y="47286"/>
                  <a:pt x="781689" y="49735"/>
                </a:cubicBezTo>
                <a:cubicBezTo>
                  <a:pt x="782729" y="52184"/>
                  <a:pt x="783340" y="54770"/>
                  <a:pt x="783521" y="57493"/>
                </a:cubicBezTo>
                <a:moveTo>
                  <a:pt x="794644" y="76966"/>
                </a:moveTo>
                <a:lnTo>
                  <a:pt x="783250" y="76966"/>
                </a:lnTo>
                <a:cubicBezTo>
                  <a:pt x="782255" y="81560"/>
                  <a:pt x="780197" y="84983"/>
                  <a:pt x="777077" y="87235"/>
                </a:cubicBezTo>
                <a:cubicBezTo>
                  <a:pt x="773957" y="89485"/>
                  <a:pt x="769955" y="90611"/>
                  <a:pt x="765072" y="90611"/>
                </a:cubicBezTo>
                <a:cubicBezTo>
                  <a:pt x="761274" y="90611"/>
                  <a:pt x="757974" y="89982"/>
                  <a:pt x="755170" y="88723"/>
                </a:cubicBezTo>
                <a:cubicBezTo>
                  <a:pt x="752367" y="87465"/>
                  <a:pt x="750061" y="85780"/>
                  <a:pt x="748252" y="83668"/>
                </a:cubicBezTo>
                <a:cubicBezTo>
                  <a:pt x="746443" y="81556"/>
                  <a:pt x="745131" y="79129"/>
                  <a:pt x="744317" y="76389"/>
                </a:cubicBezTo>
                <a:cubicBezTo>
                  <a:pt x="743503" y="73647"/>
                  <a:pt x="743142" y="70748"/>
                  <a:pt x="743233" y="67693"/>
                </a:cubicBezTo>
                <a:lnTo>
                  <a:pt x="795729" y="67693"/>
                </a:lnTo>
                <a:cubicBezTo>
                  <a:pt x="795910" y="63431"/>
                  <a:pt x="795525" y="58941"/>
                  <a:pt x="794576" y="54224"/>
                </a:cubicBezTo>
                <a:cubicBezTo>
                  <a:pt x="793627" y="49508"/>
                  <a:pt x="791908" y="45154"/>
                  <a:pt x="789420" y="41164"/>
                </a:cubicBezTo>
                <a:cubicBezTo>
                  <a:pt x="786933" y="37173"/>
                  <a:pt x="783632" y="33885"/>
                  <a:pt x="779518" y="31301"/>
                </a:cubicBezTo>
                <a:cubicBezTo>
                  <a:pt x="775403" y="28715"/>
                  <a:pt x="770225" y="27422"/>
                  <a:pt x="763985" y="27422"/>
                </a:cubicBezTo>
                <a:cubicBezTo>
                  <a:pt x="759193" y="27422"/>
                  <a:pt x="754784" y="28326"/>
                  <a:pt x="750759" y="30135"/>
                </a:cubicBezTo>
                <a:cubicBezTo>
                  <a:pt x="746735" y="31944"/>
                  <a:pt x="743253" y="34477"/>
                  <a:pt x="740314" y="37734"/>
                </a:cubicBezTo>
                <a:cubicBezTo>
                  <a:pt x="737375" y="40989"/>
                  <a:pt x="735091" y="44833"/>
                  <a:pt x="733463" y="49265"/>
                </a:cubicBezTo>
                <a:cubicBezTo>
                  <a:pt x="731836" y="53696"/>
                  <a:pt x="731022" y="58579"/>
                  <a:pt x="731022" y="63914"/>
                </a:cubicBezTo>
                <a:cubicBezTo>
                  <a:pt x="731203" y="69250"/>
                  <a:pt x="731995" y="74179"/>
                  <a:pt x="733397" y="78701"/>
                </a:cubicBezTo>
                <a:cubicBezTo>
                  <a:pt x="734799" y="83223"/>
                  <a:pt x="736901" y="87112"/>
                  <a:pt x="739704" y="90369"/>
                </a:cubicBezTo>
                <a:cubicBezTo>
                  <a:pt x="742508" y="93624"/>
                  <a:pt x="745967" y="96156"/>
                  <a:pt x="750082" y="97965"/>
                </a:cubicBezTo>
                <a:cubicBezTo>
                  <a:pt x="754197" y="99774"/>
                  <a:pt x="759058" y="100679"/>
                  <a:pt x="764664" y="100679"/>
                </a:cubicBezTo>
                <a:cubicBezTo>
                  <a:pt x="772623" y="100679"/>
                  <a:pt x="779226" y="98692"/>
                  <a:pt x="784471" y="94717"/>
                </a:cubicBezTo>
                <a:cubicBezTo>
                  <a:pt x="789716" y="90742"/>
                  <a:pt x="793107" y="84825"/>
                  <a:pt x="794644" y="76966"/>
                </a:cubicBezTo>
                <a:close/>
                <a:moveTo>
                  <a:pt x="807260" y="29051"/>
                </a:moveTo>
                <a:lnTo>
                  <a:pt x="807260" y="99221"/>
                </a:lnTo>
                <a:lnTo>
                  <a:pt x="818789" y="99221"/>
                </a:lnTo>
                <a:lnTo>
                  <a:pt x="818789" y="67989"/>
                </a:lnTo>
                <a:cubicBezTo>
                  <a:pt x="818789" y="63463"/>
                  <a:pt x="819241" y="59458"/>
                  <a:pt x="820145" y="55974"/>
                </a:cubicBezTo>
                <a:cubicBezTo>
                  <a:pt x="821050" y="52488"/>
                  <a:pt x="822498" y="49523"/>
                  <a:pt x="824487" y="47079"/>
                </a:cubicBezTo>
                <a:cubicBezTo>
                  <a:pt x="826477" y="44634"/>
                  <a:pt x="829100" y="42778"/>
                  <a:pt x="832355" y="41511"/>
                </a:cubicBezTo>
                <a:cubicBezTo>
                  <a:pt x="835610" y="40243"/>
                  <a:pt x="839544" y="39609"/>
                  <a:pt x="844155" y="39609"/>
                </a:cubicBezTo>
                <a:lnTo>
                  <a:pt x="844155" y="27422"/>
                </a:lnTo>
                <a:cubicBezTo>
                  <a:pt x="837917" y="27241"/>
                  <a:pt x="832762" y="28508"/>
                  <a:pt x="828691" y="31222"/>
                </a:cubicBezTo>
                <a:cubicBezTo>
                  <a:pt x="824622" y="33936"/>
                  <a:pt x="821186" y="38144"/>
                  <a:pt x="818383" y="43844"/>
                </a:cubicBezTo>
                <a:lnTo>
                  <a:pt x="818112" y="43844"/>
                </a:lnTo>
                <a:lnTo>
                  <a:pt x="818112" y="29051"/>
                </a:lnTo>
                <a:lnTo>
                  <a:pt x="807260" y="290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6BE44D-03BF-4304-852F-A6894578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6682" y="2330688"/>
            <a:ext cx="1094308" cy="284904"/>
          </a:xfrm>
          <a:custGeom xmlns:a="http://schemas.openxmlformats.org/drawingml/2006/main">
            <a:pathLst>
              <a:path w="1094308" h="284904">
                <a:moveTo>
                  <a:pt x="45217" y="0"/>
                </a:moveTo>
                <a:lnTo>
                  <a:pt x="1049091" y="0"/>
                </a:lnTo>
                <a:cubicBezTo>
                  <a:pt x="1074063" y="0"/>
                  <a:pt x="1094308" y="20245"/>
                  <a:pt x="1094308" y="45217"/>
                </a:cubicBezTo>
                <a:lnTo>
                  <a:pt x="1094308" y="239687"/>
                </a:lnTo>
                <a:cubicBezTo>
                  <a:pt x="1094308" y="264659"/>
                  <a:pt x="1074063" y="284904"/>
                  <a:pt x="1049091" y="284904"/>
                </a:cubicBezTo>
                <a:lnTo>
                  <a:pt x="45217" y="284904"/>
                </a:lnTo>
                <a:cubicBezTo>
                  <a:pt x="20245" y="284904"/>
                  <a:pt x="0" y="264659"/>
                  <a:pt x="0" y="239687"/>
                </a:cubicBezTo>
                <a:lnTo>
                  <a:pt x="0" y="45217"/>
                </a:lnTo>
                <a:cubicBezTo>
                  <a:pt x="0" y="20245"/>
                  <a:pt x="20245" y="0"/>
                  <a:pt x="45217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81B295-2933-497F-8992-264FA66E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6686" y="2330688"/>
            <a:ext cx="1094309" cy="284904"/>
          </a:xfrm>
          <a:custGeom xmlns:a="http://schemas.openxmlformats.org/drawingml/2006/main">
            <a:pathLst>
              <a:path w="1094309" h="284904" fill="none">
                <a:moveTo>
                  <a:pt x="45217" y="0"/>
                </a:moveTo>
                <a:lnTo>
                  <a:pt x="1049091" y="0"/>
                </a:lnTo>
                <a:cubicBezTo>
                  <a:pt x="1074059" y="0"/>
                  <a:pt x="1094309" y="20245"/>
                  <a:pt x="1094309" y="45217"/>
                </a:cubicBezTo>
                <a:lnTo>
                  <a:pt x="1094309" y="239687"/>
                </a:lnTo>
                <a:cubicBezTo>
                  <a:pt x="1094309" y="264658"/>
                  <a:pt x="1074059" y="284904"/>
                  <a:pt x="1049091" y="284904"/>
                </a:cubicBezTo>
                <a:lnTo>
                  <a:pt x="45217" y="284904"/>
                </a:lnTo>
                <a:cubicBezTo>
                  <a:pt x="20239" y="284904"/>
                  <a:pt x="0" y="264658"/>
                  <a:pt x="0" y="239687"/>
                </a:cubicBezTo>
                <a:lnTo>
                  <a:pt x="0" y="45217"/>
                </a:lnTo>
                <a:cubicBezTo>
                  <a:pt x="0" y="20245"/>
                  <a:pt x="20239" y="0"/>
                  <a:pt x="45217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043" cap="rnd">
            <a:solidFill>
              <a:srgbClr val="000000"/>
            </a:solidFill>
            <a:round/>
          </a:ln>
        </p:spPr>
      </p:sp>
      <p:sp>
        <p:nvSpPr>
          <p:cNvPr id="184" name="Text MACCombiner">
            <a:extLst xmlns:a="http://schemas.openxmlformats.org/drawingml/2006/main">
              <a:ext uri="{FF2B5EF4-FFF2-40B4-BE49-F238E27FC236}">
                <a16:creationId xmlns:a16="http://schemas.microsoft.com/office/drawing/2014/main" id="{9EF67EFA-1118-4404-BF1C-11999CE1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6080" y="2421759"/>
            <a:ext cx="926361" cy="101341"/>
          </a:xfrm>
          <a:custGeom xmlns:a="http://schemas.openxmlformats.org/drawingml/2006/main">
            <a:pathLst>
              <a:path w="926361" h="101341">
                <a:moveTo>
                  <a:pt x="0" y="2384"/>
                </a:moveTo>
                <a:lnTo>
                  <a:pt x="0" y="99221"/>
                </a:lnTo>
                <a:lnTo>
                  <a:pt x="12208" y="99221"/>
                </a:lnTo>
                <a:lnTo>
                  <a:pt x="12208" y="18660"/>
                </a:lnTo>
                <a:lnTo>
                  <a:pt x="12479" y="18660"/>
                </a:lnTo>
                <a:lnTo>
                  <a:pt x="42730" y="99221"/>
                </a:lnTo>
                <a:lnTo>
                  <a:pt x="53717" y="99221"/>
                </a:lnTo>
                <a:lnTo>
                  <a:pt x="83969" y="18660"/>
                </a:lnTo>
                <a:lnTo>
                  <a:pt x="84240" y="18660"/>
                </a:lnTo>
                <a:lnTo>
                  <a:pt x="84240" y="99221"/>
                </a:lnTo>
                <a:lnTo>
                  <a:pt x="96448" y="99221"/>
                </a:lnTo>
                <a:lnTo>
                  <a:pt x="96448" y="2384"/>
                </a:lnTo>
                <a:lnTo>
                  <a:pt x="78813" y="2384"/>
                </a:lnTo>
                <a:lnTo>
                  <a:pt x="48156" y="83760"/>
                </a:lnTo>
                <a:lnTo>
                  <a:pt x="17635" y="2384"/>
                </a:lnTo>
                <a:lnTo>
                  <a:pt x="0" y="2384"/>
                </a:lnTo>
                <a:close/>
                <a:moveTo>
                  <a:pt x="134567" y="59215"/>
                </a:moveTo>
                <a:lnTo>
                  <a:pt x="150981" y="14048"/>
                </a:lnTo>
                <a:lnTo>
                  <a:pt x="151252" y="14048"/>
                </a:lnTo>
                <a:lnTo>
                  <a:pt x="167393" y="59215"/>
                </a:lnTo>
                <a:lnTo>
                  <a:pt x="134567" y="59215"/>
                </a:lnTo>
                <a:moveTo>
                  <a:pt x="144198" y="2384"/>
                </a:moveTo>
                <a:lnTo>
                  <a:pt x="106487" y="99221"/>
                </a:lnTo>
                <a:lnTo>
                  <a:pt x="119645" y="99221"/>
                </a:lnTo>
                <a:lnTo>
                  <a:pt x="130497" y="70078"/>
                </a:lnTo>
                <a:lnTo>
                  <a:pt x="171464" y="70078"/>
                </a:lnTo>
                <a:lnTo>
                  <a:pt x="182044" y="99221"/>
                </a:lnTo>
                <a:lnTo>
                  <a:pt x="196288" y="99221"/>
                </a:lnTo>
                <a:lnTo>
                  <a:pt x="158441" y="2384"/>
                </a:lnTo>
                <a:lnTo>
                  <a:pt x="144198" y="2384"/>
                </a:lnTo>
                <a:close/>
                <a:moveTo>
                  <a:pt x="273880" y="31483"/>
                </a:moveTo>
                <a:lnTo>
                  <a:pt x="286767" y="31483"/>
                </a:lnTo>
                <a:cubicBezTo>
                  <a:pt x="286044" y="26327"/>
                  <a:pt x="284507" y="21783"/>
                  <a:pt x="282155" y="17849"/>
                </a:cubicBezTo>
                <a:cubicBezTo>
                  <a:pt x="279804" y="13914"/>
                  <a:pt x="276865" y="10635"/>
                  <a:pt x="273338" y="8010"/>
                </a:cubicBezTo>
                <a:cubicBezTo>
                  <a:pt x="269811" y="5386"/>
                  <a:pt x="265786" y="3395"/>
                  <a:pt x="261264" y="2037"/>
                </a:cubicBezTo>
                <a:cubicBezTo>
                  <a:pt x="256742" y="679"/>
                  <a:pt x="251949" y="0"/>
                  <a:pt x="246885" y="0"/>
                </a:cubicBezTo>
                <a:cubicBezTo>
                  <a:pt x="239469" y="0"/>
                  <a:pt x="232890" y="1334"/>
                  <a:pt x="227146" y="4003"/>
                </a:cubicBezTo>
                <a:cubicBezTo>
                  <a:pt x="221405" y="6671"/>
                  <a:pt x="216612" y="10311"/>
                  <a:pt x="212769" y="14924"/>
                </a:cubicBezTo>
                <a:cubicBezTo>
                  <a:pt x="208926" y="19535"/>
                  <a:pt x="206009" y="24939"/>
                  <a:pt x="204020" y="31135"/>
                </a:cubicBezTo>
                <a:cubicBezTo>
                  <a:pt x="202030" y="37331"/>
                  <a:pt x="201035" y="43956"/>
                  <a:pt x="201035" y="51010"/>
                </a:cubicBezTo>
                <a:cubicBezTo>
                  <a:pt x="201035" y="58064"/>
                  <a:pt x="201961" y="64666"/>
                  <a:pt x="203815" y="70817"/>
                </a:cubicBezTo>
                <a:cubicBezTo>
                  <a:pt x="205669" y="76967"/>
                  <a:pt x="208451" y="82303"/>
                  <a:pt x="212158" y="86825"/>
                </a:cubicBezTo>
                <a:cubicBezTo>
                  <a:pt x="215866" y="91347"/>
                  <a:pt x="220523" y="94897"/>
                  <a:pt x="226130" y="97474"/>
                </a:cubicBezTo>
                <a:cubicBezTo>
                  <a:pt x="231737" y="100052"/>
                  <a:pt x="238293" y="101341"/>
                  <a:pt x="245800" y="101341"/>
                </a:cubicBezTo>
                <a:cubicBezTo>
                  <a:pt x="258189" y="101341"/>
                  <a:pt x="267955" y="97948"/>
                  <a:pt x="275099" y="91161"/>
                </a:cubicBezTo>
                <a:cubicBezTo>
                  <a:pt x="282244" y="84374"/>
                  <a:pt x="286450" y="74876"/>
                  <a:pt x="287717" y="62667"/>
                </a:cubicBezTo>
                <a:lnTo>
                  <a:pt x="274830" y="62667"/>
                </a:lnTo>
                <a:cubicBezTo>
                  <a:pt x="274558" y="66646"/>
                  <a:pt x="273744" y="70354"/>
                  <a:pt x="272388" y="73791"/>
                </a:cubicBezTo>
                <a:cubicBezTo>
                  <a:pt x="271031" y="77227"/>
                  <a:pt x="269154" y="80189"/>
                  <a:pt x="266758" y="82677"/>
                </a:cubicBezTo>
                <a:cubicBezTo>
                  <a:pt x="264362" y="85164"/>
                  <a:pt x="261513" y="87108"/>
                  <a:pt x="258211" y="88510"/>
                </a:cubicBezTo>
                <a:cubicBezTo>
                  <a:pt x="254910" y="89910"/>
                  <a:pt x="251135" y="90611"/>
                  <a:pt x="246885" y="90611"/>
                </a:cubicBezTo>
                <a:cubicBezTo>
                  <a:pt x="241097" y="90611"/>
                  <a:pt x="236123" y="89526"/>
                  <a:pt x="231963" y="87357"/>
                </a:cubicBezTo>
                <a:cubicBezTo>
                  <a:pt x="227804" y="85186"/>
                  <a:pt x="224390" y="82270"/>
                  <a:pt x="221721" y="78608"/>
                </a:cubicBezTo>
                <a:cubicBezTo>
                  <a:pt x="219054" y="74945"/>
                  <a:pt x="217087" y="70650"/>
                  <a:pt x="215820" y="65723"/>
                </a:cubicBezTo>
                <a:cubicBezTo>
                  <a:pt x="214555" y="60795"/>
                  <a:pt x="213922" y="55573"/>
                  <a:pt x="213922" y="50058"/>
                </a:cubicBezTo>
                <a:cubicBezTo>
                  <a:pt x="213922" y="44995"/>
                  <a:pt x="214555" y="40113"/>
                  <a:pt x="215820" y="35411"/>
                </a:cubicBezTo>
                <a:cubicBezTo>
                  <a:pt x="217087" y="30710"/>
                  <a:pt x="219054" y="26528"/>
                  <a:pt x="221721" y="22866"/>
                </a:cubicBezTo>
                <a:cubicBezTo>
                  <a:pt x="224390" y="19204"/>
                  <a:pt x="227781" y="16288"/>
                  <a:pt x="231895" y="14119"/>
                </a:cubicBezTo>
                <a:cubicBezTo>
                  <a:pt x="236010" y="11948"/>
                  <a:pt x="240961" y="10863"/>
                  <a:pt x="246750" y="10863"/>
                </a:cubicBezTo>
                <a:cubicBezTo>
                  <a:pt x="253532" y="10863"/>
                  <a:pt x="259387" y="12581"/>
                  <a:pt x="264315" y="16019"/>
                </a:cubicBezTo>
                <a:cubicBezTo>
                  <a:pt x="269244" y="19455"/>
                  <a:pt x="272432" y="24609"/>
                  <a:pt x="273880" y="31483"/>
                </a:cubicBezTo>
                <a:close/>
                <a:moveTo>
                  <a:pt x="409531" y="31483"/>
                </a:moveTo>
                <a:lnTo>
                  <a:pt x="422418" y="31483"/>
                </a:lnTo>
                <a:cubicBezTo>
                  <a:pt x="421695" y="26327"/>
                  <a:pt x="420158" y="21783"/>
                  <a:pt x="417806" y="17849"/>
                </a:cubicBezTo>
                <a:cubicBezTo>
                  <a:pt x="415455" y="13914"/>
                  <a:pt x="412516" y="10635"/>
                  <a:pt x="408989" y="8010"/>
                </a:cubicBezTo>
                <a:cubicBezTo>
                  <a:pt x="405462" y="5386"/>
                  <a:pt x="401437" y="3395"/>
                  <a:pt x="396915" y="2037"/>
                </a:cubicBezTo>
                <a:cubicBezTo>
                  <a:pt x="392393" y="679"/>
                  <a:pt x="387600" y="0"/>
                  <a:pt x="382536" y="0"/>
                </a:cubicBezTo>
                <a:cubicBezTo>
                  <a:pt x="375120" y="0"/>
                  <a:pt x="368541" y="1334"/>
                  <a:pt x="362797" y="4003"/>
                </a:cubicBezTo>
                <a:cubicBezTo>
                  <a:pt x="357055" y="6671"/>
                  <a:pt x="352263" y="10311"/>
                  <a:pt x="348420" y="14924"/>
                </a:cubicBezTo>
                <a:cubicBezTo>
                  <a:pt x="344577" y="19535"/>
                  <a:pt x="341660" y="24939"/>
                  <a:pt x="339671" y="31135"/>
                </a:cubicBezTo>
                <a:cubicBezTo>
                  <a:pt x="337681" y="37331"/>
                  <a:pt x="336686" y="43956"/>
                  <a:pt x="336686" y="51010"/>
                </a:cubicBezTo>
                <a:cubicBezTo>
                  <a:pt x="336686" y="58064"/>
                  <a:pt x="337612" y="64666"/>
                  <a:pt x="339466" y="70817"/>
                </a:cubicBezTo>
                <a:cubicBezTo>
                  <a:pt x="341320" y="76967"/>
                  <a:pt x="344102" y="82303"/>
                  <a:pt x="347809" y="86825"/>
                </a:cubicBezTo>
                <a:cubicBezTo>
                  <a:pt x="351517" y="91347"/>
                  <a:pt x="356174" y="94897"/>
                  <a:pt x="361781" y="97474"/>
                </a:cubicBezTo>
                <a:cubicBezTo>
                  <a:pt x="367388" y="100052"/>
                  <a:pt x="373944" y="101341"/>
                  <a:pt x="381451" y="101341"/>
                </a:cubicBezTo>
                <a:cubicBezTo>
                  <a:pt x="393840" y="101341"/>
                  <a:pt x="403606" y="97948"/>
                  <a:pt x="410750" y="91161"/>
                </a:cubicBezTo>
                <a:cubicBezTo>
                  <a:pt x="417895" y="84374"/>
                  <a:pt x="422101" y="74876"/>
                  <a:pt x="423368" y="62667"/>
                </a:cubicBezTo>
                <a:lnTo>
                  <a:pt x="410481" y="62667"/>
                </a:lnTo>
                <a:cubicBezTo>
                  <a:pt x="410209" y="66646"/>
                  <a:pt x="409395" y="70354"/>
                  <a:pt x="408039" y="73791"/>
                </a:cubicBezTo>
                <a:cubicBezTo>
                  <a:pt x="406682" y="77227"/>
                  <a:pt x="404805" y="80189"/>
                  <a:pt x="402408" y="82677"/>
                </a:cubicBezTo>
                <a:cubicBezTo>
                  <a:pt x="400013" y="85164"/>
                  <a:pt x="397164" y="87108"/>
                  <a:pt x="393862" y="88510"/>
                </a:cubicBezTo>
                <a:cubicBezTo>
                  <a:pt x="390561" y="89910"/>
                  <a:pt x="386786" y="90611"/>
                  <a:pt x="382536" y="90611"/>
                </a:cubicBezTo>
                <a:cubicBezTo>
                  <a:pt x="376748" y="90611"/>
                  <a:pt x="371774" y="89526"/>
                  <a:pt x="367614" y="87357"/>
                </a:cubicBezTo>
                <a:cubicBezTo>
                  <a:pt x="363455" y="85186"/>
                  <a:pt x="360041" y="82270"/>
                  <a:pt x="357372" y="78608"/>
                </a:cubicBezTo>
                <a:cubicBezTo>
                  <a:pt x="354705" y="74945"/>
                  <a:pt x="352738" y="70650"/>
                  <a:pt x="351471" y="65723"/>
                </a:cubicBezTo>
                <a:cubicBezTo>
                  <a:pt x="350206" y="60795"/>
                  <a:pt x="349573" y="55573"/>
                  <a:pt x="349573" y="50058"/>
                </a:cubicBezTo>
                <a:cubicBezTo>
                  <a:pt x="349573" y="44995"/>
                  <a:pt x="350206" y="40113"/>
                  <a:pt x="351471" y="35411"/>
                </a:cubicBezTo>
                <a:cubicBezTo>
                  <a:pt x="352738" y="30710"/>
                  <a:pt x="354705" y="26528"/>
                  <a:pt x="357372" y="22866"/>
                </a:cubicBezTo>
                <a:cubicBezTo>
                  <a:pt x="360041" y="19204"/>
                  <a:pt x="363432" y="16288"/>
                  <a:pt x="367546" y="14119"/>
                </a:cubicBezTo>
                <a:cubicBezTo>
                  <a:pt x="371660" y="11948"/>
                  <a:pt x="376612" y="10863"/>
                  <a:pt x="382401" y="10863"/>
                </a:cubicBezTo>
                <a:cubicBezTo>
                  <a:pt x="389183" y="10863"/>
                  <a:pt x="395038" y="12581"/>
                  <a:pt x="399966" y="16019"/>
                </a:cubicBezTo>
                <a:cubicBezTo>
                  <a:pt x="404895" y="19455"/>
                  <a:pt x="408083" y="24609"/>
                  <a:pt x="409531" y="31483"/>
                </a:cubicBezTo>
                <a:close/>
                <a:moveTo>
                  <a:pt x="445886" y="64185"/>
                </a:moveTo>
                <a:cubicBezTo>
                  <a:pt x="445886" y="59937"/>
                  <a:pt x="446452" y="56165"/>
                  <a:pt x="447582" y="52869"/>
                </a:cubicBezTo>
                <a:cubicBezTo>
                  <a:pt x="448712" y="49571"/>
                  <a:pt x="450272" y="46792"/>
                  <a:pt x="452262" y="44533"/>
                </a:cubicBezTo>
                <a:cubicBezTo>
                  <a:pt x="454252" y="42274"/>
                  <a:pt x="456580" y="40558"/>
                  <a:pt x="459248" y="39383"/>
                </a:cubicBezTo>
                <a:cubicBezTo>
                  <a:pt x="461915" y="38209"/>
                  <a:pt x="464741" y="37622"/>
                  <a:pt x="467726" y="37622"/>
                </a:cubicBezTo>
                <a:cubicBezTo>
                  <a:pt x="470710" y="37622"/>
                  <a:pt x="473537" y="38209"/>
                  <a:pt x="476204" y="39383"/>
                </a:cubicBezTo>
                <a:cubicBezTo>
                  <a:pt x="478871" y="40558"/>
                  <a:pt x="481200" y="42274"/>
                  <a:pt x="483190" y="44533"/>
                </a:cubicBezTo>
                <a:cubicBezTo>
                  <a:pt x="485180" y="46792"/>
                  <a:pt x="486740" y="49571"/>
                  <a:pt x="487870" y="52869"/>
                </a:cubicBezTo>
                <a:cubicBezTo>
                  <a:pt x="489000" y="56165"/>
                  <a:pt x="489565" y="59937"/>
                  <a:pt x="489565" y="64185"/>
                </a:cubicBezTo>
                <a:cubicBezTo>
                  <a:pt x="489565" y="68431"/>
                  <a:pt x="489000" y="72203"/>
                  <a:pt x="487870" y="75501"/>
                </a:cubicBezTo>
                <a:cubicBezTo>
                  <a:pt x="486740" y="78799"/>
                  <a:pt x="485180" y="81554"/>
                  <a:pt x="483190" y="83768"/>
                </a:cubicBezTo>
                <a:cubicBezTo>
                  <a:pt x="481200" y="85981"/>
                  <a:pt x="478871" y="87675"/>
                  <a:pt x="476204" y="88849"/>
                </a:cubicBezTo>
                <a:cubicBezTo>
                  <a:pt x="473537" y="90024"/>
                  <a:pt x="470710" y="90611"/>
                  <a:pt x="467726" y="90611"/>
                </a:cubicBezTo>
                <a:cubicBezTo>
                  <a:pt x="464741" y="90611"/>
                  <a:pt x="461915" y="90024"/>
                  <a:pt x="459248" y="88849"/>
                </a:cubicBezTo>
                <a:cubicBezTo>
                  <a:pt x="456580" y="87675"/>
                  <a:pt x="454252" y="85981"/>
                  <a:pt x="452262" y="83768"/>
                </a:cubicBezTo>
                <a:cubicBezTo>
                  <a:pt x="450272" y="81554"/>
                  <a:pt x="448712" y="78799"/>
                  <a:pt x="447582" y="75501"/>
                </a:cubicBezTo>
                <a:cubicBezTo>
                  <a:pt x="446452" y="72203"/>
                  <a:pt x="445886" y="68431"/>
                  <a:pt x="445886" y="64185"/>
                </a:cubicBezTo>
                <a:moveTo>
                  <a:pt x="433676" y="64187"/>
                </a:moveTo>
                <a:cubicBezTo>
                  <a:pt x="433676" y="69341"/>
                  <a:pt x="434399" y="74134"/>
                  <a:pt x="435846" y="78566"/>
                </a:cubicBezTo>
                <a:cubicBezTo>
                  <a:pt x="437293" y="82997"/>
                  <a:pt x="439464" y="86864"/>
                  <a:pt x="442357" y="90166"/>
                </a:cubicBezTo>
                <a:cubicBezTo>
                  <a:pt x="445251" y="93467"/>
                  <a:pt x="448823" y="96044"/>
                  <a:pt x="453073" y="97899"/>
                </a:cubicBezTo>
                <a:cubicBezTo>
                  <a:pt x="457325" y="99752"/>
                  <a:pt x="462209" y="100679"/>
                  <a:pt x="467726" y="100679"/>
                </a:cubicBezTo>
                <a:cubicBezTo>
                  <a:pt x="473332" y="100679"/>
                  <a:pt x="478238" y="99752"/>
                  <a:pt x="482443" y="97899"/>
                </a:cubicBezTo>
                <a:cubicBezTo>
                  <a:pt x="486648" y="96044"/>
                  <a:pt x="490198" y="93467"/>
                  <a:pt x="493092" y="90166"/>
                </a:cubicBezTo>
                <a:cubicBezTo>
                  <a:pt x="495986" y="86864"/>
                  <a:pt x="498156" y="82997"/>
                  <a:pt x="499602" y="78566"/>
                </a:cubicBezTo>
                <a:cubicBezTo>
                  <a:pt x="501049" y="74134"/>
                  <a:pt x="501773" y="69341"/>
                  <a:pt x="501773" y="64187"/>
                </a:cubicBezTo>
                <a:cubicBezTo>
                  <a:pt x="501773" y="59031"/>
                  <a:pt x="501049" y="54216"/>
                  <a:pt x="499602" y="49739"/>
                </a:cubicBezTo>
                <a:cubicBezTo>
                  <a:pt x="498156" y="45261"/>
                  <a:pt x="495986" y="41372"/>
                  <a:pt x="493092" y="38071"/>
                </a:cubicBezTo>
                <a:cubicBezTo>
                  <a:pt x="490198" y="34770"/>
                  <a:pt x="486648" y="32171"/>
                  <a:pt x="482443" y="30272"/>
                </a:cubicBezTo>
                <a:cubicBezTo>
                  <a:pt x="478238" y="28372"/>
                  <a:pt x="473332" y="27422"/>
                  <a:pt x="467726" y="27422"/>
                </a:cubicBezTo>
                <a:cubicBezTo>
                  <a:pt x="462209" y="27422"/>
                  <a:pt x="457325" y="28372"/>
                  <a:pt x="453073" y="30272"/>
                </a:cubicBezTo>
                <a:cubicBezTo>
                  <a:pt x="448823" y="32171"/>
                  <a:pt x="445251" y="34770"/>
                  <a:pt x="442357" y="38071"/>
                </a:cubicBezTo>
                <a:cubicBezTo>
                  <a:pt x="439464" y="41372"/>
                  <a:pt x="437293" y="45261"/>
                  <a:pt x="435846" y="49739"/>
                </a:cubicBezTo>
                <a:cubicBezTo>
                  <a:pt x="434399" y="54216"/>
                  <a:pt x="433676" y="59031"/>
                  <a:pt x="433676" y="64187"/>
                </a:cubicBezTo>
                <a:close/>
                <a:moveTo>
                  <a:pt x="515338" y="29051"/>
                </a:moveTo>
                <a:lnTo>
                  <a:pt x="515338" y="99221"/>
                </a:lnTo>
                <a:lnTo>
                  <a:pt x="526869" y="99221"/>
                </a:lnTo>
                <a:lnTo>
                  <a:pt x="526869" y="55533"/>
                </a:lnTo>
                <a:cubicBezTo>
                  <a:pt x="526869" y="54175"/>
                  <a:pt x="527208" y="52479"/>
                  <a:pt x="527886" y="50445"/>
                </a:cubicBezTo>
                <a:cubicBezTo>
                  <a:pt x="528564" y="48410"/>
                  <a:pt x="529650" y="46442"/>
                  <a:pt x="531141" y="44544"/>
                </a:cubicBezTo>
                <a:cubicBezTo>
                  <a:pt x="532635" y="42644"/>
                  <a:pt x="534579" y="41015"/>
                  <a:pt x="536974" y="39659"/>
                </a:cubicBezTo>
                <a:cubicBezTo>
                  <a:pt x="539371" y="38301"/>
                  <a:pt x="542243" y="37622"/>
                  <a:pt x="545589" y="37622"/>
                </a:cubicBezTo>
                <a:cubicBezTo>
                  <a:pt x="548212" y="37622"/>
                  <a:pt x="550360" y="38006"/>
                  <a:pt x="552033" y="38775"/>
                </a:cubicBezTo>
                <a:cubicBezTo>
                  <a:pt x="553705" y="39544"/>
                  <a:pt x="555039" y="40629"/>
                  <a:pt x="556034" y="42031"/>
                </a:cubicBezTo>
                <a:cubicBezTo>
                  <a:pt x="557029" y="43433"/>
                  <a:pt x="557730" y="45084"/>
                  <a:pt x="558137" y="46984"/>
                </a:cubicBezTo>
                <a:cubicBezTo>
                  <a:pt x="558544" y="48884"/>
                  <a:pt x="558747" y="50964"/>
                  <a:pt x="558747" y="53225"/>
                </a:cubicBezTo>
                <a:lnTo>
                  <a:pt x="558747" y="99221"/>
                </a:lnTo>
                <a:lnTo>
                  <a:pt x="570277" y="99221"/>
                </a:lnTo>
                <a:lnTo>
                  <a:pt x="570277" y="55533"/>
                </a:lnTo>
                <a:cubicBezTo>
                  <a:pt x="570277" y="50105"/>
                  <a:pt x="571904" y="45764"/>
                  <a:pt x="575159" y="42507"/>
                </a:cubicBezTo>
                <a:cubicBezTo>
                  <a:pt x="578416" y="39250"/>
                  <a:pt x="582892" y="37622"/>
                  <a:pt x="588589" y="37622"/>
                </a:cubicBezTo>
                <a:cubicBezTo>
                  <a:pt x="591393" y="37622"/>
                  <a:pt x="593676" y="38029"/>
                  <a:pt x="595440" y="38843"/>
                </a:cubicBezTo>
                <a:cubicBezTo>
                  <a:pt x="597204" y="39657"/>
                  <a:pt x="598583" y="40765"/>
                  <a:pt x="599578" y="42167"/>
                </a:cubicBezTo>
                <a:cubicBezTo>
                  <a:pt x="600573" y="43569"/>
                  <a:pt x="601251" y="45221"/>
                  <a:pt x="601612" y="47121"/>
                </a:cubicBezTo>
                <a:cubicBezTo>
                  <a:pt x="601974" y="49019"/>
                  <a:pt x="602155" y="51054"/>
                  <a:pt x="602155" y="53225"/>
                </a:cubicBezTo>
                <a:lnTo>
                  <a:pt x="602155" y="99221"/>
                </a:lnTo>
                <a:lnTo>
                  <a:pt x="613686" y="99221"/>
                </a:lnTo>
                <a:lnTo>
                  <a:pt x="613686" y="47781"/>
                </a:lnTo>
                <a:cubicBezTo>
                  <a:pt x="613686" y="44161"/>
                  <a:pt x="613121" y="41062"/>
                  <a:pt x="611991" y="38483"/>
                </a:cubicBezTo>
                <a:cubicBezTo>
                  <a:pt x="610861" y="35904"/>
                  <a:pt x="609278" y="33800"/>
                  <a:pt x="607242" y="32172"/>
                </a:cubicBezTo>
                <a:cubicBezTo>
                  <a:pt x="605207" y="30544"/>
                  <a:pt x="602765" y="29345"/>
                  <a:pt x="599917" y="28577"/>
                </a:cubicBezTo>
                <a:cubicBezTo>
                  <a:pt x="597069" y="27807"/>
                  <a:pt x="593881" y="27422"/>
                  <a:pt x="590354" y="27422"/>
                </a:cubicBezTo>
                <a:cubicBezTo>
                  <a:pt x="585741" y="27422"/>
                  <a:pt x="581513" y="28462"/>
                  <a:pt x="577670" y="30543"/>
                </a:cubicBezTo>
                <a:cubicBezTo>
                  <a:pt x="573827" y="32623"/>
                  <a:pt x="570730" y="35562"/>
                  <a:pt x="568378" y="39361"/>
                </a:cubicBezTo>
                <a:cubicBezTo>
                  <a:pt x="566931" y="35019"/>
                  <a:pt x="564444" y="31944"/>
                  <a:pt x="560917" y="30135"/>
                </a:cubicBezTo>
                <a:cubicBezTo>
                  <a:pt x="557391" y="28326"/>
                  <a:pt x="553457" y="27422"/>
                  <a:pt x="549116" y="27422"/>
                </a:cubicBezTo>
                <a:cubicBezTo>
                  <a:pt x="539258" y="27422"/>
                  <a:pt x="531707" y="31403"/>
                  <a:pt x="526461" y="39365"/>
                </a:cubicBezTo>
                <a:lnTo>
                  <a:pt x="526190" y="39365"/>
                </a:lnTo>
                <a:lnTo>
                  <a:pt x="526190" y="29051"/>
                </a:lnTo>
                <a:lnTo>
                  <a:pt x="515338" y="29051"/>
                </a:lnTo>
                <a:close/>
                <a:moveTo>
                  <a:pt x="631456" y="2384"/>
                </a:moveTo>
                <a:lnTo>
                  <a:pt x="631456" y="99186"/>
                </a:lnTo>
                <a:lnTo>
                  <a:pt x="642986" y="99186"/>
                </a:lnTo>
                <a:lnTo>
                  <a:pt x="642986" y="89833"/>
                </a:lnTo>
                <a:lnTo>
                  <a:pt x="643259" y="89833"/>
                </a:lnTo>
                <a:cubicBezTo>
                  <a:pt x="644526" y="91911"/>
                  <a:pt x="646086" y="93651"/>
                  <a:pt x="647939" y="95053"/>
                </a:cubicBezTo>
                <a:cubicBezTo>
                  <a:pt x="649792" y="96453"/>
                  <a:pt x="651758" y="97561"/>
                  <a:pt x="653838" y="98375"/>
                </a:cubicBezTo>
                <a:cubicBezTo>
                  <a:pt x="655919" y="99188"/>
                  <a:pt x="658022" y="99775"/>
                  <a:pt x="660147" y="100136"/>
                </a:cubicBezTo>
                <a:cubicBezTo>
                  <a:pt x="662272" y="100498"/>
                  <a:pt x="664194" y="100679"/>
                  <a:pt x="665914" y="100679"/>
                </a:cubicBezTo>
                <a:cubicBezTo>
                  <a:pt x="671248" y="100679"/>
                  <a:pt x="675928" y="99729"/>
                  <a:pt x="679952" y="97831"/>
                </a:cubicBezTo>
                <a:cubicBezTo>
                  <a:pt x="683977" y="95930"/>
                  <a:pt x="687323" y="93330"/>
                  <a:pt x="689990" y="90029"/>
                </a:cubicBezTo>
                <a:cubicBezTo>
                  <a:pt x="692658" y="86728"/>
                  <a:pt x="694647" y="82863"/>
                  <a:pt x="695958" y="78432"/>
                </a:cubicBezTo>
                <a:cubicBezTo>
                  <a:pt x="697270" y="73999"/>
                  <a:pt x="697926" y="69296"/>
                  <a:pt x="697926" y="64321"/>
                </a:cubicBezTo>
                <a:cubicBezTo>
                  <a:pt x="697926" y="59347"/>
                  <a:pt x="697248" y="54644"/>
                  <a:pt x="695892" y="50213"/>
                </a:cubicBezTo>
                <a:cubicBezTo>
                  <a:pt x="694535" y="45781"/>
                  <a:pt x="692523" y="41869"/>
                  <a:pt x="689854" y="38479"/>
                </a:cubicBezTo>
                <a:cubicBezTo>
                  <a:pt x="687186" y="35087"/>
                  <a:pt x="683841" y="32396"/>
                  <a:pt x="679817" y="30406"/>
                </a:cubicBezTo>
                <a:cubicBezTo>
                  <a:pt x="675793" y="28417"/>
                  <a:pt x="671068" y="27422"/>
                  <a:pt x="665640" y="27422"/>
                </a:cubicBezTo>
                <a:cubicBezTo>
                  <a:pt x="660757" y="27422"/>
                  <a:pt x="656280" y="28303"/>
                  <a:pt x="652211" y="30067"/>
                </a:cubicBezTo>
                <a:cubicBezTo>
                  <a:pt x="648142" y="31831"/>
                  <a:pt x="645158" y="34657"/>
                  <a:pt x="643259" y="38545"/>
                </a:cubicBezTo>
                <a:lnTo>
                  <a:pt x="642986" y="38545"/>
                </a:lnTo>
                <a:lnTo>
                  <a:pt x="642986" y="2384"/>
                </a:lnTo>
                <a:lnTo>
                  <a:pt x="631456" y="2384"/>
                </a:lnTo>
                <a:moveTo>
                  <a:pt x="685716" y="63506"/>
                </a:moveTo>
                <a:cubicBezTo>
                  <a:pt x="685716" y="66939"/>
                  <a:pt x="685354" y="70282"/>
                  <a:pt x="684629" y="73534"/>
                </a:cubicBezTo>
                <a:cubicBezTo>
                  <a:pt x="683906" y="76787"/>
                  <a:pt x="682731" y="79678"/>
                  <a:pt x="681102" y="82209"/>
                </a:cubicBezTo>
                <a:cubicBezTo>
                  <a:pt x="679475" y="84739"/>
                  <a:pt x="677328" y="86771"/>
                  <a:pt x="674661" y="88307"/>
                </a:cubicBezTo>
                <a:cubicBezTo>
                  <a:pt x="671994" y="89843"/>
                  <a:pt x="668670" y="90611"/>
                  <a:pt x="664690" y="90611"/>
                </a:cubicBezTo>
                <a:cubicBezTo>
                  <a:pt x="660712" y="90611"/>
                  <a:pt x="657321" y="89866"/>
                  <a:pt x="654517" y="88375"/>
                </a:cubicBezTo>
                <a:cubicBezTo>
                  <a:pt x="651713" y="86884"/>
                  <a:pt x="649429" y="84919"/>
                  <a:pt x="647666" y="82480"/>
                </a:cubicBezTo>
                <a:cubicBezTo>
                  <a:pt x="645903" y="80041"/>
                  <a:pt x="644615" y="77217"/>
                  <a:pt x="643801" y="74010"/>
                </a:cubicBezTo>
                <a:cubicBezTo>
                  <a:pt x="642987" y="70802"/>
                  <a:pt x="642580" y="67481"/>
                  <a:pt x="642580" y="64048"/>
                </a:cubicBezTo>
                <a:cubicBezTo>
                  <a:pt x="642580" y="60796"/>
                  <a:pt x="642964" y="57589"/>
                  <a:pt x="643733" y="54427"/>
                </a:cubicBezTo>
                <a:cubicBezTo>
                  <a:pt x="644502" y="51265"/>
                  <a:pt x="645745" y="48441"/>
                  <a:pt x="647463" y="45957"/>
                </a:cubicBezTo>
                <a:cubicBezTo>
                  <a:pt x="649181" y="43472"/>
                  <a:pt x="651396" y="41462"/>
                  <a:pt x="654109" y="39926"/>
                </a:cubicBezTo>
                <a:cubicBezTo>
                  <a:pt x="656822" y="38390"/>
                  <a:pt x="660123" y="37622"/>
                  <a:pt x="664011" y="37622"/>
                </a:cubicBezTo>
                <a:cubicBezTo>
                  <a:pt x="667719" y="37622"/>
                  <a:pt x="670952" y="38345"/>
                  <a:pt x="673711" y="39791"/>
                </a:cubicBezTo>
                <a:cubicBezTo>
                  <a:pt x="676469" y="41236"/>
                  <a:pt x="678730" y="43178"/>
                  <a:pt x="680494" y="45618"/>
                </a:cubicBezTo>
                <a:cubicBezTo>
                  <a:pt x="682257" y="48058"/>
                  <a:pt x="683568" y="50836"/>
                  <a:pt x="684427" y="53953"/>
                </a:cubicBezTo>
                <a:cubicBezTo>
                  <a:pt x="685286" y="57069"/>
                  <a:pt x="685716" y="60253"/>
                  <a:pt x="685716" y="63506"/>
                </a:cubicBezTo>
                <a:close/>
                <a:moveTo>
                  <a:pt x="723700" y="16559"/>
                </a:moveTo>
                <a:lnTo>
                  <a:pt x="723700" y="2384"/>
                </a:lnTo>
                <a:lnTo>
                  <a:pt x="712169" y="2384"/>
                </a:lnTo>
                <a:lnTo>
                  <a:pt x="712169" y="16559"/>
                </a:lnTo>
                <a:lnTo>
                  <a:pt x="723700" y="16559"/>
                </a:lnTo>
                <a:moveTo>
                  <a:pt x="712169" y="29090"/>
                </a:moveTo>
                <a:lnTo>
                  <a:pt x="712169" y="99221"/>
                </a:lnTo>
                <a:lnTo>
                  <a:pt x="723700" y="99221"/>
                </a:lnTo>
                <a:lnTo>
                  <a:pt x="723700" y="29090"/>
                </a:lnTo>
                <a:lnTo>
                  <a:pt x="712169" y="29090"/>
                </a:lnTo>
                <a:close/>
                <a:moveTo>
                  <a:pt x="741605" y="29051"/>
                </a:moveTo>
                <a:lnTo>
                  <a:pt x="741605" y="99221"/>
                </a:lnTo>
                <a:lnTo>
                  <a:pt x="753136" y="99221"/>
                </a:lnTo>
                <a:lnTo>
                  <a:pt x="753136" y="59602"/>
                </a:lnTo>
                <a:cubicBezTo>
                  <a:pt x="753136" y="56436"/>
                  <a:pt x="753565" y="53519"/>
                  <a:pt x="754423" y="50851"/>
                </a:cubicBezTo>
                <a:cubicBezTo>
                  <a:pt x="755283" y="48182"/>
                  <a:pt x="756572" y="45853"/>
                  <a:pt x="758290" y="43863"/>
                </a:cubicBezTo>
                <a:cubicBezTo>
                  <a:pt x="760008" y="41873"/>
                  <a:pt x="762156" y="40336"/>
                  <a:pt x="764733" y="39251"/>
                </a:cubicBezTo>
                <a:cubicBezTo>
                  <a:pt x="767311" y="38165"/>
                  <a:pt x="770363" y="37622"/>
                  <a:pt x="773890" y="37622"/>
                </a:cubicBezTo>
                <a:cubicBezTo>
                  <a:pt x="778321" y="37622"/>
                  <a:pt x="781803" y="38889"/>
                  <a:pt x="784335" y="41422"/>
                </a:cubicBezTo>
                <a:cubicBezTo>
                  <a:pt x="786867" y="43954"/>
                  <a:pt x="788133" y="47391"/>
                  <a:pt x="788133" y="51732"/>
                </a:cubicBezTo>
                <a:lnTo>
                  <a:pt x="788133" y="99221"/>
                </a:lnTo>
                <a:lnTo>
                  <a:pt x="799664" y="99221"/>
                </a:lnTo>
                <a:lnTo>
                  <a:pt x="799664" y="53074"/>
                </a:lnTo>
                <a:cubicBezTo>
                  <a:pt x="799664" y="49273"/>
                  <a:pt x="799280" y="45813"/>
                  <a:pt x="798512" y="42691"/>
                </a:cubicBezTo>
                <a:cubicBezTo>
                  <a:pt x="797743" y="39570"/>
                  <a:pt x="796409" y="36878"/>
                  <a:pt x="794508" y="34617"/>
                </a:cubicBezTo>
                <a:cubicBezTo>
                  <a:pt x="792610" y="32354"/>
                  <a:pt x="790123" y="30589"/>
                  <a:pt x="787049" y="29322"/>
                </a:cubicBezTo>
                <a:cubicBezTo>
                  <a:pt x="783974" y="28055"/>
                  <a:pt x="780130" y="27422"/>
                  <a:pt x="775517" y="27422"/>
                </a:cubicBezTo>
                <a:cubicBezTo>
                  <a:pt x="765117" y="27422"/>
                  <a:pt x="757520" y="31675"/>
                  <a:pt x="752728" y="40180"/>
                </a:cubicBezTo>
                <a:lnTo>
                  <a:pt x="752457" y="40180"/>
                </a:lnTo>
                <a:lnTo>
                  <a:pt x="752457" y="29051"/>
                </a:lnTo>
                <a:lnTo>
                  <a:pt x="741605" y="29051"/>
                </a:lnTo>
                <a:close/>
                <a:moveTo>
                  <a:pt x="865727" y="57493"/>
                </a:moveTo>
                <a:lnTo>
                  <a:pt x="825439" y="57493"/>
                </a:lnTo>
                <a:cubicBezTo>
                  <a:pt x="825620" y="54770"/>
                  <a:pt x="826207" y="52207"/>
                  <a:pt x="827202" y="49803"/>
                </a:cubicBezTo>
                <a:cubicBezTo>
                  <a:pt x="828197" y="47398"/>
                  <a:pt x="829554" y="45288"/>
                  <a:pt x="831272" y="43474"/>
                </a:cubicBezTo>
                <a:cubicBezTo>
                  <a:pt x="832990" y="41659"/>
                  <a:pt x="835047" y="40230"/>
                  <a:pt x="837444" y="39187"/>
                </a:cubicBezTo>
                <a:cubicBezTo>
                  <a:pt x="839841" y="38144"/>
                  <a:pt x="842531" y="37622"/>
                  <a:pt x="845514" y="37622"/>
                </a:cubicBezTo>
                <a:cubicBezTo>
                  <a:pt x="848408" y="37622"/>
                  <a:pt x="851053" y="38144"/>
                  <a:pt x="853450" y="39187"/>
                </a:cubicBezTo>
                <a:cubicBezTo>
                  <a:pt x="855847" y="40230"/>
                  <a:pt x="857928" y="41637"/>
                  <a:pt x="859691" y="43407"/>
                </a:cubicBezTo>
                <a:cubicBezTo>
                  <a:pt x="861455" y="45176"/>
                  <a:pt x="862856" y="47286"/>
                  <a:pt x="863895" y="49735"/>
                </a:cubicBezTo>
                <a:cubicBezTo>
                  <a:pt x="864935" y="52184"/>
                  <a:pt x="865546" y="54770"/>
                  <a:pt x="865727" y="57493"/>
                </a:cubicBezTo>
                <a:moveTo>
                  <a:pt x="876850" y="76966"/>
                </a:moveTo>
                <a:lnTo>
                  <a:pt x="865456" y="76966"/>
                </a:lnTo>
                <a:cubicBezTo>
                  <a:pt x="864461" y="81560"/>
                  <a:pt x="862403" y="84983"/>
                  <a:pt x="859283" y="87235"/>
                </a:cubicBezTo>
                <a:cubicBezTo>
                  <a:pt x="856163" y="89485"/>
                  <a:pt x="852162" y="90611"/>
                  <a:pt x="847278" y="90611"/>
                </a:cubicBezTo>
                <a:cubicBezTo>
                  <a:pt x="843480" y="90611"/>
                  <a:pt x="840180" y="89982"/>
                  <a:pt x="837376" y="88723"/>
                </a:cubicBezTo>
                <a:cubicBezTo>
                  <a:pt x="834573" y="87465"/>
                  <a:pt x="832267" y="85780"/>
                  <a:pt x="830458" y="83668"/>
                </a:cubicBezTo>
                <a:cubicBezTo>
                  <a:pt x="828649" y="81556"/>
                  <a:pt x="827338" y="79129"/>
                  <a:pt x="826523" y="76389"/>
                </a:cubicBezTo>
                <a:cubicBezTo>
                  <a:pt x="825709" y="73647"/>
                  <a:pt x="825348" y="70748"/>
                  <a:pt x="825439" y="67693"/>
                </a:cubicBezTo>
                <a:lnTo>
                  <a:pt x="877935" y="67693"/>
                </a:lnTo>
                <a:cubicBezTo>
                  <a:pt x="878116" y="63431"/>
                  <a:pt x="877731" y="58941"/>
                  <a:pt x="876782" y="54224"/>
                </a:cubicBezTo>
                <a:cubicBezTo>
                  <a:pt x="875833" y="49508"/>
                  <a:pt x="874114" y="45154"/>
                  <a:pt x="871626" y="41164"/>
                </a:cubicBezTo>
                <a:cubicBezTo>
                  <a:pt x="869139" y="37173"/>
                  <a:pt x="865839" y="33885"/>
                  <a:pt x="861724" y="31301"/>
                </a:cubicBezTo>
                <a:cubicBezTo>
                  <a:pt x="857609" y="28715"/>
                  <a:pt x="852431" y="27422"/>
                  <a:pt x="846191" y="27422"/>
                </a:cubicBezTo>
                <a:cubicBezTo>
                  <a:pt x="841399" y="27422"/>
                  <a:pt x="836990" y="28326"/>
                  <a:pt x="832965" y="30135"/>
                </a:cubicBezTo>
                <a:cubicBezTo>
                  <a:pt x="828941" y="31944"/>
                  <a:pt x="825459" y="34477"/>
                  <a:pt x="822520" y="37734"/>
                </a:cubicBezTo>
                <a:cubicBezTo>
                  <a:pt x="819581" y="40989"/>
                  <a:pt x="817297" y="44833"/>
                  <a:pt x="815669" y="49265"/>
                </a:cubicBezTo>
                <a:cubicBezTo>
                  <a:pt x="814042" y="53696"/>
                  <a:pt x="813229" y="58579"/>
                  <a:pt x="813229" y="63914"/>
                </a:cubicBezTo>
                <a:cubicBezTo>
                  <a:pt x="813409" y="69250"/>
                  <a:pt x="814201" y="74179"/>
                  <a:pt x="815603" y="78701"/>
                </a:cubicBezTo>
                <a:cubicBezTo>
                  <a:pt x="817005" y="83223"/>
                  <a:pt x="819107" y="87112"/>
                  <a:pt x="821910" y="90369"/>
                </a:cubicBezTo>
                <a:cubicBezTo>
                  <a:pt x="824714" y="93624"/>
                  <a:pt x="828173" y="96156"/>
                  <a:pt x="832288" y="97965"/>
                </a:cubicBezTo>
                <a:cubicBezTo>
                  <a:pt x="836403" y="99774"/>
                  <a:pt x="841264" y="100679"/>
                  <a:pt x="846870" y="100679"/>
                </a:cubicBezTo>
                <a:cubicBezTo>
                  <a:pt x="854830" y="100679"/>
                  <a:pt x="861432" y="98692"/>
                  <a:pt x="866677" y="94717"/>
                </a:cubicBezTo>
                <a:cubicBezTo>
                  <a:pt x="871922" y="90742"/>
                  <a:pt x="875313" y="84825"/>
                  <a:pt x="876850" y="76966"/>
                </a:cubicBezTo>
                <a:close/>
                <a:moveTo>
                  <a:pt x="889466" y="29051"/>
                </a:moveTo>
                <a:lnTo>
                  <a:pt x="889466" y="99221"/>
                </a:lnTo>
                <a:lnTo>
                  <a:pt x="900995" y="99221"/>
                </a:lnTo>
                <a:lnTo>
                  <a:pt x="900995" y="67989"/>
                </a:lnTo>
                <a:cubicBezTo>
                  <a:pt x="900995" y="63463"/>
                  <a:pt x="901447" y="59458"/>
                  <a:pt x="902351" y="55974"/>
                </a:cubicBezTo>
                <a:cubicBezTo>
                  <a:pt x="903256" y="52488"/>
                  <a:pt x="904704" y="49523"/>
                  <a:pt x="906693" y="47079"/>
                </a:cubicBezTo>
                <a:cubicBezTo>
                  <a:pt x="908683" y="44634"/>
                  <a:pt x="911306" y="42778"/>
                  <a:pt x="914561" y="41511"/>
                </a:cubicBezTo>
                <a:cubicBezTo>
                  <a:pt x="917816" y="40243"/>
                  <a:pt x="921750" y="39609"/>
                  <a:pt x="926361" y="39609"/>
                </a:cubicBezTo>
                <a:lnTo>
                  <a:pt x="926361" y="27422"/>
                </a:lnTo>
                <a:cubicBezTo>
                  <a:pt x="920123" y="27241"/>
                  <a:pt x="914968" y="28508"/>
                  <a:pt x="910897" y="31222"/>
                </a:cubicBezTo>
                <a:cubicBezTo>
                  <a:pt x="906828" y="33936"/>
                  <a:pt x="903392" y="38144"/>
                  <a:pt x="900589" y="43844"/>
                </a:cubicBezTo>
                <a:lnTo>
                  <a:pt x="900318" y="43844"/>
                </a:lnTo>
                <a:lnTo>
                  <a:pt x="900318" y="29051"/>
                </a:lnTo>
                <a:lnTo>
                  <a:pt x="889466" y="290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c292a20d634739"/>
          <a:stretch xmlns:a="http://schemas.openxmlformats.org/drawingml/2006/main"/>
        </p:blipFill>
        <p:spPr>
          <a:xfrm xmlns:a="http://schemas.openxmlformats.org/drawingml/2006/main">
            <a:off x="2420753" y="1422812"/>
            <a:ext cx="1483120" cy="1483120"/>
          </a:xfrm>
          <a:prstGeom xmlns:a="http://schemas.openxmlformats.org/drawingml/2006/main" prst="rect">
            <a:avLst/>
          </a:prstGeom>
        </p:spPr>
      </p:pic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BCDA58-C6C4-4078-ADB8-DAC5B613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3019" y="1431856"/>
            <a:ext cx="1423638" cy="1420024"/>
          </a:xfrm>
          <a:custGeom xmlns:a="http://schemas.openxmlformats.org/drawingml/2006/main">
            <a:pathLst>
              <a:path w="1423638" h="1420024">
                <a:moveTo>
                  <a:pt x="46898" y="495"/>
                </a:moveTo>
                <a:lnTo>
                  <a:pt x="43325" y="1102"/>
                </a:lnTo>
                <a:lnTo>
                  <a:pt x="39836" y="1938"/>
                </a:lnTo>
                <a:lnTo>
                  <a:pt x="36438" y="2995"/>
                </a:lnTo>
                <a:lnTo>
                  <a:pt x="33140" y="4264"/>
                </a:lnTo>
                <a:lnTo>
                  <a:pt x="29949" y="5738"/>
                </a:lnTo>
                <a:lnTo>
                  <a:pt x="26874" y="7408"/>
                </a:lnTo>
                <a:lnTo>
                  <a:pt x="23923" y="9267"/>
                </a:lnTo>
                <a:lnTo>
                  <a:pt x="21104" y="11306"/>
                </a:lnTo>
                <a:lnTo>
                  <a:pt x="18424" y="13517"/>
                </a:lnTo>
                <a:lnTo>
                  <a:pt x="15893" y="15893"/>
                </a:lnTo>
                <a:lnTo>
                  <a:pt x="13517" y="18424"/>
                </a:lnTo>
                <a:lnTo>
                  <a:pt x="11306" y="21104"/>
                </a:lnTo>
                <a:lnTo>
                  <a:pt x="9267" y="23923"/>
                </a:lnTo>
                <a:lnTo>
                  <a:pt x="7408" y="26874"/>
                </a:lnTo>
                <a:lnTo>
                  <a:pt x="5738" y="29949"/>
                </a:lnTo>
                <a:lnTo>
                  <a:pt x="4264" y="33140"/>
                </a:lnTo>
                <a:lnTo>
                  <a:pt x="2995" y="36438"/>
                </a:lnTo>
                <a:lnTo>
                  <a:pt x="1938" y="39836"/>
                </a:lnTo>
                <a:lnTo>
                  <a:pt x="1102" y="43325"/>
                </a:lnTo>
                <a:lnTo>
                  <a:pt x="495" y="46898"/>
                </a:lnTo>
                <a:lnTo>
                  <a:pt x="125" y="50545"/>
                </a:lnTo>
                <a:lnTo>
                  <a:pt x="0" y="54260"/>
                </a:lnTo>
                <a:lnTo>
                  <a:pt x="0" y="1365764"/>
                </a:lnTo>
                <a:lnTo>
                  <a:pt x="125" y="1369479"/>
                </a:lnTo>
                <a:lnTo>
                  <a:pt x="495" y="1373127"/>
                </a:lnTo>
                <a:lnTo>
                  <a:pt x="1102" y="1376699"/>
                </a:lnTo>
                <a:lnTo>
                  <a:pt x="1938" y="1380188"/>
                </a:lnTo>
                <a:lnTo>
                  <a:pt x="2995" y="1383586"/>
                </a:lnTo>
                <a:lnTo>
                  <a:pt x="4264" y="1386884"/>
                </a:lnTo>
                <a:lnTo>
                  <a:pt x="5738" y="1390075"/>
                </a:lnTo>
                <a:lnTo>
                  <a:pt x="7408" y="1393150"/>
                </a:lnTo>
                <a:lnTo>
                  <a:pt x="9267" y="1396101"/>
                </a:lnTo>
                <a:lnTo>
                  <a:pt x="11306" y="1398921"/>
                </a:lnTo>
                <a:lnTo>
                  <a:pt x="13517" y="1401600"/>
                </a:lnTo>
                <a:lnTo>
                  <a:pt x="15893" y="1404132"/>
                </a:lnTo>
                <a:lnTo>
                  <a:pt x="18424" y="1406507"/>
                </a:lnTo>
                <a:lnTo>
                  <a:pt x="21104" y="1408718"/>
                </a:lnTo>
                <a:lnTo>
                  <a:pt x="23923" y="1410757"/>
                </a:lnTo>
                <a:lnTo>
                  <a:pt x="26874" y="1412616"/>
                </a:lnTo>
                <a:lnTo>
                  <a:pt x="29949" y="1414286"/>
                </a:lnTo>
                <a:lnTo>
                  <a:pt x="33140" y="1415760"/>
                </a:lnTo>
                <a:lnTo>
                  <a:pt x="36438" y="1417029"/>
                </a:lnTo>
                <a:lnTo>
                  <a:pt x="39836" y="1418086"/>
                </a:lnTo>
                <a:lnTo>
                  <a:pt x="43325" y="1418922"/>
                </a:lnTo>
                <a:lnTo>
                  <a:pt x="46898" y="1419529"/>
                </a:lnTo>
                <a:lnTo>
                  <a:pt x="50545" y="1419899"/>
                </a:lnTo>
                <a:lnTo>
                  <a:pt x="54260" y="1420024"/>
                </a:lnTo>
                <a:lnTo>
                  <a:pt x="1369378" y="1420024"/>
                </a:lnTo>
                <a:lnTo>
                  <a:pt x="1373093" y="1419899"/>
                </a:lnTo>
                <a:lnTo>
                  <a:pt x="1376740" y="1419529"/>
                </a:lnTo>
                <a:lnTo>
                  <a:pt x="1380313" y="1418922"/>
                </a:lnTo>
                <a:lnTo>
                  <a:pt x="1383802" y="1418086"/>
                </a:lnTo>
                <a:lnTo>
                  <a:pt x="1387200" y="1417029"/>
                </a:lnTo>
                <a:lnTo>
                  <a:pt x="1390498" y="1415760"/>
                </a:lnTo>
                <a:lnTo>
                  <a:pt x="1393689" y="1414286"/>
                </a:lnTo>
                <a:lnTo>
                  <a:pt x="1396764" y="1412616"/>
                </a:lnTo>
                <a:lnTo>
                  <a:pt x="1399715" y="1410757"/>
                </a:lnTo>
                <a:lnTo>
                  <a:pt x="1402535" y="1408718"/>
                </a:lnTo>
                <a:lnTo>
                  <a:pt x="1405214" y="1406507"/>
                </a:lnTo>
                <a:lnTo>
                  <a:pt x="1407745" y="1404132"/>
                </a:lnTo>
                <a:lnTo>
                  <a:pt x="1410121" y="1401600"/>
                </a:lnTo>
                <a:lnTo>
                  <a:pt x="1412332" y="1398921"/>
                </a:lnTo>
                <a:lnTo>
                  <a:pt x="1414371" y="1396101"/>
                </a:lnTo>
                <a:lnTo>
                  <a:pt x="1416230" y="1393150"/>
                </a:lnTo>
                <a:lnTo>
                  <a:pt x="1417900" y="1390075"/>
                </a:lnTo>
                <a:lnTo>
                  <a:pt x="1419374" y="1386884"/>
                </a:lnTo>
                <a:lnTo>
                  <a:pt x="1420643" y="1383586"/>
                </a:lnTo>
                <a:lnTo>
                  <a:pt x="1421700" y="1380188"/>
                </a:lnTo>
                <a:lnTo>
                  <a:pt x="1422536" y="1376699"/>
                </a:lnTo>
                <a:lnTo>
                  <a:pt x="1423143" y="1373127"/>
                </a:lnTo>
                <a:lnTo>
                  <a:pt x="1423513" y="1369479"/>
                </a:lnTo>
                <a:lnTo>
                  <a:pt x="1423638" y="1365764"/>
                </a:lnTo>
                <a:lnTo>
                  <a:pt x="1423638" y="54260"/>
                </a:lnTo>
                <a:lnTo>
                  <a:pt x="1423513" y="50545"/>
                </a:lnTo>
                <a:lnTo>
                  <a:pt x="1423143" y="46898"/>
                </a:lnTo>
                <a:lnTo>
                  <a:pt x="1422536" y="43325"/>
                </a:lnTo>
                <a:lnTo>
                  <a:pt x="1421700" y="39836"/>
                </a:lnTo>
                <a:lnTo>
                  <a:pt x="1420643" y="36438"/>
                </a:lnTo>
                <a:lnTo>
                  <a:pt x="1419374" y="33140"/>
                </a:lnTo>
                <a:lnTo>
                  <a:pt x="1417900" y="29949"/>
                </a:lnTo>
                <a:lnTo>
                  <a:pt x="1416230" y="26874"/>
                </a:lnTo>
                <a:lnTo>
                  <a:pt x="1414371" y="23923"/>
                </a:lnTo>
                <a:lnTo>
                  <a:pt x="1412332" y="21104"/>
                </a:lnTo>
                <a:lnTo>
                  <a:pt x="1410121" y="18424"/>
                </a:lnTo>
                <a:lnTo>
                  <a:pt x="1407745" y="15893"/>
                </a:lnTo>
                <a:lnTo>
                  <a:pt x="1405214" y="13517"/>
                </a:lnTo>
                <a:lnTo>
                  <a:pt x="1402535" y="11306"/>
                </a:lnTo>
                <a:lnTo>
                  <a:pt x="1399715" y="9267"/>
                </a:lnTo>
                <a:lnTo>
                  <a:pt x="1396764" y="7408"/>
                </a:lnTo>
                <a:lnTo>
                  <a:pt x="1393689" y="5738"/>
                </a:lnTo>
                <a:lnTo>
                  <a:pt x="1390498" y="4264"/>
                </a:lnTo>
                <a:lnTo>
                  <a:pt x="1387200" y="2995"/>
                </a:lnTo>
                <a:lnTo>
                  <a:pt x="1383802" y="1938"/>
                </a:lnTo>
                <a:lnTo>
                  <a:pt x="1380313" y="1102"/>
                </a:lnTo>
                <a:lnTo>
                  <a:pt x="1376740" y="495"/>
                </a:lnTo>
                <a:lnTo>
                  <a:pt x="1373093" y="125"/>
                </a:lnTo>
                <a:lnTo>
                  <a:pt x="1369378" y="0"/>
                </a:lnTo>
                <a:lnTo>
                  <a:pt x="54260" y="0"/>
                </a:lnTo>
                <a:lnTo>
                  <a:pt x="50545" y="125"/>
                </a:lnTo>
                <a:lnTo>
                  <a:pt x="46898" y="49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C0E32323-6773-404C-A529-C61013BA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3019" y="1431856"/>
            <a:ext cx="1423638" cy="1420024"/>
          </a:xfrm>
          <a:custGeom xmlns:a="http://schemas.openxmlformats.org/drawingml/2006/main">
            <a:pathLst>
              <a:path w="1423638" h="1420024">
                <a:moveTo>
                  <a:pt x="36438" y="2995"/>
                </a:moveTo>
                <a:lnTo>
                  <a:pt x="39836" y="1938"/>
                </a:lnTo>
                <a:lnTo>
                  <a:pt x="43325" y="1102"/>
                </a:lnTo>
                <a:lnTo>
                  <a:pt x="46898" y="495"/>
                </a:lnTo>
                <a:lnTo>
                  <a:pt x="50545" y="125"/>
                </a:lnTo>
                <a:lnTo>
                  <a:pt x="54260" y="0"/>
                </a:lnTo>
                <a:lnTo>
                  <a:pt x="1369378" y="0"/>
                </a:lnTo>
                <a:lnTo>
                  <a:pt x="1373093" y="125"/>
                </a:lnTo>
                <a:lnTo>
                  <a:pt x="1376740" y="495"/>
                </a:lnTo>
                <a:lnTo>
                  <a:pt x="1380313" y="1102"/>
                </a:lnTo>
                <a:lnTo>
                  <a:pt x="1383802" y="1938"/>
                </a:lnTo>
                <a:lnTo>
                  <a:pt x="1387200" y="2995"/>
                </a:lnTo>
                <a:lnTo>
                  <a:pt x="1390498" y="4264"/>
                </a:lnTo>
                <a:lnTo>
                  <a:pt x="1393689" y="5738"/>
                </a:lnTo>
                <a:lnTo>
                  <a:pt x="1396764" y="7408"/>
                </a:lnTo>
                <a:lnTo>
                  <a:pt x="1399715" y="9267"/>
                </a:lnTo>
                <a:lnTo>
                  <a:pt x="1402535" y="11306"/>
                </a:lnTo>
                <a:lnTo>
                  <a:pt x="1405214" y="13517"/>
                </a:lnTo>
                <a:lnTo>
                  <a:pt x="1407745" y="15893"/>
                </a:lnTo>
                <a:lnTo>
                  <a:pt x="1410121" y="18424"/>
                </a:lnTo>
                <a:lnTo>
                  <a:pt x="1412332" y="21104"/>
                </a:lnTo>
                <a:lnTo>
                  <a:pt x="1414371" y="23923"/>
                </a:lnTo>
                <a:lnTo>
                  <a:pt x="1416230" y="26874"/>
                </a:lnTo>
                <a:lnTo>
                  <a:pt x="1417900" y="29949"/>
                </a:lnTo>
                <a:lnTo>
                  <a:pt x="1419374" y="33140"/>
                </a:lnTo>
                <a:lnTo>
                  <a:pt x="1420643" y="36438"/>
                </a:lnTo>
                <a:lnTo>
                  <a:pt x="1421700" y="39836"/>
                </a:lnTo>
                <a:lnTo>
                  <a:pt x="1422536" y="43325"/>
                </a:lnTo>
                <a:lnTo>
                  <a:pt x="1423143" y="46898"/>
                </a:lnTo>
                <a:lnTo>
                  <a:pt x="1423513" y="50545"/>
                </a:lnTo>
                <a:lnTo>
                  <a:pt x="1423638" y="54260"/>
                </a:lnTo>
                <a:lnTo>
                  <a:pt x="1423638" y="1365764"/>
                </a:lnTo>
                <a:lnTo>
                  <a:pt x="1423513" y="1369479"/>
                </a:lnTo>
                <a:lnTo>
                  <a:pt x="1423143" y="1373127"/>
                </a:lnTo>
                <a:lnTo>
                  <a:pt x="1422536" y="1376699"/>
                </a:lnTo>
                <a:lnTo>
                  <a:pt x="1421700" y="1380188"/>
                </a:lnTo>
                <a:lnTo>
                  <a:pt x="1420643" y="1383586"/>
                </a:lnTo>
                <a:lnTo>
                  <a:pt x="1419374" y="1386884"/>
                </a:lnTo>
                <a:lnTo>
                  <a:pt x="1417900" y="1390075"/>
                </a:lnTo>
                <a:lnTo>
                  <a:pt x="1416230" y="1393150"/>
                </a:lnTo>
                <a:lnTo>
                  <a:pt x="1414371" y="1396101"/>
                </a:lnTo>
                <a:lnTo>
                  <a:pt x="1412332" y="1398921"/>
                </a:lnTo>
                <a:lnTo>
                  <a:pt x="1410121" y="1401600"/>
                </a:lnTo>
                <a:lnTo>
                  <a:pt x="1407745" y="1404132"/>
                </a:lnTo>
                <a:lnTo>
                  <a:pt x="1405214" y="1406507"/>
                </a:lnTo>
                <a:lnTo>
                  <a:pt x="1402535" y="1408718"/>
                </a:lnTo>
                <a:lnTo>
                  <a:pt x="1399715" y="1410757"/>
                </a:lnTo>
                <a:lnTo>
                  <a:pt x="1396764" y="1412616"/>
                </a:lnTo>
                <a:lnTo>
                  <a:pt x="1393689" y="1414286"/>
                </a:lnTo>
                <a:lnTo>
                  <a:pt x="1390498" y="1415760"/>
                </a:lnTo>
                <a:lnTo>
                  <a:pt x="1387200" y="1417029"/>
                </a:lnTo>
                <a:lnTo>
                  <a:pt x="1383802" y="1418086"/>
                </a:lnTo>
                <a:lnTo>
                  <a:pt x="1380313" y="1418922"/>
                </a:lnTo>
                <a:lnTo>
                  <a:pt x="1376740" y="1419529"/>
                </a:lnTo>
                <a:lnTo>
                  <a:pt x="1373093" y="1419899"/>
                </a:lnTo>
                <a:lnTo>
                  <a:pt x="1369378" y="1420024"/>
                </a:lnTo>
                <a:lnTo>
                  <a:pt x="54260" y="1420024"/>
                </a:lnTo>
                <a:lnTo>
                  <a:pt x="50545" y="1419899"/>
                </a:lnTo>
                <a:lnTo>
                  <a:pt x="46898" y="1419529"/>
                </a:lnTo>
                <a:lnTo>
                  <a:pt x="43325" y="1418922"/>
                </a:lnTo>
                <a:lnTo>
                  <a:pt x="39836" y="1418086"/>
                </a:lnTo>
                <a:lnTo>
                  <a:pt x="36438" y="1417029"/>
                </a:lnTo>
                <a:lnTo>
                  <a:pt x="33140" y="1415760"/>
                </a:lnTo>
                <a:lnTo>
                  <a:pt x="29949" y="1414286"/>
                </a:lnTo>
                <a:lnTo>
                  <a:pt x="26874" y="1412616"/>
                </a:lnTo>
                <a:lnTo>
                  <a:pt x="23923" y="1410757"/>
                </a:lnTo>
                <a:lnTo>
                  <a:pt x="21104" y="1408718"/>
                </a:lnTo>
                <a:lnTo>
                  <a:pt x="18424" y="1406507"/>
                </a:lnTo>
                <a:lnTo>
                  <a:pt x="15893" y="1404132"/>
                </a:lnTo>
                <a:lnTo>
                  <a:pt x="13517" y="1401600"/>
                </a:lnTo>
                <a:lnTo>
                  <a:pt x="11306" y="1398921"/>
                </a:lnTo>
                <a:lnTo>
                  <a:pt x="9267" y="1396101"/>
                </a:lnTo>
                <a:lnTo>
                  <a:pt x="7408" y="1393150"/>
                </a:lnTo>
                <a:lnTo>
                  <a:pt x="5738" y="1390075"/>
                </a:lnTo>
                <a:lnTo>
                  <a:pt x="4264" y="1386884"/>
                </a:lnTo>
                <a:lnTo>
                  <a:pt x="2995" y="1383586"/>
                </a:lnTo>
                <a:lnTo>
                  <a:pt x="1938" y="1380188"/>
                </a:lnTo>
                <a:lnTo>
                  <a:pt x="1102" y="1376699"/>
                </a:lnTo>
                <a:lnTo>
                  <a:pt x="495" y="1373127"/>
                </a:lnTo>
                <a:lnTo>
                  <a:pt x="125" y="1369479"/>
                </a:lnTo>
                <a:lnTo>
                  <a:pt x="0" y="1365764"/>
                </a:lnTo>
                <a:lnTo>
                  <a:pt x="0" y="54260"/>
                </a:lnTo>
                <a:lnTo>
                  <a:pt x="125" y="50545"/>
                </a:lnTo>
                <a:lnTo>
                  <a:pt x="495" y="46898"/>
                </a:lnTo>
                <a:lnTo>
                  <a:pt x="1102" y="43325"/>
                </a:lnTo>
                <a:lnTo>
                  <a:pt x="1938" y="39836"/>
                </a:lnTo>
                <a:lnTo>
                  <a:pt x="2995" y="36438"/>
                </a:lnTo>
                <a:lnTo>
                  <a:pt x="4264" y="33140"/>
                </a:lnTo>
                <a:lnTo>
                  <a:pt x="5738" y="29949"/>
                </a:lnTo>
                <a:lnTo>
                  <a:pt x="7408" y="26874"/>
                </a:lnTo>
                <a:lnTo>
                  <a:pt x="9267" y="23923"/>
                </a:lnTo>
                <a:lnTo>
                  <a:pt x="11306" y="21104"/>
                </a:lnTo>
                <a:lnTo>
                  <a:pt x="13517" y="18424"/>
                </a:lnTo>
                <a:lnTo>
                  <a:pt x="15893" y="15893"/>
                </a:lnTo>
                <a:lnTo>
                  <a:pt x="18424" y="13517"/>
                </a:lnTo>
                <a:lnTo>
                  <a:pt x="21104" y="11306"/>
                </a:lnTo>
                <a:lnTo>
                  <a:pt x="23923" y="9267"/>
                </a:lnTo>
                <a:lnTo>
                  <a:pt x="26874" y="7408"/>
                </a:lnTo>
                <a:lnTo>
                  <a:pt x="29949" y="5738"/>
                </a:lnTo>
                <a:lnTo>
                  <a:pt x="33140" y="4264"/>
                </a:lnTo>
                <a:lnTo>
                  <a:pt x="36438" y="2995"/>
                </a:lnTo>
                <a:close/>
                <a:moveTo>
                  <a:pt x="1369149" y="13565"/>
                </a:moveTo>
                <a:lnTo>
                  <a:pt x="54489" y="13565"/>
                </a:lnTo>
                <a:lnTo>
                  <a:pt x="51459" y="13667"/>
                </a:lnTo>
                <a:lnTo>
                  <a:pt x="48720" y="13945"/>
                </a:lnTo>
                <a:lnTo>
                  <a:pt x="46044" y="14399"/>
                </a:lnTo>
                <a:lnTo>
                  <a:pt x="43434" y="15025"/>
                </a:lnTo>
                <a:lnTo>
                  <a:pt x="40893" y="15815"/>
                </a:lnTo>
                <a:lnTo>
                  <a:pt x="38425" y="16764"/>
                </a:lnTo>
                <a:lnTo>
                  <a:pt x="36037" y="17868"/>
                </a:lnTo>
                <a:lnTo>
                  <a:pt x="33733" y="19119"/>
                </a:lnTo>
                <a:lnTo>
                  <a:pt x="31520" y="20513"/>
                </a:lnTo>
                <a:lnTo>
                  <a:pt x="29403" y="22043"/>
                </a:lnTo>
                <a:lnTo>
                  <a:pt x="27391" y="23704"/>
                </a:lnTo>
                <a:lnTo>
                  <a:pt x="25489" y="25489"/>
                </a:lnTo>
                <a:lnTo>
                  <a:pt x="23704" y="27391"/>
                </a:lnTo>
                <a:lnTo>
                  <a:pt x="22044" y="29403"/>
                </a:lnTo>
                <a:lnTo>
                  <a:pt x="20513" y="31519"/>
                </a:lnTo>
                <a:lnTo>
                  <a:pt x="19119" y="33733"/>
                </a:lnTo>
                <a:lnTo>
                  <a:pt x="17868" y="36037"/>
                </a:lnTo>
                <a:lnTo>
                  <a:pt x="16765" y="38425"/>
                </a:lnTo>
                <a:lnTo>
                  <a:pt x="15815" y="40892"/>
                </a:lnTo>
                <a:lnTo>
                  <a:pt x="15025" y="43433"/>
                </a:lnTo>
                <a:lnTo>
                  <a:pt x="14400" y="46044"/>
                </a:lnTo>
                <a:lnTo>
                  <a:pt x="13945" y="48720"/>
                </a:lnTo>
                <a:lnTo>
                  <a:pt x="13667" y="51459"/>
                </a:lnTo>
                <a:lnTo>
                  <a:pt x="13565" y="54488"/>
                </a:lnTo>
                <a:lnTo>
                  <a:pt x="13565" y="1365535"/>
                </a:lnTo>
                <a:lnTo>
                  <a:pt x="13667" y="1368564"/>
                </a:lnTo>
                <a:lnTo>
                  <a:pt x="13945" y="1371303"/>
                </a:lnTo>
                <a:lnTo>
                  <a:pt x="14400" y="1373979"/>
                </a:lnTo>
                <a:lnTo>
                  <a:pt x="15025" y="1376590"/>
                </a:lnTo>
                <a:lnTo>
                  <a:pt x="15815" y="1379131"/>
                </a:lnTo>
                <a:lnTo>
                  <a:pt x="16765" y="1381598"/>
                </a:lnTo>
                <a:lnTo>
                  <a:pt x="17868" y="1383987"/>
                </a:lnTo>
                <a:lnTo>
                  <a:pt x="19119" y="1386290"/>
                </a:lnTo>
                <a:lnTo>
                  <a:pt x="20513" y="1388504"/>
                </a:lnTo>
                <a:lnTo>
                  <a:pt x="22044" y="1390620"/>
                </a:lnTo>
                <a:lnTo>
                  <a:pt x="23704" y="1392632"/>
                </a:lnTo>
                <a:lnTo>
                  <a:pt x="25489" y="1394534"/>
                </a:lnTo>
                <a:lnTo>
                  <a:pt x="27391" y="1396319"/>
                </a:lnTo>
                <a:lnTo>
                  <a:pt x="29403" y="1397980"/>
                </a:lnTo>
                <a:lnTo>
                  <a:pt x="31520" y="1399510"/>
                </a:lnTo>
                <a:lnTo>
                  <a:pt x="33733" y="1400904"/>
                </a:lnTo>
                <a:lnTo>
                  <a:pt x="36037" y="1402156"/>
                </a:lnTo>
                <a:lnTo>
                  <a:pt x="38425" y="1403259"/>
                </a:lnTo>
                <a:lnTo>
                  <a:pt x="40893" y="1404208"/>
                </a:lnTo>
                <a:lnTo>
                  <a:pt x="43434" y="1404999"/>
                </a:lnTo>
                <a:lnTo>
                  <a:pt x="46044" y="1405624"/>
                </a:lnTo>
                <a:lnTo>
                  <a:pt x="48720" y="1406079"/>
                </a:lnTo>
                <a:lnTo>
                  <a:pt x="51459" y="1406357"/>
                </a:lnTo>
                <a:lnTo>
                  <a:pt x="54489" y="1406459"/>
                </a:lnTo>
                <a:lnTo>
                  <a:pt x="1369149" y="1406459"/>
                </a:lnTo>
                <a:lnTo>
                  <a:pt x="1372178" y="1406357"/>
                </a:lnTo>
                <a:lnTo>
                  <a:pt x="1374917" y="1406079"/>
                </a:lnTo>
                <a:lnTo>
                  <a:pt x="1377593" y="1405624"/>
                </a:lnTo>
                <a:lnTo>
                  <a:pt x="1380204" y="1404999"/>
                </a:lnTo>
                <a:lnTo>
                  <a:pt x="1382745" y="1404208"/>
                </a:lnTo>
                <a:lnTo>
                  <a:pt x="1385212" y="1403259"/>
                </a:lnTo>
                <a:lnTo>
                  <a:pt x="1387601" y="1402156"/>
                </a:lnTo>
                <a:lnTo>
                  <a:pt x="1389904" y="1400904"/>
                </a:lnTo>
                <a:lnTo>
                  <a:pt x="1392118" y="1399510"/>
                </a:lnTo>
                <a:lnTo>
                  <a:pt x="1394234" y="1397980"/>
                </a:lnTo>
                <a:lnTo>
                  <a:pt x="1396246" y="1396319"/>
                </a:lnTo>
                <a:lnTo>
                  <a:pt x="1398148" y="1394534"/>
                </a:lnTo>
                <a:lnTo>
                  <a:pt x="1399933" y="1392632"/>
                </a:lnTo>
                <a:lnTo>
                  <a:pt x="1401594" y="1390620"/>
                </a:lnTo>
                <a:lnTo>
                  <a:pt x="1403124" y="1388504"/>
                </a:lnTo>
                <a:lnTo>
                  <a:pt x="1404518" y="1386290"/>
                </a:lnTo>
                <a:lnTo>
                  <a:pt x="1405770" y="1383987"/>
                </a:lnTo>
                <a:lnTo>
                  <a:pt x="1406873" y="1381598"/>
                </a:lnTo>
                <a:lnTo>
                  <a:pt x="1407822" y="1379131"/>
                </a:lnTo>
                <a:lnTo>
                  <a:pt x="1408613" y="1376590"/>
                </a:lnTo>
                <a:lnTo>
                  <a:pt x="1409238" y="1373979"/>
                </a:lnTo>
                <a:lnTo>
                  <a:pt x="1409693" y="1371303"/>
                </a:lnTo>
                <a:lnTo>
                  <a:pt x="1409971" y="1368564"/>
                </a:lnTo>
                <a:lnTo>
                  <a:pt x="1410073" y="1365535"/>
                </a:lnTo>
                <a:lnTo>
                  <a:pt x="1410073" y="54488"/>
                </a:lnTo>
                <a:lnTo>
                  <a:pt x="1409971" y="51459"/>
                </a:lnTo>
                <a:lnTo>
                  <a:pt x="1409693" y="48720"/>
                </a:lnTo>
                <a:lnTo>
                  <a:pt x="1409238" y="46044"/>
                </a:lnTo>
                <a:lnTo>
                  <a:pt x="1408613" y="43433"/>
                </a:lnTo>
                <a:lnTo>
                  <a:pt x="1407822" y="40892"/>
                </a:lnTo>
                <a:lnTo>
                  <a:pt x="1406873" y="38425"/>
                </a:lnTo>
                <a:lnTo>
                  <a:pt x="1405770" y="36037"/>
                </a:lnTo>
                <a:lnTo>
                  <a:pt x="1404518" y="33733"/>
                </a:lnTo>
                <a:lnTo>
                  <a:pt x="1403124" y="31519"/>
                </a:lnTo>
                <a:lnTo>
                  <a:pt x="1401594" y="29403"/>
                </a:lnTo>
                <a:lnTo>
                  <a:pt x="1399933" y="27391"/>
                </a:lnTo>
                <a:lnTo>
                  <a:pt x="1398148" y="25489"/>
                </a:lnTo>
                <a:lnTo>
                  <a:pt x="1396246" y="23704"/>
                </a:lnTo>
                <a:lnTo>
                  <a:pt x="1394234" y="22043"/>
                </a:lnTo>
                <a:lnTo>
                  <a:pt x="1392118" y="20513"/>
                </a:lnTo>
                <a:lnTo>
                  <a:pt x="1389904" y="19119"/>
                </a:lnTo>
                <a:lnTo>
                  <a:pt x="1387601" y="17868"/>
                </a:lnTo>
                <a:lnTo>
                  <a:pt x="1385212" y="16764"/>
                </a:lnTo>
                <a:lnTo>
                  <a:pt x="1382745" y="15815"/>
                </a:lnTo>
                <a:lnTo>
                  <a:pt x="1380204" y="15025"/>
                </a:lnTo>
                <a:lnTo>
                  <a:pt x="1377593" y="14399"/>
                </a:lnTo>
                <a:lnTo>
                  <a:pt x="1374917" y="13945"/>
                </a:lnTo>
                <a:lnTo>
                  <a:pt x="1372178" y="13667"/>
                </a:lnTo>
                <a:lnTo>
                  <a:pt x="1369149" y="135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Text Per-CPUArrayswith">
            <a:extLst xmlns:a="http://schemas.openxmlformats.org/drawingml/2006/main">
              <a:ext uri="{FF2B5EF4-FFF2-40B4-BE49-F238E27FC236}">
                <a16:creationId xmlns:a16="http://schemas.microsoft.com/office/drawing/2014/main" id="{C611CA5F-9289-4732-92D2-3842F0B7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6238" y="2313394"/>
            <a:ext cx="1310935" cy="135793"/>
          </a:xfrm>
          <a:custGeom xmlns:a="http://schemas.openxmlformats.org/drawingml/2006/main">
            <a:pathLst>
              <a:path w="1310935" h="135793">
                <a:moveTo>
                  <a:pt x="13746" y="52000"/>
                </a:moveTo>
                <a:lnTo>
                  <a:pt x="13746" y="14130"/>
                </a:lnTo>
                <a:lnTo>
                  <a:pt x="40660" y="14130"/>
                </a:lnTo>
                <a:cubicBezTo>
                  <a:pt x="48473" y="14130"/>
                  <a:pt x="54188" y="15744"/>
                  <a:pt x="57804" y="18972"/>
                </a:cubicBezTo>
                <a:cubicBezTo>
                  <a:pt x="61422" y="22200"/>
                  <a:pt x="63231" y="26898"/>
                  <a:pt x="63231" y="33065"/>
                </a:cubicBezTo>
                <a:cubicBezTo>
                  <a:pt x="63231" y="39232"/>
                  <a:pt x="61422" y="43954"/>
                  <a:pt x="57804" y="47231"/>
                </a:cubicBezTo>
                <a:cubicBezTo>
                  <a:pt x="54188" y="50506"/>
                  <a:pt x="48473" y="52095"/>
                  <a:pt x="40660" y="52000"/>
                </a:cubicBezTo>
                <a:lnTo>
                  <a:pt x="13746" y="52000"/>
                </a:lnTo>
                <a:moveTo>
                  <a:pt x="0" y="2543"/>
                </a:moveTo>
                <a:lnTo>
                  <a:pt x="0" y="105836"/>
                </a:lnTo>
                <a:lnTo>
                  <a:pt x="13746" y="105836"/>
                </a:lnTo>
                <a:lnTo>
                  <a:pt x="13746" y="63587"/>
                </a:lnTo>
                <a:lnTo>
                  <a:pt x="45290" y="63587"/>
                </a:lnTo>
                <a:cubicBezTo>
                  <a:pt x="55708" y="63684"/>
                  <a:pt x="63594" y="61032"/>
                  <a:pt x="68947" y="55632"/>
                </a:cubicBezTo>
                <a:cubicBezTo>
                  <a:pt x="74301" y="50231"/>
                  <a:pt x="76977" y="42709"/>
                  <a:pt x="76977" y="33065"/>
                </a:cubicBezTo>
                <a:cubicBezTo>
                  <a:pt x="76977" y="23421"/>
                  <a:pt x="74301" y="15923"/>
                  <a:pt x="68947" y="10571"/>
                </a:cubicBezTo>
                <a:cubicBezTo>
                  <a:pt x="63594" y="5219"/>
                  <a:pt x="55708" y="2543"/>
                  <a:pt x="45290" y="2543"/>
                </a:cubicBezTo>
                <a:lnTo>
                  <a:pt x="0" y="2543"/>
                </a:lnTo>
                <a:close/>
                <a:moveTo>
                  <a:pt x="143682" y="61326"/>
                </a:moveTo>
                <a:lnTo>
                  <a:pt x="100709" y="61326"/>
                </a:lnTo>
                <a:cubicBezTo>
                  <a:pt x="100901" y="58422"/>
                  <a:pt x="101528" y="55688"/>
                  <a:pt x="102590" y="53123"/>
                </a:cubicBezTo>
                <a:cubicBezTo>
                  <a:pt x="103651" y="50558"/>
                  <a:pt x="105098" y="48307"/>
                  <a:pt x="106930" y="46372"/>
                </a:cubicBezTo>
                <a:cubicBezTo>
                  <a:pt x="108763" y="44436"/>
                  <a:pt x="110957" y="42912"/>
                  <a:pt x="113514" y="41799"/>
                </a:cubicBezTo>
                <a:cubicBezTo>
                  <a:pt x="116071" y="40687"/>
                  <a:pt x="118940" y="40130"/>
                  <a:pt x="122123" y="40130"/>
                </a:cubicBezTo>
                <a:cubicBezTo>
                  <a:pt x="125209" y="40130"/>
                  <a:pt x="128031" y="40687"/>
                  <a:pt x="130588" y="41799"/>
                </a:cubicBezTo>
                <a:cubicBezTo>
                  <a:pt x="133144" y="42912"/>
                  <a:pt x="135363" y="44413"/>
                  <a:pt x="137244" y="46301"/>
                </a:cubicBezTo>
                <a:cubicBezTo>
                  <a:pt x="139125" y="48188"/>
                  <a:pt x="140620" y="50438"/>
                  <a:pt x="141728" y="53051"/>
                </a:cubicBezTo>
                <a:cubicBezTo>
                  <a:pt x="142838" y="55663"/>
                  <a:pt x="143490" y="58422"/>
                  <a:pt x="143682" y="61326"/>
                </a:cubicBezTo>
                <a:moveTo>
                  <a:pt x="155547" y="82097"/>
                </a:moveTo>
                <a:lnTo>
                  <a:pt x="143393" y="82097"/>
                </a:lnTo>
                <a:cubicBezTo>
                  <a:pt x="142332" y="86997"/>
                  <a:pt x="140137" y="90648"/>
                  <a:pt x="136809" y="93050"/>
                </a:cubicBezTo>
                <a:cubicBezTo>
                  <a:pt x="133481" y="95451"/>
                  <a:pt x="129213" y="96652"/>
                  <a:pt x="124004" y="96652"/>
                </a:cubicBezTo>
                <a:cubicBezTo>
                  <a:pt x="119953" y="96652"/>
                  <a:pt x="116432" y="95980"/>
                  <a:pt x="113441" y="94638"/>
                </a:cubicBezTo>
                <a:cubicBezTo>
                  <a:pt x="110452" y="93296"/>
                  <a:pt x="107992" y="91498"/>
                  <a:pt x="106063" y="89246"/>
                </a:cubicBezTo>
                <a:cubicBezTo>
                  <a:pt x="104133" y="86993"/>
                  <a:pt x="102734" y="84404"/>
                  <a:pt x="101865" y="81481"/>
                </a:cubicBezTo>
                <a:cubicBezTo>
                  <a:pt x="100997" y="78557"/>
                  <a:pt x="100611" y="75465"/>
                  <a:pt x="100709" y="72206"/>
                </a:cubicBezTo>
                <a:lnTo>
                  <a:pt x="156704" y="72206"/>
                </a:lnTo>
                <a:cubicBezTo>
                  <a:pt x="156897" y="67659"/>
                  <a:pt x="156487" y="62870"/>
                  <a:pt x="155475" y="57839"/>
                </a:cubicBezTo>
                <a:cubicBezTo>
                  <a:pt x="154462" y="52808"/>
                  <a:pt x="152629" y="48165"/>
                  <a:pt x="149975" y="43908"/>
                </a:cubicBezTo>
                <a:cubicBezTo>
                  <a:pt x="147322" y="39651"/>
                  <a:pt x="143802" y="36144"/>
                  <a:pt x="139412" y="33387"/>
                </a:cubicBezTo>
                <a:cubicBezTo>
                  <a:pt x="135023" y="30629"/>
                  <a:pt x="129501" y="29250"/>
                  <a:pt x="122845" y="29250"/>
                </a:cubicBezTo>
                <a:cubicBezTo>
                  <a:pt x="117733" y="29250"/>
                  <a:pt x="113030" y="30215"/>
                  <a:pt x="108736" y="32144"/>
                </a:cubicBezTo>
                <a:cubicBezTo>
                  <a:pt x="104444" y="34074"/>
                  <a:pt x="100731" y="36776"/>
                  <a:pt x="97595" y="40249"/>
                </a:cubicBezTo>
                <a:cubicBezTo>
                  <a:pt x="94460" y="43722"/>
                  <a:pt x="92024" y="47822"/>
                  <a:pt x="90287" y="52549"/>
                </a:cubicBezTo>
                <a:cubicBezTo>
                  <a:pt x="88552" y="57276"/>
                  <a:pt x="87684" y="62484"/>
                  <a:pt x="87684" y="68174"/>
                </a:cubicBezTo>
                <a:cubicBezTo>
                  <a:pt x="87877" y="73866"/>
                  <a:pt x="88721" y="79124"/>
                  <a:pt x="90217" y="83947"/>
                </a:cubicBezTo>
                <a:cubicBezTo>
                  <a:pt x="91712" y="88771"/>
                  <a:pt x="93955" y="92919"/>
                  <a:pt x="96944" y="96393"/>
                </a:cubicBezTo>
                <a:cubicBezTo>
                  <a:pt x="99935" y="99865"/>
                  <a:pt x="103625" y="102566"/>
                  <a:pt x="108014" y="104496"/>
                </a:cubicBezTo>
                <a:cubicBezTo>
                  <a:pt x="112404" y="106426"/>
                  <a:pt x="117588" y="107391"/>
                  <a:pt x="123569" y="107391"/>
                </a:cubicBezTo>
                <a:cubicBezTo>
                  <a:pt x="132059" y="107391"/>
                  <a:pt x="139101" y="105271"/>
                  <a:pt x="144696" y="101032"/>
                </a:cubicBezTo>
                <a:cubicBezTo>
                  <a:pt x="150291" y="96791"/>
                  <a:pt x="153908" y="90480"/>
                  <a:pt x="155547" y="82097"/>
                </a:cubicBezTo>
                <a:close/>
                <a:moveTo>
                  <a:pt x="169004" y="30987"/>
                </a:moveTo>
                <a:lnTo>
                  <a:pt x="169004" y="105836"/>
                </a:lnTo>
                <a:lnTo>
                  <a:pt x="181302" y="105836"/>
                </a:lnTo>
                <a:lnTo>
                  <a:pt x="181302" y="72522"/>
                </a:lnTo>
                <a:cubicBezTo>
                  <a:pt x="181302" y="67694"/>
                  <a:pt x="181784" y="63422"/>
                  <a:pt x="182748" y="59705"/>
                </a:cubicBezTo>
                <a:cubicBezTo>
                  <a:pt x="183713" y="55987"/>
                  <a:pt x="185257" y="52825"/>
                  <a:pt x="187380" y="50218"/>
                </a:cubicBezTo>
                <a:cubicBezTo>
                  <a:pt x="189502" y="47610"/>
                  <a:pt x="192300" y="45630"/>
                  <a:pt x="195772" y="44279"/>
                </a:cubicBezTo>
                <a:cubicBezTo>
                  <a:pt x="199244" y="42926"/>
                  <a:pt x="203440" y="42250"/>
                  <a:pt x="208359" y="42250"/>
                </a:cubicBezTo>
                <a:lnTo>
                  <a:pt x="208359" y="29250"/>
                </a:lnTo>
                <a:cubicBezTo>
                  <a:pt x="201705" y="29057"/>
                  <a:pt x="196206" y="30408"/>
                  <a:pt x="191864" y="33303"/>
                </a:cubicBezTo>
                <a:cubicBezTo>
                  <a:pt x="187523" y="36199"/>
                  <a:pt x="183858" y="40687"/>
                  <a:pt x="180869" y="46767"/>
                </a:cubicBezTo>
                <a:lnTo>
                  <a:pt x="180580" y="46767"/>
                </a:lnTo>
                <a:lnTo>
                  <a:pt x="180580" y="30987"/>
                </a:lnTo>
                <a:lnTo>
                  <a:pt x="169004" y="30987"/>
                </a:lnTo>
                <a:close/>
                <a:moveTo>
                  <a:pt x="207637" y="59771"/>
                </a:moveTo>
                <a:lnTo>
                  <a:pt x="207637" y="71358"/>
                </a:lnTo>
                <a:lnTo>
                  <a:pt x="249454" y="71358"/>
                </a:lnTo>
                <a:lnTo>
                  <a:pt x="249454" y="59771"/>
                </a:lnTo>
                <a:lnTo>
                  <a:pt x="207637" y="59771"/>
                </a:lnTo>
                <a:close/>
                <a:moveTo>
                  <a:pt x="340611" y="33582"/>
                </a:moveTo>
                <a:lnTo>
                  <a:pt x="354357" y="33582"/>
                </a:lnTo>
                <a:cubicBezTo>
                  <a:pt x="353586" y="28083"/>
                  <a:pt x="351946" y="23235"/>
                  <a:pt x="349438" y="19038"/>
                </a:cubicBezTo>
                <a:cubicBezTo>
                  <a:pt x="346930" y="14842"/>
                  <a:pt x="343795" y="11344"/>
                  <a:pt x="340033" y="8544"/>
                </a:cubicBezTo>
                <a:cubicBezTo>
                  <a:pt x="336271" y="5745"/>
                  <a:pt x="331978" y="3621"/>
                  <a:pt x="327154" y="2173"/>
                </a:cubicBezTo>
                <a:cubicBezTo>
                  <a:pt x="322331" y="724"/>
                  <a:pt x="317218" y="0"/>
                  <a:pt x="311816" y="0"/>
                </a:cubicBezTo>
                <a:cubicBezTo>
                  <a:pt x="303906" y="0"/>
                  <a:pt x="296888" y="1423"/>
                  <a:pt x="290762" y="4270"/>
                </a:cubicBezTo>
                <a:cubicBezTo>
                  <a:pt x="284637" y="7115"/>
                  <a:pt x="279525" y="10998"/>
                  <a:pt x="275426" y="15919"/>
                </a:cubicBezTo>
                <a:cubicBezTo>
                  <a:pt x="271327" y="20838"/>
                  <a:pt x="268216" y="26602"/>
                  <a:pt x="266094" y="33211"/>
                </a:cubicBezTo>
                <a:cubicBezTo>
                  <a:pt x="263971" y="39820"/>
                  <a:pt x="262910" y="46886"/>
                  <a:pt x="262910" y="54411"/>
                </a:cubicBezTo>
                <a:cubicBezTo>
                  <a:pt x="262910" y="61935"/>
                  <a:pt x="263898" y="68977"/>
                  <a:pt x="265875" y="75538"/>
                </a:cubicBezTo>
                <a:cubicBezTo>
                  <a:pt x="267853" y="82098"/>
                  <a:pt x="270820" y="87790"/>
                  <a:pt x="274775" y="92613"/>
                </a:cubicBezTo>
                <a:cubicBezTo>
                  <a:pt x="278730" y="97437"/>
                  <a:pt x="283698" y="101223"/>
                  <a:pt x="289678" y="103973"/>
                </a:cubicBezTo>
                <a:cubicBezTo>
                  <a:pt x="295658" y="106722"/>
                  <a:pt x="302652" y="108097"/>
                  <a:pt x="310659" y="108097"/>
                </a:cubicBezTo>
                <a:cubicBezTo>
                  <a:pt x="323874" y="108097"/>
                  <a:pt x="334292" y="104478"/>
                  <a:pt x="341912" y="97239"/>
                </a:cubicBezTo>
                <a:cubicBezTo>
                  <a:pt x="349533" y="89998"/>
                  <a:pt x="354020" y="79867"/>
                  <a:pt x="355371" y="66845"/>
                </a:cubicBezTo>
                <a:lnTo>
                  <a:pt x="341625" y="66845"/>
                </a:lnTo>
                <a:cubicBezTo>
                  <a:pt x="341335" y="71089"/>
                  <a:pt x="340466" y="75044"/>
                  <a:pt x="339019" y="78710"/>
                </a:cubicBezTo>
                <a:cubicBezTo>
                  <a:pt x="337572" y="82375"/>
                  <a:pt x="335571" y="85535"/>
                  <a:pt x="333014" y="88189"/>
                </a:cubicBezTo>
                <a:cubicBezTo>
                  <a:pt x="330459" y="90841"/>
                  <a:pt x="327420" y="92915"/>
                  <a:pt x="323898" y="94411"/>
                </a:cubicBezTo>
                <a:cubicBezTo>
                  <a:pt x="320377" y="95905"/>
                  <a:pt x="316350" y="96652"/>
                  <a:pt x="311816" y="96652"/>
                </a:cubicBezTo>
                <a:cubicBezTo>
                  <a:pt x="305643" y="96652"/>
                  <a:pt x="300338" y="95495"/>
                  <a:pt x="295900" y="93181"/>
                </a:cubicBezTo>
                <a:cubicBezTo>
                  <a:pt x="291463" y="90865"/>
                  <a:pt x="287822" y="87755"/>
                  <a:pt x="284975" y="83848"/>
                </a:cubicBezTo>
                <a:cubicBezTo>
                  <a:pt x="282130" y="79942"/>
                  <a:pt x="280032" y="75360"/>
                  <a:pt x="278681" y="70104"/>
                </a:cubicBezTo>
                <a:cubicBezTo>
                  <a:pt x="277331" y="64848"/>
                  <a:pt x="276656" y="59278"/>
                  <a:pt x="276656" y="53395"/>
                </a:cubicBezTo>
                <a:cubicBezTo>
                  <a:pt x="276656" y="47995"/>
                  <a:pt x="277331" y="42787"/>
                  <a:pt x="278681" y="37772"/>
                </a:cubicBezTo>
                <a:cubicBezTo>
                  <a:pt x="280032" y="32757"/>
                  <a:pt x="282130" y="28297"/>
                  <a:pt x="284975" y="24390"/>
                </a:cubicBezTo>
                <a:cubicBezTo>
                  <a:pt x="287822" y="20484"/>
                  <a:pt x="291439" y="17374"/>
                  <a:pt x="295827" y="15060"/>
                </a:cubicBezTo>
                <a:cubicBezTo>
                  <a:pt x="300216" y="12745"/>
                  <a:pt x="305498" y="11587"/>
                  <a:pt x="311673" y="11587"/>
                </a:cubicBezTo>
                <a:cubicBezTo>
                  <a:pt x="318907" y="11587"/>
                  <a:pt x="325152" y="13420"/>
                  <a:pt x="330409" y="17087"/>
                </a:cubicBezTo>
                <a:cubicBezTo>
                  <a:pt x="335666" y="20752"/>
                  <a:pt x="339067" y="26250"/>
                  <a:pt x="340611" y="33582"/>
                </a:cubicBezTo>
                <a:close/>
                <a:moveTo>
                  <a:pt x="386190" y="52000"/>
                </a:moveTo>
                <a:lnTo>
                  <a:pt x="386190" y="14130"/>
                </a:lnTo>
                <a:lnTo>
                  <a:pt x="413104" y="14130"/>
                </a:lnTo>
                <a:cubicBezTo>
                  <a:pt x="420917" y="14130"/>
                  <a:pt x="426632" y="15744"/>
                  <a:pt x="430248" y="18972"/>
                </a:cubicBezTo>
                <a:cubicBezTo>
                  <a:pt x="433866" y="22200"/>
                  <a:pt x="435675" y="26898"/>
                  <a:pt x="435675" y="33065"/>
                </a:cubicBezTo>
                <a:cubicBezTo>
                  <a:pt x="435675" y="39232"/>
                  <a:pt x="433866" y="43954"/>
                  <a:pt x="430248" y="47231"/>
                </a:cubicBezTo>
                <a:cubicBezTo>
                  <a:pt x="426632" y="50506"/>
                  <a:pt x="420917" y="52095"/>
                  <a:pt x="413104" y="52000"/>
                </a:cubicBezTo>
                <a:lnTo>
                  <a:pt x="386190" y="52000"/>
                </a:lnTo>
                <a:moveTo>
                  <a:pt x="372444" y="2543"/>
                </a:moveTo>
                <a:lnTo>
                  <a:pt x="372444" y="105836"/>
                </a:lnTo>
                <a:lnTo>
                  <a:pt x="386190" y="105836"/>
                </a:lnTo>
                <a:lnTo>
                  <a:pt x="386190" y="63587"/>
                </a:lnTo>
                <a:lnTo>
                  <a:pt x="417734" y="63587"/>
                </a:lnTo>
                <a:cubicBezTo>
                  <a:pt x="428152" y="63684"/>
                  <a:pt x="436038" y="61032"/>
                  <a:pt x="441391" y="55632"/>
                </a:cubicBezTo>
                <a:cubicBezTo>
                  <a:pt x="446745" y="50231"/>
                  <a:pt x="449421" y="42709"/>
                  <a:pt x="449421" y="33065"/>
                </a:cubicBezTo>
                <a:cubicBezTo>
                  <a:pt x="449421" y="23421"/>
                  <a:pt x="446745" y="15923"/>
                  <a:pt x="441391" y="10571"/>
                </a:cubicBezTo>
                <a:cubicBezTo>
                  <a:pt x="436038" y="5219"/>
                  <a:pt x="428152" y="2543"/>
                  <a:pt x="417734" y="2543"/>
                </a:cubicBezTo>
                <a:lnTo>
                  <a:pt x="372444" y="2543"/>
                </a:lnTo>
                <a:close/>
                <a:moveTo>
                  <a:pt x="548682" y="68479"/>
                </a:moveTo>
                <a:lnTo>
                  <a:pt x="548682" y="2543"/>
                </a:lnTo>
                <a:lnTo>
                  <a:pt x="534935" y="2543"/>
                </a:lnTo>
                <a:lnTo>
                  <a:pt x="534935" y="68461"/>
                </a:lnTo>
                <a:cubicBezTo>
                  <a:pt x="534935" y="77714"/>
                  <a:pt x="532644" y="84725"/>
                  <a:pt x="528062" y="89496"/>
                </a:cubicBezTo>
                <a:cubicBezTo>
                  <a:pt x="523480" y="94266"/>
                  <a:pt x="516801" y="96652"/>
                  <a:pt x="508024" y="96652"/>
                </a:cubicBezTo>
                <a:cubicBezTo>
                  <a:pt x="498763" y="96652"/>
                  <a:pt x="491672" y="94266"/>
                  <a:pt x="486753" y="89496"/>
                </a:cubicBezTo>
                <a:cubicBezTo>
                  <a:pt x="481834" y="84725"/>
                  <a:pt x="479375" y="77714"/>
                  <a:pt x="479375" y="68461"/>
                </a:cubicBezTo>
                <a:lnTo>
                  <a:pt x="479375" y="2543"/>
                </a:lnTo>
                <a:lnTo>
                  <a:pt x="465628" y="2543"/>
                </a:lnTo>
                <a:lnTo>
                  <a:pt x="465628" y="68479"/>
                </a:lnTo>
                <a:cubicBezTo>
                  <a:pt x="465628" y="82264"/>
                  <a:pt x="469366" y="92313"/>
                  <a:pt x="476842" y="98628"/>
                </a:cubicBezTo>
                <a:cubicBezTo>
                  <a:pt x="484318" y="104941"/>
                  <a:pt x="494712" y="108097"/>
                  <a:pt x="508024" y="108097"/>
                </a:cubicBezTo>
                <a:cubicBezTo>
                  <a:pt x="521046" y="108097"/>
                  <a:pt x="531078" y="104796"/>
                  <a:pt x="538119" y="98193"/>
                </a:cubicBezTo>
                <a:cubicBezTo>
                  <a:pt x="545161" y="91590"/>
                  <a:pt x="548682" y="81685"/>
                  <a:pt x="548682" y="68479"/>
                </a:cubicBezTo>
                <a:close/>
                <a:moveTo>
                  <a:pt x="628699" y="63163"/>
                </a:moveTo>
                <a:lnTo>
                  <a:pt x="646207" y="14985"/>
                </a:lnTo>
                <a:lnTo>
                  <a:pt x="646497" y="14985"/>
                </a:lnTo>
                <a:lnTo>
                  <a:pt x="663714" y="63163"/>
                </a:lnTo>
                <a:lnTo>
                  <a:pt x="628699" y="63163"/>
                </a:lnTo>
                <a:moveTo>
                  <a:pt x="638972" y="2543"/>
                </a:moveTo>
                <a:lnTo>
                  <a:pt x="598747" y="105836"/>
                </a:lnTo>
                <a:lnTo>
                  <a:pt x="612783" y="105836"/>
                </a:lnTo>
                <a:lnTo>
                  <a:pt x="624358" y="74749"/>
                </a:lnTo>
                <a:lnTo>
                  <a:pt x="668056" y="74749"/>
                </a:lnTo>
                <a:lnTo>
                  <a:pt x="679341" y="105836"/>
                </a:lnTo>
                <a:lnTo>
                  <a:pt x="694535" y="105836"/>
                </a:lnTo>
                <a:lnTo>
                  <a:pt x="654165" y="2543"/>
                </a:lnTo>
                <a:lnTo>
                  <a:pt x="638972" y="2543"/>
                </a:lnTo>
                <a:close/>
                <a:moveTo>
                  <a:pt x="702204" y="30987"/>
                </a:moveTo>
                <a:lnTo>
                  <a:pt x="702204" y="105836"/>
                </a:lnTo>
                <a:lnTo>
                  <a:pt x="714502" y="105836"/>
                </a:lnTo>
                <a:lnTo>
                  <a:pt x="714502" y="72522"/>
                </a:lnTo>
                <a:cubicBezTo>
                  <a:pt x="714502" y="67694"/>
                  <a:pt x="714984" y="63422"/>
                  <a:pt x="715948" y="59705"/>
                </a:cubicBezTo>
                <a:cubicBezTo>
                  <a:pt x="716913" y="55987"/>
                  <a:pt x="718458" y="52825"/>
                  <a:pt x="720580" y="50218"/>
                </a:cubicBezTo>
                <a:cubicBezTo>
                  <a:pt x="722702" y="47610"/>
                  <a:pt x="725500" y="45630"/>
                  <a:pt x="728972" y="44279"/>
                </a:cubicBezTo>
                <a:cubicBezTo>
                  <a:pt x="732444" y="42926"/>
                  <a:pt x="736640" y="42250"/>
                  <a:pt x="741559" y="42250"/>
                </a:cubicBezTo>
                <a:lnTo>
                  <a:pt x="741559" y="29250"/>
                </a:lnTo>
                <a:cubicBezTo>
                  <a:pt x="734905" y="29057"/>
                  <a:pt x="729406" y="30408"/>
                  <a:pt x="725064" y="33303"/>
                </a:cubicBezTo>
                <a:cubicBezTo>
                  <a:pt x="720724" y="36199"/>
                  <a:pt x="717058" y="40687"/>
                  <a:pt x="714069" y="46767"/>
                </a:cubicBezTo>
                <a:lnTo>
                  <a:pt x="713780" y="46767"/>
                </a:lnTo>
                <a:lnTo>
                  <a:pt x="713780" y="30987"/>
                </a:lnTo>
                <a:lnTo>
                  <a:pt x="702204" y="30987"/>
                </a:lnTo>
                <a:close/>
                <a:moveTo>
                  <a:pt x="750387" y="30987"/>
                </a:moveTo>
                <a:lnTo>
                  <a:pt x="750387" y="105836"/>
                </a:lnTo>
                <a:lnTo>
                  <a:pt x="762685" y="105836"/>
                </a:lnTo>
                <a:lnTo>
                  <a:pt x="762685" y="72522"/>
                </a:lnTo>
                <a:cubicBezTo>
                  <a:pt x="762685" y="67694"/>
                  <a:pt x="763167" y="63422"/>
                  <a:pt x="764131" y="59705"/>
                </a:cubicBezTo>
                <a:cubicBezTo>
                  <a:pt x="765097" y="55987"/>
                  <a:pt x="766641" y="52825"/>
                  <a:pt x="768763" y="50218"/>
                </a:cubicBezTo>
                <a:cubicBezTo>
                  <a:pt x="770886" y="47610"/>
                  <a:pt x="773683" y="45630"/>
                  <a:pt x="777155" y="44279"/>
                </a:cubicBezTo>
                <a:cubicBezTo>
                  <a:pt x="780627" y="42926"/>
                  <a:pt x="784823" y="42250"/>
                  <a:pt x="789742" y="42250"/>
                </a:cubicBezTo>
                <a:lnTo>
                  <a:pt x="789742" y="29250"/>
                </a:lnTo>
                <a:cubicBezTo>
                  <a:pt x="783088" y="29057"/>
                  <a:pt x="777589" y="30408"/>
                  <a:pt x="773247" y="33303"/>
                </a:cubicBezTo>
                <a:cubicBezTo>
                  <a:pt x="768907" y="36199"/>
                  <a:pt x="765242" y="40687"/>
                  <a:pt x="762252" y="46767"/>
                </a:cubicBezTo>
                <a:lnTo>
                  <a:pt x="761963" y="46767"/>
                </a:lnTo>
                <a:lnTo>
                  <a:pt x="761963" y="30987"/>
                </a:lnTo>
                <a:lnTo>
                  <a:pt x="750387" y="30987"/>
                </a:lnTo>
                <a:close/>
                <a:moveTo>
                  <a:pt x="865275" y="105509"/>
                </a:moveTo>
                <a:cubicBezTo>
                  <a:pt x="863152" y="106764"/>
                  <a:pt x="860210" y="107391"/>
                  <a:pt x="856448" y="107391"/>
                </a:cubicBezTo>
                <a:cubicBezTo>
                  <a:pt x="853266" y="107391"/>
                  <a:pt x="850734" y="106499"/>
                  <a:pt x="848853" y="104715"/>
                </a:cubicBezTo>
                <a:cubicBezTo>
                  <a:pt x="846972" y="102929"/>
                  <a:pt x="846031" y="100010"/>
                  <a:pt x="846031" y="95958"/>
                </a:cubicBezTo>
                <a:cubicBezTo>
                  <a:pt x="842655" y="100010"/>
                  <a:pt x="838723" y="102929"/>
                  <a:pt x="834237" y="104715"/>
                </a:cubicBezTo>
                <a:cubicBezTo>
                  <a:pt x="829752" y="106499"/>
                  <a:pt x="824905" y="107391"/>
                  <a:pt x="819696" y="107391"/>
                </a:cubicBezTo>
                <a:cubicBezTo>
                  <a:pt x="816319" y="107391"/>
                  <a:pt x="813111" y="107005"/>
                  <a:pt x="810072" y="106234"/>
                </a:cubicBezTo>
                <a:cubicBezTo>
                  <a:pt x="807034" y="105462"/>
                  <a:pt x="804405" y="104257"/>
                  <a:pt x="802187" y="102617"/>
                </a:cubicBezTo>
                <a:cubicBezTo>
                  <a:pt x="799969" y="100977"/>
                  <a:pt x="798209" y="98832"/>
                  <a:pt x="796906" y="96181"/>
                </a:cubicBezTo>
                <a:cubicBezTo>
                  <a:pt x="795603" y="93529"/>
                  <a:pt x="794952" y="90322"/>
                  <a:pt x="794952" y="86562"/>
                </a:cubicBezTo>
                <a:cubicBezTo>
                  <a:pt x="794952" y="82318"/>
                  <a:pt x="795676" y="78847"/>
                  <a:pt x="797122" y="76147"/>
                </a:cubicBezTo>
                <a:cubicBezTo>
                  <a:pt x="798569" y="73448"/>
                  <a:pt x="800474" y="71254"/>
                  <a:pt x="802836" y="69568"/>
                </a:cubicBezTo>
                <a:cubicBezTo>
                  <a:pt x="805200" y="67879"/>
                  <a:pt x="807901" y="66601"/>
                  <a:pt x="810939" y="65733"/>
                </a:cubicBezTo>
                <a:cubicBezTo>
                  <a:pt x="813979" y="64864"/>
                  <a:pt x="817090" y="64141"/>
                  <a:pt x="820274" y="63562"/>
                </a:cubicBezTo>
                <a:cubicBezTo>
                  <a:pt x="823651" y="62888"/>
                  <a:pt x="826858" y="62382"/>
                  <a:pt x="829896" y="62045"/>
                </a:cubicBezTo>
                <a:cubicBezTo>
                  <a:pt x="832934" y="61707"/>
                  <a:pt x="835611" y="61224"/>
                  <a:pt x="837926" y="60597"/>
                </a:cubicBezTo>
                <a:cubicBezTo>
                  <a:pt x="840241" y="59970"/>
                  <a:pt x="842074" y="59055"/>
                  <a:pt x="843424" y="57850"/>
                </a:cubicBezTo>
                <a:cubicBezTo>
                  <a:pt x="844775" y="56645"/>
                  <a:pt x="845450" y="54885"/>
                  <a:pt x="845450" y="52569"/>
                </a:cubicBezTo>
                <a:cubicBezTo>
                  <a:pt x="845450" y="49870"/>
                  <a:pt x="844944" y="47700"/>
                  <a:pt x="843931" y="46060"/>
                </a:cubicBezTo>
                <a:cubicBezTo>
                  <a:pt x="842919" y="44421"/>
                  <a:pt x="841616" y="43167"/>
                  <a:pt x="840024" y="42300"/>
                </a:cubicBezTo>
                <a:cubicBezTo>
                  <a:pt x="838432" y="41432"/>
                  <a:pt x="836648" y="40854"/>
                  <a:pt x="834669" y="40565"/>
                </a:cubicBezTo>
                <a:cubicBezTo>
                  <a:pt x="832693" y="40275"/>
                  <a:pt x="830740" y="40130"/>
                  <a:pt x="828812" y="40130"/>
                </a:cubicBezTo>
                <a:cubicBezTo>
                  <a:pt x="823603" y="40130"/>
                  <a:pt x="819262" y="41116"/>
                  <a:pt x="815790" y="43086"/>
                </a:cubicBezTo>
                <a:cubicBezTo>
                  <a:pt x="812318" y="45057"/>
                  <a:pt x="810437" y="48782"/>
                  <a:pt x="810147" y="54260"/>
                </a:cubicBezTo>
                <a:lnTo>
                  <a:pt x="797847" y="54260"/>
                </a:lnTo>
                <a:cubicBezTo>
                  <a:pt x="798039" y="49634"/>
                  <a:pt x="799004" y="45731"/>
                  <a:pt x="800739" y="42550"/>
                </a:cubicBezTo>
                <a:cubicBezTo>
                  <a:pt x="802476" y="39369"/>
                  <a:pt x="804791" y="36791"/>
                  <a:pt x="807685" y="34816"/>
                </a:cubicBezTo>
                <a:cubicBezTo>
                  <a:pt x="810579" y="32841"/>
                  <a:pt x="813882" y="31419"/>
                  <a:pt x="817596" y="30552"/>
                </a:cubicBezTo>
                <a:cubicBezTo>
                  <a:pt x="821311" y="29684"/>
                  <a:pt x="825290" y="29250"/>
                  <a:pt x="829534" y="29250"/>
                </a:cubicBezTo>
                <a:cubicBezTo>
                  <a:pt x="832911" y="29250"/>
                  <a:pt x="836263" y="29491"/>
                  <a:pt x="839591" y="29974"/>
                </a:cubicBezTo>
                <a:cubicBezTo>
                  <a:pt x="842919" y="30455"/>
                  <a:pt x="845933" y="31444"/>
                  <a:pt x="848634" y="32939"/>
                </a:cubicBezTo>
                <a:cubicBezTo>
                  <a:pt x="851335" y="34433"/>
                  <a:pt x="853505" y="36531"/>
                  <a:pt x="855145" y="39232"/>
                </a:cubicBezTo>
                <a:cubicBezTo>
                  <a:pt x="856785" y="41931"/>
                  <a:pt x="857605" y="45450"/>
                  <a:pt x="857605" y="49790"/>
                </a:cubicBezTo>
                <a:lnTo>
                  <a:pt x="857605" y="88262"/>
                </a:lnTo>
                <a:cubicBezTo>
                  <a:pt x="857605" y="91155"/>
                  <a:pt x="857773" y="93277"/>
                  <a:pt x="858110" y="94627"/>
                </a:cubicBezTo>
                <a:cubicBezTo>
                  <a:pt x="858449" y="95977"/>
                  <a:pt x="859583" y="96652"/>
                  <a:pt x="861513" y="96652"/>
                </a:cubicBezTo>
                <a:cubicBezTo>
                  <a:pt x="862574" y="96652"/>
                  <a:pt x="863828" y="96420"/>
                  <a:pt x="865275" y="95958"/>
                </a:cubicBezTo>
                <a:lnTo>
                  <a:pt x="865275" y="105509"/>
                </a:lnTo>
                <a:moveTo>
                  <a:pt x="845307" y="67163"/>
                </a:moveTo>
                <a:cubicBezTo>
                  <a:pt x="843763" y="68320"/>
                  <a:pt x="841737" y="69164"/>
                  <a:pt x="839229" y="69693"/>
                </a:cubicBezTo>
                <a:cubicBezTo>
                  <a:pt x="836722" y="70223"/>
                  <a:pt x="834094" y="70657"/>
                  <a:pt x="831344" y="70994"/>
                </a:cubicBezTo>
                <a:cubicBezTo>
                  <a:pt x="828595" y="71331"/>
                  <a:pt x="825821" y="71717"/>
                  <a:pt x="823023" y="72151"/>
                </a:cubicBezTo>
                <a:cubicBezTo>
                  <a:pt x="820226" y="72584"/>
                  <a:pt x="817719" y="73282"/>
                  <a:pt x="815501" y="74246"/>
                </a:cubicBezTo>
                <a:cubicBezTo>
                  <a:pt x="813283" y="75210"/>
                  <a:pt x="811474" y="76583"/>
                  <a:pt x="810074" y="78366"/>
                </a:cubicBezTo>
                <a:cubicBezTo>
                  <a:pt x="808676" y="80148"/>
                  <a:pt x="807976" y="82582"/>
                  <a:pt x="807976" y="85665"/>
                </a:cubicBezTo>
                <a:cubicBezTo>
                  <a:pt x="807976" y="87689"/>
                  <a:pt x="808386" y="89400"/>
                  <a:pt x="809206" y="90798"/>
                </a:cubicBezTo>
                <a:cubicBezTo>
                  <a:pt x="810026" y="92195"/>
                  <a:pt x="811087" y="93327"/>
                  <a:pt x="812390" y="94194"/>
                </a:cubicBezTo>
                <a:cubicBezTo>
                  <a:pt x="813693" y="95061"/>
                  <a:pt x="815212" y="95687"/>
                  <a:pt x="816947" y="96073"/>
                </a:cubicBezTo>
                <a:cubicBezTo>
                  <a:pt x="818684" y="96459"/>
                  <a:pt x="820516" y="96652"/>
                  <a:pt x="822444" y="96652"/>
                </a:cubicBezTo>
                <a:cubicBezTo>
                  <a:pt x="826497" y="96652"/>
                  <a:pt x="829970" y="96097"/>
                  <a:pt x="832863" y="94989"/>
                </a:cubicBezTo>
                <a:cubicBezTo>
                  <a:pt x="835757" y="93881"/>
                  <a:pt x="838120" y="92484"/>
                  <a:pt x="839953" y="90798"/>
                </a:cubicBezTo>
                <a:cubicBezTo>
                  <a:pt x="841785" y="89112"/>
                  <a:pt x="843136" y="87281"/>
                  <a:pt x="844004" y="85305"/>
                </a:cubicBezTo>
                <a:cubicBezTo>
                  <a:pt x="844873" y="83329"/>
                  <a:pt x="845307" y="81473"/>
                  <a:pt x="845307" y="79739"/>
                </a:cubicBezTo>
                <a:lnTo>
                  <a:pt x="845307" y="67163"/>
                </a:lnTo>
                <a:close/>
                <a:moveTo>
                  <a:pt x="906078" y="115836"/>
                </a:moveTo>
                <a:cubicBezTo>
                  <a:pt x="904631" y="119499"/>
                  <a:pt x="903208" y="122584"/>
                  <a:pt x="901810" y="125091"/>
                </a:cubicBezTo>
                <a:cubicBezTo>
                  <a:pt x="900412" y="127598"/>
                  <a:pt x="898868" y="129646"/>
                  <a:pt x="897180" y="131236"/>
                </a:cubicBezTo>
                <a:cubicBezTo>
                  <a:pt x="895492" y="132827"/>
                  <a:pt x="893611" y="133984"/>
                  <a:pt x="891537" y="134706"/>
                </a:cubicBezTo>
                <a:cubicBezTo>
                  <a:pt x="889463" y="135430"/>
                  <a:pt x="887076" y="135793"/>
                  <a:pt x="884375" y="135793"/>
                </a:cubicBezTo>
                <a:cubicBezTo>
                  <a:pt x="882928" y="135793"/>
                  <a:pt x="881481" y="135696"/>
                  <a:pt x="880034" y="135503"/>
                </a:cubicBezTo>
                <a:cubicBezTo>
                  <a:pt x="878587" y="135310"/>
                  <a:pt x="877188" y="134973"/>
                  <a:pt x="875837" y="134490"/>
                </a:cubicBezTo>
                <a:lnTo>
                  <a:pt x="875837" y="123210"/>
                </a:lnTo>
                <a:cubicBezTo>
                  <a:pt x="876898" y="123682"/>
                  <a:pt x="878128" y="124084"/>
                  <a:pt x="879526" y="124415"/>
                </a:cubicBezTo>
                <a:cubicBezTo>
                  <a:pt x="880926" y="124747"/>
                  <a:pt x="882108" y="124912"/>
                  <a:pt x="883072" y="124912"/>
                </a:cubicBezTo>
                <a:cubicBezTo>
                  <a:pt x="885580" y="124912"/>
                  <a:pt x="887678" y="124309"/>
                  <a:pt x="889367" y="123104"/>
                </a:cubicBezTo>
                <a:cubicBezTo>
                  <a:pt x="891055" y="121900"/>
                  <a:pt x="892332" y="120190"/>
                  <a:pt x="893199" y="117973"/>
                </a:cubicBezTo>
                <a:lnTo>
                  <a:pt x="898264" y="105395"/>
                </a:lnTo>
                <a:lnTo>
                  <a:pt x="868602" y="31087"/>
                </a:lnTo>
                <a:lnTo>
                  <a:pt x="882493" y="31087"/>
                </a:lnTo>
                <a:lnTo>
                  <a:pt x="904342" y="92262"/>
                </a:lnTo>
                <a:lnTo>
                  <a:pt x="904632" y="92262"/>
                </a:lnTo>
                <a:lnTo>
                  <a:pt x="925611" y="31087"/>
                </a:lnTo>
                <a:lnTo>
                  <a:pt x="938635" y="31087"/>
                </a:lnTo>
                <a:lnTo>
                  <a:pt x="906078" y="115836"/>
                </a:lnTo>
                <a:close/>
                <a:moveTo>
                  <a:pt x="956576" y="82239"/>
                </a:moveTo>
                <a:lnTo>
                  <a:pt x="944279" y="82239"/>
                </a:lnTo>
                <a:cubicBezTo>
                  <a:pt x="944471" y="86865"/>
                  <a:pt x="945436" y="90792"/>
                  <a:pt x="947171" y="94020"/>
                </a:cubicBezTo>
                <a:cubicBezTo>
                  <a:pt x="948908" y="97248"/>
                  <a:pt x="951223" y="99850"/>
                  <a:pt x="954117" y="101827"/>
                </a:cubicBezTo>
                <a:cubicBezTo>
                  <a:pt x="957011" y="103802"/>
                  <a:pt x="960339" y="105223"/>
                  <a:pt x="964101" y="106090"/>
                </a:cubicBezTo>
                <a:cubicBezTo>
                  <a:pt x="967863" y="106957"/>
                  <a:pt x="971818" y="107391"/>
                  <a:pt x="975966" y="107391"/>
                </a:cubicBezTo>
                <a:cubicBezTo>
                  <a:pt x="979728" y="107391"/>
                  <a:pt x="983514" y="107028"/>
                  <a:pt x="987323" y="106304"/>
                </a:cubicBezTo>
                <a:cubicBezTo>
                  <a:pt x="991134" y="105582"/>
                  <a:pt x="994558" y="104305"/>
                  <a:pt x="997596" y="102474"/>
                </a:cubicBezTo>
                <a:cubicBezTo>
                  <a:pt x="1000636" y="100641"/>
                  <a:pt x="1003096" y="98230"/>
                  <a:pt x="1004977" y="95241"/>
                </a:cubicBezTo>
                <a:cubicBezTo>
                  <a:pt x="1006858" y="92251"/>
                  <a:pt x="1007799" y="88490"/>
                  <a:pt x="1007799" y="83958"/>
                </a:cubicBezTo>
                <a:cubicBezTo>
                  <a:pt x="1007799" y="80391"/>
                  <a:pt x="1007099" y="77401"/>
                  <a:pt x="1005699" y="74990"/>
                </a:cubicBezTo>
                <a:cubicBezTo>
                  <a:pt x="1004301" y="72579"/>
                  <a:pt x="1002468" y="70578"/>
                  <a:pt x="1000202" y="68987"/>
                </a:cubicBezTo>
                <a:cubicBezTo>
                  <a:pt x="997935" y="67396"/>
                  <a:pt x="995330" y="66118"/>
                  <a:pt x="992388" y="65154"/>
                </a:cubicBezTo>
                <a:cubicBezTo>
                  <a:pt x="989447" y="64190"/>
                  <a:pt x="986433" y="63370"/>
                  <a:pt x="983347" y="62695"/>
                </a:cubicBezTo>
                <a:cubicBezTo>
                  <a:pt x="980452" y="62020"/>
                  <a:pt x="977557" y="61370"/>
                  <a:pt x="974663" y="60743"/>
                </a:cubicBezTo>
                <a:cubicBezTo>
                  <a:pt x="971770" y="60116"/>
                  <a:pt x="969165" y="59344"/>
                  <a:pt x="966850" y="58429"/>
                </a:cubicBezTo>
                <a:cubicBezTo>
                  <a:pt x="964536" y="57512"/>
                  <a:pt x="962631" y="56354"/>
                  <a:pt x="961136" y="54956"/>
                </a:cubicBezTo>
                <a:cubicBezTo>
                  <a:pt x="959640" y="53558"/>
                  <a:pt x="958893" y="51798"/>
                  <a:pt x="958893" y="49677"/>
                </a:cubicBezTo>
                <a:cubicBezTo>
                  <a:pt x="958893" y="47749"/>
                  <a:pt x="959375" y="46182"/>
                  <a:pt x="960339" y="44976"/>
                </a:cubicBezTo>
                <a:cubicBezTo>
                  <a:pt x="961304" y="43771"/>
                  <a:pt x="962558" y="42807"/>
                  <a:pt x="964101" y="42084"/>
                </a:cubicBezTo>
                <a:cubicBezTo>
                  <a:pt x="965645" y="41360"/>
                  <a:pt x="967357" y="40854"/>
                  <a:pt x="969239" y="40565"/>
                </a:cubicBezTo>
                <a:cubicBezTo>
                  <a:pt x="971120" y="40275"/>
                  <a:pt x="972976" y="40130"/>
                  <a:pt x="974809" y="40130"/>
                </a:cubicBezTo>
                <a:cubicBezTo>
                  <a:pt x="976834" y="40130"/>
                  <a:pt x="978835" y="40347"/>
                  <a:pt x="980812" y="40781"/>
                </a:cubicBezTo>
                <a:cubicBezTo>
                  <a:pt x="982790" y="41214"/>
                  <a:pt x="984599" y="41913"/>
                  <a:pt x="986239" y="42877"/>
                </a:cubicBezTo>
                <a:cubicBezTo>
                  <a:pt x="987879" y="43841"/>
                  <a:pt x="989229" y="45118"/>
                  <a:pt x="990291" y="46707"/>
                </a:cubicBezTo>
                <a:cubicBezTo>
                  <a:pt x="991352" y="48297"/>
                  <a:pt x="991979" y="50297"/>
                  <a:pt x="992172" y="52706"/>
                </a:cubicBezTo>
                <a:lnTo>
                  <a:pt x="1004472" y="52706"/>
                </a:lnTo>
                <a:cubicBezTo>
                  <a:pt x="1004182" y="48170"/>
                  <a:pt x="1003217" y="44381"/>
                  <a:pt x="1001577" y="41340"/>
                </a:cubicBezTo>
                <a:cubicBezTo>
                  <a:pt x="999937" y="38299"/>
                  <a:pt x="997743" y="35886"/>
                  <a:pt x="994993" y="34100"/>
                </a:cubicBezTo>
                <a:cubicBezTo>
                  <a:pt x="992245" y="32315"/>
                  <a:pt x="989087" y="31060"/>
                  <a:pt x="985517" y="30336"/>
                </a:cubicBezTo>
                <a:cubicBezTo>
                  <a:pt x="981948" y="29612"/>
                  <a:pt x="978041" y="29250"/>
                  <a:pt x="973796" y="29250"/>
                </a:cubicBezTo>
                <a:cubicBezTo>
                  <a:pt x="970516" y="29250"/>
                  <a:pt x="967212" y="29660"/>
                  <a:pt x="963884" y="30480"/>
                </a:cubicBezTo>
                <a:cubicBezTo>
                  <a:pt x="960557" y="31299"/>
                  <a:pt x="957566" y="32553"/>
                  <a:pt x="954914" y="34242"/>
                </a:cubicBezTo>
                <a:cubicBezTo>
                  <a:pt x="952262" y="35929"/>
                  <a:pt x="950091" y="38122"/>
                  <a:pt x="948403" y="40821"/>
                </a:cubicBezTo>
                <a:cubicBezTo>
                  <a:pt x="946715" y="43521"/>
                  <a:pt x="945871" y="46751"/>
                  <a:pt x="945871" y="50512"/>
                </a:cubicBezTo>
                <a:cubicBezTo>
                  <a:pt x="945871" y="55334"/>
                  <a:pt x="947076" y="59094"/>
                  <a:pt x="949487" y="61794"/>
                </a:cubicBezTo>
                <a:cubicBezTo>
                  <a:pt x="951899" y="64493"/>
                  <a:pt x="954914" y="66591"/>
                  <a:pt x="958530" y="68086"/>
                </a:cubicBezTo>
                <a:cubicBezTo>
                  <a:pt x="962148" y="69580"/>
                  <a:pt x="966079" y="70737"/>
                  <a:pt x="970323" y="71557"/>
                </a:cubicBezTo>
                <a:cubicBezTo>
                  <a:pt x="974568" y="72377"/>
                  <a:pt x="978498" y="73293"/>
                  <a:pt x="982115" y="74306"/>
                </a:cubicBezTo>
                <a:cubicBezTo>
                  <a:pt x="985733" y="75317"/>
                  <a:pt x="988747" y="76642"/>
                  <a:pt x="991158" y="78282"/>
                </a:cubicBezTo>
                <a:cubicBezTo>
                  <a:pt x="993571" y="79922"/>
                  <a:pt x="994777" y="82333"/>
                  <a:pt x="994777" y="85515"/>
                </a:cubicBezTo>
                <a:cubicBezTo>
                  <a:pt x="994777" y="87829"/>
                  <a:pt x="994198" y="89734"/>
                  <a:pt x="993039" y="91229"/>
                </a:cubicBezTo>
                <a:cubicBezTo>
                  <a:pt x="991882" y="92723"/>
                  <a:pt x="990411" y="93856"/>
                  <a:pt x="988626" y="94627"/>
                </a:cubicBezTo>
                <a:cubicBezTo>
                  <a:pt x="986842" y="95398"/>
                  <a:pt x="984889" y="95929"/>
                  <a:pt x="982766" y="96219"/>
                </a:cubicBezTo>
                <a:cubicBezTo>
                  <a:pt x="980645" y="96507"/>
                  <a:pt x="978620" y="96652"/>
                  <a:pt x="976690" y="96652"/>
                </a:cubicBezTo>
                <a:cubicBezTo>
                  <a:pt x="974182" y="96652"/>
                  <a:pt x="971746" y="96412"/>
                  <a:pt x="969382" y="95932"/>
                </a:cubicBezTo>
                <a:cubicBezTo>
                  <a:pt x="967018" y="95450"/>
                  <a:pt x="964896" y="94658"/>
                  <a:pt x="963015" y="93554"/>
                </a:cubicBezTo>
                <a:cubicBezTo>
                  <a:pt x="961133" y="92448"/>
                  <a:pt x="959614" y="90959"/>
                  <a:pt x="958458" y="89085"/>
                </a:cubicBezTo>
                <a:cubicBezTo>
                  <a:pt x="957301" y="87211"/>
                  <a:pt x="956674" y="84929"/>
                  <a:pt x="956576" y="82239"/>
                </a:cubicBezTo>
                <a:close/>
                <a:moveTo>
                  <a:pt x="1135709" y="105836"/>
                </a:moveTo>
                <a:lnTo>
                  <a:pt x="1159583" y="31087"/>
                </a:lnTo>
                <a:lnTo>
                  <a:pt x="1146850" y="31087"/>
                </a:lnTo>
                <a:lnTo>
                  <a:pt x="1130066" y="92245"/>
                </a:lnTo>
                <a:lnTo>
                  <a:pt x="1129777" y="92245"/>
                </a:lnTo>
                <a:lnTo>
                  <a:pt x="1114150" y="31087"/>
                </a:lnTo>
                <a:lnTo>
                  <a:pt x="1100693" y="31087"/>
                </a:lnTo>
                <a:lnTo>
                  <a:pt x="1085644" y="92245"/>
                </a:lnTo>
                <a:lnTo>
                  <a:pt x="1085355" y="92245"/>
                </a:lnTo>
                <a:lnTo>
                  <a:pt x="1068425" y="31087"/>
                </a:lnTo>
                <a:lnTo>
                  <a:pt x="1054824" y="31087"/>
                </a:lnTo>
                <a:lnTo>
                  <a:pt x="1078844" y="105836"/>
                </a:lnTo>
                <a:lnTo>
                  <a:pt x="1092155" y="105836"/>
                </a:lnTo>
                <a:lnTo>
                  <a:pt x="1107204" y="46412"/>
                </a:lnTo>
                <a:lnTo>
                  <a:pt x="1107493" y="46412"/>
                </a:lnTo>
                <a:lnTo>
                  <a:pt x="1122685" y="105836"/>
                </a:lnTo>
                <a:lnTo>
                  <a:pt x="1135709" y="105836"/>
                </a:lnTo>
                <a:close/>
                <a:moveTo>
                  <a:pt x="1184327" y="17663"/>
                </a:moveTo>
                <a:lnTo>
                  <a:pt x="1184327" y="2543"/>
                </a:lnTo>
                <a:lnTo>
                  <a:pt x="1172027" y="2543"/>
                </a:lnTo>
                <a:lnTo>
                  <a:pt x="1172027" y="17663"/>
                </a:lnTo>
                <a:lnTo>
                  <a:pt x="1184327" y="17663"/>
                </a:lnTo>
                <a:moveTo>
                  <a:pt x="1172027" y="31029"/>
                </a:moveTo>
                <a:lnTo>
                  <a:pt x="1172027" y="105836"/>
                </a:lnTo>
                <a:lnTo>
                  <a:pt x="1184327" y="105836"/>
                </a:lnTo>
                <a:lnTo>
                  <a:pt x="1184327" y="31029"/>
                </a:lnTo>
                <a:lnTo>
                  <a:pt x="1172027" y="31029"/>
                </a:lnTo>
                <a:close/>
                <a:moveTo>
                  <a:pt x="1220501" y="30945"/>
                </a:moveTo>
                <a:lnTo>
                  <a:pt x="1220501" y="8620"/>
                </a:lnTo>
                <a:lnTo>
                  <a:pt x="1208201" y="8620"/>
                </a:lnTo>
                <a:lnTo>
                  <a:pt x="1208201" y="30945"/>
                </a:lnTo>
                <a:lnTo>
                  <a:pt x="1195468" y="30945"/>
                </a:lnTo>
                <a:lnTo>
                  <a:pt x="1195468" y="41826"/>
                </a:lnTo>
                <a:lnTo>
                  <a:pt x="1208201" y="41826"/>
                </a:lnTo>
                <a:lnTo>
                  <a:pt x="1208201" y="89472"/>
                </a:lnTo>
                <a:cubicBezTo>
                  <a:pt x="1208201" y="92947"/>
                  <a:pt x="1208539" y="95746"/>
                  <a:pt x="1209214" y="97870"/>
                </a:cubicBezTo>
                <a:cubicBezTo>
                  <a:pt x="1209890" y="99994"/>
                  <a:pt x="1210927" y="101636"/>
                  <a:pt x="1212325" y="102796"/>
                </a:cubicBezTo>
                <a:cubicBezTo>
                  <a:pt x="1213723" y="103954"/>
                  <a:pt x="1215556" y="104751"/>
                  <a:pt x="1217823" y="105185"/>
                </a:cubicBezTo>
                <a:cubicBezTo>
                  <a:pt x="1220090" y="105619"/>
                  <a:pt x="1222815" y="105836"/>
                  <a:pt x="1225998" y="105836"/>
                </a:cubicBezTo>
                <a:lnTo>
                  <a:pt x="1235404" y="105836"/>
                </a:lnTo>
                <a:lnTo>
                  <a:pt x="1235404" y="94956"/>
                </a:lnTo>
                <a:lnTo>
                  <a:pt x="1229761" y="94956"/>
                </a:lnTo>
                <a:cubicBezTo>
                  <a:pt x="1227831" y="94956"/>
                  <a:pt x="1226263" y="94884"/>
                  <a:pt x="1225058" y="94739"/>
                </a:cubicBezTo>
                <a:cubicBezTo>
                  <a:pt x="1223852" y="94594"/>
                  <a:pt x="1222912" y="94280"/>
                  <a:pt x="1222236" y="93799"/>
                </a:cubicBezTo>
                <a:cubicBezTo>
                  <a:pt x="1221562" y="93316"/>
                  <a:pt x="1221104" y="92641"/>
                  <a:pt x="1220863" y="91772"/>
                </a:cubicBezTo>
                <a:cubicBezTo>
                  <a:pt x="1220622" y="90902"/>
                  <a:pt x="1220501" y="89744"/>
                  <a:pt x="1220501" y="88297"/>
                </a:cubicBezTo>
                <a:lnTo>
                  <a:pt x="1220501" y="41826"/>
                </a:lnTo>
                <a:lnTo>
                  <a:pt x="1235404" y="41826"/>
                </a:lnTo>
                <a:lnTo>
                  <a:pt x="1235404" y="30945"/>
                </a:lnTo>
                <a:lnTo>
                  <a:pt x="1220501" y="30945"/>
                </a:lnTo>
                <a:close/>
                <a:moveTo>
                  <a:pt x="1249004" y="2543"/>
                </a:moveTo>
                <a:lnTo>
                  <a:pt x="1249004" y="105836"/>
                </a:lnTo>
                <a:lnTo>
                  <a:pt x="1261304" y="105836"/>
                </a:lnTo>
                <a:lnTo>
                  <a:pt x="1261304" y="63575"/>
                </a:lnTo>
                <a:cubicBezTo>
                  <a:pt x="1261304" y="60199"/>
                  <a:pt x="1261762" y="57087"/>
                  <a:pt x="1262677" y="54241"/>
                </a:cubicBezTo>
                <a:cubicBezTo>
                  <a:pt x="1263594" y="51394"/>
                  <a:pt x="1264969" y="48909"/>
                  <a:pt x="1266802" y="46787"/>
                </a:cubicBezTo>
                <a:cubicBezTo>
                  <a:pt x="1268634" y="44664"/>
                  <a:pt x="1270925" y="43025"/>
                  <a:pt x="1273675" y="41868"/>
                </a:cubicBezTo>
                <a:cubicBezTo>
                  <a:pt x="1276424" y="40709"/>
                  <a:pt x="1279680" y="40130"/>
                  <a:pt x="1283442" y="40130"/>
                </a:cubicBezTo>
                <a:cubicBezTo>
                  <a:pt x="1288169" y="40130"/>
                  <a:pt x="1291882" y="41481"/>
                  <a:pt x="1294583" y="44184"/>
                </a:cubicBezTo>
                <a:cubicBezTo>
                  <a:pt x="1297284" y="46885"/>
                  <a:pt x="1298635" y="50551"/>
                  <a:pt x="1298635" y="55181"/>
                </a:cubicBezTo>
                <a:lnTo>
                  <a:pt x="1298635" y="105836"/>
                </a:lnTo>
                <a:lnTo>
                  <a:pt x="1310935" y="105836"/>
                </a:lnTo>
                <a:lnTo>
                  <a:pt x="1310935" y="56612"/>
                </a:lnTo>
                <a:cubicBezTo>
                  <a:pt x="1310935" y="52558"/>
                  <a:pt x="1310525" y="48867"/>
                  <a:pt x="1309705" y="45537"/>
                </a:cubicBezTo>
                <a:cubicBezTo>
                  <a:pt x="1308885" y="42208"/>
                  <a:pt x="1307462" y="39337"/>
                  <a:pt x="1305435" y="36924"/>
                </a:cubicBezTo>
                <a:cubicBezTo>
                  <a:pt x="1303410" y="34510"/>
                  <a:pt x="1300757" y="32628"/>
                  <a:pt x="1297478" y="31277"/>
                </a:cubicBezTo>
                <a:cubicBezTo>
                  <a:pt x="1294198" y="29925"/>
                  <a:pt x="1290098" y="29250"/>
                  <a:pt x="1285178" y="29250"/>
                </a:cubicBezTo>
                <a:cubicBezTo>
                  <a:pt x="1282960" y="29250"/>
                  <a:pt x="1280669" y="29492"/>
                  <a:pt x="1278305" y="29976"/>
                </a:cubicBezTo>
                <a:cubicBezTo>
                  <a:pt x="1275942" y="30460"/>
                  <a:pt x="1273676" y="31211"/>
                  <a:pt x="1271504" y="32228"/>
                </a:cubicBezTo>
                <a:cubicBezTo>
                  <a:pt x="1269335" y="33245"/>
                  <a:pt x="1267382" y="34553"/>
                  <a:pt x="1265645" y="36152"/>
                </a:cubicBezTo>
                <a:cubicBezTo>
                  <a:pt x="1263908" y="37750"/>
                  <a:pt x="1262557" y="39712"/>
                  <a:pt x="1261593" y="42038"/>
                </a:cubicBezTo>
                <a:lnTo>
                  <a:pt x="1261304" y="42038"/>
                </a:lnTo>
                <a:lnTo>
                  <a:pt x="1261304" y="2543"/>
                </a:lnTo>
                <a:lnTo>
                  <a:pt x="1249004" y="25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" name="Text TimeController">
            <a:extLst xmlns:a="http://schemas.openxmlformats.org/drawingml/2006/main">
              <a:ext uri="{FF2B5EF4-FFF2-40B4-BE49-F238E27FC236}">
                <a16:creationId xmlns:a16="http://schemas.microsoft.com/office/drawing/2014/main" id="{0680AF72-A1B4-4669-AAFD-9C020255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59" y="2480227"/>
            <a:ext cx="988553" cy="108097"/>
          </a:xfrm>
          <a:custGeom xmlns:a="http://schemas.openxmlformats.org/drawingml/2006/main">
            <a:pathLst>
              <a:path w="988553" h="108097">
                <a:moveTo>
                  <a:pt x="34438" y="14130"/>
                </a:moveTo>
                <a:lnTo>
                  <a:pt x="34438" y="105836"/>
                </a:lnTo>
                <a:lnTo>
                  <a:pt x="48184" y="105836"/>
                </a:lnTo>
                <a:lnTo>
                  <a:pt x="48184" y="14130"/>
                </a:lnTo>
                <a:lnTo>
                  <a:pt x="82621" y="14130"/>
                </a:lnTo>
                <a:lnTo>
                  <a:pt x="82621" y="2543"/>
                </a:lnTo>
                <a:lnTo>
                  <a:pt x="0" y="2543"/>
                </a:lnTo>
                <a:lnTo>
                  <a:pt x="0" y="14130"/>
                </a:lnTo>
                <a:lnTo>
                  <a:pt x="34438" y="14130"/>
                </a:lnTo>
                <a:close/>
                <a:moveTo>
                  <a:pt x="105049" y="17663"/>
                </a:moveTo>
                <a:lnTo>
                  <a:pt x="105049" y="2543"/>
                </a:lnTo>
                <a:lnTo>
                  <a:pt x="92749" y="2543"/>
                </a:lnTo>
                <a:lnTo>
                  <a:pt x="92749" y="17663"/>
                </a:lnTo>
                <a:lnTo>
                  <a:pt x="105049" y="17663"/>
                </a:lnTo>
                <a:moveTo>
                  <a:pt x="92749" y="31029"/>
                </a:moveTo>
                <a:lnTo>
                  <a:pt x="92749" y="105836"/>
                </a:lnTo>
                <a:lnTo>
                  <a:pt x="105049" y="105836"/>
                </a:lnTo>
                <a:lnTo>
                  <a:pt x="105049" y="31029"/>
                </a:lnTo>
                <a:lnTo>
                  <a:pt x="92749" y="31029"/>
                </a:lnTo>
                <a:close/>
                <a:moveTo>
                  <a:pt x="124148" y="30987"/>
                </a:moveTo>
                <a:lnTo>
                  <a:pt x="124148" y="105836"/>
                </a:lnTo>
                <a:lnTo>
                  <a:pt x="136448" y="105836"/>
                </a:lnTo>
                <a:lnTo>
                  <a:pt x="136448" y="59235"/>
                </a:lnTo>
                <a:cubicBezTo>
                  <a:pt x="136448" y="57786"/>
                  <a:pt x="136809" y="55977"/>
                  <a:pt x="137532" y="53808"/>
                </a:cubicBezTo>
                <a:cubicBezTo>
                  <a:pt x="138256" y="51637"/>
                  <a:pt x="139414" y="49539"/>
                  <a:pt x="141005" y="47513"/>
                </a:cubicBezTo>
                <a:cubicBezTo>
                  <a:pt x="142597" y="45486"/>
                  <a:pt x="144671" y="43750"/>
                  <a:pt x="147227" y="42303"/>
                </a:cubicBezTo>
                <a:cubicBezTo>
                  <a:pt x="149783" y="40854"/>
                  <a:pt x="152846" y="40130"/>
                  <a:pt x="156416" y="40130"/>
                </a:cubicBezTo>
                <a:cubicBezTo>
                  <a:pt x="159214" y="40130"/>
                  <a:pt x="161505" y="40540"/>
                  <a:pt x="163289" y="41360"/>
                </a:cubicBezTo>
                <a:cubicBezTo>
                  <a:pt x="165073" y="42180"/>
                  <a:pt x="166495" y="43337"/>
                  <a:pt x="167557" y="44833"/>
                </a:cubicBezTo>
                <a:cubicBezTo>
                  <a:pt x="168618" y="46328"/>
                  <a:pt x="169366" y="48090"/>
                  <a:pt x="169800" y="50116"/>
                </a:cubicBezTo>
                <a:cubicBezTo>
                  <a:pt x="170234" y="52143"/>
                  <a:pt x="170451" y="54362"/>
                  <a:pt x="170451" y="56773"/>
                </a:cubicBezTo>
                <a:lnTo>
                  <a:pt x="170451" y="105836"/>
                </a:lnTo>
                <a:lnTo>
                  <a:pt x="182749" y="105836"/>
                </a:lnTo>
                <a:lnTo>
                  <a:pt x="182749" y="59235"/>
                </a:lnTo>
                <a:cubicBezTo>
                  <a:pt x="182749" y="53446"/>
                  <a:pt x="184485" y="48814"/>
                  <a:pt x="187957" y="45341"/>
                </a:cubicBezTo>
                <a:cubicBezTo>
                  <a:pt x="191431" y="41867"/>
                  <a:pt x="196206" y="40130"/>
                  <a:pt x="202282" y="40130"/>
                </a:cubicBezTo>
                <a:cubicBezTo>
                  <a:pt x="205273" y="40130"/>
                  <a:pt x="207709" y="40564"/>
                  <a:pt x="209590" y="41433"/>
                </a:cubicBezTo>
                <a:cubicBezTo>
                  <a:pt x="211471" y="42301"/>
                  <a:pt x="212942" y="43483"/>
                  <a:pt x="214004" y="44979"/>
                </a:cubicBezTo>
                <a:cubicBezTo>
                  <a:pt x="215065" y="46474"/>
                  <a:pt x="215788" y="48235"/>
                  <a:pt x="216174" y="50262"/>
                </a:cubicBezTo>
                <a:cubicBezTo>
                  <a:pt x="216559" y="52287"/>
                  <a:pt x="216752" y="54458"/>
                  <a:pt x="216752" y="56773"/>
                </a:cubicBezTo>
                <a:lnTo>
                  <a:pt x="216752" y="105836"/>
                </a:lnTo>
                <a:lnTo>
                  <a:pt x="229052" y="105836"/>
                </a:lnTo>
                <a:lnTo>
                  <a:pt x="229052" y="50966"/>
                </a:lnTo>
                <a:cubicBezTo>
                  <a:pt x="229052" y="47106"/>
                  <a:pt x="228450" y="43800"/>
                  <a:pt x="227244" y="41049"/>
                </a:cubicBezTo>
                <a:cubicBezTo>
                  <a:pt x="226039" y="38298"/>
                  <a:pt x="224350" y="36054"/>
                  <a:pt x="222179" y="34317"/>
                </a:cubicBezTo>
                <a:cubicBezTo>
                  <a:pt x="220008" y="32580"/>
                  <a:pt x="217404" y="31302"/>
                  <a:pt x="214366" y="30482"/>
                </a:cubicBezTo>
                <a:cubicBezTo>
                  <a:pt x="211328" y="29660"/>
                  <a:pt x="207927" y="29250"/>
                  <a:pt x="204165" y="29250"/>
                </a:cubicBezTo>
                <a:cubicBezTo>
                  <a:pt x="199245" y="29250"/>
                  <a:pt x="194735" y="30360"/>
                  <a:pt x="190635" y="32579"/>
                </a:cubicBezTo>
                <a:cubicBezTo>
                  <a:pt x="186536" y="34797"/>
                  <a:pt x="183232" y="37933"/>
                  <a:pt x="180724" y="41985"/>
                </a:cubicBezTo>
                <a:cubicBezTo>
                  <a:pt x="179180" y="37354"/>
                  <a:pt x="176527" y="34074"/>
                  <a:pt x="172765" y="32144"/>
                </a:cubicBezTo>
                <a:cubicBezTo>
                  <a:pt x="169004" y="30215"/>
                  <a:pt x="164809" y="29250"/>
                  <a:pt x="160178" y="29250"/>
                </a:cubicBezTo>
                <a:cubicBezTo>
                  <a:pt x="149663" y="29250"/>
                  <a:pt x="141608" y="33496"/>
                  <a:pt x="136013" y="41989"/>
                </a:cubicBezTo>
                <a:lnTo>
                  <a:pt x="135724" y="41989"/>
                </a:lnTo>
                <a:lnTo>
                  <a:pt x="135724" y="30987"/>
                </a:lnTo>
                <a:lnTo>
                  <a:pt x="124148" y="30987"/>
                </a:lnTo>
                <a:close/>
                <a:moveTo>
                  <a:pt x="299519" y="61326"/>
                </a:moveTo>
                <a:lnTo>
                  <a:pt x="256545" y="61326"/>
                </a:lnTo>
                <a:cubicBezTo>
                  <a:pt x="256738" y="58422"/>
                  <a:pt x="257365" y="55688"/>
                  <a:pt x="258426" y="53123"/>
                </a:cubicBezTo>
                <a:cubicBezTo>
                  <a:pt x="259488" y="50558"/>
                  <a:pt x="260934" y="48307"/>
                  <a:pt x="262767" y="46372"/>
                </a:cubicBezTo>
                <a:cubicBezTo>
                  <a:pt x="264599" y="44436"/>
                  <a:pt x="266794" y="42912"/>
                  <a:pt x="269351" y="41799"/>
                </a:cubicBezTo>
                <a:cubicBezTo>
                  <a:pt x="271907" y="40687"/>
                  <a:pt x="274777" y="40130"/>
                  <a:pt x="277959" y="40130"/>
                </a:cubicBezTo>
                <a:cubicBezTo>
                  <a:pt x="281046" y="40130"/>
                  <a:pt x="283868" y="40687"/>
                  <a:pt x="286424" y="41799"/>
                </a:cubicBezTo>
                <a:cubicBezTo>
                  <a:pt x="288981" y="42912"/>
                  <a:pt x="291200" y="44413"/>
                  <a:pt x="293081" y="46301"/>
                </a:cubicBezTo>
                <a:cubicBezTo>
                  <a:pt x="294962" y="48188"/>
                  <a:pt x="296457" y="50438"/>
                  <a:pt x="297565" y="53051"/>
                </a:cubicBezTo>
                <a:cubicBezTo>
                  <a:pt x="298675" y="55663"/>
                  <a:pt x="299326" y="58422"/>
                  <a:pt x="299519" y="61326"/>
                </a:cubicBezTo>
                <a:moveTo>
                  <a:pt x="311384" y="82097"/>
                </a:moveTo>
                <a:lnTo>
                  <a:pt x="299230" y="82097"/>
                </a:lnTo>
                <a:cubicBezTo>
                  <a:pt x="298169" y="86997"/>
                  <a:pt x="295974" y="90648"/>
                  <a:pt x="292646" y="93050"/>
                </a:cubicBezTo>
                <a:cubicBezTo>
                  <a:pt x="289318" y="95451"/>
                  <a:pt x="285049" y="96652"/>
                  <a:pt x="279840" y="96652"/>
                </a:cubicBezTo>
                <a:cubicBezTo>
                  <a:pt x="275790" y="96652"/>
                  <a:pt x="272269" y="95980"/>
                  <a:pt x="269278" y="94638"/>
                </a:cubicBezTo>
                <a:cubicBezTo>
                  <a:pt x="266288" y="93296"/>
                  <a:pt x="263829" y="91498"/>
                  <a:pt x="261899" y="89246"/>
                </a:cubicBezTo>
                <a:cubicBezTo>
                  <a:pt x="259970" y="86993"/>
                  <a:pt x="258571" y="84404"/>
                  <a:pt x="257702" y="81481"/>
                </a:cubicBezTo>
                <a:cubicBezTo>
                  <a:pt x="256834" y="78557"/>
                  <a:pt x="256448" y="75465"/>
                  <a:pt x="256545" y="72206"/>
                </a:cubicBezTo>
                <a:lnTo>
                  <a:pt x="312541" y="72206"/>
                </a:lnTo>
                <a:cubicBezTo>
                  <a:pt x="312734" y="67659"/>
                  <a:pt x="312324" y="62870"/>
                  <a:pt x="311311" y="57839"/>
                </a:cubicBezTo>
                <a:cubicBezTo>
                  <a:pt x="310299" y="52808"/>
                  <a:pt x="308465" y="48165"/>
                  <a:pt x="305811" y="43908"/>
                </a:cubicBezTo>
                <a:cubicBezTo>
                  <a:pt x="303159" y="39651"/>
                  <a:pt x="299638" y="36144"/>
                  <a:pt x="295249" y="33387"/>
                </a:cubicBezTo>
                <a:cubicBezTo>
                  <a:pt x="290860" y="30629"/>
                  <a:pt x="285337" y="29250"/>
                  <a:pt x="278681" y="29250"/>
                </a:cubicBezTo>
                <a:cubicBezTo>
                  <a:pt x="273569" y="29250"/>
                  <a:pt x="268867" y="30215"/>
                  <a:pt x="264573" y="32144"/>
                </a:cubicBezTo>
                <a:cubicBezTo>
                  <a:pt x="260281" y="34074"/>
                  <a:pt x="256567" y="36776"/>
                  <a:pt x="253432" y="40249"/>
                </a:cubicBezTo>
                <a:cubicBezTo>
                  <a:pt x="250297" y="43722"/>
                  <a:pt x="247861" y="47822"/>
                  <a:pt x="246124" y="52549"/>
                </a:cubicBezTo>
                <a:cubicBezTo>
                  <a:pt x="244389" y="57276"/>
                  <a:pt x="243521" y="62484"/>
                  <a:pt x="243521" y="68174"/>
                </a:cubicBezTo>
                <a:cubicBezTo>
                  <a:pt x="243714" y="73866"/>
                  <a:pt x="244558" y="79124"/>
                  <a:pt x="246053" y="83947"/>
                </a:cubicBezTo>
                <a:cubicBezTo>
                  <a:pt x="247549" y="88771"/>
                  <a:pt x="249791" y="92919"/>
                  <a:pt x="252781" y="96393"/>
                </a:cubicBezTo>
                <a:cubicBezTo>
                  <a:pt x="255772" y="99865"/>
                  <a:pt x="259462" y="102566"/>
                  <a:pt x="263851" y="104496"/>
                </a:cubicBezTo>
                <a:cubicBezTo>
                  <a:pt x="268240" y="106426"/>
                  <a:pt x="273425" y="107391"/>
                  <a:pt x="279405" y="107391"/>
                </a:cubicBezTo>
                <a:cubicBezTo>
                  <a:pt x="287895" y="107391"/>
                  <a:pt x="294938" y="105271"/>
                  <a:pt x="300532" y="101032"/>
                </a:cubicBezTo>
                <a:cubicBezTo>
                  <a:pt x="306127" y="96791"/>
                  <a:pt x="309744" y="90480"/>
                  <a:pt x="311384" y="82097"/>
                </a:cubicBezTo>
                <a:close/>
                <a:moveTo>
                  <a:pt x="440162" y="33582"/>
                </a:moveTo>
                <a:lnTo>
                  <a:pt x="453908" y="33582"/>
                </a:lnTo>
                <a:cubicBezTo>
                  <a:pt x="453137" y="28083"/>
                  <a:pt x="451497" y="23235"/>
                  <a:pt x="448989" y="19038"/>
                </a:cubicBezTo>
                <a:cubicBezTo>
                  <a:pt x="446481" y="14842"/>
                  <a:pt x="443345" y="11344"/>
                  <a:pt x="439583" y="8544"/>
                </a:cubicBezTo>
                <a:cubicBezTo>
                  <a:pt x="435821" y="5745"/>
                  <a:pt x="431528" y="3621"/>
                  <a:pt x="426705" y="2173"/>
                </a:cubicBezTo>
                <a:cubicBezTo>
                  <a:pt x="421881" y="724"/>
                  <a:pt x="416769" y="0"/>
                  <a:pt x="411367" y="0"/>
                </a:cubicBezTo>
                <a:cubicBezTo>
                  <a:pt x="403457" y="0"/>
                  <a:pt x="396439" y="1423"/>
                  <a:pt x="390312" y="4270"/>
                </a:cubicBezTo>
                <a:cubicBezTo>
                  <a:pt x="384188" y="7115"/>
                  <a:pt x="379076" y="10998"/>
                  <a:pt x="374977" y="15919"/>
                </a:cubicBezTo>
                <a:cubicBezTo>
                  <a:pt x="370877" y="20838"/>
                  <a:pt x="367767" y="26602"/>
                  <a:pt x="365644" y="33211"/>
                </a:cubicBezTo>
                <a:cubicBezTo>
                  <a:pt x="363522" y="39820"/>
                  <a:pt x="362460" y="46886"/>
                  <a:pt x="362460" y="54411"/>
                </a:cubicBezTo>
                <a:cubicBezTo>
                  <a:pt x="362460" y="61935"/>
                  <a:pt x="363449" y="68977"/>
                  <a:pt x="365425" y="75538"/>
                </a:cubicBezTo>
                <a:cubicBezTo>
                  <a:pt x="367404" y="82098"/>
                  <a:pt x="370370" y="87790"/>
                  <a:pt x="374325" y="92613"/>
                </a:cubicBezTo>
                <a:cubicBezTo>
                  <a:pt x="378280" y="97437"/>
                  <a:pt x="383248" y="101223"/>
                  <a:pt x="389228" y="103973"/>
                </a:cubicBezTo>
                <a:cubicBezTo>
                  <a:pt x="395209" y="106722"/>
                  <a:pt x="402203" y="108097"/>
                  <a:pt x="410210" y="108097"/>
                </a:cubicBezTo>
                <a:cubicBezTo>
                  <a:pt x="423425" y="108097"/>
                  <a:pt x="433842" y="104478"/>
                  <a:pt x="441462" y="97239"/>
                </a:cubicBezTo>
                <a:cubicBezTo>
                  <a:pt x="449084" y="89998"/>
                  <a:pt x="453570" y="79867"/>
                  <a:pt x="454921" y="66845"/>
                </a:cubicBezTo>
                <a:lnTo>
                  <a:pt x="441175" y="66845"/>
                </a:lnTo>
                <a:cubicBezTo>
                  <a:pt x="440885" y="71089"/>
                  <a:pt x="440017" y="75044"/>
                  <a:pt x="438570" y="78710"/>
                </a:cubicBezTo>
                <a:cubicBezTo>
                  <a:pt x="437123" y="82375"/>
                  <a:pt x="435121" y="85535"/>
                  <a:pt x="432564" y="88189"/>
                </a:cubicBezTo>
                <a:cubicBezTo>
                  <a:pt x="430009" y="90841"/>
                  <a:pt x="426970" y="92915"/>
                  <a:pt x="423448" y="94411"/>
                </a:cubicBezTo>
                <a:cubicBezTo>
                  <a:pt x="419927" y="95905"/>
                  <a:pt x="415900" y="96652"/>
                  <a:pt x="411367" y="96652"/>
                </a:cubicBezTo>
                <a:cubicBezTo>
                  <a:pt x="405193" y="96652"/>
                  <a:pt x="399888" y="95495"/>
                  <a:pt x="395450" y="93181"/>
                </a:cubicBezTo>
                <a:cubicBezTo>
                  <a:pt x="391014" y="90865"/>
                  <a:pt x="387372" y="87755"/>
                  <a:pt x="384526" y="83848"/>
                </a:cubicBezTo>
                <a:cubicBezTo>
                  <a:pt x="381680" y="79942"/>
                  <a:pt x="379582" y="75360"/>
                  <a:pt x="378231" y="70104"/>
                </a:cubicBezTo>
                <a:cubicBezTo>
                  <a:pt x="376881" y="64848"/>
                  <a:pt x="376206" y="59278"/>
                  <a:pt x="376206" y="53395"/>
                </a:cubicBezTo>
                <a:cubicBezTo>
                  <a:pt x="376206" y="47995"/>
                  <a:pt x="376881" y="42787"/>
                  <a:pt x="378231" y="37772"/>
                </a:cubicBezTo>
                <a:cubicBezTo>
                  <a:pt x="379582" y="32757"/>
                  <a:pt x="381680" y="28297"/>
                  <a:pt x="384526" y="24390"/>
                </a:cubicBezTo>
                <a:cubicBezTo>
                  <a:pt x="387372" y="20484"/>
                  <a:pt x="390990" y="17374"/>
                  <a:pt x="395377" y="15060"/>
                </a:cubicBezTo>
                <a:cubicBezTo>
                  <a:pt x="399767" y="12745"/>
                  <a:pt x="405049" y="11587"/>
                  <a:pt x="411223" y="11587"/>
                </a:cubicBezTo>
                <a:cubicBezTo>
                  <a:pt x="418458" y="11587"/>
                  <a:pt x="424703" y="13420"/>
                  <a:pt x="429959" y="17087"/>
                </a:cubicBezTo>
                <a:cubicBezTo>
                  <a:pt x="435217" y="20752"/>
                  <a:pt x="438618" y="26250"/>
                  <a:pt x="440162" y="33582"/>
                </a:cubicBezTo>
                <a:close/>
                <a:moveTo>
                  <a:pt x="478941" y="68464"/>
                </a:moveTo>
                <a:cubicBezTo>
                  <a:pt x="478941" y="63933"/>
                  <a:pt x="479544" y="59910"/>
                  <a:pt x="480749" y="56393"/>
                </a:cubicBezTo>
                <a:cubicBezTo>
                  <a:pt x="481955" y="52875"/>
                  <a:pt x="483619" y="49912"/>
                  <a:pt x="485741" y="47502"/>
                </a:cubicBezTo>
                <a:cubicBezTo>
                  <a:pt x="487864" y="45093"/>
                  <a:pt x="490348" y="43262"/>
                  <a:pt x="493193" y="42009"/>
                </a:cubicBezTo>
                <a:cubicBezTo>
                  <a:pt x="496038" y="40756"/>
                  <a:pt x="499052" y="40130"/>
                  <a:pt x="502236" y="40130"/>
                </a:cubicBezTo>
                <a:cubicBezTo>
                  <a:pt x="505420" y="40130"/>
                  <a:pt x="508434" y="40756"/>
                  <a:pt x="511280" y="42009"/>
                </a:cubicBezTo>
                <a:cubicBezTo>
                  <a:pt x="514125" y="43262"/>
                  <a:pt x="516609" y="45093"/>
                  <a:pt x="518731" y="47502"/>
                </a:cubicBezTo>
                <a:cubicBezTo>
                  <a:pt x="520854" y="49912"/>
                  <a:pt x="522518" y="52875"/>
                  <a:pt x="523723" y="56393"/>
                </a:cubicBezTo>
                <a:cubicBezTo>
                  <a:pt x="524929" y="59910"/>
                  <a:pt x="525531" y="63933"/>
                  <a:pt x="525531" y="68464"/>
                </a:cubicBezTo>
                <a:cubicBezTo>
                  <a:pt x="525531" y="72993"/>
                  <a:pt x="524929" y="77016"/>
                  <a:pt x="523723" y="80534"/>
                </a:cubicBezTo>
                <a:cubicBezTo>
                  <a:pt x="522518" y="84052"/>
                  <a:pt x="520854" y="86991"/>
                  <a:pt x="518731" y="89352"/>
                </a:cubicBezTo>
                <a:cubicBezTo>
                  <a:pt x="516609" y="91713"/>
                  <a:pt x="514125" y="93520"/>
                  <a:pt x="511280" y="94773"/>
                </a:cubicBezTo>
                <a:cubicBezTo>
                  <a:pt x="508434" y="96025"/>
                  <a:pt x="505420" y="96652"/>
                  <a:pt x="502236" y="96652"/>
                </a:cubicBezTo>
                <a:cubicBezTo>
                  <a:pt x="499052" y="96652"/>
                  <a:pt x="496038" y="96025"/>
                  <a:pt x="493193" y="94773"/>
                </a:cubicBezTo>
                <a:cubicBezTo>
                  <a:pt x="490348" y="93520"/>
                  <a:pt x="487864" y="91713"/>
                  <a:pt x="485741" y="89352"/>
                </a:cubicBezTo>
                <a:cubicBezTo>
                  <a:pt x="483619" y="86991"/>
                  <a:pt x="481955" y="84052"/>
                  <a:pt x="480749" y="80534"/>
                </a:cubicBezTo>
                <a:cubicBezTo>
                  <a:pt x="479544" y="77016"/>
                  <a:pt x="478941" y="72993"/>
                  <a:pt x="478941" y="68464"/>
                </a:cubicBezTo>
                <a:moveTo>
                  <a:pt x="465917" y="68466"/>
                </a:moveTo>
                <a:cubicBezTo>
                  <a:pt x="465917" y="73963"/>
                  <a:pt x="466688" y="79076"/>
                  <a:pt x="468231" y="83804"/>
                </a:cubicBezTo>
                <a:cubicBezTo>
                  <a:pt x="469775" y="88530"/>
                  <a:pt x="472090" y="92655"/>
                  <a:pt x="475177" y="96177"/>
                </a:cubicBezTo>
                <a:cubicBezTo>
                  <a:pt x="478263" y="99698"/>
                  <a:pt x="482073" y="102447"/>
                  <a:pt x="486607" y="104425"/>
                </a:cubicBezTo>
                <a:cubicBezTo>
                  <a:pt x="491142" y="106402"/>
                  <a:pt x="496351" y="107391"/>
                  <a:pt x="502236" y="107391"/>
                </a:cubicBezTo>
                <a:cubicBezTo>
                  <a:pt x="508217" y="107391"/>
                  <a:pt x="513449" y="106402"/>
                  <a:pt x="517934" y="104425"/>
                </a:cubicBezTo>
                <a:cubicBezTo>
                  <a:pt x="522420" y="102447"/>
                  <a:pt x="526207" y="99698"/>
                  <a:pt x="529294" y="96177"/>
                </a:cubicBezTo>
                <a:cubicBezTo>
                  <a:pt x="532380" y="92655"/>
                  <a:pt x="534695" y="88530"/>
                  <a:pt x="536237" y="83804"/>
                </a:cubicBezTo>
                <a:cubicBezTo>
                  <a:pt x="537781" y="79076"/>
                  <a:pt x="538553" y="73963"/>
                  <a:pt x="538553" y="68466"/>
                </a:cubicBezTo>
                <a:cubicBezTo>
                  <a:pt x="538553" y="62967"/>
                  <a:pt x="537781" y="57830"/>
                  <a:pt x="536237" y="53055"/>
                </a:cubicBezTo>
                <a:cubicBezTo>
                  <a:pt x="534695" y="48279"/>
                  <a:pt x="532380" y="44130"/>
                  <a:pt x="529294" y="40609"/>
                </a:cubicBezTo>
                <a:cubicBezTo>
                  <a:pt x="526207" y="37088"/>
                  <a:pt x="522420" y="34315"/>
                  <a:pt x="517934" y="32290"/>
                </a:cubicBezTo>
                <a:cubicBezTo>
                  <a:pt x="513449" y="30263"/>
                  <a:pt x="508217" y="29250"/>
                  <a:pt x="502236" y="29250"/>
                </a:cubicBezTo>
                <a:cubicBezTo>
                  <a:pt x="496351" y="29250"/>
                  <a:pt x="491142" y="30263"/>
                  <a:pt x="486607" y="32290"/>
                </a:cubicBezTo>
                <a:cubicBezTo>
                  <a:pt x="482073" y="34315"/>
                  <a:pt x="478263" y="37088"/>
                  <a:pt x="475177" y="40609"/>
                </a:cubicBezTo>
                <a:cubicBezTo>
                  <a:pt x="472090" y="44130"/>
                  <a:pt x="469775" y="48279"/>
                  <a:pt x="468231" y="53055"/>
                </a:cubicBezTo>
                <a:cubicBezTo>
                  <a:pt x="466688" y="57830"/>
                  <a:pt x="465917" y="62967"/>
                  <a:pt x="465917" y="68466"/>
                </a:cubicBezTo>
                <a:close/>
                <a:moveTo>
                  <a:pt x="553023" y="30987"/>
                </a:moveTo>
                <a:lnTo>
                  <a:pt x="553023" y="105836"/>
                </a:lnTo>
                <a:lnTo>
                  <a:pt x="565323" y="105836"/>
                </a:lnTo>
                <a:lnTo>
                  <a:pt x="565323" y="63575"/>
                </a:lnTo>
                <a:cubicBezTo>
                  <a:pt x="565323" y="60199"/>
                  <a:pt x="565780" y="57087"/>
                  <a:pt x="566696" y="54241"/>
                </a:cubicBezTo>
                <a:cubicBezTo>
                  <a:pt x="567613" y="51394"/>
                  <a:pt x="568988" y="48909"/>
                  <a:pt x="570820" y="46787"/>
                </a:cubicBezTo>
                <a:cubicBezTo>
                  <a:pt x="572653" y="44664"/>
                  <a:pt x="574944" y="43025"/>
                  <a:pt x="577693" y="41868"/>
                </a:cubicBezTo>
                <a:cubicBezTo>
                  <a:pt x="580443" y="40709"/>
                  <a:pt x="583699" y="40130"/>
                  <a:pt x="587461" y="40130"/>
                </a:cubicBezTo>
                <a:cubicBezTo>
                  <a:pt x="592187" y="40130"/>
                  <a:pt x="595901" y="41481"/>
                  <a:pt x="598602" y="44184"/>
                </a:cubicBezTo>
                <a:cubicBezTo>
                  <a:pt x="601303" y="46885"/>
                  <a:pt x="602653" y="50551"/>
                  <a:pt x="602653" y="55181"/>
                </a:cubicBezTo>
                <a:lnTo>
                  <a:pt x="602653" y="105836"/>
                </a:lnTo>
                <a:lnTo>
                  <a:pt x="614953" y="105836"/>
                </a:lnTo>
                <a:lnTo>
                  <a:pt x="614953" y="56612"/>
                </a:lnTo>
                <a:cubicBezTo>
                  <a:pt x="614953" y="52558"/>
                  <a:pt x="614543" y="48867"/>
                  <a:pt x="613723" y="45537"/>
                </a:cubicBezTo>
                <a:cubicBezTo>
                  <a:pt x="612904" y="42208"/>
                  <a:pt x="611480" y="39337"/>
                  <a:pt x="609453" y="36924"/>
                </a:cubicBezTo>
                <a:cubicBezTo>
                  <a:pt x="607428" y="34510"/>
                  <a:pt x="604776" y="32628"/>
                  <a:pt x="601496" y="31277"/>
                </a:cubicBezTo>
                <a:cubicBezTo>
                  <a:pt x="598217" y="29925"/>
                  <a:pt x="594117" y="29250"/>
                  <a:pt x="589196" y="29250"/>
                </a:cubicBezTo>
                <a:cubicBezTo>
                  <a:pt x="578102" y="29250"/>
                  <a:pt x="570000" y="33786"/>
                  <a:pt x="564888" y="42859"/>
                </a:cubicBezTo>
                <a:lnTo>
                  <a:pt x="564598" y="42859"/>
                </a:lnTo>
                <a:lnTo>
                  <a:pt x="564598" y="30987"/>
                </a:lnTo>
                <a:lnTo>
                  <a:pt x="553023" y="30987"/>
                </a:lnTo>
                <a:close/>
                <a:moveTo>
                  <a:pt x="650549" y="30945"/>
                </a:moveTo>
                <a:lnTo>
                  <a:pt x="650549" y="8620"/>
                </a:lnTo>
                <a:lnTo>
                  <a:pt x="638249" y="8620"/>
                </a:lnTo>
                <a:lnTo>
                  <a:pt x="638249" y="30945"/>
                </a:lnTo>
                <a:lnTo>
                  <a:pt x="625516" y="30945"/>
                </a:lnTo>
                <a:lnTo>
                  <a:pt x="625516" y="41826"/>
                </a:lnTo>
                <a:lnTo>
                  <a:pt x="638249" y="41826"/>
                </a:lnTo>
                <a:lnTo>
                  <a:pt x="638249" y="89472"/>
                </a:lnTo>
                <a:cubicBezTo>
                  <a:pt x="638249" y="92947"/>
                  <a:pt x="638586" y="95746"/>
                  <a:pt x="639262" y="97870"/>
                </a:cubicBezTo>
                <a:cubicBezTo>
                  <a:pt x="639938" y="99994"/>
                  <a:pt x="640975" y="101636"/>
                  <a:pt x="642373" y="102796"/>
                </a:cubicBezTo>
                <a:cubicBezTo>
                  <a:pt x="643771" y="103954"/>
                  <a:pt x="645604" y="104751"/>
                  <a:pt x="647870" y="105185"/>
                </a:cubicBezTo>
                <a:cubicBezTo>
                  <a:pt x="650137" y="105619"/>
                  <a:pt x="652862" y="105836"/>
                  <a:pt x="656046" y="105836"/>
                </a:cubicBezTo>
                <a:lnTo>
                  <a:pt x="665452" y="105836"/>
                </a:lnTo>
                <a:lnTo>
                  <a:pt x="665452" y="94956"/>
                </a:lnTo>
                <a:lnTo>
                  <a:pt x="659808" y="94956"/>
                </a:lnTo>
                <a:cubicBezTo>
                  <a:pt x="657879" y="94956"/>
                  <a:pt x="656311" y="94884"/>
                  <a:pt x="655106" y="94739"/>
                </a:cubicBezTo>
                <a:cubicBezTo>
                  <a:pt x="653900" y="94594"/>
                  <a:pt x="652960" y="94280"/>
                  <a:pt x="652284" y="93799"/>
                </a:cubicBezTo>
                <a:cubicBezTo>
                  <a:pt x="651610" y="93316"/>
                  <a:pt x="651152" y="92641"/>
                  <a:pt x="650911" y="91772"/>
                </a:cubicBezTo>
                <a:cubicBezTo>
                  <a:pt x="650669" y="90902"/>
                  <a:pt x="650549" y="89744"/>
                  <a:pt x="650549" y="88297"/>
                </a:cubicBezTo>
                <a:lnTo>
                  <a:pt x="650549" y="41826"/>
                </a:lnTo>
                <a:lnTo>
                  <a:pt x="665452" y="41826"/>
                </a:lnTo>
                <a:lnTo>
                  <a:pt x="665452" y="30945"/>
                </a:lnTo>
                <a:lnTo>
                  <a:pt x="650549" y="30945"/>
                </a:lnTo>
                <a:close/>
                <a:moveTo>
                  <a:pt x="678619" y="30987"/>
                </a:moveTo>
                <a:lnTo>
                  <a:pt x="678619" y="105836"/>
                </a:lnTo>
                <a:lnTo>
                  <a:pt x="690917" y="105836"/>
                </a:lnTo>
                <a:lnTo>
                  <a:pt x="690917" y="72522"/>
                </a:lnTo>
                <a:cubicBezTo>
                  <a:pt x="690917" y="67694"/>
                  <a:pt x="691399" y="63422"/>
                  <a:pt x="692363" y="59705"/>
                </a:cubicBezTo>
                <a:cubicBezTo>
                  <a:pt x="693328" y="55987"/>
                  <a:pt x="694872" y="52825"/>
                  <a:pt x="696995" y="50218"/>
                </a:cubicBezTo>
                <a:cubicBezTo>
                  <a:pt x="699117" y="47610"/>
                  <a:pt x="701915" y="45630"/>
                  <a:pt x="705387" y="44279"/>
                </a:cubicBezTo>
                <a:cubicBezTo>
                  <a:pt x="708859" y="42926"/>
                  <a:pt x="713055" y="42250"/>
                  <a:pt x="717974" y="42250"/>
                </a:cubicBezTo>
                <a:lnTo>
                  <a:pt x="717974" y="29250"/>
                </a:lnTo>
                <a:cubicBezTo>
                  <a:pt x="711319" y="29057"/>
                  <a:pt x="705821" y="30408"/>
                  <a:pt x="701479" y="33303"/>
                </a:cubicBezTo>
                <a:cubicBezTo>
                  <a:pt x="697138" y="36199"/>
                  <a:pt x="693473" y="40687"/>
                  <a:pt x="690484" y="46767"/>
                </a:cubicBezTo>
                <a:lnTo>
                  <a:pt x="690195" y="46767"/>
                </a:lnTo>
                <a:lnTo>
                  <a:pt x="690195" y="30987"/>
                </a:lnTo>
                <a:lnTo>
                  <a:pt x="678619" y="30987"/>
                </a:lnTo>
                <a:close/>
                <a:moveTo>
                  <a:pt x="733603" y="68464"/>
                </a:moveTo>
                <a:cubicBezTo>
                  <a:pt x="733603" y="63933"/>
                  <a:pt x="734206" y="59910"/>
                  <a:pt x="735411" y="56393"/>
                </a:cubicBezTo>
                <a:cubicBezTo>
                  <a:pt x="736617" y="52875"/>
                  <a:pt x="738281" y="49912"/>
                  <a:pt x="740403" y="47502"/>
                </a:cubicBezTo>
                <a:cubicBezTo>
                  <a:pt x="742526" y="45093"/>
                  <a:pt x="745010" y="43262"/>
                  <a:pt x="747855" y="42009"/>
                </a:cubicBezTo>
                <a:cubicBezTo>
                  <a:pt x="750700" y="40756"/>
                  <a:pt x="753715" y="40130"/>
                  <a:pt x="756898" y="40130"/>
                </a:cubicBezTo>
                <a:cubicBezTo>
                  <a:pt x="760082" y="40130"/>
                  <a:pt x="763096" y="40756"/>
                  <a:pt x="765942" y="42009"/>
                </a:cubicBezTo>
                <a:cubicBezTo>
                  <a:pt x="768787" y="43262"/>
                  <a:pt x="771271" y="45093"/>
                  <a:pt x="773393" y="47502"/>
                </a:cubicBezTo>
                <a:cubicBezTo>
                  <a:pt x="775516" y="49912"/>
                  <a:pt x="777180" y="52875"/>
                  <a:pt x="778385" y="56393"/>
                </a:cubicBezTo>
                <a:cubicBezTo>
                  <a:pt x="779591" y="59910"/>
                  <a:pt x="780193" y="63933"/>
                  <a:pt x="780193" y="68464"/>
                </a:cubicBezTo>
                <a:cubicBezTo>
                  <a:pt x="780193" y="72993"/>
                  <a:pt x="779591" y="77016"/>
                  <a:pt x="778385" y="80534"/>
                </a:cubicBezTo>
                <a:cubicBezTo>
                  <a:pt x="777180" y="84052"/>
                  <a:pt x="775516" y="86991"/>
                  <a:pt x="773393" y="89352"/>
                </a:cubicBezTo>
                <a:cubicBezTo>
                  <a:pt x="771271" y="91713"/>
                  <a:pt x="768787" y="93520"/>
                  <a:pt x="765942" y="94773"/>
                </a:cubicBezTo>
                <a:cubicBezTo>
                  <a:pt x="763096" y="96025"/>
                  <a:pt x="760082" y="96652"/>
                  <a:pt x="756898" y="96652"/>
                </a:cubicBezTo>
                <a:cubicBezTo>
                  <a:pt x="753715" y="96652"/>
                  <a:pt x="750700" y="96025"/>
                  <a:pt x="747855" y="94773"/>
                </a:cubicBezTo>
                <a:cubicBezTo>
                  <a:pt x="745010" y="93520"/>
                  <a:pt x="742526" y="91713"/>
                  <a:pt x="740403" y="89352"/>
                </a:cubicBezTo>
                <a:cubicBezTo>
                  <a:pt x="738281" y="86991"/>
                  <a:pt x="736617" y="84052"/>
                  <a:pt x="735411" y="80534"/>
                </a:cubicBezTo>
                <a:cubicBezTo>
                  <a:pt x="734206" y="77016"/>
                  <a:pt x="733603" y="72993"/>
                  <a:pt x="733603" y="68464"/>
                </a:cubicBezTo>
                <a:moveTo>
                  <a:pt x="720579" y="68466"/>
                </a:moveTo>
                <a:cubicBezTo>
                  <a:pt x="720579" y="73963"/>
                  <a:pt x="721350" y="79076"/>
                  <a:pt x="722893" y="83804"/>
                </a:cubicBezTo>
                <a:cubicBezTo>
                  <a:pt x="724437" y="88530"/>
                  <a:pt x="726752" y="92655"/>
                  <a:pt x="729839" y="96177"/>
                </a:cubicBezTo>
                <a:cubicBezTo>
                  <a:pt x="732925" y="99698"/>
                  <a:pt x="736735" y="102447"/>
                  <a:pt x="741269" y="104425"/>
                </a:cubicBezTo>
                <a:cubicBezTo>
                  <a:pt x="745804" y="106402"/>
                  <a:pt x="751014" y="107391"/>
                  <a:pt x="756898" y="107391"/>
                </a:cubicBezTo>
                <a:cubicBezTo>
                  <a:pt x="762879" y="107391"/>
                  <a:pt x="768111" y="106402"/>
                  <a:pt x="772596" y="104425"/>
                </a:cubicBezTo>
                <a:cubicBezTo>
                  <a:pt x="777083" y="102447"/>
                  <a:pt x="780869" y="99698"/>
                  <a:pt x="783956" y="96177"/>
                </a:cubicBezTo>
                <a:cubicBezTo>
                  <a:pt x="787042" y="92655"/>
                  <a:pt x="789357" y="88530"/>
                  <a:pt x="790899" y="83804"/>
                </a:cubicBezTo>
                <a:cubicBezTo>
                  <a:pt x="792443" y="79076"/>
                  <a:pt x="793215" y="73963"/>
                  <a:pt x="793215" y="68466"/>
                </a:cubicBezTo>
                <a:cubicBezTo>
                  <a:pt x="793215" y="62967"/>
                  <a:pt x="792443" y="57830"/>
                  <a:pt x="790899" y="53055"/>
                </a:cubicBezTo>
                <a:cubicBezTo>
                  <a:pt x="789357" y="48279"/>
                  <a:pt x="787042" y="44130"/>
                  <a:pt x="783956" y="40609"/>
                </a:cubicBezTo>
                <a:cubicBezTo>
                  <a:pt x="780869" y="37088"/>
                  <a:pt x="777083" y="34315"/>
                  <a:pt x="772596" y="32290"/>
                </a:cubicBezTo>
                <a:cubicBezTo>
                  <a:pt x="768111" y="30263"/>
                  <a:pt x="762879" y="29250"/>
                  <a:pt x="756898" y="29250"/>
                </a:cubicBezTo>
                <a:cubicBezTo>
                  <a:pt x="751014" y="29250"/>
                  <a:pt x="745804" y="30263"/>
                  <a:pt x="741269" y="32290"/>
                </a:cubicBezTo>
                <a:cubicBezTo>
                  <a:pt x="736735" y="34315"/>
                  <a:pt x="732925" y="37088"/>
                  <a:pt x="729839" y="40609"/>
                </a:cubicBezTo>
                <a:cubicBezTo>
                  <a:pt x="726752" y="44130"/>
                  <a:pt x="724437" y="48279"/>
                  <a:pt x="722893" y="53055"/>
                </a:cubicBezTo>
                <a:cubicBezTo>
                  <a:pt x="721350" y="57830"/>
                  <a:pt x="720579" y="62967"/>
                  <a:pt x="720579" y="68466"/>
                </a:cubicBezTo>
                <a:close/>
                <a:moveTo>
                  <a:pt x="808409" y="2543"/>
                </a:moveTo>
                <a:lnTo>
                  <a:pt x="808409" y="105836"/>
                </a:lnTo>
                <a:lnTo>
                  <a:pt x="820709" y="105836"/>
                </a:lnTo>
                <a:lnTo>
                  <a:pt x="820709" y="2543"/>
                </a:lnTo>
                <a:lnTo>
                  <a:pt x="808409" y="2543"/>
                </a:lnTo>
                <a:close/>
                <a:moveTo>
                  <a:pt x="840532" y="2543"/>
                </a:moveTo>
                <a:lnTo>
                  <a:pt x="840532" y="105836"/>
                </a:lnTo>
                <a:lnTo>
                  <a:pt x="852832" y="105836"/>
                </a:lnTo>
                <a:lnTo>
                  <a:pt x="852832" y="2543"/>
                </a:lnTo>
                <a:lnTo>
                  <a:pt x="840532" y="2543"/>
                </a:lnTo>
                <a:close/>
                <a:moveTo>
                  <a:pt x="923876" y="61326"/>
                </a:moveTo>
                <a:lnTo>
                  <a:pt x="880903" y="61326"/>
                </a:lnTo>
                <a:cubicBezTo>
                  <a:pt x="881095" y="58422"/>
                  <a:pt x="881722" y="55688"/>
                  <a:pt x="882784" y="53123"/>
                </a:cubicBezTo>
                <a:cubicBezTo>
                  <a:pt x="883845" y="50558"/>
                  <a:pt x="885292" y="48307"/>
                  <a:pt x="887124" y="46372"/>
                </a:cubicBezTo>
                <a:cubicBezTo>
                  <a:pt x="888957" y="44436"/>
                  <a:pt x="891151" y="42912"/>
                  <a:pt x="893708" y="41799"/>
                </a:cubicBezTo>
                <a:cubicBezTo>
                  <a:pt x="896265" y="40687"/>
                  <a:pt x="899134" y="40130"/>
                  <a:pt x="902317" y="40130"/>
                </a:cubicBezTo>
                <a:cubicBezTo>
                  <a:pt x="905403" y="40130"/>
                  <a:pt x="908225" y="40687"/>
                  <a:pt x="910782" y="41799"/>
                </a:cubicBezTo>
                <a:cubicBezTo>
                  <a:pt x="913338" y="42912"/>
                  <a:pt x="915557" y="44413"/>
                  <a:pt x="917438" y="46301"/>
                </a:cubicBezTo>
                <a:cubicBezTo>
                  <a:pt x="919319" y="48188"/>
                  <a:pt x="920814" y="50438"/>
                  <a:pt x="921922" y="53051"/>
                </a:cubicBezTo>
                <a:cubicBezTo>
                  <a:pt x="923032" y="55663"/>
                  <a:pt x="923684" y="58422"/>
                  <a:pt x="923876" y="61326"/>
                </a:cubicBezTo>
                <a:moveTo>
                  <a:pt x="935742" y="82097"/>
                </a:moveTo>
                <a:lnTo>
                  <a:pt x="923587" y="82097"/>
                </a:lnTo>
                <a:cubicBezTo>
                  <a:pt x="922526" y="86997"/>
                  <a:pt x="920331" y="90648"/>
                  <a:pt x="917003" y="93050"/>
                </a:cubicBezTo>
                <a:cubicBezTo>
                  <a:pt x="913675" y="95451"/>
                  <a:pt x="909407" y="96652"/>
                  <a:pt x="904198" y="96652"/>
                </a:cubicBezTo>
                <a:cubicBezTo>
                  <a:pt x="900147" y="96652"/>
                  <a:pt x="896626" y="95980"/>
                  <a:pt x="893635" y="94638"/>
                </a:cubicBezTo>
                <a:cubicBezTo>
                  <a:pt x="890646" y="93296"/>
                  <a:pt x="888186" y="91498"/>
                  <a:pt x="886257" y="89246"/>
                </a:cubicBezTo>
                <a:cubicBezTo>
                  <a:pt x="884327" y="86993"/>
                  <a:pt x="882928" y="84404"/>
                  <a:pt x="882059" y="81481"/>
                </a:cubicBezTo>
                <a:cubicBezTo>
                  <a:pt x="881191" y="78557"/>
                  <a:pt x="880805" y="75465"/>
                  <a:pt x="880903" y="72206"/>
                </a:cubicBezTo>
                <a:lnTo>
                  <a:pt x="936898" y="72206"/>
                </a:lnTo>
                <a:cubicBezTo>
                  <a:pt x="937091" y="67659"/>
                  <a:pt x="936681" y="62870"/>
                  <a:pt x="935669" y="57839"/>
                </a:cubicBezTo>
                <a:cubicBezTo>
                  <a:pt x="934656" y="52808"/>
                  <a:pt x="932823" y="48165"/>
                  <a:pt x="930169" y="43908"/>
                </a:cubicBezTo>
                <a:cubicBezTo>
                  <a:pt x="927516" y="39651"/>
                  <a:pt x="923996" y="36144"/>
                  <a:pt x="919606" y="33387"/>
                </a:cubicBezTo>
                <a:cubicBezTo>
                  <a:pt x="915217" y="30629"/>
                  <a:pt x="909695" y="29250"/>
                  <a:pt x="903039" y="29250"/>
                </a:cubicBezTo>
                <a:cubicBezTo>
                  <a:pt x="897927" y="29250"/>
                  <a:pt x="893224" y="30215"/>
                  <a:pt x="888930" y="32144"/>
                </a:cubicBezTo>
                <a:cubicBezTo>
                  <a:pt x="884638" y="34074"/>
                  <a:pt x="880925" y="36776"/>
                  <a:pt x="877789" y="40249"/>
                </a:cubicBezTo>
                <a:cubicBezTo>
                  <a:pt x="874654" y="43722"/>
                  <a:pt x="872218" y="47822"/>
                  <a:pt x="870481" y="52549"/>
                </a:cubicBezTo>
                <a:cubicBezTo>
                  <a:pt x="868746" y="57276"/>
                  <a:pt x="867878" y="62484"/>
                  <a:pt x="867878" y="68174"/>
                </a:cubicBezTo>
                <a:cubicBezTo>
                  <a:pt x="868071" y="73866"/>
                  <a:pt x="868915" y="79124"/>
                  <a:pt x="870411" y="83947"/>
                </a:cubicBezTo>
                <a:cubicBezTo>
                  <a:pt x="871906" y="88771"/>
                  <a:pt x="874149" y="92919"/>
                  <a:pt x="877138" y="96393"/>
                </a:cubicBezTo>
                <a:cubicBezTo>
                  <a:pt x="880129" y="99865"/>
                  <a:pt x="883819" y="102566"/>
                  <a:pt x="888208" y="104496"/>
                </a:cubicBezTo>
                <a:cubicBezTo>
                  <a:pt x="892598" y="106426"/>
                  <a:pt x="897782" y="107391"/>
                  <a:pt x="903763" y="107391"/>
                </a:cubicBezTo>
                <a:cubicBezTo>
                  <a:pt x="912253" y="107391"/>
                  <a:pt x="919295" y="105271"/>
                  <a:pt x="924890" y="101032"/>
                </a:cubicBezTo>
                <a:cubicBezTo>
                  <a:pt x="930485" y="96791"/>
                  <a:pt x="934102" y="90480"/>
                  <a:pt x="935742" y="82097"/>
                </a:cubicBezTo>
                <a:close/>
                <a:moveTo>
                  <a:pt x="949198" y="30987"/>
                </a:moveTo>
                <a:lnTo>
                  <a:pt x="949198" y="105836"/>
                </a:lnTo>
                <a:lnTo>
                  <a:pt x="961496" y="105836"/>
                </a:lnTo>
                <a:lnTo>
                  <a:pt x="961496" y="72522"/>
                </a:lnTo>
                <a:cubicBezTo>
                  <a:pt x="961496" y="67694"/>
                  <a:pt x="961978" y="63422"/>
                  <a:pt x="962942" y="59705"/>
                </a:cubicBezTo>
                <a:cubicBezTo>
                  <a:pt x="963908" y="55987"/>
                  <a:pt x="965452" y="52825"/>
                  <a:pt x="967574" y="50218"/>
                </a:cubicBezTo>
                <a:cubicBezTo>
                  <a:pt x="969697" y="47610"/>
                  <a:pt x="972494" y="45630"/>
                  <a:pt x="975966" y="44279"/>
                </a:cubicBezTo>
                <a:cubicBezTo>
                  <a:pt x="979439" y="42926"/>
                  <a:pt x="983634" y="42250"/>
                  <a:pt x="988553" y="42250"/>
                </a:cubicBezTo>
                <a:lnTo>
                  <a:pt x="988553" y="29250"/>
                </a:lnTo>
                <a:cubicBezTo>
                  <a:pt x="981899" y="29057"/>
                  <a:pt x="976401" y="30408"/>
                  <a:pt x="972059" y="33303"/>
                </a:cubicBezTo>
                <a:cubicBezTo>
                  <a:pt x="967718" y="36199"/>
                  <a:pt x="964053" y="40687"/>
                  <a:pt x="961063" y="46767"/>
                </a:cubicBezTo>
                <a:lnTo>
                  <a:pt x="960774" y="46767"/>
                </a:lnTo>
                <a:lnTo>
                  <a:pt x="960774" y="30987"/>
                </a:lnTo>
                <a:lnTo>
                  <a:pt x="949198" y="309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Text (EachSize=">
            <a:extLst xmlns:a="http://schemas.openxmlformats.org/drawingml/2006/main">
              <a:ext uri="{FF2B5EF4-FFF2-40B4-BE49-F238E27FC236}">
                <a16:creationId xmlns:a16="http://schemas.microsoft.com/office/drawing/2014/main" id="{626D9069-205A-4896-8E34-C28853B6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1493" y="2647060"/>
            <a:ext cx="788297" cy="134380"/>
          </a:xfrm>
          <a:custGeom xmlns:a="http://schemas.openxmlformats.org/drawingml/2006/main">
            <a:pathLst>
              <a:path w="788297" h="134380">
                <a:moveTo>
                  <a:pt x="22717" y="134380"/>
                </a:moveTo>
                <a:lnTo>
                  <a:pt x="32122" y="134380"/>
                </a:lnTo>
                <a:cubicBezTo>
                  <a:pt x="25273" y="123278"/>
                  <a:pt x="20378" y="112274"/>
                  <a:pt x="17436" y="101365"/>
                </a:cubicBezTo>
                <a:cubicBezTo>
                  <a:pt x="14493" y="90456"/>
                  <a:pt x="13022" y="78919"/>
                  <a:pt x="13022" y="66755"/>
                </a:cubicBezTo>
                <a:cubicBezTo>
                  <a:pt x="13022" y="54881"/>
                  <a:pt x="14469" y="43538"/>
                  <a:pt x="17363" y="32727"/>
                </a:cubicBezTo>
                <a:cubicBezTo>
                  <a:pt x="20258" y="21915"/>
                  <a:pt x="25178" y="11005"/>
                  <a:pt x="32122" y="0"/>
                </a:cubicBezTo>
                <a:lnTo>
                  <a:pt x="22717" y="0"/>
                </a:lnTo>
                <a:cubicBezTo>
                  <a:pt x="15192" y="9943"/>
                  <a:pt x="9525" y="20707"/>
                  <a:pt x="5714" y="32292"/>
                </a:cubicBezTo>
                <a:cubicBezTo>
                  <a:pt x="1905" y="43876"/>
                  <a:pt x="0" y="55364"/>
                  <a:pt x="0" y="66755"/>
                </a:cubicBezTo>
                <a:cubicBezTo>
                  <a:pt x="0" y="73127"/>
                  <a:pt x="531" y="79209"/>
                  <a:pt x="1592" y="85001"/>
                </a:cubicBezTo>
                <a:cubicBezTo>
                  <a:pt x="2653" y="90793"/>
                  <a:pt x="4172" y="96440"/>
                  <a:pt x="6149" y="101944"/>
                </a:cubicBezTo>
                <a:cubicBezTo>
                  <a:pt x="8127" y="107446"/>
                  <a:pt x="10515" y="112876"/>
                  <a:pt x="13311" y="118233"/>
                </a:cubicBezTo>
                <a:cubicBezTo>
                  <a:pt x="16109" y="123591"/>
                  <a:pt x="19244" y="128973"/>
                  <a:pt x="22717" y="134380"/>
                </a:cubicBezTo>
                <a:close/>
                <a:moveTo>
                  <a:pt x="41962" y="2543"/>
                </a:moveTo>
                <a:lnTo>
                  <a:pt x="41962" y="105836"/>
                </a:lnTo>
                <a:lnTo>
                  <a:pt x="113731" y="105836"/>
                </a:lnTo>
                <a:lnTo>
                  <a:pt x="113731" y="94249"/>
                </a:lnTo>
                <a:lnTo>
                  <a:pt x="55708" y="94249"/>
                </a:lnTo>
                <a:lnTo>
                  <a:pt x="55708" y="58500"/>
                </a:lnTo>
                <a:lnTo>
                  <a:pt x="109390" y="58500"/>
                </a:lnTo>
                <a:lnTo>
                  <a:pt x="109390" y="46913"/>
                </a:lnTo>
                <a:lnTo>
                  <a:pt x="55708" y="46913"/>
                </a:lnTo>
                <a:lnTo>
                  <a:pt x="55708" y="14130"/>
                </a:lnTo>
                <a:lnTo>
                  <a:pt x="113296" y="14130"/>
                </a:lnTo>
                <a:lnTo>
                  <a:pt x="113296" y="2543"/>
                </a:lnTo>
                <a:lnTo>
                  <a:pt x="41962" y="2543"/>
                </a:lnTo>
                <a:close/>
                <a:moveTo>
                  <a:pt x="194615" y="105509"/>
                </a:moveTo>
                <a:cubicBezTo>
                  <a:pt x="192493" y="106764"/>
                  <a:pt x="189551" y="107391"/>
                  <a:pt x="185788" y="107391"/>
                </a:cubicBezTo>
                <a:cubicBezTo>
                  <a:pt x="182606" y="107391"/>
                  <a:pt x="180074" y="106499"/>
                  <a:pt x="178193" y="104715"/>
                </a:cubicBezTo>
                <a:cubicBezTo>
                  <a:pt x="176312" y="102929"/>
                  <a:pt x="175372" y="100010"/>
                  <a:pt x="175372" y="95958"/>
                </a:cubicBezTo>
                <a:cubicBezTo>
                  <a:pt x="171995" y="100010"/>
                  <a:pt x="168064" y="102929"/>
                  <a:pt x="163577" y="104715"/>
                </a:cubicBezTo>
                <a:cubicBezTo>
                  <a:pt x="159092" y="106499"/>
                  <a:pt x="154245" y="107391"/>
                  <a:pt x="149036" y="107391"/>
                </a:cubicBezTo>
                <a:cubicBezTo>
                  <a:pt x="145660" y="107391"/>
                  <a:pt x="142452" y="107005"/>
                  <a:pt x="139412" y="106234"/>
                </a:cubicBezTo>
                <a:cubicBezTo>
                  <a:pt x="136374" y="105462"/>
                  <a:pt x="133746" y="104257"/>
                  <a:pt x="131528" y="102617"/>
                </a:cubicBezTo>
                <a:cubicBezTo>
                  <a:pt x="129310" y="100977"/>
                  <a:pt x="127549" y="98832"/>
                  <a:pt x="126247" y="96181"/>
                </a:cubicBezTo>
                <a:cubicBezTo>
                  <a:pt x="124944" y="93529"/>
                  <a:pt x="124293" y="90322"/>
                  <a:pt x="124293" y="86562"/>
                </a:cubicBezTo>
                <a:cubicBezTo>
                  <a:pt x="124293" y="82318"/>
                  <a:pt x="125016" y="78847"/>
                  <a:pt x="126463" y="76147"/>
                </a:cubicBezTo>
                <a:cubicBezTo>
                  <a:pt x="127910" y="73448"/>
                  <a:pt x="129815" y="71254"/>
                  <a:pt x="132177" y="69568"/>
                </a:cubicBezTo>
                <a:cubicBezTo>
                  <a:pt x="134541" y="67879"/>
                  <a:pt x="137242" y="66601"/>
                  <a:pt x="140280" y="65733"/>
                </a:cubicBezTo>
                <a:cubicBezTo>
                  <a:pt x="143319" y="64864"/>
                  <a:pt x="146431" y="64141"/>
                  <a:pt x="149615" y="63562"/>
                </a:cubicBezTo>
                <a:cubicBezTo>
                  <a:pt x="152991" y="62888"/>
                  <a:pt x="156199" y="62382"/>
                  <a:pt x="159237" y="62045"/>
                </a:cubicBezTo>
                <a:cubicBezTo>
                  <a:pt x="162275" y="61707"/>
                  <a:pt x="164951" y="61224"/>
                  <a:pt x="167267" y="60597"/>
                </a:cubicBezTo>
                <a:cubicBezTo>
                  <a:pt x="169582" y="59970"/>
                  <a:pt x="171414" y="59055"/>
                  <a:pt x="172764" y="57850"/>
                </a:cubicBezTo>
                <a:cubicBezTo>
                  <a:pt x="174115" y="56645"/>
                  <a:pt x="174791" y="54885"/>
                  <a:pt x="174791" y="52569"/>
                </a:cubicBezTo>
                <a:cubicBezTo>
                  <a:pt x="174791" y="49870"/>
                  <a:pt x="174285" y="47700"/>
                  <a:pt x="173272" y="46060"/>
                </a:cubicBezTo>
                <a:cubicBezTo>
                  <a:pt x="172259" y="44421"/>
                  <a:pt x="170957" y="43167"/>
                  <a:pt x="169364" y="42300"/>
                </a:cubicBezTo>
                <a:cubicBezTo>
                  <a:pt x="167773" y="41432"/>
                  <a:pt x="165988" y="40854"/>
                  <a:pt x="164010" y="40565"/>
                </a:cubicBezTo>
                <a:cubicBezTo>
                  <a:pt x="162033" y="40275"/>
                  <a:pt x="160081" y="40130"/>
                  <a:pt x="158153" y="40130"/>
                </a:cubicBezTo>
                <a:cubicBezTo>
                  <a:pt x="152943" y="40130"/>
                  <a:pt x="148603" y="41116"/>
                  <a:pt x="145131" y="43086"/>
                </a:cubicBezTo>
                <a:cubicBezTo>
                  <a:pt x="141658" y="45057"/>
                  <a:pt x="139777" y="48782"/>
                  <a:pt x="139487" y="54260"/>
                </a:cubicBezTo>
                <a:lnTo>
                  <a:pt x="127187" y="54260"/>
                </a:lnTo>
                <a:cubicBezTo>
                  <a:pt x="127380" y="49634"/>
                  <a:pt x="128344" y="45731"/>
                  <a:pt x="130080" y="42550"/>
                </a:cubicBezTo>
                <a:cubicBezTo>
                  <a:pt x="131816" y="39369"/>
                  <a:pt x="134132" y="36791"/>
                  <a:pt x="137025" y="34816"/>
                </a:cubicBezTo>
                <a:cubicBezTo>
                  <a:pt x="139919" y="32841"/>
                  <a:pt x="143223" y="31419"/>
                  <a:pt x="146937" y="30552"/>
                </a:cubicBezTo>
                <a:cubicBezTo>
                  <a:pt x="150652" y="29684"/>
                  <a:pt x="154631" y="29250"/>
                  <a:pt x="158875" y="29250"/>
                </a:cubicBezTo>
                <a:cubicBezTo>
                  <a:pt x="162251" y="29250"/>
                  <a:pt x="165603" y="29491"/>
                  <a:pt x="168931" y="29974"/>
                </a:cubicBezTo>
                <a:cubicBezTo>
                  <a:pt x="172259" y="30455"/>
                  <a:pt x="175274" y="31444"/>
                  <a:pt x="177975" y="32939"/>
                </a:cubicBezTo>
                <a:cubicBezTo>
                  <a:pt x="180676" y="34433"/>
                  <a:pt x="182846" y="36531"/>
                  <a:pt x="184486" y="39232"/>
                </a:cubicBezTo>
                <a:cubicBezTo>
                  <a:pt x="186125" y="41931"/>
                  <a:pt x="186945" y="45450"/>
                  <a:pt x="186945" y="49790"/>
                </a:cubicBezTo>
                <a:lnTo>
                  <a:pt x="186945" y="88262"/>
                </a:lnTo>
                <a:cubicBezTo>
                  <a:pt x="186945" y="91155"/>
                  <a:pt x="187114" y="93277"/>
                  <a:pt x="187451" y="94627"/>
                </a:cubicBezTo>
                <a:cubicBezTo>
                  <a:pt x="187789" y="95977"/>
                  <a:pt x="188924" y="96652"/>
                  <a:pt x="190853" y="96652"/>
                </a:cubicBezTo>
                <a:cubicBezTo>
                  <a:pt x="191914" y="96652"/>
                  <a:pt x="193169" y="96420"/>
                  <a:pt x="194615" y="95958"/>
                </a:cubicBezTo>
                <a:lnTo>
                  <a:pt x="194615" y="105509"/>
                </a:lnTo>
                <a:moveTo>
                  <a:pt x="174648" y="67163"/>
                </a:moveTo>
                <a:cubicBezTo>
                  <a:pt x="173103" y="68320"/>
                  <a:pt x="171077" y="69164"/>
                  <a:pt x="168569" y="69693"/>
                </a:cubicBezTo>
                <a:cubicBezTo>
                  <a:pt x="166063" y="70223"/>
                  <a:pt x="163434" y="70657"/>
                  <a:pt x="160685" y="70994"/>
                </a:cubicBezTo>
                <a:cubicBezTo>
                  <a:pt x="157935" y="71331"/>
                  <a:pt x="155162" y="71717"/>
                  <a:pt x="152364" y="72151"/>
                </a:cubicBezTo>
                <a:cubicBezTo>
                  <a:pt x="149567" y="72584"/>
                  <a:pt x="147059" y="73282"/>
                  <a:pt x="144841" y="74246"/>
                </a:cubicBezTo>
                <a:cubicBezTo>
                  <a:pt x="142623" y="75210"/>
                  <a:pt x="140814" y="76583"/>
                  <a:pt x="139414" y="78366"/>
                </a:cubicBezTo>
                <a:cubicBezTo>
                  <a:pt x="138016" y="80148"/>
                  <a:pt x="137317" y="82582"/>
                  <a:pt x="137317" y="85665"/>
                </a:cubicBezTo>
                <a:cubicBezTo>
                  <a:pt x="137317" y="87689"/>
                  <a:pt x="137727" y="89400"/>
                  <a:pt x="138547" y="90798"/>
                </a:cubicBezTo>
                <a:cubicBezTo>
                  <a:pt x="139367" y="92195"/>
                  <a:pt x="140428" y="93327"/>
                  <a:pt x="141730" y="94194"/>
                </a:cubicBezTo>
                <a:cubicBezTo>
                  <a:pt x="143033" y="95061"/>
                  <a:pt x="144552" y="95687"/>
                  <a:pt x="146287" y="96073"/>
                </a:cubicBezTo>
                <a:cubicBezTo>
                  <a:pt x="148024" y="96459"/>
                  <a:pt x="149857" y="96652"/>
                  <a:pt x="151785" y="96652"/>
                </a:cubicBezTo>
                <a:cubicBezTo>
                  <a:pt x="155837" y="96652"/>
                  <a:pt x="159310" y="96097"/>
                  <a:pt x="162204" y="94989"/>
                </a:cubicBezTo>
                <a:cubicBezTo>
                  <a:pt x="165098" y="93881"/>
                  <a:pt x="167461" y="92484"/>
                  <a:pt x="169293" y="90798"/>
                </a:cubicBezTo>
                <a:cubicBezTo>
                  <a:pt x="171126" y="89112"/>
                  <a:pt x="172476" y="87281"/>
                  <a:pt x="173345" y="85305"/>
                </a:cubicBezTo>
                <a:cubicBezTo>
                  <a:pt x="174213" y="83329"/>
                  <a:pt x="174648" y="81473"/>
                  <a:pt x="174648" y="79739"/>
                </a:cubicBezTo>
                <a:lnTo>
                  <a:pt x="174648" y="67163"/>
                </a:lnTo>
                <a:close/>
                <a:moveTo>
                  <a:pt x="256833" y="54967"/>
                </a:moveTo>
                <a:lnTo>
                  <a:pt x="269568" y="54967"/>
                </a:lnTo>
                <a:cubicBezTo>
                  <a:pt x="269085" y="50537"/>
                  <a:pt x="267927" y="46708"/>
                  <a:pt x="266095" y="43482"/>
                </a:cubicBezTo>
                <a:cubicBezTo>
                  <a:pt x="264262" y="40254"/>
                  <a:pt x="261922" y="37581"/>
                  <a:pt x="259076" y="35463"/>
                </a:cubicBezTo>
                <a:cubicBezTo>
                  <a:pt x="256231" y="33343"/>
                  <a:pt x="252951" y="31778"/>
                  <a:pt x="249237" y="30767"/>
                </a:cubicBezTo>
                <a:cubicBezTo>
                  <a:pt x="245524" y="29755"/>
                  <a:pt x="241545" y="29250"/>
                  <a:pt x="237300" y="29250"/>
                </a:cubicBezTo>
                <a:cubicBezTo>
                  <a:pt x="231415" y="29250"/>
                  <a:pt x="226254" y="30287"/>
                  <a:pt x="221816" y="32361"/>
                </a:cubicBezTo>
                <a:cubicBezTo>
                  <a:pt x="217379" y="34435"/>
                  <a:pt x="213690" y="37281"/>
                  <a:pt x="210748" y="40898"/>
                </a:cubicBezTo>
                <a:cubicBezTo>
                  <a:pt x="207805" y="44516"/>
                  <a:pt x="205611" y="48761"/>
                  <a:pt x="204164" y="53633"/>
                </a:cubicBezTo>
                <a:cubicBezTo>
                  <a:pt x="202717" y="58504"/>
                  <a:pt x="201994" y="63737"/>
                  <a:pt x="201994" y="69334"/>
                </a:cubicBezTo>
                <a:cubicBezTo>
                  <a:pt x="201994" y="74928"/>
                  <a:pt x="202741" y="80065"/>
                  <a:pt x="204237" y="84744"/>
                </a:cubicBezTo>
                <a:cubicBezTo>
                  <a:pt x="205732" y="89424"/>
                  <a:pt x="207951" y="93452"/>
                  <a:pt x="210893" y="96828"/>
                </a:cubicBezTo>
                <a:cubicBezTo>
                  <a:pt x="213836" y="100203"/>
                  <a:pt x="217501" y="102808"/>
                  <a:pt x="221889" y="104642"/>
                </a:cubicBezTo>
                <a:cubicBezTo>
                  <a:pt x="226278" y="106474"/>
                  <a:pt x="231318" y="107391"/>
                  <a:pt x="237010" y="107391"/>
                </a:cubicBezTo>
                <a:cubicBezTo>
                  <a:pt x="246560" y="107391"/>
                  <a:pt x="254108" y="104880"/>
                  <a:pt x="259654" y="99860"/>
                </a:cubicBezTo>
                <a:cubicBezTo>
                  <a:pt x="265202" y="94839"/>
                  <a:pt x="268650" y="87693"/>
                  <a:pt x="270000" y="78423"/>
                </a:cubicBezTo>
                <a:lnTo>
                  <a:pt x="257413" y="78423"/>
                </a:lnTo>
                <a:cubicBezTo>
                  <a:pt x="256640" y="84209"/>
                  <a:pt x="254542" y="88694"/>
                  <a:pt x="251116" y="91878"/>
                </a:cubicBezTo>
                <a:cubicBezTo>
                  <a:pt x="247693" y="95060"/>
                  <a:pt x="242942" y="96652"/>
                  <a:pt x="236865" y="96652"/>
                </a:cubicBezTo>
                <a:cubicBezTo>
                  <a:pt x="233007" y="96652"/>
                  <a:pt x="229679" y="95881"/>
                  <a:pt x="226881" y="94340"/>
                </a:cubicBezTo>
                <a:cubicBezTo>
                  <a:pt x="224084" y="92797"/>
                  <a:pt x="221817" y="90749"/>
                  <a:pt x="220080" y="88195"/>
                </a:cubicBezTo>
                <a:cubicBezTo>
                  <a:pt x="218345" y="85642"/>
                  <a:pt x="217067" y="82726"/>
                  <a:pt x="216248" y="79450"/>
                </a:cubicBezTo>
                <a:cubicBezTo>
                  <a:pt x="215428" y="76174"/>
                  <a:pt x="215018" y="72801"/>
                  <a:pt x="215018" y="69331"/>
                </a:cubicBezTo>
                <a:cubicBezTo>
                  <a:pt x="215018" y="65572"/>
                  <a:pt x="215403" y="61934"/>
                  <a:pt x="216175" y="58418"/>
                </a:cubicBezTo>
                <a:cubicBezTo>
                  <a:pt x="216946" y="54900"/>
                  <a:pt x="218224" y="51792"/>
                  <a:pt x="220008" y="49094"/>
                </a:cubicBezTo>
                <a:cubicBezTo>
                  <a:pt x="221793" y="46395"/>
                  <a:pt x="224180" y="44226"/>
                  <a:pt x="227170" y="42588"/>
                </a:cubicBezTo>
                <a:cubicBezTo>
                  <a:pt x="230161" y="40949"/>
                  <a:pt x="233875" y="40130"/>
                  <a:pt x="238313" y="40130"/>
                </a:cubicBezTo>
                <a:cubicBezTo>
                  <a:pt x="243522" y="40130"/>
                  <a:pt x="247670" y="41427"/>
                  <a:pt x="250756" y="44020"/>
                </a:cubicBezTo>
                <a:cubicBezTo>
                  <a:pt x="253843" y="46612"/>
                  <a:pt x="255868" y="50261"/>
                  <a:pt x="256833" y="54967"/>
                </a:cubicBezTo>
                <a:close/>
                <a:moveTo>
                  <a:pt x="283746" y="2543"/>
                </a:moveTo>
                <a:lnTo>
                  <a:pt x="283746" y="105836"/>
                </a:lnTo>
                <a:lnTo>
                  <a:pt x="296046" y="105836"/>
                </a:lnTo>
                <a:lnTo>
                  <a:pt x="296046" y="63575"/>
                </a:lnTo>
                <a:cubicBezTo>
                  <a:pt x="296046" y="60199"/>
                  <a:pt x="296504" y="57087"/>
                  <a:pt x="297419" y="54241"/>
                </a:cubicBezTo>
                <a:cubicBezTo>
                  <a:pt x="298336" y="51394"/>
                  <a:pt x="299711" y="48909"/>
                  <a:pt x="301544" y="46787"/>
                </a:cubicBezTo>
                <a:cubicBezTo>
                  <a:pt x="303376" y="44664"/>
                  <a:pt x="305667" y="43025"/>
                  <a:pt x="308417" y="41868"/>
                </a:cubicBezTo>
                <a:cubicBezTo>
                  <a:pt x="311166" y="40709"/>
                  <a:pt x="314422" y="40130"/>
                  <a:pt x="318184" y="40130"/>
                </a:cubicBezTo>
                <a:cubicBezTo>
                  <a:pt x="322911" y="40130"/>
                  <a:pt x="326624" y="41481"/>
                  <a:pt x="329325" y="44184"/>
                </a:cubicBezTo>
                <a:cubicBezTo>
                  <a:pt x="332026" y="46885"/>
                  <a:pt x="333377" y="50551"/>
                  <a:pt x="333377" y="55181"/>
                </a:cubicBezTo>
                <a:lnTo>
                  <a:pt x="333377" y="105836"/>
                </a:lnTo>
                <a:lnTo>
                  <a:pt x="345677" y="105836"/>
                </a:lnTo>
                <a:lnTo>
                  <a:pt x="345677" y="56612"/>
                </a:lnTo>
                <a:cubicBezTo>
                  <a:pt x="345677" y="52558"/>
                  <a:pt x="345267" y="48867"/>
                  <a:pt x="344447" y="45537"/>
                </a:cubicBezTo>
                <a:cubicBezTo>
                  <a:pt x="343627" y="42208"/>
                  <a:pt x="342204" y="39337"/>
                  <a:pt x="340177" y="36924"/>
                </a:cubicBezTo>
                <a:cubicBezTo>
                  <a:pt x="338152" y="34510"/>
                  <a:pt x="335499" y="32628"/>
                  <a:pt x="332220" y="31277"/>
                </a:cubicBezTo>
                <a:cubicBezTo>
                  <a:pt x="328940" y="29925"/>
                  <a:pt x="324840" y="29250"/>
                  <a:pt x="319920" y="29250"/>
                </a:cubicBezTo>
                <a:cubicBezTo>
                  <a:pt x="317702" y="29250"/>
                  <a:pt x="315411" y="29492"/>
                  <a:pt x="313047" y="29976"/>
                </a:cubicBezTo>
                <a:cubicBezTo>
                  <a:pt x="310684" y="30460"/>
                  <a:pt x="308417" y="31211"/>
                  <a:pt x="306246" y="32228"/>
                </a:cubicBezTo>
                <a:cubicBezTo>
                  <a:pt x="304077" y="33245"/>
                  <a:pt x="302124" y="34553"/>
                  <a:pt x="300387" y="36152"/>
                </a:cubicBezTo>
                <a:cubicBezTo>
                  <a:pt x="298650" y="37750"/>
                  <a:pt x="297299" y="39712"/>
                  <a:pt x="296335" y="42038"/>
                </a:cubicBezTo>
                <a:lnTo>
                  <a:pt x="296046" y="42038"/>
                </a:lnTo>
                <a:lnTo>
                  <a:pt x="296046" y="2543"/>
                </a:lnTo>
                <a:lnTo>
                  <a:pt x="283746" y="2543"/>
                </a:lnTo>
                <a:close/>
                <a:moveTo>
                  <a:pt x="466206" y="32712"/>
                </a:moveTo>
                <a:lnTo>
                  <a:pt x="479228" y="32712"/>
                </a:lnTo>
                <a:cubicBezTo>
                  <a:pt x="479036" y="27021"/>
                  <a:pt x="477950" y="22126"/>
                  <a:pt x="475972" y="18027"/>
                </a:cubicBezTo>
                <a:cubicBezTo>
                  <a:pt x="473995" y="13926"/>
                  <a:pt x="471294" y="10525"/>
                  <a:pt x="467869" y="7822"/>
                </a:cubicBezTo>
                <a:cubicBezTo>
                  <a:pt x="464445" y="5119"/>
                  <a:pt x="460467" y="3139"/>
                  <a:pt x="455933" y="1883"/>
                </a:cubicBezTo>
                <a:cubicBezTo>
                  <a:pt x="451400" y="628"/>
                  <a:pt x="446480" y="0"/>
                  <a:pt x="441174" y="0"/>
                </a:cubicBezTo>
                <a:cubicBezTo>
                  <a:pt x="436447" y="0"/>
                  <a:pt x="431841" y="603"/>
                  <a:pt x="427355" y="1808"/>
                </a:cubicBezTo>
                <a:cubicBezTo>
                  <a:pt x="422870" y="3014"/>
                  <a:pt x="418867" y="4847"/>
                  <a:pt x="415346" y="7308"/>
                </a:cubicBezTo>
                <a:cubicBezTo>
                  <a:pt x="411827" y="9768"/>
                  <a:pt x="409006" y="12903"/>
                  <a:pt x="406883" y="16714"/>
                </a:cubicBezTo>
                <a:cubicBezTo>
                  <a:pt x="404761" y="20523"/>
                  <a:pt x="403700" y="25031"/>
                  <a:pt x="403700" y="30239"/>
                </a:cubicBezTo>
                <a:cubicBezTo>
                  <a:pt x="403700" y="34965"/>
                  <a:pt x="404640" y="38896"/>
                  <a:pt x="406521" y="42031"/>
                </a:cubicBezTo>
                <a:cubicBezTo>
                  <a:pt x="408402" y="45166"/>
                  <a:pt x="410910" y="47723"/>
                  <a:pt x="414046" y="49701"/>
                </a:cubicBezTo>
                <a:cubicBezTo>
                  <a:pt x="417181" y="51678"/>
                  <a:pt x="420726" y="53269"/>
                  <a:pt x="424681" y="54475"/>
                </a:cubicBezTo>
                <a:cubicBezTo>
                  <a:pt x="428636" y="55680"/>
                  <a:pt x="432663" y="56741"/>
                  <a:pt x="436762" y="57658"/>
                </a:cubicBezTo>
                <a:cubicBezTo>
                  <a:pt x="440862" y="58574"/>
                  <a:pt x="444889" y="59466"/>
                  <a:pt x="448844" y="60334"/>
                </a:cubicBezTo>
                <a:cubicBezTo>
                  <a:pt x="452799" y="61203"/>
                  <a:pt x="456344" y="62336"/>
                  <a:pt x="459479" y="63734"/>
                </a:cubicBezTo>
                <a:cubicBezTo>
                  <a:pt x="462614" y="65133"/>
                  <a:pt x="465122" y="66942"/>
                  <a:pt x="467003" y="69161"/>
                </a:cubicBezTo>
                <a:cubicBezTo>
                  <a:pt x="468885" y="71380"/>
                  <a:pt x="469825" y="74273"/>
                  <a:pt x="469825" y="77843"/>
                </a:cubicBezTo>
                <a:cubicBezTo>
                  <a:pt x="469825" y="81605"/>
                  <a:pt x="469053" y="84691"/>
                  <a:pt x="467509" y="87102"/>
                </a:cubicBezTo>
                <a:cubicBezTo>
                  <a:pt x="465966" y="89513"/>
                  <a:pt x="463941" y="91419"/>
                  <a:pt x="461433" y="92819"/>
                </a:cubicBezTo>
                <a:cubicBezTo>
                  <a:pt x="458925" y="94217"/>
                  <a:pt x="456103" y="95205"/>
                  <a:pt x="452968" y="95784"/>
                </a:cubicBezTo>
                <a:cubicBezTo>
                  <a:pt x="449833" y="96362"/>
                  <a:pt x="446722" y="96652"/>
                  <a:pt x="443635" y="96652"/>
                </a:cubicBezTo>
                <a:cubicBezTo>
                  <a:pt x="439776" y="96652"/>
                  <a:pt x="436013" y="96169"/>
                  <a:pt x="432347" y="95205"/>
                </a:cubicBezTo>
                <a:cubicBezTo>
                  <a:pt x="428682" y="94241"/>
                  <a:pt x="425474" y="92747"/>
                  <a:pt x="422725" y="90721"/>
                </a:cubicBezTo>
                <a:cubicBezTo>
                  <a:pt x="419977" y="88694"/>
                  <a:pt x="417758" y="86113"/>
                  <a:pt x="416070" y="82978"/>
                </a:cubicBezTo>
                <a:cubicBezTo>
                  <a:pt x="414382" y="79843"/>
                  <a:pt x="413538" y="76105"/>
                  <a:pt x="413538" y="71764"/>
                </a:cubicBezTo>
                <a:lnTo>
                  <a:pt x="400516" y="71764"/>
                </a:lnTo>
                <a:cubicBezTo>
                  <a:pt x="400516" y="78035"/>
                  <a:pt x="401649" y="83461"/>
                  <a:pt x="403916" y="88043"/>
                </a:cubicBezTo>
                <a:cubicBezTo>
                  <a:pt x="406183" y="92625"/>
                  <a:pt x="409269" y="96389"/>
                  <a:pt x="413176" y="99334"/>
                </a:cubicBezTo>
                <a:cubicBezTo>
                  <a:pt x="417082" y="102278"/>
                  <a:pt x="421616" y="104474"/>
                  <a:pt x="426776" y="105922"/>
                </a:cubicBezTo>
                <a:cubicBezTo>
                  <a:pt x="431938" y="107372"/>
                  <a:pt x="437413" y="108097"/>
                  <a:pt x="443200" y="108097"/>
                </a:cubicBezTo>
                <a:cubicBezTo>
                  <a:pt x="447927" y="108097"/>
                  <a:pt x="452677" y="107542"/>
                  <a:pt x="457452" y="106432"/>
                </a:cubicBezTo>
                <a:cubicBezTo>
                  <a:pt x="462227" y="105324"/>
                  <a:pt x="466543" y="103540"/>
                  <a:pt x="470401" y="101080"/>
                </a:cubicBezTo>
                <a:cubicBezTo>
                  <a:pt x="474261" y="98619"/>
                  <a:pt x="477420" y="95436"/>
                  <a:pt x="479880" y="91529"/>
                </a:cubicBezTo>
                <a:cubicBezTo>
                  <a:pt x="482339" y="87623"/>
                  <a:pt x="483569" y="82921"/>
                  <a:pt x="483569" y="77423"/>
                </a:cubicBezTo>
                <a:cubicBezTo>
                  <a:pt x="483569" y="72310"/>
                  <a:pt x="482629" y="68066"/>
                  <a:pt x="480747" y="64690"/>
                </a:cubicBezTo>
                <a:cubicBezTo>
                  <a:pt x="478866" y="61314"/>
                  <a:pt x="476358" y="58517"/>
                  <a:pt x="473223" y="56298"/>
                </a:cubicBezTo>
                <a:cubicBezTo>
                  <a:pt x="470088" y="54079"/>
                  <a:pt x="466543" y="52318"/>
                  <a:pt x="462588" y="51017"/>
                </a:cubicBezTo>
                <a:cubicBezTo>
                  <a:pt x="458634" y="49714"/>
                  <a:pt x="454607" y="48581"/>
                  <a:pt x="450506" y="47617"/>
                </a:cubicBezTo>
                <a:cubicBezTo>
                  <a:pt x="446407" y="46651"/>
                  <a:pt x="442380" y="45759"/>
                  <a:pt x="438425" y="44939"/>
                </a:cubicBezTo>
                <a:cubicBezTo>
                  <a:pt x="434471" y="44119"/>
                  <a:pt x="430927" y="43082"/>
                  <a:pt x="427792" y="41828"/>
                </a:cubicBezTo>
                <a:cubicBezTo>
                  <a:pt x="424657" y="40574"/>
                  <a:pt x="422148" y="38959"/>
                  <a:pt x="420267" y="36982"/>
                </a:cubicBezTo>
                <a:cubicBezTo>
                  <a:pt x="418386" y="35003"/>
                  <a:pt x="417446" y="32422"/>
                  <a:pt x="417446" y="29239"/>
                </a:cubicBezTo>
                <a:cubicBezTo>
                  <a:pt x="417446" y="25864"/>
                  <a:pt x="418096" y="23043"/>
                  <a:pt x="419397" y="20776"/>
                </a:cubicBezTo>
                <a:cubicBezTo>
                  <a:pt x="420700" y="18508"/>
                  <a:pt x="422436" y="16699"/>
                  <a:pt x="424606" y="15349"/>
                </a:cubicBezTo>
                <a:cubicBezTo>
                  <a:pt x="426777" y="13998"/>
                  <a:pt x="429261" y="13033"/>
                  <a:pt x="432057" y="12455"/>
                </a:cubicBezTo>
                <a:cubicBezTo>
                  <a:pt x="434855" y="11876"/>
                  <a:pt x="437701" y="11587"/>
                  <a:pt x="440595" y="11587"/>
                </a:cubicBezTo>
                <a:cubicBezTo>
                  <a:pt x="447734" y="11587"/>
                  <a:pt x="453594" y="13251"/>
                  <a:pt x="458176" y="16579"/>
                </a:cubicBezTo>
                <a:cubicBezTo>
                  <a:pt x="462758" y="19907"/>
                  <a:pt x="465435" y="25284"/>
                  <a:pt x="466206" y="32712"/>
                </a:cubicBezTo>
                <a:close/>
                <a:moveTo>
                  <a:pt x="511208" y="17663"/>
                </a:moveTo>
                <a:lnTo>
                  <a:pt x="511208" y="2543"/>
                </a:lnTo>
                <a:lnTo>
                  <a:pt x="498908" y="2543"/>
                </a:lnTo>
                <a:lnTo>
                  <a:pt x="498908" y="17663"/>
                </a:lnTo>
                <a:lnTo>
                  <a:pt x="511208" y="17663"/>
                </a:lnTo>
                <a:moveTo>
                  <a:pt x="498908" y="31029"/>
                </a:moveTo>
                <a:lnTo>
                  <a:pt x="498908" y="105836"/>
                </a:lnTo>
                <a:lnTo>
                  <a:pt x="511208" y="105836"/>
                </a:lnTo>
                <a:lnTo>
                  <a:pt x="511208" y="31029"/>
                </a:lnTo>
                <a:lnTo>
                  <a:pt x="498908" y="31029"/>
                </a:lnTo>
                <a:close/>
                <a:moveTo>
                  <a:pt x="524230" y="96422"/>
                </a:moveTo>
                <a:lnTo>
                  <a:pt x="524230" y="105836"/>
                </a:lnTo>
                <a:lnTo>
                  <a:pt x="587315" y="105836"/>
                </a:lnTo>
                <a:lnTo>
                  <a:pt x="587315" y="94956"/>
                </a:lnTo>
                <a:lnTo>
                  <a:pt x="539568" y="94956"/>
                </a:lnTo>
                <a:lnTo>
                  <a:pt x="585291" y="39344"/>
                </a:lnTo>
                <a:lnTo>
                  <a:pt x="585291" y="30945"/>
                </a:lnTo>
                <a:lnTo>
                  <a:pt x="527125" y="30945"/>
                </a:lnTo>
                <a:lnTo>
                  <a:pt x="527125" y="41826"/>
                </a:lnTo>
                <a:lnTo>
                  <a:pt x="569374" y="41826"/>
                </a:lnTo>
                <a:lnTo>
                  <a:pt x="524230" y="96422"/>
                </a:lnTo>
                <a:close/>
                <a:moveTo>
                  <a:pt x="651706" y="61326"/>
                </a:moveTo>
                <a:lnTo>
                  <a:pt x="608732" y="61326"/>
                </a:lnTo>
                <a:cubicBezTo>
                  <a:pt x="608925" y="58422"/>
                  <a:pt x="609552" y="55688"/>
                  <a:pt x="610613" y="53123"/>
                </a:cubicBezTo>
                <a:cubicBezTo>
                  <a:pt x="611674" y="50558"/>
                  <a:pt x="613121" y="48307"/>
                  <a:pt x="614954" y="46372"/>
                </a:cubicBezTo>
                <a:cubicBezTo>
                  <a:pt x="616786" y="44436"/>
                  <a:pt x="618981" y="42912"/>
                  <a:pt x="621538" y="41799"/>
                </a:cubicBezTo>
                <a:cubicBezTo>
                  <a:pt x="624094" y="40687"/>
                  <a:pt x="626964" y="40130"/>
                  <a:pt x="630146" y="40130"/>
                </a:cubicBezTo>
                <a:cubicBezTo>
                  <a:pt x="633233" y="40130"/>
                  <a:pt x="636054" y="40687"/>
                  <a:pt x="638611" y="41799"/>
                </a:cubicBezTo>
                <a:cubicBezTo>
                  <a:pt x="641168" y="42912"/>
                  <a:pt x="643387" y="44413"/>
                  <a:pt x="645268" y="46301"/>
                </a:cubicBezTo>
                <a:cubicBezTo>
                  <a:pt x="647149" y="48188"/>
                  <a:pt x="648644" y="50438"/>
                  <a:pt x="649752" y="53051"/>
                </a:cubicBezTo>
                <a:cubicBezTo>
                  <a:pt x="650862" y="55663"/>
                  <a:pt x="651513" y="58422"/>
                  <a:pt x="651706" y="61326"/>
                </a:cubicBezTo>
                <a:moveTo>
                  <a:pt x="663571" y="82097"/>
                </a:moveTo>
                <a:lnTo>
                  <a:pt x="651417" y="82097"/>
                </a:lnTo>
                <a:cubicBezTo>
                  <a:pt x="650356" y="86997"/>
                  <a:pt x="648161" y="90648"/>
                  <a:pt x="644833" y="93050"/>
                </a:cubicBezTo>
                <a:cubicBezTo>
                  <a:pt x="641505" y="95451"/>
                  <a:pt x="637236" y="96652"/>
                  <a:pt x="632027" y="96652"/>
                </a:cubicBezTo>
                <a:cubicBezTo>
                  <a:pt x="627977" y="96652"/>
                  <a:pt x="624456" y="95980"/>
                  <a:pt x="621465" y="94638"/>
                </a:cubicBezTo>
                <a:cubicBezTo>
                  <a:pt x="618475" y="93296"/>
                  <a:pt x="616016" y="91498"/>
                  <a:pt x="614086" y="89246"/>
                </a:cubicBezTo>
                <a:cubicBezTo>
                  <a:pt x="612157" y="86993"/>
                  <a:pt x="610757" y="84404"/>
                  <a:pt x="609889" y="81481"/>
                </a:cubicBezTo>
                <a:cubicBezTo>
                  <a:pt x="609021" y="78557"/>
                  <a:pt x="608635" y="75465"/>
                  <a:pt x="608732" y="72206"/>
                </a:cubicBezTo>
                <a:lnTo>
                  <a:pt x="664728" y="72206"/>
                </a:lnTo>
                <a:cubicBezTo>
                  <a:pt x="664921" y="67659"/>
                  <a:pt x="664511" y="62870"/>
                  <a:pt x="663498" y="57839"/>
                </a:cubicBezTo>
                <a:cubicBezTo>
                  <a:pt x="662486" y="52808"/>
                  <a:pt x="660652" y="48165"/>
                  <a:pt x="657998" y="43908"/>
                </a:cubicBezTo>
                <a:cubicBezTo>
                  <a:pt x="655346" y="39651"/>
                  <a:pt x="651825" y="36144"/>
                  <a:pt x="647436" y="33387"/>
                </a:cubicBezTo>
                <a:cubicBezTo>
                  <a:pt x="643047" y="30629"/>
                  <a:pt x="637524" y="29250"/>
                  <a:pt x="630868" y="29250"/>
                </a:cubicBezTo>
                <a:cubicBezTo>
                  <a:pt x="625756" y="29250"/>
                  <a:pt x="621053" y="30215"/>
                  <a:pt x="616760" y="32144"/>
                </a:cubicBezTo>
                <a:cubicBezTo>
                  <a:pt x="612468" y="34074"/>
                  <a:pt x="608754" y="36776"/>
                  <a:pt x="605619" y="40249"/>
                </a:cubicBezTo>
                <a:cubicBezTo>
                  <a:pt x="602484" y="43722"/>
                  <a:pt x="600048" y="47822"/>
                  <a:pt x="598311" y="52549"/>
                </a:cubicBezTo>
                <a:cubicBezTo>
                  <a:pt x="596576" y="57276"/>
                  <a:pt x="595708" y="62484"/>
                  <a:pt x="595708" y="68174"/>
                </a:cubicBezTo>
                <a:cubicBezTo>
                  <a:pt x="595901" y="73866"/>
                  <a:pt x="596745" y="79124"/>
                  <a:pt x="598240" y="83947"/>
                </a:cubicBezTo>
                <a:cubicBezTo>
                  <a:pt x="599736" y="88771"/>
                  <a:pt x="601978" y="92919"/>
                  <a:pt x="604968" y="96393"/>
                </a:cubicBezTo>
                <a:cubicBezTo>
                  <a:pt x="607959" y="99865"/>
                  <a:pt x="611649" y="102566"/>
                  <a:pt x="616038" y="104496"/>
                </a:cubicBezTo>
                <a:cubicBezTo>
                  <a:pt x="620427" y="106426"/>
                  <a:pt x="625612" y="107391"/>
                  <a:pt x="631592" y="107391"/>
                </a:cubicBezTo>
                <a:cubicBezTo>
                  <a:pt x="640082" y="107391"/>
                  <a:pt x="647125" y="105271"/>
                  <a:pt x="652719" y="101032"/>
                </a:cubicBezTo>
                <a:cubicBezTo>
                  <a:pt x="658314" y="96791"/>
                  <a:pt x="661931" y="90480"/>
                  <a:pt x="663571" y="82097"/>
                </a:cubicBezTo>
                <a:close/>
                <a:moveTo>
                  <a:pt x="715372" y="78847"/>
                </a:moveTo>
                <a:lnTo>
                  <a:pt x="715372" y="88739"/>
                </a:lnTo>
                <a:lnTo>
                  <a:pt x="788297" y="88739"/>
                </a:lnTo>
                <a:lnTo>
                  <a:pt x="788297" y="78847"/>
                </a:lnTo>
                <a:lnTo>
                  <a:pt x="715372" y="78847"/>
                </a:lnTo>
                <a:moveTo>
                  <a:pt x="788297" y="59489"/>
                </a:moveTo>
                <a:lnTo>
                  <a:pt x="788297" y="49597"/>
                </a:lnTo>
                <a:lnTo>
                  <a:pt x="715372" y="49597"/>
                </a:lnTo>
                <a:lnTo>
                  <a:pt x="715372" y="59489"/>
                </a:lnTo>
                <a:lnTo>
                  <a:pt x="788297" y="5948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" name="Text S">
            <a:extLst xmlns:a="http://schemas.openxmlformats.org/drawingml/2006/main">
              <a:ext uri="{FF2B5EF4-FFF2-40B4-BE49-F238E27FC236}">
                <a16:creationId xmlns:a16="http://schemas.microsoft.com/office/drawing/2014/main" id="{095AC5C3-2435-4832-B7A9-E2EA4272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1980" y="2653675"/>
            <a:ext cx="77862" cy="101341"/>
          </a:xfrm>
          <a:custGeom xmlns:a="http://schemas.openxmlformats.org/drawingml/2006/main">
            <a:pathLst>
              <a:path w="77862" h="101341">
                <a:moveTo>
                  <a:pt x="61585" y="30667"/>
                </a:moveTo>
                <a:lnTo>
                  <a:pt x="73793" y="30667"/>
                </a:lnTo>
                <a:cubicBezTo>
                  <a:pt x="73612" y="25332"/>
                  <a:pt x="72595" y="20744"/>
                  <a:pt x="70740" y="16901"/>
                </a:cubicBezTo>
                <a:cubicBezTo>
                  <a:pt x="68887" y="13056"/>
                  <a:pt x="66355" y="9867"/>
                  <a:pt x="63144" y="7334"/>
                </a:cubicBezTo>
                <a:cubicBezTo>
                  <a:pt x="59934" y="4799"/>
                  <a:pt x="56204" y="2943"/>
                  <a:pt x="51954" y="1766"/>
                </a:cubicBezTo>
                <a:cubicBezTo>
                  <a:pt x="47704" y="589"/>
                  <a:pt x="43091" y="0"/>
                  <a:pt x="38117" y="0"/>
                </a:cubicBezTo>
                <a:cubicBezTo>
                  <a:pt x="33686" y="0"/>
                  <a:pt x="29367" y="565"/>
                  <a:pt x="25161" y="1695"/>
                </a:cubicBezTo>
                <a:cubicBezTo>
                  <a:pt x="20957" y="2825"/>
                  <a:pt x="17204" y="4544"/>
                  <a:pt x="13903" y="6851"/>
                </a:cubicBezTo>
                <a:cubicBezTo>
                  <a:pt x="10604" y="9157"/>
                  <a:pt x="7959" y="12096"/>
                  <a:pt x="5970" y="15669"/>
                </a:cubicBezTo>
                <a:cubicBezTo>
                  <a:pt x="3980" y="19240"/>
                  <a:pt x="2985" y="23467"/>
                  <a:pt x="2985" y="28349"/>
                </a:cubicBezTo>
                <a:cubicBezTo>
                  <a:pt x="2985" y="32780"/>
                  <a:pt x="3867" y="36465"/>
                  <a:pt x="5630" y="39404"/>
                </a:cubicBezTo>
                <a:cubicBezTo>
                  <a:pt x="7394" y="42343"/>
                  <a:pt x="9745" y="44740"/>
                  <a:pt x="12684" y="46595"/>
                </a:cubicBezTo>
                <a:cubicBezTo>
                  <a:pt x="15623" y="48448"/>
                  <a:pt x="18947" y="49940"/>
                  <a:pt x="22655" y="51070"/>
                </a:cubicBezTo>
                <a:cubicBezTo>
                  <a:pt x="26363" y="52200"/>
                  <a:pt x="30138" y="53195"/>
                  <a:pt x="33981" y="54055"/>
                </a:cubicBezTo>
                <a:cubicBezTo>
                  <a:pt x="37824" y="54913"/>
                  <a:pt x="41600" y="55749"/>
                  <a:pt x="45307" y="56563"/>
                </a:cubicBezTo>
                <a:cubicBezTo>
                  <a:pt x="49015" y="57378"/>
                  <a:pt x="52339" y="58440"/>
                  <a:pt x="55278" y="59751"/>
                </a:cubicBezTo>
                <a:cubicBezTo>
                  <a:pt x="58217" y="61062"/>
                  <a:pt x="60569" y="62758"/>
                  <a:pt x="62332" y="64839"/>
                </a:cubicBezTo>
                <a:cubicBezTo>
                  <a:pt x="64096" y="66918"/>
                  <a:pt x="64977" y="69631"/>
                  <a:pt x="64977" y="72978"/>
                </a:cubicBezTo>
                <a:cubicBezTo>
                  <a:pt x="64977" y="76505"/>
                  <a:pt x="64254" y="79398"/>
                  <a:pt x="62806" y="81659"/>
                </a:cubicBezTo>
                <a:cubicBezTo>
                  <a:pt x="61360" y="83919"/>
                  <a:pt x="59461" y="85705"/>
                  <a:pt x="57110" y="87017"/>
                </a:cubicBezTo>
                <a:cubicBezTo>
                  <a:pt x="54759" y="88328"/>
                  <a:pt x="52113" y="89255"/>
                  <a:pt x="49174" y="89797"/>
                </a:cubicBezTo>
                <a:cubicBezTo>
                  <a:pt x="46235" y="90340"/>
                  <a:pt x="43318" y="90611"/>
                  <a:pt x="40425" y="90611"/>
                </a:cubicBezTo>
                <a:cubicBezTo>
                  <a:pt x="36806" y="90611"/>
                  <a:pt x="33279" y="90159"/>
                  <a:pt x="29841" y="89255"/>
                </a:cubicBezTo>
                <a:cubicBezTo>
                  <a:pt x="26405" y="88351"/>
                  <a:pt x="23399" y="86950"/>
                  <a:pt x="20821" y="85051"/>
                </a:cubicBezTo>
                <a:cubicBezTo>
                  <a:pt x="18245" y="83151"/>
                  <a:pt x="16165" y="80731"/>
                  <a:pt x="14582" y="77792"/>
                </a:cubicBezTo>
                <a:cubicBezTo>
                  <a:pt x="12999" y="74853"/>
                  <a:pt x="12208" y="71349"/>
                  <a:pt x="12208" y="67279"/>
                </a:cubicBezTo>
                <a:lnTo>
                  <a:pt x="0" y="67279"/>
                </a:lnTo>
                <a:cubicBezTo>
                  <a:pt x="0" y="73158"/>
                  <a:pt x="1063" y="78245"/>
                  <a:pt x="3188" y="82540"/>
                </a:cubicBezTo>
                <a:cubicBezTo>
                  <a:pt x="5313" y="86836"/>
                  <a:pt x="8206" y="90364"/>
                  <a:pt x="11869" y="93126"/>
                </a:cubicBezTo>
                <a:cubicBezTo>
                  <a:pt x="15531" y="95886"/>
                  <a:pt x="19781" y="97944"/>
                  <a:pt x="24619" y="99302"/>
                </a:cubicBezTo>
                <a:cubicBezTo>
                  <a:pt x="29458" y="100661"/>
                  <a:pt x="34591" y="101341"/>
                  <a:pt x="40017" y="101341"/>
                </a:cubicBezTo>
                <a:cubicBezTo>
                  <a:pt x="44448" y="101341"/>
                  <a:pt x="48901" y="100821"/>
                  <a:pt x="53378" y="99780"/>
                </a:cubicBezTo>
                <a:cubicBezTo>
                  <a:pt x="57854" y="98741"/>
                  <a:pt x="61901" y="97069"/>
                  <a:pt x="65518" y="94763"/>
                </a:cubicBezTo>
                <a:cubicBezTo>
                  <a:pt x="69136" y="92456"/>
                  <a:pt x="72098" y="89471"/>
                  <a:pt x="74404" y="85809"/>
                </a:cubicBezTo>
                <a:cubicBezTo>
                  <a:pt x="76710" y="82146"/>
                  <a:pt x="77862" y="77738"/>
                  <a:pt x="77862" y="72584"/>
                </a:cubicBezTo>
                <a:cubicBezTo>
                  <a:pt x="77862" y="67790"/>
                  <a:pt x="76981" y="63811"/>
                  <a:pt x="75217" y="60647"/>
                </a:cubicBezTo>
                <a:cubicBezTo>
                  <a:pt x="73454" y="57482"/>
                  <a:pt x="71102" y="54859"/>
                  <a:pt x="68163" y="52780"/>
                </a:cubicBezTo>
                <a:cubicBezTo>
                  <a:pt x="65224" y="50699"/>
                  <a:pt x="61900" y="49048"/>
                  <a:pt x="58192" y="47829"/>
                </a:cubicBezTo>
                <a:cubicBezTo>
                  <a:pt x="54486" y="46607"/>
                  <a:pt x="50711" y="45545"/>
                  <a:pt x="46866" y="44641"/>
                </a:cubicBezTo>
                <a:cubicBezTo>
                  <a:pt x="43023" y="43736"/>
                  <a:pt x="39248" y="42899"/>
                  <a:pt x="35540" y="42130"/>
                </a:cubicBezTo>
                <a:cubicBezTo>
                  <a:pt x="31833" y="41362"/>
                  <a:pt x="28510" y="40389"/>
                  <a:pt x="25571" y="39214"/>
                </a:cubicBezTo>
                <a:cubicBezTo>
                  <a:pt x="22632" y="38038"/>
                  <a:pt x="20281" y="36524"/>
                  <a:pt x="18517" y="34670"/>
                </a:cubicBezTo>
                <a:cubicBezTo>
                  <a:pt x="16754" y="32816"/>
                  <a:pt x="15872" y="30396"/>
                  <a:pt x="15872" y="27411"/>
                </a:cubicBezTo>
                <a:cubicBezTo>
                  <a:pt x="15872" y="24247"/>
                  <a:pt x="16482" y="21603"/>
                  <a:pt x="17702" y="19478"/>
                </a:cubicBezTo>
                <a:cubicBezTo>
                  <a:pt x="18923" y="17351"/>
                  <a:pt x="20550" y="15655"/>
                  <a:pt x="22584" y="14390"/>
                </a:cubicBezTo>
                <a:cubicBezTo>
                  <a:pt x="24620" y="13123"/>
                  <a:pt x="26948" y="12218"/>
                  <a:pt x="29570" y="11676"/>
                </a:cubicBezTo>
                <a:cubicBezTo>
                  <a:pt x="32193" y="11134"/>
                  <a:pt x="34862" y="10863"/>
                  <a:pt x="37574" y="10863"/>
                </a:cubicBezTo>
                <a:cubicBezTo>
                  <a:pt x="44267" y="10863"/>
                  <a:pt x="49761" y="12423"/>
                  <a:pt x="54057" y="15543"/>
                </a:cubicBezTo>
                <a:cubicBezTo>
                  <a:pt x="58353" y="18663"/>
                  <a:pt x="60862" y="23704"/>
                  <a:pt x="61585" y="306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" name="Text p">
            <a:extLst xmlns:a="http://schemas.openxmlformats.org/drawingml/2006/main">
              <a:ext uri="{FF2B5EF4-FFF2-40B4-BE49-F238E27FC236}">
                <a16:creationId xmlns:a16="http://schemas.microsoft.com/office/drawing/2014/main" id="{C96F24E8-F1A6-4341-BA62-54985E95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2134" y="2740674"/>
            <a:ext cx="53176" cy="78847"/>
          </a:xfrm>
          <a:custGeom xmlns:a="http://schemas.openxmlformats.org/drawingml/2006/main">
            <a:pathLst>
              <a:path w="53176" h="78847">
                <a:moveTo>
                  <a:pt x="0" y="1303"/>
                </a:moveTo>
                <a:lnTo>
                  <a:pt x="0" y="78847"/>
                </a:lnTo>
                <a:lnTo>
                  <a:pt x="9223" y="78847"/>
                </a:lnTo>
                <a:lnTo>
                  <a:pt x="9223" y="49924"/>
                </a:lnTo>
                <a:lnTo>
                  <a:pt x="9442" y="49924"/>
                </a:lnTo>
                <a:cubicBezTo>
                  <a:pt x="10455" y="51587"/>
                  <a:pt x="11703" y="52980"/>
                  <a:pt x="13186" y="54102"/>
                </a:cubicBezTo>
                <a:cubicBezTo>
                  <a:pt x="14669" y="55223"/>
                  <a:pt x="16242" y="56110"/>
                  <a:pt x="17905" y="56761"/>
                </a:cubicBezTo>
                <a:cubicBezTo>
                  <a:pt x="19570" y="57412"/>
                  <a:pt x="21252" y="57883"/>
                  <a:pt x="22952" y="58172"/>
                </a:cubicBezTo>
                <a:cubicBezTo>
                  <a:pt x="24652" y="58461"/>
                  <a:pt x="26190" y="58606"/>
                  <a:pt x="27566" y="58606"/>
                </a:cubicBezTo>
                <a:cubicBezTo>
                  <a:pt x="31834" y="58606"/>
                  <a:pt x="35577" y="57846"/>
                  <a:pt x="38796" y="56327"/>
                </a:cubicBezTo>
                <a:cubicBezTo>
                  <a:pt x="42016" y="54807"/>
                  <a:pt x="44693" y="52727"/>
                  <a:pt x="46827" y="50086"/>
                </a:cubicBezTo>
                <a:cubicBezTo>
                  <a:pt x="48961" y="47445"/>
                  <a:pt x="50552" y="44353"/>
                  <a:pt x="51601" y="40808"/>
                </a:cubicBezTo>
                <a:cubicBezTo>
                  <a:pt x="52651" y="37262"/>
                  <a:pt x="53176" y="33499"/>
                  <a:pt x="53176" y="29520"/>
                </a:cubicBezTo>
                <a:cubicBezTo>
                  <a:pt x="53176" y="25540"/>
                  <a:pt x="52633" y="21778"/>
                  <a:pt x="51548" y="18233"/>
                </a:cubicBezTo>
                <a:cubicBezTo>
                  <a:pt x="50463" y="14687"/>
                  <a:pt x="48853" y="11558"/>
                  <a:pt x="46718" y="8846"/>
                </a:cubicBezTo>
                <a:cubicBezTo>
                  <a:pt x="44584" y="6132"/>
                  <a:pt x="41907" y="3980"/>
                  <a:pt x="38688" y="2388"/>
                </a:cubicBezTo>
                <a:cubicBezTo>
                  <a:pt x="35469" y="796"/>
                  <a:pt x="31689" y="0"/>
                  <a:pt x="27347" y="0"/>
                </a:cubicBezTo>
                <a:cubicBezTo>
                  <a:pt x="23440" y="0"/>
                  <a:pt x="19859" y="706"/>
                  <a:pt x="16604" y="2118"/>
                </a:cubicBezTo>
                <a:cubicBezTo>
                  <a:pt x="13348" y="3530"/>
                  <a:pt x="10961" y="5792"/>
                  <a:pt x="9442" y="8905"/>
                </a:cubicBezTo>
                <a:lnTo>
                  <a:pt x="9223" y="8905"/>
                </a:lnTo>
                <a:lnTo>
                  <a:pt x="9223" y="1303"/>
                </a:lnTo>
                <a:lnTo>
                  <a:pt x="0" y="1303"/>
                </a:lnTo>
                <a:moveTo>
                  <a:pt x="43408" y="28867"/>
                </a:moveTo>
                <a:cubicBezTo>
                  <a:pt x="43408" y="31614"/>
                  <a:pt x="43118" y="34288"/>
                  <a:pt x="42538" y="36890"/>
                </a:cubicBezTo>
                <a:cubicBezTo>
                  <a:pt x="41960" y="39492"/>
                  <a:pt x="41019" y="41805"/>
                  <a:pt x="39717" y="43830"/>
                </a:cubicBezTo>
                <a:cubicBezTo>
                  <a:pt x="38415" y="45853"/>
                  <a:pt x="36697" y="47480"/>
                  <a:pt x="34564" y="48708"/>
                </a:cubicBezTo>
                <a:cubicBezTo>
                  <a:pt x="32430" y="49937"/>
                  <a:pt x="29771" y="50551"/>
                  <a:pt x="26587" y="50551"/>
                </a:cubicBezTo>
                <a:cubicBezTo>
                  <a:pt x="23404" y="50551"/>
                  <a:pt x="20692" y="49955"/>
                  <a:pt x="18448" y="48763"/>
                </a:cubicBezTo>
                <a:cubicBezTo>
                  <a:pt x="16205" y="47570"/>
                  <a:pt x="14378" y="45998"/>
                  <a:pt x="12967" y="44047"/>
                </a:cubicBezTo>
                <a:cubicBezTo>
                  <a:pt x="11558" y="42095"/>
                  <a:pt x="10527" y="39837"/>
                  <a:pt x="9876" y="37271"/>
                </a:cubicBezTo>
                <a:cubicBezTo>
                  <a:pt x="9224" y="34704"/>
                  <a:pt x="8899" y="32048"/>
                  <a:pt x="8899" y="29301"/>
                </a:cubicBezTo>
                <a:cubicBezTo>
                  <a:pt x="8899" y="26699"/>
                  <a:pt x="9206" y="24134"/>
                  <a:pt x="9821" y="21605"/>
                </a:cubicBezTo>
                <a:cubicBezTo>
                  <a:pt x="10436" y="19074"/>
                  <a:pt x="11431" y="16816"/>
                  <a:pt x="12805" y="14829"/>
                </a:cubicBezTo>
                <a:cubicBezTo>
                  <a:pt x="14179" y="12840"/>
                  <a:pt x="15952" y="11232"/>
                  <a:pt x="18122" y="10003"/>
                </a:cubicBezTo>
                <a:cubicBezTo>
                  <a:pt x="20292" y="8775"/>
                  <a:pt x="22933" y="8160"/>
                  <a:pt x="26044" y="8160"/>
                </a:cubicBezTo>
                <a:cubicBezTo>
                  <a:pt x="29010" y="8160"/>
                  <a:pt x="31597" y="8739"/>
                  <a:pt x="33804" y="9896"/>
                </a:cubicBezTo>
                <a:cubicBezTo>
                  <a:pt x="36010" y="11051"/>
                  <a:pt x="37819" y="12605"/>
                  <a:pt x="39230" y="14557"/>
                </a:cubicBezTo>
                <a:cubicBezTo>
                  <a:pt x="40641" y="16509"/>
                  <a:pt x="41689" y="18732"/>
                  <a:pt x="42376" y="21225"/>
                </a:cubicBezTo>
                <a:cubicBezTo>
                  <a:pt x="43064" y="23718"/>
                  <a:pt x="43408" y="26265"/>
                  <a:pt x="43408" y="288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" name="Text )">
            <a:extLst xmlns:a="http://schemas.openxmlformats.org/drawingml/2006/main">
              <a:ext uri="{FF2B5EF4-FFF2-40B4-BE49-F238E27FC236}">
                <a16:creationId xmlns:a16="http://schemas.microsoft.com/office/drawing/2014/main" id="{F9A887FE-B5EA-444E-A9D3-A650926B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7912" y="2647060"/>
            <a:ext cx="31979" cy="134380"/>
          </a:xfrm>
          <a:custGeom xmlns:a="http://schemas.openxmlformats.org/drawingml/2006/main">
            <a:pathLst>
              <a:path w="31979" h="134380">
                <a:moveTo>
                  <a:pt x="0" y="134380"/>
                </a:moveTo>
                <a:lnTo>
                  <a:pt x="9260" y="134380"/>
                </a:lnTo>
                <a:cubicBezTo>
                  <a:pt x="16784" y="124437"/>
                  <a:pt x="22452" y="113698"/>
                  <a:pt x="26263" y="102162"/>
                </a:cubicBezTo>
                <a:cubicBezTo>
                  <a:pt x="30073" y="90626"/>
                  <a:pt x="31979" y="79161"/>
                  <a:pt x="31979" y="67768"/>
                </a:cubicBezTo>
                <a:cubicBezTo>
                  <a:pt x="31979" y="61398"/>
                  <a:pt x="31448" y="55317"/>
                  <a:pt x="30387" y="49525"/>
                </a:cubicBezTo>
                <a:cubicBezTo>
                  <a:pt x="29326" y="43731"/>
                  <a:pt x="27806" y="38059"/>
                  <a:pt x="25828" y="32509"/>
                </a:cubicBezTo>
                <a:cubicBezTo>
                  <a:pt x="23851" y="26958"/>
                  <a:pt x="21463" y="21504"/>
                  <a:pt x="18665" y="16146"/>
                </a:cubicBezTo>
                <a:cubicBezTo>
                  <a:pt x="15869" y="10788"/>
                  <a:pt x="12733" y="5406"/>
                  <a:pt x="9260" y="0"/>
                </a:cubicBezTo>
                <a:lnTo>
                  <a:pt x="0" y="0"/>
                </a:lnTo>
                <a:cubicBezTo>
                  <a:pt x="6753" y="11101"/>
                  <a:pt x="11600" y="22130"/>
                  <a:pt x="14541" y="33087"/>
                </a:cubicBezTo>
                <a:cubicBezTo>
                  <a:pt x="17483" y="44044"/>
                  <a:pt x="18955" y="55604"/>
                  <a:pt x="18955" y="67768"/>
                </a:cubicBezTo>
                <a:cubicBezTo>
                  <a:pt x="18955" y="79546"/>
                  <a:pt x="17508" y="90866"/>
                  <a:pt x="14614" y="101727"/>
                </a:cubicBezTo>
                <a:cubicBezTo>
                  <a:pt x="11720" y="112587"/>
                  <a:pt x="6849" y="123471"/>
                  <a:pt x="0" y="13438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3AB6D6-3C56-4247-AFFA-C8EFE9F3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9583" y="1719514"/>
            <a:ext cx="266130" cy="484804"/>
          </a:xfrm>
          <a:custGeom xmlns:a="http://schemas.openxmlformats.org/drawingml/2006/main">
            <a:pathLst>
              <a:path w="266130" h="484804">
                <a:moveTo>
                  <a:pt x="0" y="436324"/>
                </a:moveTo>
                <a:lnTo>
                  <a:pt x="0" y="48481"/>
                </a:lnTo>
                <a:cubicBezTo>
                  <a:pt x="0" y="21720"/>
                  <a:pt x="59613" y="0"/>
                  <a:pt x="133065" y="0"/>
                </a:cubicBezTo>
                <a:cubicBezTo>
                  <a:pt x="206517" y="0"/>
                  <a:pt x="266130" y="21720"/>
                  <a:pt x="266130" y="48481"/>
                </a:cubicBezTo>
                <a:lnTo>
                  <a:pt x="266130" y="436324"/>
                </a:lnTo>
                <a:cubicBezTo>
                  <a:pt x="266130" y="463085"/>
                  <a:pt x="206517" y="484804"/>
                  <a:pt x="133065" y="484804"/>
                </a:cubicBezTo>
                <a:cubicBezTo>
                  <a:pt x="59613" y="484804"/>
                  <a:pt x="0" y="463085"/>
                  <a:pt x="0" y="436324"/>
                </a:cubicBezTo>
              </a:path>
            </a:pathLst>
          </a:custGeom>
          <a:solidFill xmlns:a="http://schemas.openxmlformats.org/drawingml/2006/main">
            <a:srgbClr val="63636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ED3739-5210-4337-BA71-92C4683C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9582" y="1719513"/>
            <a:ext cx="266130" cy="484805"/>
          </a:xfrm>
          <a:custGeom xmlns:a="http://schemas.openxmlformats.org/drawingml/2006/main">
            <a:pathLst>
              <a:path w="266130" h="484805" fill="none">
                <a:moveTo>
                  <a:pt x="0" y="436324"/>
                </a:moveTo>
                <a:lnTo>
                  <a:pt x="0" y="48481"/>
                </a:lnTo>
                <a:cubicBezTo>
                  <a:pt x="0" y="21720"/>
                  <a:pt x="59613" y="0"/>
                  <a:pt x="133065" y="0"/>
                </a:cubicBezTo>
                <a:cubicBezTo>
                  <a:pt x="206517" y="0"/>
                  <a:pt x="266130" y="21720"/>
                  <a:pt x="266130" y="48481"/>
                </a:cubicBezTo>
                <a:lnTo>
                  <a:pt x="266130" y="436324"/>
                </a:lnTo>
                <a:cubicBezTo>
                  <a:pt x="266130" y="463085"/>
                  <a:pt x="206517" y="484805"/>
                  <a:pt x="133065" y="484805"/>
                </a:cubicBezTo>
                <a:cubicBezTo>
                  <a:pt x="59613" y="484805"/>
                  <a:pt x="0" y="463085"/>
                  <a:pt x="0" y="436324"/>
                </a:cubicBezTo>
                <a:moveTo>
                  <a:pt x="0" y="48481"/>
                </a:moveTo>
                <a:cubicBezTo>
                  <a:pt x="0" y="75242"/>
                  <a:pt x="59613" y="96961"/>
                  <a:pt x="133065" y="96961"/>
                </a:cubicBezTo>
                <a:cubicBezTo>
                  <a:pt x="206517" y="96961"/>
                  <a:pt x="266130" y="75242"/>
                  <a:pt x="266130" y="48481"/>
                </a:cubicBezTo>
              </a:path>
            </a:pathLst>
          </a:custGeom>
          <a:noFill xmlns:a="http://schemas.openxmlformats.org/drawingml/2006/main"/>
          <a:ln xmlns:a="http://schemas.openxmlformats.org/drawingml/2006/main" w="9043" cap="rnd">
            <a:solidFill>
              <a:srgbClr val="000000"/>
            </a:solidFill>
            <a:round/>
          </a:ln>
        </p:spPr>
      </p:sp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BBE7A4-DF0A-4887-B157-5DEC4D6E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403" y="1719514"/>
            <a:ext cx="266130" cy="484804"/>
          </a:xfrm>
          <a:custGeom xmlns:a="http://schemas.openxmlformats.org/drawingml/2006/main">
            <a:pathLst>
              <a:path w="266130" h="484804">
                <a:moveTo>
                  <a:pt x="0" y="436324"/>
                </a:moveTo>
                <a:lnTo>
                  <a:pt x="0" y="48481"/>
                </a:lnTo>
                <a:cubicBezTo>
                  <a:pt x="0" y="21720"/>
                  <a:pt x="59613" y="0"/>
                  <a:pt x="133065" y="0"/>
                </a:cubicBezTo>
                <a:cubicBezTo>
                  <a:pt x="206517" y="0"/>
                  <a:pt x="266130" y="21720"/>
                  <a:pt x="266130" y="48481"/>
                </a:cubicBezTo>
                <a:lnTo>
                  <a:pt x="266130" y="436324"/>
                </a:lnTo>
                <a:cubicBezTo>
                  <a:pt x="266130" y="463085"/>
                  <a:pt x="206517" y="484804"/>
                  <a:pt x="133065" y="484804"/>
                </a:cubicBezTo>
                <a:cubicBezTo>
                  <a:pt x="59613" y="484804"/>
                  <a:pt x="0" y="463085"/>
                  <a:pt x="0" y="436324"/>
                </a:cubicBezTo>
              </a:path>
            </a:pathLst>
          </a:custGeom>
          <a:solidFill xmlns:a="http://schemas.openxmlformats.org/drawingml/2006/main">
            <a:srgbClr val="63636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331311-F3C2-4EB5-B868-B7FFD144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402" y="1719513"/>
            <a:ext cx="266131" cy="484805"/>
          </a:xfrm>
          <a:custGeom xmlns:a="http://schemas.openxmlformats.org/drawingml/2006/main">
            <a:pathLst>
              <a:path w="266131" h="484805" fill="none">
                <a:moveTo>
                  <a:pt x="0" y="436324"/>
                </a:moveTo>
                <a:lnTo>
                  <a:pt x="0" y="48481"/>
                </a:lnTo>
                <a:cubicBezTo>
                  <a:pt x="0" y="21720"/>
                  <a:pt x="59613" y="0"/>
                  <a:pt x="133065" y="0"/>
                </a:cubicBezTo>
                <a:cubicBezTo>
                  <a:pt x="206517" y="0"/>
                  <a:pt x="266131" y="21720"/>
                  <a:pt x="266131" y="48481"/>
                </a:cubicBezTo>
                <a:lnTo>
                  <a:pt x="266131" y="436324"/>
                </a:lnTo>
                <a:cubicBezTo>
                  <a:pt x="266131" y="463085"/>
                  <a:pt x="206517" y="484805"/>
                  <a:pt x="133065" y="484805"/>
                </a:cubicBezTo>
                <a:cubicBezTo>
                  <a:pt x="59613" y="484805"/>
                  <a:pt x="0" y="463085"/>
                  <a:pt x="0" y="436324"/>
                </a:cubicBezTo>
                <a:moveTo>
                  <a:pt x="0" y="48481"/>
                </a:moveTo>
                <a:cubicBezTo>
                  <a:pt x="0" y="75242"/>
                  <a:pt x="59613" y="96961"/>
                  <a:pt x="133065" y="96961"/>
                </a:cubicBezTo>
                <a:cubicBezTo>
                  <a:pt x="206517" y="96961"/>
                  <a:pt x="266131" y="75242"/>
                  <a:pt x="266131" y="48481"/>
                </a:cubicBezTo>
              </a:path>
            </a:pathLst>
          </a:custGeom>
          <a:noFill xmlns:a="http://schemas.openxmlformats.org/drawingml/2006/main"/>
          <a:ln xmlns:a="http://schemas.openxmlformats.org/drawingml/2006/main" w="9043" cap="rnd">
            <a:solidFill>
              <a:srgbClr val="000000"/>
            </a:solidFill>
            <a:round/>
          </a:ln>
        </p:spPr>
      </p:sp>
      <p:sp>
        <p:nvSpPr>
          <p:cNvPr id="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8447C0-F848-4D81-AF08-836F5D3F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1223" y="1719514"/>
            <a:ext cx="266130" cy="484804"/>
          </a:xfrm>
          <a:custGeom xmlns:a="http://schemas.openxmlformats.org/drawingml/2006/main">
            <a:pathLst>
              <a:path w="266130" h="484804">
                <a:moveTo>
                  <a:pt x="0" y="436324"/>
                </a:moveTo>
                <a:lnTo>
                  <a:pt x="0" y="48481"/>
                </a:lnTo>
                <a:cubicBezTo>
                  <a:pt x="0" y="21720"/>
                  <a:pt x="59613" y="0"/>
                  <a:pt x="133065" y="0"/>
                </a:cubicBezTo>
                <a:cubicBezTo>
                  <a:pt x="206517" y="0"/>
                  <a:pt x="266130" y="21720"/>
                  <a:pt x="266130" y="48481"/>
                </a:cubicBezTo>
                <a:lnTo>
                  <a:pt x="266130" y="436324"/>
                </a:lnTo>
                <a:cubicBezTo>
                  <a:pt x="266130" y="463085"/>
                  <a:pt x="206517" y="484804"/>
                  <a:pt x="133065" y="484804"/>
                </a:cubicBezTo>
                <a:cubicBezTo>
                  <a:pt x="59613" y="484804"/>
                  <a:pt x="0" y="463085"/>
                  <a:pt x="0" y="436324"/>
                </a:cubicBezTo>
              </a:path>
            </a:pathLst>
          </a:custGeom>
          <a:solidFill xmlns:a="http://schemas.openxmlformats.org/drawingml/2006/main">
            <a:srgbClr val="63636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D6E94B-0FB0-42E7-9C08-39583567F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1223" y="1719513"/>
            <a:ext cx="266130" cy="484805"/>
          </a:xfrm>
          <a:custGeom xmlns:a="http://schemas.openxmlformats.org/drawingml/2006/main">
            <a:pathLst>
              <a:path w="266130" h="484805" fill="none">
                <a:moveTo>
                  <a:pt x="0" y="436324"/>
                </a:moveTo>
                <a:lnTo>
                  <a:pt x="0" y="48481"/>
                </a:lnTo>
                <a:cubicBezTo>
                  <a:pt x="0" y="21720"/>
                  <a:pt x="59613" y="0"/>
                  <a:pt x="133065" y="0"/>
                </a:cubicBezTo>
                <a:cubicBezTo>
                  <a:pt x="206517" y="0"/>
                  <a:pt x="266130" y="21720"/>
                  <a:pt x="266130" y="48481"/>
                </a:cubicBezTo>
                <a:lnTo>
                  <a:pt x="266130" y="436324"/>
                </a:lnTo>
                <a:cubicBezTo>
                  <a:pt x="266130" y="463085"/>
                  <a:pt x="206517" y="484805"/>
                  <a:pt x="133065" y="484805"/>
                </a:cubicBezTo>
                <a:cubicBezTo>
                  <a:pt x="59613" y="484805"/>
                  <a:pt x="0" y="463085"/>
                  <a:pt x="0" y="436324"/>
                </a:cubicBezTo>
                <a:moveTo>
                  <a:pt x="0" y="48481"/>
                </a:moveTo>
                <a:cubicBezTo>
                  <a:pt x="0" y="75242"/>
                  <a:pt x="59613" y="96961"/>
                  <a:pt x="133065" y="96961"/>
                </a:cubicBezTo>
                <a:cubicBezTo>
                  <a:pt x="206517" y="96961"/>
                  <a:pt x="266130" y="75242"/>
                  <a:pt x="266130" y="48481"/>
                </a:cubicBezTo>
              </a:path>
            </a:pathLst>
          </a:custGeom>
          <a:noFill xmlns:a="http://schemas.openxmlformats.org/drawingml/2006/main"/>
          <a:ln xmlns:a="http://schemas.openxmlformats.org/drawingml/2006/main" w="9043" cap="rnd">
            <a:solidFill>
              <a:srgbClr val="000000"/>
            </a:solidFill>
            <a:round/>
          </a:ln>
        </p:spPr>
      </p:sp>
      <p:sp>
        <p:nvSpPr>
          <p:cNvPr id="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FF295E-2E62-496B-A8F6-466179A2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762" y="1719514"/>
            <a:ext cx="266130" cy="484804"/>
          </a:xfrm>
          <a:custGeom xmlns:a="http://schemas.openxmlformats.org/drawingml/2006/main">
            <a:pathLst>
              <a:path w="266130" h="484804">
                <a:moveTo>
                  <a:pt x="0" y="436324"/>
                </a:moveTo>
                <a:lnTo>
                  <a:pt x="0" y="48481"/>
                </a:lnTo>
                <a:cubicBezTo>
                  <a:pt x="0" y="21720"/>
                  <a:pt x="59613" y="0"/>
                  <a:pt x="133065" y="0"/>
                </a:cubicBezTo>
                <a:cubicBezTo>
                  <a:pt x="206517" y="0"/>
                  <a:pt x="266130" y="21720"/>
                  <a:pt x="266130" y="48481"/>
                </a:cubicBezTo>
                <a:lnTo>
                  <a:pt x="266130" y="436324"/>
                </a:lnTo>
                <a:cubicBezTo>
                  <a:pt x="266130" y="463085"/>
                  <a:pt x="206517" y="484804"/>
                  <a:pt x="133065" y="484804"/>
                </a:cubicBezTo>
                <a:cubicBezTo>
                  <a:pt x="59613" y="484804"/>
                  <a:pt x="0" y="463085"/>
                  <a:pt x="0" y="436324"/>
                </a:cubicBezTo>
              </a:path>
            </a:pathLst>
          </a:custGeom>
          <a:solidFill xmlns:a="http://schemas.openxmlformats.org/drawingml/2006/main">
            <a:srgbClr val="63636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F61816-A04A-4CCD-AB11-715E4806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762" y="1719513"/>
            <a:ext cx="266130" cy="484805"/>
          </a:xfrm>
          <a:custGeom xmlns:a="http://schemas.openxmlformats.org/drawingml/2006/main">
            <a:pathLst>
              <a:path w="266130" h="484805" fill="none">
                <a:moveTo>
                  <a:pt x="0" y="436324"/>
                </a:moveTo>
                <a:lnTo>
                  <a:pt x="0" y="48481"/>
                </a:lnTo>
                <a:cubicBezTo>
                  <a:pt x="0" y="21720"/>
                  <a:pt x="59613" y="0"/>
                  <a:pt x="133065" y="0"/>
                </a:cubicBezTo>
                <a:cubicBezTo>
                  <a:pt x="206517" y="0"/>
                  <a:pt x="266130" y="21720"/>
                  <a:pt x="266130" y="48481"/>
                </a:cubicBezTo>
                <a:lnTo>
                  <a:pt x="266130" y="436324"/>
                </a:lnTo>
                <a:cubicBezTo>
                  <a:pt x="266130" y="463085"/>
                  <a:pt x="206517" y="484805"/>
                  <a:pt x="133065" y="484805"/>
                </a:cubicBezTo>
                <a:cubicBezTo>
                  <a:pt x="59613" y="484805"/>
                  <a:pt x="0" y="463085"/>
                  <a:pt x="0" y="436324"/>
                </a:cubicBezTo>
                <a:moveTo>
                  <a:pt x="0" y="48481"/>
                </a:moveTo>
                <a:cubicBezTo>
                  <a:pt x="0" y="75242"/>
                  <a:pt x="59613" y="96961"/>
                  <a:pt x="133065" y="96961"/>
                </a:cubicBezTo>
                <a:cubicBezTo>
                  <a:pt x="206517" y="96961"/>
                  <a:pt x="266130" y="75242"/>
                  <a:pt x="266130" y="48481"/>
                </a:cubicBezTo>
              </a:path>
            </a:pathLst>
          </a:custGeom>
          <a:noFill xmlns:a="http://schemas.openxmlformats.org/drawingml/2006/main"/>
          <a:ln xmlns:a="http://schemas.openxmlformats.org/drawingml/2006/main" w="9043" cap="rnd">
            <a:solidFill>
              <a:srgbClr val="000000"/>
            </a:solidFill>
            <a:round/>
          </a:ln>
        </p:spPr>
      </p:sp>
      <p:sp>
        <p:nvSpPr>
          <p:cNvPr id="202" name="Text NCPUCores">
            <a:extLst xmlns:a="http://schemas.openxmlformats.org/drawingml/2006/main">
              <a:ext uri="{FF2B5EF4-FFF2-40B4-BE49-F238E27FC236}">
                <a16:creationId xmlns:a16="http://schemas.microsoft.com/office/drawing/2014/main" id="{F96683C4-AFF3-4E04-AF69-9F9D6359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6447" y="1512434"/>
            <a:ext cx="855291" cy="108097"/>
          </a:xfrm>
          <a:custGeom xmlns:a="http://schemas.openxmlformats.org/drawingml/2006/main">
            <a:pathLst>
              <a:path w="855291" h="108097">
                <a:moveTo>
                  <a:pt x="0" y="2543"/>
                </a:moveTo>
                <a:lnTo>
                  <a:pt x="0" y="105836"/>
                </a:lnTo>
                <a:lnTo>
                  <a:pt x="13024" y="105836"/>
                </a:lnTo>
                <a:lnTo>
                  <a:pt x="13024" y="22942"/>
                </a:lnTo>
                <a:lnTo>
                  <a:pt x="13313" y="22942"/>
                </a:lnTo>
                <a:lnTo>
                  <a:pt x="67282" y="105836"/>
                </a:lnTo>
                <a:lnTo>
                  <a:pt x="82331" y="105836"/>
                </a:lnTo>
                <a:lnTo>
                  <a:pt x="82331" y="2543"/>
                </a:lnTo>
                <a:lnTo>
                  <a:pt x="69309" y="2543"/>
                </a:lnTo>
                <a:lnTo>
                  <a:pt x="69309" y="86305"/>
                </a:lnTo>
                <a:lnTo>
                  <a:pt x="69020" y="86305"/>
                </a:lnTo>
                <a:lnTo>
                  <a:pt x="14614" y="2543"/>
                </a:lnTo>
                <a:lnTo>
                  <a:pt x="0" y="2543"/>
                </a:lnTo>
                <a:close/>
                <a:moveTo>
                  <a:pt x="217477" y="33582"/>
                </a:moveTo>
                <a:lnTo>
                  <a:pt x="231223" y="33582"/>
                </a:lnTo>
                <a:cubicBezTo>
                  <a:pt x="230452" y="28083"/>
                  <a:pt x="228812" y="23235"/>
                  <a:pt x="226304" y="19038"/>
                </a:cubicBezTo>
                <a:cubicBezTo>
                  <a:pt x="223796" y="14842"/>
                  <a:pt x="220661" y="11344"/>
                  <a:pt x="216898" y="8544"/>
                </a:cubicBezTo>
                <a:cubicBezTo>
                  <a:pt x="213136" y="5745"/>
                  <a:pt x="208843" y="3621"/>
                  <a:pt x="204020" y="2173"/>
                </a:cubicBezTo>
                <a:cubicBezTo>
                  <a:pt x="199196" y="724"/>
                  <a:pt x="194084" y="0"/>
                  <a:pt x="188682" y="0"/>
                </a:cubicBezTo>
                <a:cubicBezTo>
                  <a:pt x="180772" y="0"/>
                  <a:pt x="173754" y="1423"/>
                  <a:pt x="167628" y="4270"/>
                </a:cubicBezTo>
                <a:cubicBezTo>
                  <a:pt x="161503" y="7115"/>
                  <a:pt x="156391" y="10998"/>
                  <a:pt x="152292" y="15919"/>
                </a:cubicBezTo>
                <a:cubicBezTo>
                  <a:pt x="148193" y="20838"/>
                  <a:pt x="145082" y="26602"/>
                  <a:pt x="142959" y="33211"/>
                </a:cubicBezTo>
                <a:cubicBezTo>
                  <a:pt x="140837" y="39820"/>
                  <a:pt x="139775" y="46886"/>
                  <a:pt x="139775" y="54411"/>
                </a:cubicBezTo>
                <a:cubicBezTo>
                  <a:pt x="139775" y="61935"/>
                  <a:pt x="140764" y="68977"/>
                  <a:pt x="142741" y="75538"/>
                </a:cubicBezTo>
                <a:cubicBezTo>
                  <a:pt x="144719" y="82098"/>
                  <a:pt x="147686" y="87790"/>
                  <a:pt x="151641" y="92613"/>
                </a:cubicBezTo>
                <a:cubicBezTo>
                  <a:pt x="155596" y="97437"/>
                  <a:pt x="160563" y="101223"/>
                  <a:pt x="166544" y="103973"/>
                </a:cubicBezTo>
                <a:cubicBezTo>
                  <a:pt x="172524" y="106722"/>
                  <a:pt x="179518" y="108097"/>
                  <a:pt x="187525" y="108097"/>
                </a:cubicBezTo>
                <a:cubicBezTo>
                  <a:pt x="200740" y="108097"/>
                  <a:pt x="211157" y="104478"/>
                  <a:pt x="218777" y="97239"/>
                </a:cubicBezTo>
                <a:cubicBezTo>
                  <a:pt x="226399" y="89998"/>
                  <a:pt x="230885" y="79867"/>
                  <a:pt x="232236" y="66845"/>
                </a:cubicBezTo>
                <a:lnTo>
                  <a:pt x="218490" y="66845"/>
                </a:lnTo>
                <a:cubicBezTo>
                  <a:pt x="218200" y="71089"/>
                  <a:pt x="217332" y="75044"/>
                  <a:pt x="215885" y="78710"/>
                </a:cubicBezTo>
                <a:cubicBezTo>
                  <a:pt x="214438" y="82375"/>
                  <a:pt x="212436" y="85535"/>
                  <a:pt x="209880" y="88189"/>
                </a:cubicBezTo>
                <a:cubicBezTo>
                  <a:pt x="207324" y="90841"/>
                  <a:pt x="204286" y="92915"/>
                  <a:pt x="200763" y="94411"/>
                </a:cubicBezTo>
                <a:cubicBezTo>
                  <a:pt x="197243" y="95905"/>
                  <a:pt x="193215" y="96652"/>
                  <a:pt x="188682" y="96652"/>
                </a:cubicBezTo>
                <a:cubicBezTo>
                  <a:pt x="182509" y="96652"/>
                  <a:pt x="177203" y="95495"/>
                  <a:pt x="172765" y="93181"/>
                </a:cubicBezTo>
                <a:cubicBezTo>
                  <a:pt x="168329" y="90865"/>
                  <a:pt x="164688" y="87755"/>
                  <a:pt x="161841" y="83848"/>
                </a:cubicBezTo>
                <a:cubicBezTo>
                  <a:pt x="158996" y="79942"/>
                  <a:pt x="156897" y="75360"/>
                  <a:pt x="155546" y="70104"/>
                </a:cubicBezTo>
                <a:cubicBezTo>
                  <a:pt x="154197" y="64848"/>
                  <a:pt x="153522" y="59278"/>
                  <a:pt x="153522" y="53395"/>
                </a:cubicBezTo>
                <a:cubicBezTo>
                  <a:pt x="153522" y="47995"/>
                  <a:pt x="154197" y="42787"/>
                  <a:pt x="155546" y="37772"/>
                </a:cubicBezTo>
                <a:cubicBezTo>
                  <a:pt x="156897" y="32757"/>
                  <a:pt x="158996" y="28297"/>
                  <a:pt x="161841" y="24390"/>
                </a:cubicBezTo>
                <a:cubicBezTo>
                  <a:pt x="164688" y="20484"/>
                  <a:pt x="168305" y="17374"/>
                  <a:pt x="172693" y="15060"/>
                </a:cubicBezTo>
                <a:cubicBezTo>
                  <a:pt x="177082" y="12745"/>
                  <a:pt x="182364" y="11587"/>
                  <a:pt x="188538" y="11587"/>
                </a:cubicBezTo>
                <a:cubicBezTo>
                  <a:pt x="195773" y="11587"/>
                  <a:pt x="202018" y="13420"/>
                  <a:pt x="207274" y="17087"/>
                </a:cubicBezTo>
                <a:cubicBezTo>
                  <a:pt x="212532" y="20752"/>
                  <a:pt x="215933" y="26250"/>
                  <a:pt x="217477" y="33582"/>
                </a:cubicBezTo>
                <a:close/>
                <a:moveTo>
                  <a:pt x="263056" y="52000"/>
                </a:moveTo>
                <a:lnTo>
                  <a:pt x="263056" y="14130"/>
                </a:lnTo>
                <a:lnTo>
                  <a:pt x="289970" y="14130"/>
                </a:lnTo>
                <a:cubicBezTo>
                  <a:pt x="297783" y="14130"/>
                  <a:pt x="303497" y="15744"/>
                  <a:pt x="307114" y="18972"/>
                </a:cubicBezTo>
                <a:cubicBezTo>
                  <a:pt x="310732" y="22200"/>
                  <a:pt x="312541" y="26898"/>
                  <a:pt x="312541" y="33065"/>
                </a:cubicBezTo>
                <a:cubicBezTo>
                  <a:pt x="312541" y="39232"/>
                  <a:pt x="310732" y="43954"/>
                  <a:pt x="307114" y="47231"/>
                </a:cubicBezTo>
                <a:cubicBezTo>
                  <a:pt x="303497" y="50506"/>
                  <a:pt x="297783" y="52095"/>
                  <a:pt x="289970" y="52000"/>
                </a:cubicBezTo>
                <a:lnTo>
                  <a:pt x="263056" y="52000"/>
                </a:lnTo>
                <a:moveTo>
                  <a:pt x="249310" y="2543"/>
                </a:moveTo>
                <a:lnTo>
                  <a:pt x="249310" y="105836"/>
                </a:lnTo>
                <a:lnTo>
                  <a:pt x="263056" y="105836"/>
                </a:lnTo>
                <a:lnTo>
                  <a:pt x="263056" y="63587"/>
                </a:lnTo>
                <a:lnTo>
                  <a:pt x="294600" y="63587"/>
                </a:lnTo>
                <a:cubicBezTo>
                  <a:pt x="305018" y="63684"/>
                  <a:pt x="312904" y="61032"/>
                  <a:pt x="318257" y="55632"/>
                </a:cubicBezTo>
                <a:cubicBezTo>
                  <a:pt x="323610" y="50231"/>
                  <a:pt x="326287" y="42709"/>
                  <a:pt x="326287" y="33065"/>
                </a:cubicBezTo>
                <a:cubicBezTo>
                  <a:pt x="326287" y="23421"/>
                  <a:pt x="323610" y="15923"/>
                  <a:pt x="318257" y="10571"/>
                </a:cubicBezTo>
                <a:cubicBezTo>
                  <a:pt x="312904" y="5219"/>
                  <a:pt x="305018" y="2543"/>
                  <a:pt x="294600" y="2543"/>
                </a:cubicBezTo>
                <a:lnTo>
                  <a:pt x="249310" y="2543"/>
                </a:lnTo>
                <a:close/>
                <a:moveTo>
                  <a:pt x="425547" y="68479"/>
                </a:moveTo>
                <a:lnTo>
                  <a:pt x="425547" y="2543"/>
                </a:lnTo>
                <a:lnTo>
                  <a:pt x="411801" y="2543"/>
                </a:lnTo>
                <a:lnTo>
                  <a:pt x="411801" y="68461"/>
                </a:lnTo>
                <a:cubicBezTo>
                  <a:pt x="411801" y="77714"/>
                  <a:pt x="409510" y="84725"/>
                  <a:pt x="404928" y="89496"/>
                </a:cubicBezTo>
                <a:cubicBezTo>
                  <a:pt x="400346" y="94266"/>
                  <a:pt x="393666" y="96652"/>
                  <a:pt x="384889" y="96652"/>
                </a:cubicBezTo>
                <a:cubicBezTo>
                  <a:pt x="375628" y="96652"/>
                  <a:pt x="368538" y="94266"/>
                  <a:pt x="363619" y="89496"/>
                </a:cubicBezTo>
                <a:cubicBezTo>
                  <a:pt x="358700" y="84725"/>
                  <a:pt x="356240" y="77714"/>
                  <a:pt x="356240" y="68461"/>
                </a:cubicBezTo>
                <a:lnTo>
                  <a:pt x="356240" y="2543"/>
                </a:lnTo>
                <a:lnTo>
                  <a:pt x="342494" y="2543"/>
                </a:lnTo>
                <a:lnTo>
                  <a:pt x="342494" y="68479"/>
                </a:lnTo>
                <a:cubicBezTo>
                  <a:pt x="342494" y="82264"/>
                  <a:pt x="346232" y="92313"/>
                  <a:pt x="353708" y="98628"/>
                </a:cubicBezTo>
                <a:cubicBezTo>
                  <a:pt x="361183" y="104941"/>
                  <a:pt x="371577" y="108097"/>
                  <a:pt x="384889" y="108097"/>
                </a:cubicBezTo>
                <a:cubicBezTo>
                  <a:pt x="397911" y="108097"/>
                  <a:pt x="407943" y="104796"/>
                  <a:pt x="414985" y="98193"/>
                </a:cubicBezTo>
                <a:cubicBezTo>
                  <a:pt x="422026" y="91590"/>
                  <a:pt x="425547" y="81685"/>
                  <a:pt x="425547" y="68479"/>
                </a:cubicBezTo>
                <a:close/>
                <a:moveTo>
                  <a:pt x="560403" y="33582"/>
                </a:moveTo>
                <a:lnTo>
                  <a:pt x="574150" y="33582"/>
                </a:lnTo>
                <a:cubicBezTo>
                  <a:pt x="573378" y="28083"/>
                  <a:pt x="571739" y="23235"/>
                  <a:pt x="569231" y="19038"/>
                </a:cubicBezTo>
                <a:cubicBezTo>
                  <a:pt x="566722" y="14842"/>
                  <a:pt x="563587" y="11344"/>
                  <a:pt x="559825" y="8544"/>
                </a:cubicBezTo>
                <a:cubicBezTo>
                  <a:pt x="556063" y="5745"/>
                  <a:pt x="551770" y="3621"/>
                  <a:pt x="546947" y="2173"/>
                </a:cubicBezTo>
                <a:cubicBezTo>
                  <a:pt x="542123" y="724"/>
                  <a:pt x="537010" y="0"/>
                  <a:pt x="531609" y="0"/>
                </a:cubicBezTo>
                <a:cubicBezTo>
                  <a:pt x="523698" y="0"/>
                  <a:pt x="516680" y="1423"/>
                  <a:pt x="510554" y="4270"/>
                </a:cubicBezTo>
                <a:cubicBezTo>
                  <a:pt x="504430" y="7115"/>
                  <a:pt x="499318" y="10998"/>
                  <a:pt x="495218" y="15919"/>
                </a:cubicBezTo>
                <a:cubicBezTo>
                  <a:pt x="491119" y="20838"/>
                  <a:pt x="488008" y="26602"/>
                  <a:pt x="485886" y="33211"/>
                </a:cubicBezTo>
                <a:cubicBezTo>
                  <a:pt x="483763" y="39820"/>
                  <a:pt x="482702" y="46886"/>
                  <a:pt x="482702" y="54411"/>
                </a:cubicBezTo>
                <a:cubicBezTo>
                  <a:pt x="482702" y="61935"/>
                  <a:pt x="483690" y="68977"/>
                  <a:pt x="485667" y="75538"/>
                </a:cubicBezTo>
                <a:cubicBezTo>
                  <a:pt x="487645" y="82098"/>
                  <a:pt x="490612" y="87790"/>
                  <a:pt x="494567" y="92613"/>
                </a:cubicBezTo>
                <a:cubicBezTo>
                  <a:pt x="498522" y="97437"/>
                  <a:pt x="503490" y="101223"/>
                  <a:pt x="509470" y="103973"/>
                </a:cubicBezTo>
                <a:cubicBezTo>
                  <a:pt x="515451" y="106722"/>
                  <a:pt x="522444" y="108097"/>
                  <a:pt x="530452" y="108097"/>
                </a:cubicBezTo>
                <a:cubicBezTo>
                  <a:pt x="543666" y="108097"/>
                  <a:pt x="554084" y="104478"/>
                  <a:pt x="561704" y="97239"/>
                </a:cubicBezTo>
                <a:cubicBezTo>
                  <a:pt x="569325" y="89998"/>
                  <a:pt x="573812" y="79867"/>
                  <a:pt x="575163" y="66845"/>
                </a:cubicBezTo>
                <a:lnTo>
                  <a:pt x="561417" y="66845"/>
                </a:lnTo>
                <a:cubicBezTo>
                  <a:pt x="561127" y="71089"/>
                  <a:pt x="560258" y="75044"/>
                  <a:pt x="558812" y="78710"/>
                </a:cubicBezTo>
                <a:cubicBezTo>
                  <a:pt x="557365" y="82375"/>
                  <a:pt x="555363" y="85535"/>
                  <a:pt x="552806" y="88189"/>
                </a:cubicBezTo>
                <a:cubicBezTo>
                  <a:pt x="550251" y="90841"/>
                  <a:pt x="547212" y="92915"/>
                  <a:pt x="543690" y="94411"/>
                </a:cubicBezTo>
                <a:cubicBezTo>
                  <a:pt x="540169" y="95905"/>
                  <a:pt x="536142" y="96652"/>
                  <a:pt x="531609" y="96652"/>
                </a:cubicBezTo>
                <a:cubicBezTo>
                  <a:pt x="525435" y="96652"/>
                  <a:pt x="520130" y="95495"/>
                  <a:pt x="515692" y="93181"/>
                </a:cubicBezTo>
                <a:cubicBezTo>
                  <a:pt x="511256" y="90865"/>
                  <a:pt x="507614" y="87755"/>
                  <a:pt x="504767" y="83848"/>
                </a:cubicBezTo>
                <a:cubicBezTo>
                  <a:pt x="501922" y="79942"/>
                  <a:pt x="499824" y="75360"/>
                  <a:pt x="498473" y="70104"/>
                </a:cubicBezTo>
                <a:cubicBezTo>
                  <a:pt x="497123" y="64848"/>
                  <a:pt x="496448" y="59278"/>
                  <a:pt x="496448" y="53395"/>
                </a:cubicBezTo>
                <a:cubicBezTo>
                  <a:pt x="496448" y="47995"/>
                  <a:pt x="497123" y="42787"/>
                  <a:pt x="498473" y="37772"/>
                </a:cubicBezTo>
                <a:cubicBezTo>
                  <a:pt x="499824" y="32757"/>
                  <a:pt x="501922" y="28297"/>
                  <a:pt x="504767" y="24390"/>
                </a:cubicBezTo>
                <a:cubicBezTo>
                  <a:pt x="507614" y="20484"/>
                  <a:pt x="511231" y="17374"/>
                  <a:pt x="515619" y="15060"/>
                </a:cubicBezTo>
                <a:cubicBezTo>
                  <a:pt x="520008" y="12745"/>
                  <a:pt x="525290" y="11587"/>
                  <a:pt x="531465" y="11587"/>
                </a:cubicBezTo>
                <a:cubicBezTo>
                  <a:pt x="538699" y="11587"/>
                  <a:pt x="544945" y="13420"/>
                  <a:pt x="550201" y="17087"/>
                </a:cubicBezTo>
                <a:cubicBezTo>
                  <a:pt x="555459" y="20752"/>
                  <a:pt x="558859" y="26250"/>
                  <a:pt x="560403" y="33582"/>
                </a:cubicBezTo>
                <a:close/>
                <a:moveTo>
                  <a:pt x="599182" y="68464"/>
                </a:moveTo>
                <a:cubicBezTo>
                  <a:pt x="599182" y="63933"/>
                  <a:pt x="599785" y="59910"/>
                  <a:pt x="600990" y="56393"/>
                </a:cubicBezTo>
                <a:cubicBezTo>
                  <a:pt x="602196" y="52875"/>
                  <a:pt x="603860" y="49912"/>
                  <a:pt x="605982" y="47502"/>
                </a:cubicBezTo>
                <a:cubicBezTo>
                  <a:pt x="608105" y="45093"/>
                  <a:pt x="610589" y="43262"/>
                  <a:pt x="613434" y="42009"/>
                </a:cubicBezTo>
                <a:cubicBezTo>
                  <a:pt x="616279" y="40756"/>
                  <a:pt x="619294" y="40130"/>
                  <a:pt x="622477" y="40130"/>
                </a:cubicBezTo>
                <a:cubicBezTo>
                  <a:pt x="625661" y="40130"/>
                  <a:pt x="628676" y="40756"/>
                  <a:pt x="631521" y="42009"/>
                </a:cubicBezTo>
                <a:cubicBezTo>
                  <a:pt x="634366" y="43262"/>
                  <a:pt x="636850" y="45093"/>
                  <a:pt x="638972" y="47502"/>
                </a:cubicBezTo>
                <a:cubicBezTo>
                  <a:pt x="641095" y="49912"/>
                  <a:pt x="642759" y="52875"/>
                  <a:pt x="643964" y="56393"/>
                </a:cubicBezTo>
                <a:cubicBezTo>
                  <a:pt x="645170" y="59910"/>
                  <a:pt x="645773" y="63933"/>
                  <a:pt x="645773" y="68464"/>
                </a:cubicBezTo>
                <a:cubicBezTo>
                  <a:pt x="645773" y="72993"/>
                  <a:pt x="645170" y="77016"/>
                  <a:pt x="643964" y="80534"/>
                </a:cubicBezTo>
                <a:cubicBezTo>
                  <a:pt x="642759" y="84052"/>
                  <a:pt x="641095" y="86991"/>
                  <a:pt x="638972" y="89352"/>
                </a:cubicBezTo>
                <a:cubicBezTo>
                  <a:pt x="636850" y="91713"/>
                  <a:pt x="634366" y="93520"/>
                  <a:pt x="631521" y="94773"/>
                </a:cubicBezTo>
                <a:cubicBezTo>
                  <a:pt x="628676" y="96025"/>
                  <a:pt x="625661" y="96652"/>
                  <a:pt x="622477" y="96652"/>
                </a:cubicBezTo>
                <a:cubicBezTo>
                  <a:pt x="619294" y="96652"/>
                  <a:pt x="616279" y="96025"/>
                  <a:pt x="613434" y="94773"/>
                </a:cubicBezTo>
                <a:cubicBezTo>
                  <a:pt x="610589" y="93520"/>
                  <a:pt x="608105" y="91713"/>
                  <a:pt x="605982" y="89352"/>
                </a:cubicBezTo>
                <a:cubicBezTo>
                  <a:pt x="603860" y="86991"/>
                  <a:pt x="602196" y="84052"/>
                  <a:pt x="600990" y="80534"/>
                </a:cubicBezTo>
                <a:cubicBezTo>
                  <a:pt x="599785" y="77016"/>
                  <a:pt x="599182" y="72993"/>
                  <a:pt x="599182" y="68464"/>
                </a:cubicBezTo>
                <a:moveTo>
                  <a:pt x="586158" y="68466"/>
                </a:moveTo>
                <a:cubicBezTo>
                  <a:pt x="586158" y="73963"/>
                  <a:pt x="586929" y="79076"/>
                  <a:pt x="588472" y="83804"/>
                </a:cubicBezTo>
                <a:cubicBezTo>
                  <a:pt x="590016" y="88530"/>
                  <a:pt x="592331" y="92655"/>
                  <a:pt x="595418" y="96177"/>
                </a:cubicBezTo>
                <a:cubicBezTo>
                  <a:pt x="598504" y="99698"/>
                  <a:pt x="602314" y="102447"/>
                  <a:pt x="606848" y="104425"/>
                </a:cubicBezTo>
                <a:cubicBezTo>
                  <a:pt x="611383" y="106402"/>
                  <a:pt x="616593" y="107391"/>
                  <a:pt x="622477" y="107391"/>
                </a:cubicBezTo>
                <a:cubicBezTo>
                  <a:pt x="628458" y="107391"/>
                  <a:pt x="633690" y="106402"/>
                  <a:pt x="638175" y="104425"/>
                </a:cubicBezTo>
                <a:cubicBezTo>
                  <a:pt x="642662" y="102447"/>
                  <a:pt x="646448" y="99698"/>
                  <a:pt x="649535" y="96177"/>
                </a:cubicBezTo>
                <a:cubicBezTo>
                  <a:pt x="652621" y="92655"/>
                  <a:pt x="654936" y="88530"/>
                  <a:pt x="656479" y="83804"/>
                </a:cubicBezTo>
                <a:cubicBezTo>
                  <a:pt x="658023" y="79076"/>
                  <a:pt x="658795" y="73963"/>
                  <a:pt x="658795" y="68466"/>
                </a:cubicBezTo>
                <a:cubicBezTo>
                  <a:pt x="658795" y="62967"/>
                  <a:pt x="658023" y="57830"/>
                  <a:pt x="656479" y="53055"/>
                </a:cubicBezTo>
                <a:cubicBezTo>
                  <a:pt x="654936" y="48279"/>
                  <a:pt x="652621" y="44130"/>
                  <a:pt x="649535" y="40609"/>
                </a:cubicBezTo>
                <a:cubicBezTo>
                  <a:pt x="646448" y="37088"/>
                  <a:pt x="642662" y="34315"/>
                  <a:pt x="638175" y="32290"/>
                </a:cubicBezTo>
                <a:cubicBezTo>
                  <a:pt x="633690" y="30263"/>
                  <a:pt x="628458" y="29250"/>
                  <a:pt x="622477" y="29250"/>
                </a:cubicBezTo>
                <a:cubicBezTo>
                  <a:pt x="616593" y="29250"/>
                  <a:pt x="611383" y="30263"/>
                  <a:pt x="606848" y="32290"/>
                </a:cubicBezTo>
                <a:cubicBezTo>
                  <a:pt x="602314" y="34315"/>
                  <a:pt x="598504" y="37088"/>
                  <a:pt x="595418" y="40609"/>
                </a:cubicBezTo>
                <a:cubicBezTo>
                  <a:pt x="592331" y="44130"/>
                  <a:pt x="590016" y="48279"/>
                  <a:pt x="588472" y="53055"/>
                </a:cubicBezTo>
                <a:cubicBezTo>
                  <a:pt x="586929" y="57830"/>
                  <a:pt x="586158" y="62967"/>
                  <a:pt x="586158" y="68466"/>
                </a:cubicBezTo>
                <a:close/>
                <a:moveTo>
                  <a:pt x="672832" y="30987"/>
                </a:moveTo>
                <a:lnTo>
                  <a:pt x="672832" y="105836"/>
                </a:lnTo>
                <a:lnTo>
                  <a:pt x="685129" y="105836"/>
                </a:lnTo>
                <a:lnTo>
                  <a:pt x="685129" y="72522"/>
                </a:lnTo>
                <a:cubicBezTo>
                  <a:pt x="685129" y="67694"/>
                  <a:pt x="685612" y="63422"/>
                  <a:pt x="686576" y="59705"/>
                </a:cubicBezTo>
                <a:cubicBezTo>
                  <a:pt x="687541" y="55987"/>
                  <a:pt x="689085" y="52825"/>
                  <a:pt x="691208" y="50218"/>
                </a:cubicBezTo>
                <a:cubicBezTo>
                  <a:pt x="693330" y="47610"/>
                  <a:pt x="696128" y="45630"/>
                  <a:pt x="699600" y="44279"/>
                </a:cubicBezTo>
                <a:cubicBezTo>
                  <a:pt x="703072" y="42926"/>
                  <a:pt x="707268" y="42250"/>
                  <a:pt x="712187" y="42250"/>
                </a:cubicBezTo>
                <a:lnTo>
                  <a:pt x="712187" y="29250"/>
                </a:lnTo>
                <a:cubicBezTo>
                  <a:pt x="705532" y="29057"/>
                  <a:pt x="700034" y="30408"/>
                  <a:pt x="695692" y="33303"/>
                </a:cubicBezTo>
                <a:cubicBezTo>
                  <a:pt x="691351" y="36199"/>
                  <a:pt x="687686" y="40687"/>
                  <a:pt x="684697" y="46767"/>
                </a:cubicBezTo>
                <a:lnTo>
                  <a:pt x="684407" y="46767"/>
                </a:lnTo>
                <a:lnTo>
                  <a:pt x="684407" y="30987"/>
                </a:lnTo>
                <a:lnTo>
                  <a:pt x="672832" y="30987"/>
                </a:lnTo>
                <a:close/>
                <a:moveTo>
                  <a:pt x="770790" y="61326"/>
                </a:moveTo>
                <a:lnTo>
                  <a:pt x="727816" y="61326"/>
                </a:lnTo>
                <a:cubicBezTo>
                  <a:pt x="728009" y="58422"/>
                  <a:pt x="728636" y="55688"/>
                  <a:pt x="729697" y="53123"/>
                </a:cubicBezTo>
                <a:cubicBezTo>
                  <a:pt x="730758" y="50558"/>
                  <a:pt x="732205" y="48307"/>
                  <a:pt x="734038" y="46372"/>
                </a:cubicBezTo>
                <a:cubicBezTo>
                  <a:pt x="735870" y="44436"/>
                  <a:pt x="738065" y="42912"/>
                  <a:pt x="740622" y="41799"/>
                </a:cubicBezTo>
                <a:cubicBezTo>
                  <a:pt x="743178" y="40687"/>
                  <a:pt x="746048" y="40130"/>
                  <a:pt x="749230" y="40130"/>
                </a:cubicBezTo>
                <a:cubicBezTo>
                  <a:pt x="752317" y="40130"/>
                  <a:pt x="755138" y="40687"/>
                  <a:pt x="757695" y="41799"/>
                </a:cubicBezTo>
                <a:cubicBezTo>
                  <a:pt x="760252" y="42912"/>
                  <a:pt x="762471" y="44413"/>
                  <a:pt x="764352" y="46301"/>
                </a:cubicBezTo>
                <a:cubicBezTo>
                  <a:pt x="766233" y="48188"/>
                  <a:pt x="767728" y="50438"/>
                  <a:pt x="768836" y="53051"/>
                </a:cubicBezTo>
                <a:cubicBezTo>
                  <a:pt x="769946" y="55663"/>
                  <a:pt x="770597" y="58422"/>
                  <a:pt x="770790" y="61326"/>
                </a:cubicBezTo>
                <a:moveTo>
                  <a:pt x="782655" y="82097"/>
                </a:moveTo>
                <a:lnTo>
                  <a:pt x="770501" y="82097"/>
                </a:lnTo>
                <a:cubicBezTo>
                  <a:pt x="769439" y="86997"/>
                  <a:pt x="767245" y="90648"/>
                  <a:pt x="763917" y="93050"/>
                </a:cubicBezTo>
                <a:cubicBezTo>
                  <a:pt x="760589" y="95451"/>
                  <a:pt x="756320" y="96652"/>
                  <a:pt x="751111" y="96652"/>
                </a:cubicBezTo>
                <a:cubicBezTo>
                  <a:pt x="747061" y="96652"/>
                  <a:pt x="743540" y="95980"/>
                  <a:pt x="740549" y="94638"/>
                </a:cubicBezTo>
                <a:cubicBezTo>
                  <a:pt x="737559" y="93296"/>
                  <a:pt x="735100" y="91498"/>
                  <a:pt x="733170" y="89246"/>
                </a:cubicBezTo>
                <a:cubicBezTo>
                  <a:pt x="731240" y="86993"/>
                  <a:pt x="729841" y="84404"/>
                  <a:pt x="728973" y="81481"/>
                </a:cubicBezTo>
                <a:cubicBezTo>
                  <a:pt x="728105" y="78557"/>
                  <a:pt x="727719" y="75465"/>
                  <a:pt x="727816" y="72206"/>
                </a:cubicBezTo>
                <a:lnTo>
                  <a:pt x="783812" y="72206"/>
                </a:lnTo>
                <a:cubicBezTo>
                  <a:pt x="784005" y="67659"/>
                  <a:pt x="783595" y="62870"/>
                  <a:pt x="782582" y="57839"/>
                </a:cubicBezTo>
                <a:cubicBezTo>
                  <a:pt x="781569" y="52808"/>
                  <a:pt x="779736" y="48165"/>
                  <a:pt x="777082" y="43908"/>
                </a:cubicBezTo>
                <a:cubicBezTo>
                  <a:pt x="774430" y="39651"/>
                  <a:pt x="770909" y="36144"/>
                  <a:pt x="766520" y="33387"/>
                </a:cubicBezTo>
                <a:cubicBezTo>
                  <a:pt x="762131" y="30629"/>
                  <a:pt x="756608" y="29250"/>
                  <a:pt x="749952" y="29250"/>
                </a:cubicBezTo>
                <a:cubicBezTo>
                  <a:pt x="744840" y="29250"/>
                  <a:pt x="740137" y="30215"/>
                  <a:pt x="735844" y="32144"/>
                </a:cubicBezTo>
                <a:cubicBezTo>
                  <a:pt x="731552" y="34074"/>
                  <a:pt x="727838" y="36776"/>
                  <a:pt x="724703" y="40249"/>
                </a:cubicBezTo>
                <a:cubicBezTo>
                  <a:pt x="721568" y="43722"/>
                  <a:pt x="719132" y="47822"/>
                  <a:pt x="717395" y="52549"/>
                </a:cubicBezTo>
                <a:cubicBezTo>
                  <a:pt x="715660" y="57276"/>
                  <a:pt x="714792" y="62484"/>
                  <a:pt x="714792" y="68174"/>
                </a:cubicBezTo>
                <a:cubicBezTo>
                  <a:pt x="714985" y="73866"/>
                  <a:pt x="715829" y="79124"/>
                  <a:pt x="717324" y="83947"/>
                </a:cubicBezTo>
                <a:cubicBezTo>
                  <a:pt x="718820" y="88771"/>
                  <a:pt x="721062" y="92919"/>
                  <a:pt x="724052" y="96393"/>
                </a:cubicBezTo>
                <a:cubicBezTo>
                  <a:pt x="727043" y="99865"/>
                  <a:pt x="730733" y="102566"/>
                  <a:pt x="735122" y="104496"/>
                </a:cubicBezTo>
                <a:cubicBezTo>
                  <a:pt x="739511" y="106426"/>
                  <a:pt x="744696" y="107391"/>
                  <a:pt x="750676" y="107391"/>
                </a:cubicBezTo>
                <a:cubicBezTo>
                  <a:pt x="759166" y="107391"/>
                  <a:pt x="766209" y="105271"/>
                  <a:pt x="771803" y="101032"/>
                </a:cubicBezTo>
                <a:cubicBezTo>
                  <a:pt x="777398" y="96791"/>
                  <a:pt x="781015" y="90480"/>
                  <a:pt x="782655" y="82097"/>
                </a:cubicBezTo>
                <a:close/>
                <a:moveTo>
                  <a:pt x="804069" y="82239"/>
                </a:moveTo>
                <a:lnTo>
                  <a:pt x="791771" y="82239"/>
                </a:lnTo>
                <a:cubicBezTo>
                  <a:pt x="791964" y="86865"/>
                  <a:pt x="792928" y="90792"/>
                  <a:pt x="794663" y="94020"/>
                </a:cubicBezTo>
                <a:cubicBezTo>
                  <a:pt x="796400" y="97248"/>
                  <a:pt x="798715" y="99850"/>
                  <a:pt x="801609" y="101827"/>
                </a:cubicBezTo>
                <a:cubicBezTo>
                  <a:pt x="804503" y="103802"/>
                  <a:pt x="807831" y="105223"/>
                  <a:pt x="811593" y="106090"/>
                </a:cubicBezTo>
                <a:cubicBezTo>
                  <a:pt x="815355" y="106957"/>
                  <a:pt x="819310" y="107391"/>
                  <a:pt x="823458" y="107391"/>
                </a:cubicBezTo>
                <a:cubicBezTo>
                  <a:pt x="827220" y="107391"/>
                  <a:pt x="831006" y="107028"/>
                  <a:pt x="834815" y="106304"/>
                </a:cubicBezTo>
                <a:cubicBezTo>
                  <a:pt x="838626" y="105582"/>
                  <a:pt x="842050" y="104305"/>
                  <a:pt x="845088" y="102474"/>
                </a:cubicBezTo>
                <a:cubicBezTo>
                  <a:pt x="848128" y="100641"/>
                  <a:pt x="850588" y="98230"/>
                  <a:pt x="852469" y="95241"/>
                </a:cubicBezTo>
                <a:cubicBezTo>
                  <a:pt x="854350" y="92251"/>
                  <a:pt x="855291" y="88490"/>
                  <a:pt x="855291" y="83958"/>
                </a:cubicBezTo>
                <a:cubicBezTo>
                  <a:pt x="855291" y="80391"/>
                  <a:pt x="854591" y="77401"/>
                  <a:pt x="853191" y="74990"/>
                </a:cubicBezTo>
                <a:cubicBezTo>
                  <a:pt x="851793" y="72579"/>
                  <a:pt x="849960" y="70578"/>
                  <a:pt x="847694" y="68987"/>
                </a:cubicBezTo>
                <a:cubicBezTo>
                  <a:pt x="845427" y="67396"/>
                  <a:pt x="842822" y="66118"/>
                  <a:pt x="839880" y="65154"/>
                </a:cubicBezTo>
                <a:cubicBezTo>
                  <a:pt x="836939" y="64190"/>
                  <a:pt x="833925" y="63370"/>
                  <a:pt x="830839" y="62695"/>
                </a:cubicBezTo>
                <a:cubicBezTo>
                  <a:pt x="827944" y="62020"/>
                  <a:pt x="825049" y="61370"/>
                  <a:pt x="822155" y="60743"/>
                </a:cubicBezTo>
                <a:cubicBezTo>
                  <a:pt x="819262" y="60116"/>
                  <a:pt x="816657" y="59344"/>
                  <a:pt x="814342" y="58429"/>
                </a:cubicBezTo>
                <a:cubicBezTo>
                  <a:pt x="812028" y="57512"/>
                  <a:pt x="810123" y="56354"/>
                  <a:pt x="808628" y="54956"/>
                </a:cubicBezTo>
                <a:cubicBezTo>
                  <a:pt x="807132" y="53558"/>
                  <a:pt x="806385" y="51798"/>
                  <a:pt x="806385" y="49677"/>
                </a:cubicBezTo>
                <a:cubicBezTo>
                  <a:pt x="806385" y="47749"/>
                  <a:pt x="806867" y="46182"/>
                  <a:pt x="807831" y="44976"/>
                </a:cubicBezTo>
                <a:cubicBezTo>
                  <a:pt x="808796" y="43771"/>
                  <a:pt x="810050" y="42807"/>
                  <a:pt x="811593" y="42084"/>
                </a:cubicBezTo>
                <a:cubicBezTo>
                  <a:pt x="813137" y="41360"/>
                  <a:pt x="814850" y="40854"/>
                  <a:pt x="816731" y="40565"/>
                </a:cubicBezTo>
                <a:cubicBezTo>
                  <a:pt x="818612" y="40275"/>
                  <a:pt x="820469" y="40130"/>
                  <a:pt x="822301" y="40130"/>
                </a:cubicBezTo>
                <a:cubicBezTo>
                  <a:pt x="824326" y="40130"/>
                  <a:pt x="826327" y="40347"/>
                  <a:pt x="828304" y="40781"/>
                </a:cubicBezTo>
                <a:cubicBezTo>
                  <a:pt x="830283" y="41214"/>
                  <a:pt x="832091" y="41913"/>
                  <a:pt x="833731" y="42877"/>
                </a:cubicBezTo>
                <a:cubicBezTo>
                  <a:pt x="835371" y="43841"/>
                  <a:pt x="836721" y="45118"/>
                  <a:pt x="837783" y="46707"/>
                </a:cubicBezTo>
                <a:cubicBezTo>
                  <a:pt x="838844" y="48297"/>
                  <a:pt x="839471" y="50297"/>
                  <a:pt x="839664" y="52706"/>
                </a:cubicBezTo>
                <a:lnTo>
                  <a:pt x="851964" y="52706"/>
                </a:lnTo>
                <a:cubicBezTo>
                  <a:pt x="851674" y="48170"/>
                  <a:pt x="850709" y="44381"/>
                  <a:pt x="849069" y="41340"/>
                </a:cubicBezTo>
                <a:cubicBezTo>
                  <a:pt x="847430" y="38299"/>
                  <a:pt x="845235" y="35886"/>
                  <a:pt x="842485" y="34100"/>
                </a:cubicBezTo>
                <a:cubicBezTo>
                  <a:pt x="839737" y="32315"/>
                  <a:pt x="836579" y="31060"/>
                  <a:pt x="833009" y="30336"/>
                </a:cubicBezTo>
                <a:cubicBezTo>
                  <a:pt x="829440" y="29612"/>
                  <a:pt x="825533" y="29250"/>
                  <a:pt x="821288" y="29250"/>
                </a:cubicBezTo>
                <a:cubicBezTo>
                  <a:pt x="818008" y="29250"/>
                  <a:pt x="814705" y="29660"/>
                  <a:pt x="811377" y="30480"/>
                </a:cubicBezTo>
                <a:cubicBezTo>
                  <a:pt x="808049" y="31299"/>
                  <a:pt x="805058" y="32553"/>
                  <a:pt x="802406" y="34242"/>
                </a:cubicBezTo>
                <a:cubicBezTo>
                  <a:pt x="799754" y="35929"/>
                  <a:pt x="797583" y="38122"/>
                  <a:pt x="795895" y="40821"/>
                </a:cubicBezTo>
                <a:cubicBezTo>
                  <a:pt x="794207" y="43521"/>
                  <a:pt x="793363" y="46751"/>
                  <a:pt x="793363" y="50512"/>
                </a:cubicBezTo>
                <a:cubicBezTo>
                  <a:pt x="793363" y="55334"/>
                  <a:pt x="794568" y="59094"/>
                  <a:pt x="796979" y="61794"/>
                </a:cubicBezTo>
                <a:cubicBezTo>
                  <a:pt x="799392" y="64493"/>
                  <a:pt x="802406" y="66591"/>
                  <a:pt x="806022" y="68086"/>
                </a:cubicBezTo>
                <a:cubicBezTo>
                  <a:pt x="809640" y="69580"/>
                  <a:pt x="813571" y="70737"/>
                  <a:pt x="817815" y="71557"/>
                </a:cubicBezTo>
                <a:cubicBezTo>
                  <a:pt x="822060" y="72377"/>
                  <a:pt x="825990" y="73293"/>
                  <a:pt x="829607" y="74306"/>
                </a:cubicBezTo>
                <a:cubicBezTo>
                  <a:pt x="833225" y="75317"/>
                  <a:pt x="836239" y="76642"/>
                  <a:pt x="838650" y="78282"/>
                </a:cubicBezTo>
                <a:cubicBezTo>
                  <a:pt x="841063" y="79922"/>
                  <a:pt x="842269" y="82333"/>
                  <a:pt x="842269" y="85515"/>
                </a:cubicBezTo>
                <a:cubicBezTo>
                  <a:pt x="842269" y="87829"/>
                  <a:pt x="841690" y="89734"/>
                  <a:pt x="840531" y="91229"/>
                </a:cubicBezTo>
                <a:cubicBezTo>
                  <a:pt x="839374" y="92723"/>
                  <a:pt x="837903" y="93856"/>
                  <a:pt x="836118" y="94627"/>
                </a:cubicBezTo>
                <a:cubicBezTo>
                  <a:pt x="834334" y="95398"/>
                  <a:pt x="832381" y="95929"/>
                  <a:pt x="830258" y="96219"/>
                </a:cubicBezTo>
                <a:cubicBezTo>
                  <a:pt x="828137" y="96507"/>
                  <a:pt x="826112" y="96652"/>
                  <a:pt x="824182" y="96652"/>
                </a:cubicBezTo>
                <a:cubicBezTo>
                  <a:pt x="821674" y="96652"/>
                  <a:pt x="819238" y="96412"/>
                  <a:pt x="816874" y="95932"/>
                </a:cubicBezTo>
                <a:cubicBezTo>
                  <a:pt x="814510" y="95450"/>
                  <a:pt x="812388" y="94658"/>
                  <a:pt x="810507" y="93554"/>
                </a:cubicBezTo>
                <a:cubicBezTo>
                  <a:pt x="808626" y="92448"/>
                  <a:pt x="807107" y="90959"/>
                  <a:pt x="805950" y="89085"/>
                </a:cubicBezTo>
                <a:cubicBezTo>
                  <a:pt x="804793" y="87211"/>
                  <a:pt x="804166" y="84929"/>
                  <a:pt x="804069" y="822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4955677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2026-09-05T16:52:56.3590000Z</dcterms:created>
  <dcterms:modified xsi:type="dcterms:W3CDTF">2026-09-05T16:52:56.3590000Z</dcterms:modified>
</coreProperties>
</file>